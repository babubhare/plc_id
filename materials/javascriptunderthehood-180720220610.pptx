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20104100" cy="11315700"/>
  <p:notesSz cx="20104100" cy="11315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714092" y="3905451"/>
            <a:ext cx="8216900" cy="2383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6792"/>
            <a:ext cx="14072870" cy="282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2611"/>
            <a:ext cx="8745284" cy="746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2611"/>
            <a:ext cx="8745284" cy="746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15065"/>
          </a:xfrm>
          <a:custGeom>
            <a:avLst/>
            <a:gdLst/>
            <a:ahLst/>
            <a:cxnLst/>
            <a:rect l="l" t="t" r="r" b="b"/>
            <a:pathLst>
              <a:path w="20104100" h="11315065">
                <a:moveTo>
                  <a:pt x="20104099" y="0"/>
                </a:moveTo>
                <a:lnTo>
                  <a:pt x="0" y="0"/>
                </a:lnTo>
                <a:lnTo>
                  <a:pt x="0" y="11314449"/>
                </a:lnTo>
                <a:lnTo>
                  <a:pt x="20104099" y="11314449"/>
                </a:lnTo>
                <a:lnTo>
                  <a:pt x="20104099" y="0"/>
                </a:lnTo>
                <a:close/>
              </a:path>
            </a:pathLst>
          </a:custGeom>
          <a:solidFill>
            <a:srgbClr val="403C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0929" y="5"/>
            <a:ext cx="4507230" cy="4675505"/>
          </a:xfrm>
          <a:custGeom>
            <a:avLst/>
            <a:gdLst/>
            <a:ahLst/>
            <a:cxnLst/>
            <a:rect l="l" t="t" r="r" b="b"/>
            <a:pathLst>
              <a:path w="4507230" h="4675505">
                <a:moveTo>
                  <a:pt x="207467" y="3773678"/>
                </a:moveTo>
                <a:lnTo>
                  <a:pt x="185407" y="3768496"/>
                </a:lnTo>
                <a:lnTo>
                  <a:pt x="0" y="4563351"/>
                </a:lnTo>
                <a:lnTo>
                  <a:pt x="22072" y="4568558"/>
                </a:lnTo>
                <a:lnTo>
                  <a:pt x="207467" y="3773678"/>
                </a:lnTo>
                <a:close/>
              </a:path>
              <a:path w="4507230" h="4675505">
                <a:moveTo>
                  <a:pt x="220395" y="1659140"/>
                </a:moveTo>
                <a:lnTo>
                  <a:pt x="197764" y="1658188"/>
                </a:lnTo>
                <a:lnTo>
                  <a:pt x="167589" y="2408669"/>
                </a:lnTo>
                <a:lnTo>
                  <a:pt x="190233" y="2409647"/>
                </a:lnTo>
                <a:lnTo>
                  <a:pt x="220395" y="1659140"/>
                </a:lnTo>
                <a:close/>
              </a:path>
              <a:path w="4507230" h="4675505">
                <a:moveTo>
                  <a:pt x="429526" y="4101173"/>
                </a:moveTo>
                <a:lnTo>
                  <a:pt x="409854" y="4089933"/>
                </a:lnTo>
                <a:lnTo>
                  <a:pt x="83959" y="4663770"/>
                </a:lnTo>
                <a:lnTo>
                  <a:pt x="103632" y="4675009"/>
                </a:lnTo>
                <a:lnTo>
                  <a:pt x="429526" y="4101173"/>
                </a:lnTo>
                <a:close/>
              </a:path>
              <a:path w="4507230" h="4675505">
                <a:moveTo>
                  <a:pt x="1024191" y="3941889"/>
                </a:moveTo>
                <a:lnTo>
                  <a:pt x="1018184" y="3920032"/>
                </a:lnTo>
                <a:lnTo>
                  <a:pt x="446062" y="4075582"/>
                </a:lnTo>
                <a:lnTo>
                  <a:pt x="452056" y="4097439"/>
                </a:lnTo>
                <a:lnTo>
                  <a:pt x="1024191" y="3941889"/>
                </a:lnTo>
                <a:close/>
              </a:path>
              <a:path w="4507230" h="4675505">
                <a:moveTo>
                  <a:pt x="1059738" y="2170988"/>
                </a:moveTo>
                <a:lnTo>
                  <a:pt x="423303" y="1895411"/>
                </a:lnTo>
                <a:lnTo>
                  <a:pt x="369214" y="1514551"/>
                </a:lnTo>
                <a:lnTo>
                  <a:pt x="346786" y="1517688"/>
                </a:lnTo>
                <a:lnTo>
                  <a:pt x="402678" y="1911146"/>
                </a:lnTo>
                <a:lnTo>
                  <a:pt x="1050772" y="2191753"/>
                </a:lnTo>
                <a:lnTo>
                  <a:pt x="1059738" y="2170988"/>
                </a:lnTo>
                <a:close/>
              </a:path>
              <a:path w="4507230" h="4675505">
                <a:moveTo>
                  <a:pt x="1091463" y="2279205"/>
                </a:moveTo>
                <a:lnTo>
                  <a:pt x="1075804" y="2260473"/>
                </a:lnTo>
                <a:lnTo>
                  <a:pt x="673912" y="2596464"/>
                </a:lnTo>
                <a:lnTo>
                  <a:pt x="689571" y="2615184"/>
                </a:lnTo>
                <a:lnTo>
                  <a:pt x="1091463" y="2279205"/>
                </a:lnTo>
                <a:close/>
              </a:path>
              <a:path w="4507230" h="4675505">
                <a:moveTo>
                  <a:pt x="1343012" y="2936240"/>
                </a:moveTo>
                <a:lnTo>
                  <a:pt x="1321155" y="2930347"/>
                </a:lnTo>
                <a:lnTo>
                  <a:pt x="1073581" y="3853230"/>
                </a:lnTo>
                <a:lnTo>
                  <a:pt x="1095451" y="3859136"/>
                </a:lnTo>
                <a:lnTo>
                  <a:pt x="1343012" y="2936240"/>
                </a:lnTo>
                <a:close/>
              </a:path>
              <a:path w="4507230" h="4675505">
                <a:moveTo>
                  <a:pt x="1845627" y="1485176"/>
                </a:moveTo>
                <a:lnTo>
                  <a:pt x="731266" y="1212164"/>
                </a:lnTo>
                <a:lnTo>
                  <a:pt x="725919" y="1234173"/>
                </a:lnTo>
                <a:lnTo>
                  <a:pt x="1840293" y="1507223"/>
                </a:lnTo>
                <a:lnTo>
                  <a:pt x="1845627" y="1485176"/>
                </a:lnTo>
                <a:close/>
              </a:path>
              <a:path w="4507230" h="4675505">
                <a:moveTo>
                  <a:pt x="1924481" y="2862757"/>
                </a:moveTo>
                <a:lnTo>
                  <a:pt x="1921764" y="2840228"/>
                </a:lnTo>
                <a:lnTo>
                  <a:pt x="1347609" y="2908223"/>
                </a:lnTo>
                <a:lnTo>
                  <a:pt x="1350340" y="2930728"/>
                </a:lnTo>
                <a:lnTo>
                  <a:pt x="1924481" y="2862757"/>
                </a:lnTo>
                <a:close/>
              </a:path>
              <a:path w="4507230" h="4675505">
                <a:moveTo>
                  <a:pt x="1929396" y="1846872"/>
                </a:moveTo>
                <a:lnTo>
                  <a:pt x="1914702" y="1829600"/>
                </a:lnTo>
                <a:lnTo>
                  <a:pt x="842073" y="2740622"/>
                </a:lnTo>
                <a:lnTo>
                  <a:pt x="856729" y="2757944"/>
                </a:lnTo>
                <a:lnTo>
                  <a:pt x="1929396" y="1846872"/>
                </a:lnTo>
                <a:close/>
              </a:path>
              <a:path w="4507230" h="4675505">
                <a:moveTo>
                  <a:pt x="2367318" y="49085"/>
                </a:moveTo>
                <a:lnTo>
                  <a:pt x="2357996" y="25107"/>
                </a:lnTo>
                <a:lnTo>
                  <a:pt x="670814" y="737717"/>
                </a:lnTo>
                <a:lnTo>
                  <a:pt x="680186" y="761631"/>
                </a:lnTo>
                <a:lnTo>
                  <a:pt x="2367318" y="49085"/>
                </a:lnTo>
                <a:close/>
              </a:path>
              <a:path w="4507230" h="4675505">
                <a:moveTo>
                  <a:pt x="2531135" y="269100"/>
                </a:moveTo>
                <a:lnTo>
                  <a:pt x="2504884" y="263918"/>
                </a:lnTo>
                <a:lnTo>
                  <a:pt x="2297150" y="1138326"/>
                </a:lnTo>
                <a:lnTo>
                  <a:pt x="2323401" y="1143546"/>
                </a:lnTo>
                <a:lnTo>
                  <a:pt x="2531135" y="269100"/>
                </a:lnTo>
                <a:close/>
              </a:path>
              <a:path w="4507230" h="4675505">
                <a:moveTo>
                  <a:pt x="4447146" y="190284"/>
                </a:moveTo>
                <a:lnTo>
                  <a:pt x="3177184" y="0"/>
                </a:lnTo>
                <a:lnTo>
                  <a:pt x="3024644" y="0"/>
                </a:lnTo>
                <a:lnTo>
                  <a:pt x="4443806" y="212648"/>
                </a:lnTo>
                <a:lnTo>
                  <a:pt x="4447146" y="190284"/>
                </a:lnTo>
                <a:close/>
              </a:path>
              <a:path w="4507230" h="4675505">
                <a:moveTo>
                  <a:pt x="4506861" y="468503"/>
                </a:moveTo>
                <a:lnTo>
                  <a:pt x="4496117" y="448538"/>
                </a:lnTo>
                <a:lnTo>
                  <a:pt x="2575826" y="1483702"/>
                </a:lnTo>
                <a:lnTo>
                  <a:pt x="2586634" y="1503591"/>
                </a:lnTo>
                <a:lnTo>
                  <a:pt x="4506861" y="468503"/>
                </a:lnTo>
                <a:close/>
              </a:path>
            </a:pathLst>
          </a:custGeom>
          <a:solidFill>
            <a:srgbClr val="807B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18253" y="1591746"/>
            <a:ext cx="715645" cy="631825"/>
          </a:xfrm>
          <a:custGeom>
            <a:avLst/>
            <a:gdLst/>
            <a:ahLst/>
            <a:cxnLst/>
            <a:rect l="l" t="t" r="r" b="b"/>
            <a:pathLst>
              <a:path w="715644" h="631825">
                <a:moveTo>
                  <a:pt x="712677" y="0"/>
                </a:moveTo>
                <a:lnTo>
                  <a:pt x="416249" y="32302"/>
                </a:lnTo>
                <a:lnTo>
                  <a:pt x="0" y="618486"/>
                </a:lnTo>
                <a:lnTo>
                  <a:pt x="18446" y="631631"/>
                </a:lnTo>
                <a:lnTo>
                  <a:pt x="428854" y="53714"/>
                </a:lnTo>
                <a:lnTo>
                  <a:pt x="715177" y="22535"/>
                </a:lnTo>
                <a:lnTo>
                  <a:pt x="712677" y="0"/>
                </a:lnTo>
                <a:close/>
              </a:path>
            </a:pathLst>
          </a:custGeom>
          <a:solidFill>
            <a:srgbClr val="403C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434257"/>
            <a:ext cx="2971165" cy="3682365"/>
          </a:xfrm>
          <a:custGeom>
            <a:avLst/>
            <a:gdLst/>
            <a:ahLst/>
            <a:cxnLst/>
            <a:rect l="l" t="t" r="r" b="b"/>
            <a:pathLst>
              <a:path w="2971165" h="3682365">
                <a:moveTo>
                  <a:pt x="441261" y="3661130"/>
                </a:moveTo>
                <a:lnTo>
                  <a:pt x="0" y="3468522"/>
                </a:lnTo>
                <a:lnTo>
                  <a:pt x="0" y="3493224"/>
                </a:lnTo>
                <a:lnTo>
                  <a:pt x="432231" y="3681907"/>
                </a:lnTo>
                <a:lnTo>
                  <a:pt x="441261" y="3661130"/>
                </a:lnTo>
                <a:close/>
              </a:path>
              <a:path w="2971165" h="3682365">
                <a:moveTo>
                  <a:pt x="2970606" y="175844"/>
                </a:moveTo>
                <a:lnTo>
                  <a:pt x="2024075" y="0"/>
                </a:lnTo>
                <a:lnTo>
                  <a:pt x="754087" y="474052"/>
                </a:lnTo>
                <a:lnTo>
                  <a:pt x="762076" y="495261"/>
                </a:lnTo>
                <a:lnTo>
                  <a:pt x="2026196" y="23380"/>
                </a:lnTo>
                <a:lnTo>
                  <a:pt x="2931172" y="191604"/>
                </a:lnTo>
                <a:lnTo>
                  <a:pt x="2428303" y="886421"/>
                </a:lnTo>
                <a:lnTo>
                  <a:pt x="2446680" y="899769"/>
                </a:lnTo>
                <a:lnTo>
                  <a:pt x="2970606" y="175844"/>
                </a:lnTo>
                <a:close/>
              </a:path>
            </a:pathLst>
          </a:custGeom>
          <a:solidFill>
            <a:srgbClr val="807B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011290" cy="3969556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4531228"/>
            <a:ext cx="163830" cy="269875"/>
          </a:xfrm>
          <a:custGeom>
            <a:avLst/>
            <a:gdLst/>
            <a:ahLst/>
            <a:cxnLst/>
            <a:rect l="l" t="t" r="r" b="b"/>
            <a:pathLst>
              <a:path w="163830" h="269875">
                <a:moveTo>
                  <a:pt x="19720" y="0"/>
                </a:moveTo>
                <a:lnTo>
                  <a:pt x="0" y="4374"/>
                </a:lnTo>
                <a:lnTo>
                  <a:pt x="0" y="266209"/>
                </a:lnTo>
                <a:lnTo>
                  <a:pt x="37401" y="269585"/>
                </a:lnTo>
                <a:lnTo>
                  <a:pt x="78120" y="260552"/>
                </a:lnTo>
                <a:lnTo>
                  <a:pt x="115256" y="238488"/>
                </a:lnTo>
                <a:lnTo>
                  <a:pt x="143548" y="205854"/>
                </a:lnTo>
                <a:lnTo>
                  <a:pt x="159654" y="167380"/>
                </a:lnTo>
                <a:lnTo>
                  <a:pt x="163294" y="126201"/>
                </a:lnTo>
                <a:lnTo>
                  <a:pt x="154192" y="85451"/>
                </a:lnTo>
                <a:lnTo>
                  <a:pt x="132069" y="48265"/>
                </a:lnTo>
                <a:lnTo>
                  <a:pt x="99388" y="19898"/>
                </a:lnTo>
                <a:lnTo>
                  <a:pt x="60894" y="3715"/>
                </a:lnTo>
                <a:lnTo>
                  <a:pt x="19720" y="0"/>
                </a:lnTo>
                <a:close/>
              </a:path>
            </a:pathLst>
          </a:custGeom>
          <a:solidFill>
            <a:srgbClr val="7B7B8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8483" y="4054442"/>
            <a:ext cx="119731" cy="119752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6569372" y="5843339"/>
            <a:ext cx="3535045" cy="5471160"/>
          </a:xfrm>
          <a:custGeom>
            <a:avLst/>
            <a:gdLst/>
            <a:ahLst/>
            <a:cxnLst/>
            <a:rect l="l" t="t" r="r" b="b"/>
            <a:pathLst>
              <a:path w="3535044" h="5471159">
                <a:moveTo>
                  <a:pt x="469849" y="5002212"/>
                </a:moveTo>
                <a:lnTo>
                  <a:pt x="453351" y="4986693"/>
                </a:lnTo>
                <a:lnTo>
                  <a:pt x="0" y="5466334"/>
                </a:lnTo>
                <a:lnTo>
                  <a:pt x="5092" y="5471109"/>
                </a:lnTo>
                <a:lnTo>
                  <a:pt x="26670" y="5471109"/>
                </a:lnTo>
                <a:lnTo>
                  <a:pt x="469849" y="5002212"/>
                </a:lnTo>
                <a:close/>
              </a:path>
              <a:path w="3535044" h="5471159">
                <a:moveTo>
                  <a:pt x="472948" y="4963401"/>
                </a:moveTo>
                <a:lnTo>
                  <a:pt x="454228" y="4370768"/>
                </a:lnTo>
                <a:lnTo>
                  <a:pt x="431571" y="4371429"/>
                </a:lnTo>
                <a:lnTo>
                  <a:pt x="450291" y="4964061"/>
                </a:lnTo>
                <a:lnTo>
                  <a:pt x="472948" y="4963401"/>
                </a:lnTo>
                <a:close/>
              </a:path>
              <a:path w="3535044" h="5471159">
                <a:moveTo>
                  <a:pt x="842911" y="5122761"/>
                </a:moveTo>
                <a:lnTo>
                  <a:pt x="831494" y="5103190"/>
                </a:lnTo>
                <a:lnTo>
                  <a:pt x="198081" y="5471109"/>
                </a:lnTo>
                <a:lnTo>
                  <a:pt x="243217" y="5471109"/>
                </a:lnTo>
                <a:lnTo>
                  <a:pt x="842911" y="5122761"/>
                </a:lnTo>
                <a:close/>
              </a:path>
              <a:path w="3535044" h="5471159">
                <a:moveTo>
                  <a:pt x="1311871" y="3791331"/>
                </a:moveTo>
                <a:lnTo>
                  <a:pt x="1299857" y="3772154"/>
                </a:lnTo>
                <a:lnTo>
                  <a:pt x="489813" y="4279074"/>
                </a:lnTo>
                <a:lnTo>
                  <a:pt x="501865" y="4298251"/>
                </a:lnTo>
                <a:lnTo>
                  <a:pt x="1311871" y="3791331"/>
                </a:lnTo>
                <a:close/>
              </a:path>
              <a:path w="3535044" h="5471159">
                <a:moveTo>
                  <a:pt x="1325245" y="3759568"/>
                </a:moveTo>
                <a:lnTo>
                  <a:pt x="1222222" y="3190621"/>
                </a:lnTo>
                <a:lnTo>
                  <a:pt x="1199896" y="3194621"/>
                </a:lnTo>
                <a:lnTo>
                  <a:pt x="1302943" y="3763556"/>
                </a:lnTo>
                <a:lnTo>
                  <a:pt x="1325245" y="3759568"/>
                </a:lnTo>
                <a:close/>
              </a:path>
              <a:path w="3535044" h="5471159">
                <a:moveTo>
                  <a:pt x="1968207" y="5471109"/>
                </a:moveTo>
                <a:lnTo>
                  <a:pt x="1881759" y="5391632"/>
                </a:lnTo>
                <a:lnTo>
                  <a:pt x="1866379" y="5408295"/>
                </a:lnTo>
                <a:lnTo>
                  <a:pt x="1934730" y="5471109"/>
                </a:lnTo>
                <a:lnTo>
                  <a:pt x="1968207" y="5471109"/>
                </a:lnTo>
                <a:close/>
              </a:path>
              <a:path w="3535044" h="5471159">
                <a:moveTo>
                  <a:pt x="2024227" y="3829888"/>
                </a:moveTo>
                <a:lnTo>
                  <a:pt x="2001735" y="3820401"/>
                </a:lnTo>
                <a:lnTo>
                  <a:pt x="1798091" y="4303077"/>
                </a:lnTo>
                <a:lnTo>
                  <a:pt x="1820583" y="4312564"/>
                </a:lnTo>
                <a:lnTo>
                  <a:pt x="2024227" y="3829888"/>
                </a:lnTo>
                <a:close/>
              </a:path>
              <a:path w="3535044" h="5471159">
                <a:moveTo>
                  <a:pt x="2190686" y="2901543"/>
                </a:moveTo>
                <a:lnTo>
                  <a:pt x="2169858" y="2892552"/>
                </a:lnTo>
                <a:lnTo>
                  <a:pt x="1612633" y="4185018"/>
                </a:lnTo>
                <a:lnTo>
                  <a:pt x="1633486" y="4193959"/>
                </a:lnTo>
                <a:lnTo>
                  <a:pt x="2190686" y="2901543"/>
                </a:lnTo>
                <a:close/>
              </a:path>
              <a:path w="3535044" h="5471159">
                <a:moveTo>
                  <a:pt x="2755620" y="28727"/>
                </a:moveTo>
                <a:lnTo>
                  <a:pt x="2733383" y="24307"/>
                </a:lnTo>
                <a:lnTo>
                  <a:pt x="2305621" y="2163572"/>
                </a:lnTo>
                <a:lnTo>
                  <a:pt x="2327808" y="2168093"/>
                </a:lnTo>
                <a:lnTo>
                  <a:pt x="2755620" y="28727"/>
                </a:lnTo>
                <a:close/>
              </a:path>
              <a:path w="3535044" h="5471159">
                <a:moveTo>
                  <a:pt x="2857169" y="4493234"/>
                </a:moveTo>
                <a:lnTo>
                  <a:pt x="2849638" y="4471873"/>
                </a:lnTo>
                <a:lnTo>
                  <a:pt x="2140813" y="4720425"/>
                </a:lnTo>
                <a:lnTo>
                  <a:pt x="2148382" y="4741799"/>
                </a:lnTo>
                <a:lnTo>
                  <a:pt x="2857169" y="4493234"/>
                </a:lnTo>
                <a:close/>
              </a:path>
              <a:path w="3535044" h="5471159">
                <a:moveTo>
                  <a:pt x="2947873" y="4309592"/>
                </a:moveTo>
                <a:lnTo>
                  <a:pt x="2944317" y="4287228"/>
                </a:lnTo>
                <a:lnTo>
                  <a:pt x="2564282" y="4347007"/>
                </a:lnTo>
                <a:lnTo>
                  <a:pt x="2114512" y="3819080"/>
                </a:lnTo>
                <a:lnTo>
                  <a:pt x="2097278" y="3833736"/>
                </a:lnTo>
                <a:lnTo>
                  <a:pt x="2555290" y="4371340"/>
                </a:lnTo>
                <a:lnTo>
                  <a:pt x="2947873" y="4309592"/>
                </a:lnTo>
                <a:close/>
              </a:path>
              <a:path w="3535044" h="5471159">
                <a:moveTo>
                  <a:pt x="3127451" y="3852494"/>
                </a:moveTo>
                <a:lnTo>
                  <a:pt x="2540241" y="2866809"/>
                </a:lnTo>
                <a:lnTo>
                  <a:pt x="2520721" y="2878366"/>
                </a:lnTo>
                <a:lnTo>
                  <a:pt x="3107969" y="3864064"/>
                </a:lnTo>
                <a:lnTo>
                  <a:pt x="3127451" y="3852494"/>
                </a:lnTo>
                <a:close/>
              </a:path>
              <a:path w="3535044" h="5471159">
                <a:moveTo>
                  <a:pt x="3200260" y="4841887"/>
                </a:moveTo>
                <a:lnTo>
                  <a:pt x="3177781" y="4832388"/>
                </a:lnTo>
                <a:lnTo>
                  <a:pt x="2908287" y="5471109"/>
                </a:lnTo>
                <a:lnTo>
                  <a:pt x="2934779" y="5471109"/>
                </a:lnTo>
                <a:lnTo>
                  <a:pt x="3200260" y="4841887"/>
                </a:lnTo>
                <a:close/>
              </a:path>
              <a:path w="3535044" h="5471159">
                <a:moveTo>
                  <a:pt x="3534727" y="1915464"/>
                </a:moveTo>
                <a:lnTo>
                  <a:pt x="2726906" y="2310130"/>
                </a:lnTo>
                <a:lnTo>
                  <a:pt x="2742590" y="2334730"/>
                </a:lnTo>
                <a:lnTo>
                  <a:pt x="3534727" y="1947722"/>
                </a:lnTo>
                <a:lnTo>
                  <a:pt x="3534727" y="1915464"/>
                </a:lnTo>
                <a:close/>
              </a:path>
              <a:path w="3535044" h="5471159">
                <a:moveTo>
                  <a:pt x="3534727" y="1083779"/>
                </a:moveTo>
                <a:lnTo>
                  <a:pt x="3016859" y="0"/>
                </a:lnTo>
                <a:lnTo>
                  <a:pt x="2996463" y="9740"/>
                </a:lnTo>
                <a:lnTo>
                  <a:pt x="3534727" y="1136218"/>
                </a:lnTo>
                <a:lnTo>
                  <a:pt x="3534727" y="1083779"/>
                </a:lnTo>
                <a:close/>
              </a:path>
            </a:pathLst>
          </a:custGeom>
          <a:solidFill>
            <a:srgbClr val="807B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8617349" y="8775390"/>
            <a:ext cx="457200" cy="862965"/>
          </a:xfrm>
          <a:custGeom>
            <a:avLst/>
            <a:gdLst/>
            <a:ahLst/>
            <a:cxnLst/>
            <a:rect l="l" t="t" r="r" b="b"/>
            <a:pathLst>
              <a:path w="457200" h="862965">
                <a:moveTo>
                  <a:pt x="400793" y="0"/>
                </a:moveTo>
                <a:lnTo>
                  <a:pt x="378510" y="4205"/>
                </a:lnTo>
                <a:lnTo>
                  <a:pt x="432494" y="287133"/>
                </a:lnTo>
                <a:lnTo>
                  <a:pt x="0" y="848780"/>
                </a:lnTo>
                <a:lnTo>
                  <a:pt x="17966" y="862572"/>
                </a:lnTo>
                <a:lnTo>
                  <a:pt x="456663" y="292919"/>
                </a:lnTo>
                <a:lnTo>
                  <a:pt x="400793" y="0"/>
                </a:lnTo>
                <a:close/>
              </a:path>
            </a:pathLst>
          </a:custGeom>
          <a:solidFill>
            <a:srgbClr val="403C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9084311" y="7398210"/>
            <a:ext cx="984250" cy="2207260"/>
          </a:xfrm>
          <a:custGeom>
            <a:avLst/>
            <a:gdLst/>
            <a:ahLst/>
            <a:cxnLst/>
            <a:rect l="l" t="t" r="r" b="b"/>
            <a:pathLst>
              <a:path w="984250" h="2207259">
                <a:moveTo>
                  <a:pt x="538882" y="0"/>
                </a:moveTo>
                <a:lnTo>
                  <a:pt x="0" y="712939"/>
                </a:lnTo>
                <a:lnTo>
                  <a:pt x="18145" y="726609"/>
                </a:lnTo>
                <a:lnTo>
                  <a:pt x="535362" y="42322"/>
                </a:lnTo>
                <a:lnTo>
                  <a:pt x="961099" y="858464"/>
                </a:lnTo>
                <a:lnTo>
                  <a:pt x="879866" y="2205446"/>
                </a:lnTo>
                <a:lnTo>
                  <a:pt x="902473" y="2206871"/>
                </a:lnTo>
                <a:lnTo>
                  <a:pt x="984074" y="853646"/>
                </a:lnTo>
                <a:lnTo>
                  <a:pt x="538882" y="0"/>
                </a:lnTo>
                <a:close/>
              </a:path>
            </a:pathLst>
          </a:custGeom>
          <a:solidFill>
            <a:srgbClr val="807B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953511" y="5165944"/>
            <a:ext cx="3150588" cy="6148504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16501509" y="11264254"/>
            <a:ext cx="208279" cy="50800"/>
          </a:xfrm>
          <a:custGeom>
            <a:avLst/>
            <a:gdLst/>
            <a:ahLst/>
            <a:cxnLst/>
            <a:rect l="l" t="t" r="r" b="b"/>
            <a:pathLst>
              <a:path w="208280" h="50800">
                <a:moveTo>
                  <a:pt x="115001" y="0"/>
                </a:moveTo>
                <a:lnTo>
                  <a:pt x="73371" y="3225"/>
                </a:lnTo>
                <a:lnTo>
                  <a:pt x="35061" y="18762"/>
                </a:lnTo>
                <a:lnTo>
                  <a:pt x="2986" y="45426"/>
                </a:lnTo>
                <a:lnTo>
                  <a:pt x="0" y="50194"/>
                </a:lnTo>
                <a:lnTo>
                  <a:pt x="207885" y="50194"/>
                </a:lnTo>
                <a:lnTo>
                  <a:pt x="193729" y="33215"/>
                </a:lnTo>
                <a:lnTo>
                  <a:pt x="157036" y="10268"/>
                </a:lnTo>
                <a:lnTo>
                  <a:pt x="115001" y="0"/>
                </a:lnTo>
                <a:close/>
              </a:path>
            </a:pathLst>
          </a:custGeom>
          <a:solidFill>
            <a:srgbClr val="7B7B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2593" y="673499"/>
            <a:ext cx="15725775" cy="27108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03537" y="2365429"/>
            <a:ext cx="9035415" cy="2437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23601"/>
            <a:ext cx="6433312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23601"/>
            <a:ext cx="4623943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23601"/>
            <a:ext cx="4623943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hyperlink" Target="https://insights.stackoverflow.com/survey/2018/" TargetMode="External"/><Relationship Id="rId4" Type="http://schemas.openxmlformats.org/officeDocument/2006/relationships/image" Target="../media/image1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octoverse.github.com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hyperlink" Target="https://madnight.github.io/githut/%23/pushes/2018/2" TargetMode="External"/><Relationship Id="rId4" Type="http://schemas.openxmlformats.org/officeDocument/2006/relationships/image" Target="../media/image21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hyperlink" Target="https://en.wikipedia.org/wiki/JavaScript_engine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atentflip.com/loupe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atentflip.com/loupe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.jp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0.jpg"/><Relationship Id="rId3" Type="http://schemas.openxmlformats.org/officeDocument/2006/relationships/image" Target="../media/image49.png"/><Relationship Id="rId4" Type="http://schemas.openxmlformats.org/officeDocument/2006/relationships/image" Target="../media/image51.jpg"/><Relationship Id="rId5" Type="http://schemas.openxmlformats.org/officeDocument/2006/relationships/image" Target="../media/image48.png"/><Relationship Id="rId6" Type="http://schemas.openxmlformats.org/officeDocument/2006/relationships/image" Target="../media/image52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jpg"/><Relationship Id="rId3" Type="http://schemas.openxmlformats.org/officeDocument/2006/relationships/image" Target="../media/image54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jpg"/><Relationship Id="rId3" Type="http://schemas.openxmlformats.org/officeDocument/2006/relationships/image" Target="../media/image54.png"/><Relationship Id="rId4" Type="http://schemas.openxmlformats.org/officeDocument/2006/relationships/image" Target="../media/image56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4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5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s.google.com/web/updates/2016/10/addeventlistener-once" TargetMode="External"/><Relationship Id="rId3" Type="http://schemas.openxmlformats.org/officeDocument/2006/relationships/hyperlink" Target="https://blog.sessionstack.com/how-does-javascript-actually-work-part-1-b0bacc073cf" TargetMode="External"/><Relationship Id="rId4" Type="http://schemas.openxmlformats.org/officeDocument/2006/relationships/hyperlink" Target="https://www.youtube.com/watch?v=8aGhZQkoFbQ" TargetMode="External"/><Relationship Id="rId5" Type="http://schemas.openxmlformats.org/officeDocument/2006/relationships/hyperlink" Target="http://latentflip.com/loupe/" TargetMode="External"/><Relationship Id="rId6" Type="http://schemas.openxmlformats.org/officeDocument/2006/relationships/hyperlink" Target="https://www.google.com/url?q=https%3A//developer.mozilla.org/en-US/docs/Web/" TargetMode="External"/><Relationship Id="rId7" Type="http://schemas.openxmlformats.org/officeDocument/2006/relationships/hyperlink" Target="http://www.competa.com/blog/memory-leaks-in-javascript/" TargetMode="External"/><Relationship Id="rId8" Type="http://schemas.openxmlformats.org/officeDocument/2006/relationships/hyperlink" Target="https://en.wikipedia.org/wiki/JavaScript_engine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7559" y="2793733"/>
            <a:ext cx="11168985" cy="62909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5004" y="4701654"/>
            <a:ext cx="3095625" cy="3042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6600" spc="130" b="1">
                <a:solidFill>
                  <a:srgbClr val="323330"/>
                </a:solidFill>
                <a:latin typeface="Arial"/>
                <a:cs typeface="Arial"/>
              </a:rPr>
              <a:t>UNDER </a:t>
            </a:r>
            <a:r>
              <a:rPr dirty="0" sz="6600" spc="114" b="1">
                <a:solidFill>
                  <a:srgbClr val="323330"/>
                </a:solidFill>
                <a:latin typeface="Arial"/>
                <a:cs typeface="Arial"/>
              </a:rPr>
              <a:t>THE</a:t>
            </a:r>
            <a:endParaRPr sz="6600">
              <a:latin typeface="Arial"/>
              <a:cs typeface="Arial"/>
            </a:endParaRPr>
          </a:p>
          <a:p>
            <a:pPr algn="ctr">
              <a:lnSpc>
                <a:spcPts val="7920"/>
              </a:lnSpc>
            </a:pPr>
            <a:r>
              <a:rPr dirty="0" sz="6600" spc="120" b="1">
                <a:solidFill>
                  <a:srgbClr val="323330"/>
                </a:solidFill>
                <a:latin typeface="Arial"/>
                <a:cs typeface="Arial"/>
              </a:rPr>
              <a:t>HOOD</a:t>
            </a:r>
            <a:endParaRPr sz="6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0736" y="4043549"/>
            <a:ext cx="5940425" cy="2925445"/>
          </a:xfrm>
          <a:prstGeom prst="rect"/>
        </p:spPr>
        <p:txBody>
          <a:bodyPr wrap="square" lIns="0" tIns="492125" rIns="0" bIns="0" rtlCol="0" vert="horz">
            <a:spAutoFit/>
          </a:bodyPr>
          <a:lstStyle/>
          <a:p>
            <a:pPr algn="ctr" marR="8255">
              <a:lnSpc>
                <a:spcPct val="100000"/>
              </a:lnSpc>
              <a:spcBef>
                <a:spcPts val="3875"/>
              </a:spcBef>
            </a:pPr>
            <a:r>
              <a:rPr dirty="0" sz="9900" spc="240"/>
              <a:t>Hello!</a:t>
            </a:r>
            <a:endParaRPr sz="9900"/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dirty="0" sz="4500"/>
              <a:t>I</a:t>
            </a:r>
            <a:r>
              <a:rPr dirty="0" sz="4500" spc="515"/>
              <a:t> </a:t>
            </a:r>
            <a:r>
              <a:rPr dirty="0" sz="4500" spc="120"/>
              <a:t>am</a:t>
            </a:r>
            <a:r>
              <a:rPr dirty="0" sz="4500" spc="520"/>
              <a:t> </a:t>
            </a:r>
            <a:r>
              <a:rPr dirty="0" sz="4500" spc="210">
                <a:solidFill>
                  <a:srgbClr val="65A2FD"/>
                </a:solidFill>
              </a:rPr>
              <a:t>Ridhwana</a:t>
            </a:r>
            <a:r>
              <a:rPr dirty="0" sz="4500" spc="520">
                <a:solidFill>
                  <a:srgbClr val="65A2FD"/>
                </a:solidFill>
              </a:rPr>
              <a:t> </a:t>
            </a:r>
            <a:r>
              <a:rPr dirty="0" sz="4500" spc="225">
                <a:solidFill>
                  <a:srgbClr val="65A2FD"/>
                </a:solidFill>
              </a:rPr>
              <a:t>Khan</a:t>
            </a:r>
            <a:endParaRPr sz="4500"/>
          </a:p>
        </p:txBody>
      </p:sp>
      <p:sp>
        <p:nvSpPr>
          <p:cNvPr id="3" name="object 3" descr=""/>
          <p:cNvSpPr txBox="1"/>
          <p:nvPr/>
        </p:nvSpPr>
        <p:spPr>
          <a:xfrm>
            <a:off x="8787427" y="9793155"/>
            <a:ext cx="258826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0" b="0">
                <a:solidFill>
                  <a:srgbClr val="FFFFFF"/>
                </a:solidFill>
                <a:latin typeface="Lato Light"/>
                <a:cs typeface="Lato Light"/>
              </a:rPr>
              <a:t>@Ridhwana_K</a:t>
            </a:r>
            <a:endParaRPr sz="3300">
              <a:latin typeface="Lato Light"/>
              <a:cs typeface="Lato Ligh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2516" y="1252188"/>
            <a:ext cx="2961096" cy="296110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7712544" y="9776015"/>
            <a:ext cx="564515" cy="565150"/>
            <a:chOff x="7712544" y="9776015"/>
            <a:chExt cx="564515" cy="565150"/>
          </a:xfrm>
        </p:grpSpPr>
        <p:sp>
          <p:nvSpPr>
            <p:cNvPr id="6" name="object 6" descr=""/>
            <p:cNvSpPr/>
            <p:nvPr/>
          </p:nvSpPr>
          <p:spPr>
            <a:xfrm>
              <a:off x="7712544" y="9776015"/>
              <a:ext cx="564515" cy="565150"/>
            </a:xfrm>
            <a:custGeom>
              <a:avLst/>
              <a:gdLst/>
              <a:ahLst/>
              <a:cxnLst/>
              <a:rect l="l" t="t" r="r" b="b"/>
              <a:pathLst>
                <a:path w="564515" h="565150">
                  <a:moveTo>
                    <a:pt x="263694" y="0"/>
                  </a:moveTo>
                  <a:lnTo>
                    <a:pt x="220519" y="6084"/>
                  </a:lnTo>
                  <a:lnTo>
                    <a:pt x="178400" y="18920"/>
                  </a:lnTo>
                  <a:lnTo>
                    <a:pt x="138159" y="38579"/>
                  </a:lnTo>
                  <a:lnTo>
                    <a:pt x="100614" y="65138"/>
                  </a:lnTo>
                  <a:lnTo>
                    <a:pt x="67823" y="97381"/>
                  </a:lnTo>
                  <a:lnTo>
                    <a:pt x="41345" y="133500"/>
                  </a:lnTo>
                  <a:lnTo>
                    <a:pt x="21251" y="172676"/>
                  </a:lnTo>
                  <a:lnTo>
                    <a:pt x="7614" y="214087"/>
                  </a:lnTo>
                  <a:lnTo>
                    <a:pt x="506" y="256914"/>
                  </a:lnTo>
                  <a:lnTo>
                    <a:pt x="0" y="300337"/>
                  </a:lnTo>
                  <a:lnTo>
                    <a:pt x="6166" y="343536"/>
                  </a:lnTo>
                  <a:lnTo>
                    <a:pt x="19079" y="385691"/>
                  </a:lnTo>
                  <a:lnTo>
                    <a:pt x="38809" y="425982"/>
                  </a:lnTo>
                  <a:lnTo>
                    <a:pt x="65430" y="463589"/>
                  </a:lnTo>
                  <a:lnTo>
                    <a:pt x="97720" y="496447"/>
                  </a:lnTo>
                  <a:lnTo>
                    <a:pt x="133873" y="523001"/>
                  </a:lnTo>
                  <a:lnTo>
                    <a:pt x="173069" y="543176"/>
                  </a:lnTo>
                  <a:lnTo>
                    <a:pt x="214489" y="556899"/>
                  </a:lnTo>
                  <a:lnTo>
                    <a:pt x="257313" y="564093"/>
                  </a:lnTo>
                  <a:lnTo>
                    <a:pt x="300721" y="564686"/>
                  </a:lnTo>
                  <a:lnTo>
                    <a:pt x="343893" y="558603"/>
                  </a:lnTo>
                  <a:lnTo>
                    <a:pt x="386009" y="545769"/>
                  </a:lnTo>
                  <a:lnTo>
                    <a:pt x="426249" y="526110"/>
                  </a:lnTo>
                  <a:lnTo>
                    <a:pt x="463793" y="499553"/>
                  </a:lnTo>
                  <a:lnTo>
                    <a:pt x="496584" y="467309"/>
                  </a:lnTo>
                  <a:lnTo>
                    <a:pt x="523065" y="431188"/>
                  </a:lnTo>
                  <a:lnTo>
                    <a:pt x="543161" y="392011"/>
                  </a:lnTo>
                  <a:lnTo>
                    <a:pt x="556801" y="350599"/>
                  </a:lnTo>
                  <a:lnTo>
                    <a:pt x="563913" y="307770"/>
                  </a:lnTo>
                  <a:lnTo>
                    <a:pt x="564425" y="264346"/>
                  </a:lnTo>
                  <a:lnTo>
                    <a:pt x="558263" y="221148"/>
                  </a:lnTo>
                  <a:lnTo>
                    <a:pt x="545355" y="178994"/>
                  </a:lnTo>
                  <a:lnTo>
                    <a:pt x="525630" y="138706"/>
                  </a:lnTo>
                  <a:lnTo>
                    <a:pt x="499014" y="101104"/>
                  </a:lnTo>
                  <a:lnTo>
                    <a:pt x="466719" y="68241"/>
                  </a:lnTo>
                  <a:lnTo>
                    <a:pt x="430561" y="41684"/>
                  </a:lnTo>
                  <a:lnTo>
                    <a:pt x="391359" y="21507"/>
                  </a:lnTo>
                  <a:lnTo>
                    <a:pt x="349934" y="7785"/>
                  </a:lnTo>
                  <a:lnTo>
                    <a:pt x="307106" y="591"/>
                  </a:lnTo>
                  <a:lnTo>
                    <a:pt x="263694" y="0"/>
                  </a:lnTo>
                  <a:close/>
                </a:path>
              </a:pathLst>
            </a:custGeom>
            <a:solidFill>
              <a:srgbClr val="65A2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2843" y="9990337"/>
              <a:ext cx="249563" cy="22798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0052" y="9955295"/>
              <a:ext cx="249407" cy="206567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81054" y="7567444"/>
            <a:ext cx="1584022" cy="15840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52898" y="3506272"/>
            <a:ext cx="3319145" cy="3319145"/>
          </a:xfrm>
          <a:custGeom>
            <a:avLst/>
            <a:gdLst/>
            <a:ahLst/>
            <a:cxnLst/>
            <a:rect l="l" t="t" r="r" b="b"/>
            <a:pathLst>
              <a:path w="3319144" h="3319145">
                <a:moveTo>
                  <a:pt x="1681661" y="0"/>
                </a:moveTo>
                <a:lnTo>
                  <a:pt x="1636957" y="0"/>
                </a:lnTo>
                <a:lnTo>
                  <a:pt x="1592267" y="1196"/>
                </a:lnTo>
                <a:lnTo>
                  <a:pt x="1547616" y="3590"/>
                </a:lnTo>
                <a:lnTo>
                  <a:pt x="1503030" y="7180"/>
                </a:lnTo>
                <a:lnTo>
                  <a:pt x="1458536" y="11967"/>
                </a:lnTo>
                <a:lnTo>
                  <a:pt x="1414158" y="17951"/>
                </a:lnTo>
                <a:lnTo>
                  <a:pt x="1369925" y="25132"/>
                </a:lnTo>
                <a:lnTo>
                  <a:pt x="1325861" y="33509"/>
                </a:lnTo>
                <a:lnTo>
                  <a:pt x="1281992" y="43084"/>
                </a:lnTo>
                <a:lnTo>
                  <a:pt x="1238345" y="53855"/>
                </a:lnTo>
                <a:lnTo>
                  <a:pt x="1194947" y="65822"/>
                </a:lnTo>
                <a:lnTo>
                  <a:pt x="1151822" y="78987"/>
                </a:lnTo>
                <a:lnTo>
                  <a:pt x="1108997" y="93348"/>
                </a:lnTo>
                <a:lnTo>
                  <a:pt x="1066498" y="108906"/>
                </a:lnTo>
                <a:lnTo>
                  <a:pt x="1024352" y="125661"/>
                </a:lnTo>
                <a:lnTo>
                  <a:pt x="982583" y="143613"/>
                </a:lnTo>
                <a:lnTo>
                  <a:pt x="941219" y="162761"/>
                </a:lnTo>
                <a:lnTo>
                  <a:pt x="900286" y="183107"/>
                </a:lnTo>
                <a:lnTo>
                  <a:pt x="859809" y="204649"/>
                </a:lnTo>
                <a:lnTo>
                  <a:pt x="819815" y="227388"/>
                </a:lnTo>
                <a:lnTo>
                  <a:pt x="780330" y="251323"/>
                </a:lnTo>
                <a:lnTo>
                  <a:pt x="741379" y="276456"/>
                </a:lnTo>
                <a:lnTo>
                  <a:pt x="702989" y="302785"/>
                </a:lnTo>
                <a:lnTo>
                  <a:pt x="665187" y="330311"/>
                </a:lnTo>
                <a:lnTo>
                  <a:pt x="627997" y="359033"/>
                </a:lnTo>
                <a:lnTo>
                  <a:pt x="591447" y="388953"/>
                </a:lnTo>
                <a:lnTo>
                  <a:pt x="555562" y="420069"/>
                </a:lnTo>
                <a:lnTo>
                  <a:pt x="520368" y="452382"/>
                </a:lnTo>
                <a:lnTo>
                  <a:pt x="485892" y="485892"/>
                </a:lnTo>
                <a:lnTo>
                  <a:pt x="452382" y="520368"/>
                </a:lnTo>
                <a:lnTo>
                  <a:pt x="420069" y="555561"/>
                </a:lnTo>
                <a:lnTo>
                  <a:pt x="388953" y="591445"/>
                </a:lnTo>
                <a:lnTo>
                  <a:pt x="359033" y="627995"/>
                </a:lnTo>
                <a:lnTo>
                  <a:pt x="330311" y="665184"/>
                </a:lnTo>
                <a:lnTo>
                  <a:pt x="302785" y="702987"/>
                </a:lnTo>
                <a:lnTo>
                  <a:pt x="276456" y="741376"/>
                </a:lnTo>
                <a:lnTo>
                  <a:pt x="251323" y="780326"/>
                </a:lnTo>
                <a:lnTo>
                  <a:pt x="227388" y="819811"/>
                </a:lnTo>
                <a:lnTo>
                  <a:pt x="204649" y="859805"/>
                </a:lnTo>
                <a:lnTo>
                  <a:pt x="183107" y="900282"/>
                </a:lnTo>
                <a:lnTo>
                  <a:pt x="162761" y="941215"/>
                </a:lnTo>
                <a:lnTo>
                  <a:pt x="143613" y="982579"/>
                </a:lnTo>
                <a:lnTo>
                  <a:pt x="125661" y="1024347"/>
                </a:lnTo>
                <a:lnTo>
                  <a:pt x="108906" y="1066493"/>
                </a:lnTo>
                <a:lnTo>
                  <a:pt x="93348" y="1108992"/>
                </a:lnTo>
                <a:lnTo>
                  <a:pt x="78987" y="1151816"/>
                </a:lnTo>
                <a:lnTo>
                  <a:pt x="65822" y="1194941"/>
                </a:lnTo>
                <a:lnTo>
                  <a:pt x="53855" y="1238340"/>
                </a:lnTo>
                <a:lnTo>
                  <a:pt x="43084" y="1281986"/>
                </a:lnTo>
                <a:lnTo>
                  <a:pt x="33509" y="1325855"/>
                </a:lnTo>
                <a:lnTo>
                  <a:pt x="25132" y="1369919"/>
                </a:lnTo>
                <a:lnTo>
                  <a:pt x="17951" y="1414152"/>
                </a:lnTo>
                <a:lnTo>
                  <a:pt x="11967" y="1458529"/>
                </a:lnTo>
                <a:lnTo>
                  <a:pt x="7180" y="1503024"/>
                </a:lnTo>
                <a:lnTo>
                  <a:pt x="3590" y="1547610"/>
                </a:lnTo>
                <a:lnTo>
                  <a:pt x="1196" y="1592261"/>
                </a:lnTo>
                <a:lnTo>
                  <a:pt x="0" y="1636951"/>
                </a:lnTo>
                <a:lnTo>
                  <a:pt x="0" y="1681654"/>
                </a:lnTo>
                <a:lnTo>
                  <a:pt x="1196" y="1726344"/>
                </a:lnTo>
                <a:lnTo>
                  <a:pt x="3590" y="1770995"/>
                </a:lnTo>
                <a:lnTo>
                  <a:pt x="7180" y="1815581"/>
                </a:lnTo>
                <a:lnTo>
                  <a:pt x="11967" y="1860076"/>
                </a:lnTo>
                <a:lnTo>
                  <a:pt x="17951" y="1904453"/>
                </a:lnTo>
                <a:lnTo>
                  <a:pt x="25132" y="1948686"/>
                </a:lnTo>
                <a:lnTo>
                  <a:pt x="33509" y="1992750"/>
                </a:lnTo>
                <a:lnTo>
                  <a:pt x="43084" y="2036619"/>
                </a:lnTo>
                <a:lnTo>
                  <a:pt x="53855" y="2080265"/>
                </a:lnTo>
                <a:lnTo>
                  <a:pt x="65822" y="2123664"/>
                </a:lnTo>
                <a:lnTo>
                  <a:pt x="78987" y="2166789"/>
                </a:lnTo>
                <a:lnTo>
                  <a:pt x="93348" y="2209613"/>
                </a:lnTo>
                <a:lnTo>
                  <a:pt x="108906" y="2252112"/>
                </a:lnTo>
                <a:lnTo>
                  <a:pt x="125661" y="2294258"/>
                </a:lnTo>
                <a:lnTo>
                  <a:pt x="143613" y="2336026"/>
                </a:lnTo>
                <a:lnTo>
                  <a:pt x="162761" y="2377390"/>
                </a:lnTo>
                <a:lnTo>
                  <a:pt x="183107" y="2418323"/>
                </a:lnTo>
                <a:lnTo>
                  <a:pt x="204649" y="2458800"/>
                </a:lnTo>
                <a:lnTo>
                  <a:pt x="227388" y="2498793"/>
                </a:lnTo>
                <a:lnTo>
                  <a:pt x="251323" y="2538279"/>
                </a:lnTo>
                <a:lnTo>
                  <a:pt x="276456" y="2577229"/>
                </a:lnTo>
                <a:lnTo>
                  <a:pt x="302785" y="2615618"/>
                </a:lnTo>
                <a:lnTo>
                  <a:pt x="330311" y="2653420"/>
                </a:lnTo>
                <a:lnTo>
                  <a:pt x="359033" y="2690610"/>
                </a:lnTo>
                <a:lnTo>
                  <a:pt x="388953" y="2727159"/>
                </a:lnTo>
                <a:lnTo>
                  <a:pt x="420069" y="2763044"/>
                </a:lnTo>
                <a:lnTo>
                  <a:pt x="452382" y="2798237"/>
                </a:lnTo>
                <a:lnTo>
                  <a:pt x="485892" y="2832713"/>
                </a:lnTo>
                <a:lnTo>
                  <a:pt x="520368" y="2866223"/>
                </a:lnTo>
                <a:lnTo>
                  <a:pt x="555562" y="2898536"/>
                </a:lnTo>
                <a:lnTo>
                  <a:pt x="591447" y="2929652"/>
                </a:lnTo>
                <a:lnTo>
                  <a:pt x="627997" y="2959572"/>
                </a:lnTo>
                <a:lnTo>
                  <a:pt x="665187" y="2988294"/>
                </a:lnTo>
                <a:lnTo>
                  <a:pt x="702989" y="3015820"/>
                </a:lnTo>
                <a:lnTo>
                  <a:pt x="741379" y="3042149"/>
                </a:lnTo>
                <a:lnTo>
                  <a:pt x="780330" y="3067282"/>
                </a:lnTo>
                <a:lnTo>
                  <a:pt x="819815" y="3091217"/>
                </a:lnTo>
                <a:lnTo>
                  <a:pt x="859809" y="3113956"/>
                </a:lnTo>
                <a:lnTo>
                  <a:pt x="900286" y="3135498"/>
                </a:lnTo>
                <a:lnTo>
                  <a:pt x="941219" y="3155843"/>
                </a:lnTo>
                <a:lnTo>
                  <a:pt x="982583" y="3174992"/>
                </a:lnTo>
                <a:lnTo>
                  <a:pt x="1024352" y="3192944"/>
                </a:lnTo>
                <a:lnTo>
                  <a:pt x="1066498" y="3209698"/>
                </a:lnTo>
                <a:lnTo>
                  <a:pt x="1108997" y="3225257"/>
                </a:lnTo>
                <a:lnTo>
                  <a:pt x="1151822" y="3239618"/>
                </a:lnTo>
                <a:lnTo>
                  <a:pt x="1194947" y="3252783"/>
                </a:lnTo>
                <a:lnTo>
                  <a:pt x="1238345" y="3264750"/>
                </a:lnTo>
                <a:lnTo>
                  <a:pt x="1281992" y="3275521"/>
                </a:lnTo>
                <a:lnTo>
                  <a:pt x="1325861" y="3285096"/>
                </a:lnTo>
                <a:lnTo>
                  <a:pt x="1369925" y="3293473"/>
                </a:lnTo>
                <a:lnTo>
                  <a:pt x="1414158" y="3300654"/>
                </a:lnTo>
                <a:lnTo>
                  <a:pt x="1458536" y="3306638"/>
                </a:lnTo>
                <a:lnTo>
                  <a:pt x="1503030" y="3311425"/>
                </a:lnTo>
                <a:lnTo>
                  <a:pt x="1547616" y="3315015"/>
                </a:lnTo>
                <a:lnTo>
                  <a:pt x="1592267" y="3317409"/>
                </a:lnTo>
                <a:lnTo>
                  <a:pt x="1636957" y="3318605"/>
                </a:lnTo>
                <a:lnTo>
                  <a:pt x="1681661" y="3318605"/>
                </a:lnTo>
                <a:lnTo>
                  <a:pt x="1726351" y="3317409"/>
                </a:lnTo>
                <a:lnTo>
                  <a:pt x="1771002" y="3315015"/>
                </a:lnTo>
                <a:lnTo>
                  <a:pt x="1815588" y="3311425"/>
                </a:lnTo>
                <a:lnTo>
                  <a:pt x="1860082" y="3306638"/>
                </a:lnTo>
                <a:lnTo>
                  <a:pt x="1904459" y="3300654"/>
                </a:lnTo>
                <a:lnTo>
                  <a:pt x="1948693" y="3293473"/>
                </a:lnTo>
                <a:lnTo>
                  <a:pt x="1992757" y="3285096"/>
                </a:lnTo>
                <a:lnTo>
                  <a:pt x="2036625" y="3275521"/>
                </a:lnTo>
                <a:lnTo>
                  <a:pt x="2080272" y="3264750"/>
                </a:lnTo>
                <a:lnTo>
                  <a:pt x="2123670" y="3252783"/>
                </a:lnTo>
                <a:lnTo>
                  <a:pt x="2166795" y="3239618"/>
                </a:lnTo>
                <a:lnTo>
                  <a:pt x="2209620" y="3225257"/>
                </a:lnTo>
                <a:lnTo>
                  <a:pt x="2252118" y="3209698"/>
                </a:lnTo>
                <a:lnTo>
                  <a:pt x="2294264" y="3192944"/>
                </a:lnTo>
                <a:lnTo>
                  <a:pt x="2336032" y="3174992"/>
                </a:lnTo>
                <a:lnTo>
                  <a:pt x="2377396" y="3155843"/>
                </a:lnTo>
                <a:lnTo>
                  <a:pt x="2418329" y="3135498"/>
                </a:lnTo>
                <a:lnTo>
                  <a:pt x="2458806" y="3113956"/>
                </a:lnTo>
                <a:lnTo>
                  <a:pt x="2498799" y="3091217"/>
                </a:lnTo>
                <a:lnTo>
                  <a:pt x="2538284" y="3067282"/>
                </a:lnTo>
                <a:lnTo>
                  <a:pt x="2577235" y="3042149"/>
                </a:lnTo>
                <a:lnTo>
                  <a:pt x="2615624" y="3015820"/>
                </a:lnTo>
                <a:lnTo>
                  <a:pt x="2653426" y="2988294"/>
                </a:lnTo>
                <a:lnTo>
                  <a:pt x="2690615" y="2959572"/>
                </a:lnTo>
                <a:lnTo>
                  <a:pt x="2727165" y="2929652"/>
                </a:lnTo>
                <a:lnTo>
                  <a:pt x="2763049" y="2898536"/>
                </a:lnTo>
                <a:lnTo>
                  <a:pt x="2798243" y="2866223"/>
                </a:lnTo>
                <a:lnTo>
                  <a:pt x="2832718" y="2832713"/>
                </a:lnTo>
                <a:lnTo>
                  <a:pt x="2866228" y="2798237"/>
                </a:lnTo>
                <a:lnTo>
                  <a:pt x="2898541" y="2763044"/>
                </a:lnTo>
                <a:lnTo>
                  <a:pt x="2929657" y="2727159"/>
                </a:lnTo>
                <a:lnTo>
                  <a:pt x="2959577" y="2690610"/>
                </a:lnTo>
                <a:lnTo>
                  <a:pt x="2988300" y="2653420"/>
                </a:lnTo>
                <a:lnTo>
                  <a:pt x="3015825" y="2615618"/>
                </a:lnTo>
                <a:lnTo>
                  <a:pt x="3042155" y="2577229"/>
                </a:lnTo>
                <a:lnTo>
                  <a:pt x="3067287" y="2538279"/>
                </a:lnTo>
                <a:lnTo>
                  <a:pt x="3091223" y="2498793"/>
                </a:lnTo>
                <a:lnTo>
                  <a:pt x="3113961" y="2458800"/>
                </a:lnTo>
                <a:lnTo>
                  <a:pt x="3135503" y="2418323"/>
                </a:lnTo>
                <a:lnTo>
                  <a:pt x="3155849" y="2377390"/>
                </a:lnTo>
                <a:lnTo>
                  <a:pt x="3174997" y="2336026"/>
                </a:lnTo>
                <a:lnTo>
                  <a:pt x="3192949" y="2294258"/>
                </a:lnTo>
                <a:lnTo>
                  <a:pt x="3209704" y="2252112"/>
                </a:lnTo>
                <a:lnTo>
                  <a:pt x="3225262" y="2209613"/>
                </a:lnTo>
                <a:lnTo>
                  <a:pt x="3239623" y="2166789"/>
                </a:lnTo>
                <a:lnTo>
                  <a:pt x="3252788" y="2123664"/>
                </a:lnTo>
                <a:lnTo>
                  <a:pt x="3264756" y="2080265"/>
                </a:lnTo>
                <a:lnTo>
                  <a:pt x="3275527" y="2036619"/>
                </a:lnTo>
                <a:lnTo>
                  <a:pt x="3285101" y="1992750"/>
                </a:lnTo>
                <a:lnTo>
                  <a:pt x="3293478" y="1948686"/>
                </a:lnTo>
                <a:lnTo>
                  <a:pt x="3300659" y="1904453"/>
                </a:lnTo>
                <a:lnTo>
                  <a:pt x="3306643" y="1860076"/>
                </a:lnTo>
                <a:lnTo>
                  <a:pt x="3311430" y="1815581"/>
                </a:lnTo>
                <a:lnTo>
                  <a:pt x="3315020" y="1770995"/>
                </a:lnTo>
                <a:lnTo>
                  <a:pt x="3317414" y="1726344"/>
                </a:lnTo>
                <a:lnTo>
                  <a:pt x="3318611" y="1681654"/>
                </a:lnTo>
                <a:lnTo>
                  <a:pt x="3318611" y="1636951"/>
                </a:lnTo>
                <a:lnTo>
                  <a:pt x="3317414" y="1592261"/>
                </a:lnTo>
                <a:lnTo>
                  <a:pt x="3315020" y="1547610"/>
                </a:lnTo>
                <a:lnTo>
                  <a:pt x="3311430" y="1503024"/>
                </a:lnTo>
                <a:lnTo>
                  <a:pt x="3306643" y="1458529"/>
                </a:lnTo>
                <a:lnTo>
                  <a:pt x="3300659" y="1414152"/>
                </a:lnTo>
                <a:lnTo>
                  <a:pt x="3293478" y="1369919"/>
                </a:lnTo>
                <a:lnTo>
                  <a:pt x="3285101" y="1325855"/>
                </a:lnTo>
                <a:lnTo>
                  <a:pt x="3275527" y="1281986"/>
                </a:lnTo>
                <a:lnTo>
                  <a:pt x="3264756" y="1238340"/>
                </a:lnTo>
                <a:lnTo>
                  <a:pt x="3252788" y="1194941"/>
                </a:lnTo>
                <a:lnTo>
                  <a:pt x="3239623" y="1151816"/>
                </a:lnTo>
                <a:lnTo>
                  <a:pt x="3225262" y="1108992"/>
                </a:lnTo>
                <a:lnTo>
                  <a:pt x="3209704" y="1066493"/>
                </a:lnTo>
                <a:lnTo>
                  <a:pt x="3192949" y="1024347"/>
                </a:lnTo>
                <a:lnTo>
                  <a:pt x="3174997" y="982579"/>
                </a:lnTo>
                <a:lnTo>
                  <a:pt x="3155849" y="941215"/>
                </a:lnTo>
                <a:lnTo>
                  <a:pt x="3135503" y="900282"/>
                </a:lnTo>
                <a:lnTo>
                  <a:pt x="3113961" y="859805"/>
                </a:lnTo>
                <a:lnTo>
                  <a:pt x="3091223" y="819811"/>
                </a:lnTo>
                <a:lnTo>
                  <a:pt x="3067287" y="780326"/>
                </a:lnTo>
                <a:lnTo>
                  <a:pt x="3042155" y="741376"/>
                </a:lnTo>
                <a:lnTo>
                  <a:pt x="3015825" y="702987"/>
                </a:lnTo>
                <a:lnTo>
                  <a:pt x="2988300" y="665184"/>
                </a:lnTo>
                <a:lnTo>
                  <a:pt x="2959577" y="627995"/>
                </a:lnTo>
                <a:lnTo>
                  <a:pt x="2929657" y="591445"/>
                </a:lnTo>
                <a:lnTo>
                  <a:pt x="2898541" y="555561"/>
                </a:lnTo>
                <a:lnTo>
                  <a:pt x="2866228" y="520368"/>
                </a:lnTo>
                <a:lnTo>
                  <a:pt x="2832718" y="485892"/>
                </a:lnTo>
                <a:lnTo>
                  <a:pt x="2798243" y="452382"/>
                </a:lnTo>
                <a:lnTo>
                  <a:pt x="2763049" y="420069"/>
                </a:lnTo>
                <a:lnTo>
                  <a:pt x="2727165" y="388953"/>
                </a:lnTo>
                <a:lnTo>
                  <a:pt x="2690615" y="359033"/>
                </a:lnTo>
                <a:lnTo>
                  <a:pt x="2653426" y="330311"/>
                </a:lnTo>
                <a:lnTo>
                  <a:pt x="2615624" y="302785"/>
                </a:lnTo>
                <a:lnTo>
                  <a:pt x="2577235" y="276456"/>
                </a:lnTo>
                <a:lnTo>
                  <a:pt x="2538284" y="251323"/>
                </a:lnTo>
                <a:lnTo>
                  <a:pt x="2498799" y="227388"/>
                </a:lnTo>
                <a:lnTo>
                  <a:pt x="2458806" y="204649"/>
                </a:lnTo>
                <a:lnTo>
                  <a:pt x="2418329" y="183107"/>
                </a:lnTo>
                <a:lnTo>
                  <a:pt x="2377396" y="162761"/>
                </a:lnTo>
                <a:lnTo>
                  <a:pt x="2336032" y="143613"/>
                </a:lnTo>
                <a:lnTo>
                  <a:pt x="2294264" y="125661"/>
                </a:lnTo>
                <a:lnTo>
                  <a:pt x="2252118" y="108906"/>
                </a:lnTo>
                <a:lnTo>
                  <a:pt x="2209620" y="93348"/>
                </a:lnTo>
                <a:lnTo>
                  <a:pt x="2166795" y="78987"/>
                </a:lnTo>
                <a:lnTo>
                  <a:pt x="2123670" y="65822"/>
                </a:lnTo>
                <a:lnTo>
                  <a:pt x="2080272" y="53855"/>
                </a:lnTo>
                <a:lnTo>
                  <a:pt x="2036625" y="43084"/>
                </a:lnTo>
                <a:lnTo>
                  <a:pt x="1992757" y="33509"/>
                </a:lnTo>
                <a:lnTo>
                  <a:pt x="1948693" y="25132"/>
                </a:lnTo>
                <a:lnTo>
                  <a:pt x="1904459" y="17951"/>
                </a:lnTo>
                <a:lnTo>
                  <a:pt x="1860082" y="11967"/>
                </a:lnTo>
                <a:lnTo>
                  <a:pt x="1815588" y="7180"/>
                </a:lnTo>
                <a:lnTo>
                  <a:pt x="1771002" y="3590"/>
                </a:lnTo>
                <a:lnTo>
                  <a:pt x="1726351" y="1196"/>
                </a:lnTo>
                <a:lnTo>
                  <a:pt x="168166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483175" y="3506272"/>
            <a:ext cx="3319145" cy="3319145"/>
          </a:xfrm>
          <a:custGeom>
            <a:avLst/>
            <a:gdLst/>
            <a:ahLst/>
            <a:cxnLst/>
            <a:rect l="l" t="t" r="r" b="b"/>
            <a:pathLst>
              <a:path w="3319145" h="3319145">
                <a:moveTo>
                  <a:pt x="1681652" y="0"/>
                </a:moveTo>
                <a:lnTo>
                  <a:pt x="1636949" y="0"/>
                </a:lnTo>
                <a:lnTo>
                  <a:pt x="1592259" y="1196"/>
                </a:lnTo>
                <a:lnTo>
                  <a:pt x="1547608" y="3590"/>
                </a:lnTo>
                <a:lnTo>
                  <a:pt x="1503022" y="7180"/>
                </a:lnTo>
                <a:lnTo>
                  <a:pt x="1458528" y="11967"/>
                </a:lnTo>
                <a:lnTo>
                  <a:pt x="1414151" y="17951"/>
                </a:lnTo>
                <a:lnTo>
                  <a:pt x="1369917" y="25132"/>
                </a:lnTo>
                <a:lnTo>
                  <a:pt x="1325853" y="33509"/>
                </a:lnTo>
                <a:lnTo>
                  <a:pt x="1281985" y="43084"/>
                </a:lnTo>
                <a:lnTo>
                  <a:pt x="1238339" y="53855"/>
                </a:lnTo>
                <a:lnTo>
                  <a:pt x="1194940" y="65822"/>
                </a:lnTo>
                <a:lnTo>
                  <a:pt x="1151815" y="78987"/>
                </a:lnTo>
                <a:lnTo>
                  <a:pt x="1108991" y="93348"/>
                </a:lnTo>
                <a:lnTo>
                  <a:pt x="1066492" y="108906"/>
                </a:lnTo>
                <a:lnTo>
                  <a:pt x="1024346" y="125661"/>
                </a:lnTo>
                <a:lnTo>
                  <a:pt x="982578" y="143613"/>
                </a:lnTo>
                <a:lnTo>
                  <a:pt x="941214" y="162761"/>
                </a:lnTo>
                <a:lnTo>
                  <a:pt x="900281" y="183107"/>
                </a:lnTo>
                <a:lnTo>
                  <a:pt x="859805" y="204649"/>
                </a:lnTo>
                <a:lnTo>
                  <a:pt x="819811" y="227388"/>
                </a:lnTo>
                <a:lnTo>
                  <a:pt x="780326" y="251323"/>
                </a:lnTo>
                <a:lnTo>
                  <a:pt x="741376" y="276456"/>
                </a:lnTo>
                <a:lnTo>
                  <a:pt x="702987" y="302785"/>
                </a:lnTo>
                <a:lnTo>
                  <a:pt x="665184" y="330311"/>
                </a:lnTo>
                <a:lnTo>
                  <a:pt x="627995" y="359033"/>
                </a:lnTo>
                <a:lnTo>
                  <a:pt x="591445" y="388953"/>
                </a:lnTo>
                <a:lnTo>
                  <a:pt x="555561" y="420069"/>
                </a:lnTo>
                <a:lnTo>
                  <a:pt x="520368" y="452382"/>
                </a:lnTo>
                <a:lnTo>
                  <a:pt x="485892" y="485892"/>
                </a:lnTo>
                <a:lnTo>
                  <a:pt x="452382" y="520368"/>
                </a:lnTo>
                <a:lnTo>
                  <a:pt x="420069" y="555561"/>
                </a:lnTo>
                <a:lnTo>
                  <a:pt x="388953" y="591445"/>
                </a:lnTo>
                <a:lnTo>
                  <a:pt x="359033" y="627995"/>
                </a:lnTo>
                <a:lnTo>
                  <a:pt x="330311" y="665184"/>
                </a:lnTo>
                <a:lnTo>
                  <a:pt x="302785" y="702987"/>
                </a:lnTo>
                <a:lnTo>
                  <a:pt x="276456" y="741376"/>
                </a:lnTo>
                <a:lnTo>
                  <a:pt x="251323" y="780326"/>
                </a:lnTo>
                <a:lnTo>
                  <a:pt x="227388" y="819811"/>
                </a:lnTo>
                <a:lnTo>
                  <a:pt x="204649" y="859805"/>
                </a:lnTo>
                <a:lnTo>
                  <a:pt x="183107" y="900282"/>
                </a:lnTo>
                <a:lnTo>
                  <a:pt x="162761" y="941215"/>
                </a:lnTo>
                <a:lnTo>
                  <a:pt x="143613" y="982579"/>
                </a:lnTo>
                <a:lnTo>
                  <a:pt x="125661" y="1024347"/>
                </a:lnTo>
                <a:lnTo>
                  <a:pt x="108906" y="1066493"/>
                </a:lnTo>
                <a:lnTo>
                  <a:pt x="93348" y="1108992"/>
                </a:lnTo>
                <a:lnTo>
                  <a:pt x="78987" y="1151816"/>
                </a:lnTo>
                <a:lnTo>
                  <a:pt x="65822" y="1194941"/>
                </a:lnTo>
                <a:lnTo>
                  <a:pt x="53855" y="1238340"/>
                </a:lnTo>
                <a:lnTo>
                  <a:pt x="43084" y="1281986"/>
                </a:lnTo>
                <a:lnTo>
                  <a:pt x="33509" y="1325855"/>
                </a:lnTo>
                <a:lnTo>
                  <a:pt x="25132" y="1369919"/>
                </a:lnTo>
                <a:lnTo>
                  <a:pt x="17951" y="1414152"/>
                </a:lnTo>
                <a:lnTo>
                  <a:pt x="11967" y="1458529"/>
                </a:lnTo>
                <a:lnTo>
                  <a:pt x="7180" y="1503024"/>
                </a:lnTo>
                <a:lnTo>
                  <a:pt x="3590" y="1547610"/>
                </a:lnTo>
                <a:lnTo>
                  <a:pt x="1196" y="1592261"/>
                </a:lnTo>
                <a:lnTo>
                  <a:pt x="0" y="1636951"/>
                </a:lnTo>
                <a:lnTo>
                  <a:pt x="0" y="1681654"/>
                </a:lnTo>
                <a:lnTo>
                  <a:pt x="1196" y="1726344"/>
                </a:lnTo>
                <a:lnTo>
                  <a:pt x="3590" y="1770995"/>
                </a:lnTo>
                <a:lnTo>
                  <a:pt x="7180" y="1815581"/>
                </a:lnTo>
                <a:lnTo>
                  <a:pt x="11967" y="1860076"/>
                </a:lnTo>
                <a:lnTo>
                  <a:pt x="17951" y="1904453"/>
                </a:lnTo>
                <a:lnTo>
                  <a:pt x="25132" y="1948686"/>
                </a:lnTo>
                <a:lnTo>
                  <a:pt x="33509" y="1992750"/>
                </a:lnTo>
                <a:lnTo>
                  <a:pt x="43084" y="2036619"/>
                </a:lnTo>
                <a:lnTo>
                  <a:pt x="53855" y="2080265"/>
                </a:lnTo>
                <a:lnTo>
                  <a:pt x="65822" y="2123664"/>
                </a:lnTo>
                <a:lnTo>
                  <a:pt x="78987" y="2166789"/>
                </a:lnTo>
                <a:lnTo>
                  <a:pt x="93348" y="2209613"/>
                </a:lnTo>
                <a:lnTo>
                  <a:pt x="108906" y="2252112"/>
                </a:lnTo>
                <a:lnTo>
                  <a:pt x="125661" y="2294258"/>
                </a:lnTo>
                <a:lnTo>
                  <a:pt x="143613" y="2336026"/>
                </a:lnTo>
                <a:lnTo>
                  <a:pt x="162761" y="2377390"/>
                </a:lnTo>
                <a:lnTo>
                  <a:pt x="183107" y="2418323"/>
                </a:lnTo>
                <a:lnTo>
                  <a:pt x="204649" y="2458800"/>
                </a:lnTo>
                <a:lnTo>
                  <a:pt x="227388" y="2498793"/>
                </a:lnTo>
                <a:lnTo>
                  <a:pt x="251323" y="2538279"/>
                </a:lnTo>
                <a:lnTo>
                  <a:pt x="276456" y="2577229"/>
                </a:lnTo>
                <a:lnTo>
                  <a:pt x="302785" y="2615618"/>
                </a:lnTo>
                <a:lnTo>
                  <a:pt x="330311" y="2653420"/>
                </a:lnTo>
                <a:lnTo>
                  <a:pt x="359033" y="2690610"/>
                </a:lnTo>
                <a:lnTo>
                  <a:pt x="388953" y="2727159"/>
                </a:lnTo>
                <a:lnTo>
                  <a:pt x="420069" y="2763044"/>
                </a:lnTo>
                <a:lnTo>
                  <a:pt x="452382" y="2798237"/>
                </a:lnTo>
                <a:lnTo>
                  <a:pt x="485892" y="2832713"/>
                </a:lnTo>
                <a:lnTo>
                  <a:pt x="520368" y="2866223"/>
                </a:lnTo>
                <a:lnTo>
                  <a:pt x="555561" y="2898536"/>
                </a:lnTo>
                <a:lnTo>
                  <a:pt x="591445" y="2929652"/>
                </a:lnTo>
                <a:lnTo>
                  <a:pt x="627995" y="2959572"/>
                </a:lnTo>
                <a:lnTo>
                  <a:pt x="665184" y="2988294"/>
                </a:lnTo>
                <a:lnTo>
                  <a:pt x="702987" y="3015820"/>
                </a:lnTo>
                <a:lnTo>
                  <a:pt x="741376" y="3042149"/>
                </a:lnTo>
                <a:lnTo>
                  <a:pt x="780326" y="3067282"/>
                </a:lnTo>
                <a:lnTo>
                  <a:pt x="819811" y="3091217"/>
                </a:lnTo>
                <a:lnTo>
                  <a:pt x="859805" y="3113956"/>
                </a:lnTo>
                <a:lnTo>
                  <a:pt x="900281" y="3135498"/>
                </a:lnTo>
                <a:lnTo>
                  <a:pt x="941214" y="3155843"/>
                </a:lnTo>
                <a:lnTo>
                  <a:pt x="982578" y="3174992"/>
                </a:lnTo>
                <a:lnTo>
                  <a:pt x="1024346" y="3192944"/>
                </a:lnTo>
                <a:lnTo>
                  <a:pt x="1066492" y="3209698"/>
                </a:lnTo>
                <a:lnTo>
                  <a:pt x="1108991" y="3225257"/>
                </a:lnTo>
                <a:lnTo>
                  <a:pt x="1151815" y="3239618"/>
                </a:lnTo>
                <a:lnTo>
                  <a:pt x="1194940" y="3252783"/>
                </a:lnTo>
                <a:lnTo>
                  <a:pt x="1238339" y="3264750"/>
                </a:lnTo>
                <a:lnTo>
                  <a:pt x="1281985" y="3275521"/>
                </a:lnTo>
                <a:lnTo>
                  <a:pt x="1325853" y="3285096"/>
                </a:lnTo>
                <a:lnTo>
                  <a:pt x="1369917" y="3293473"/>
                </a:lnTo>
                <a:lnTo>
                  <a:pt x="1414151" y="3300654"/>
                </a:lnTo>
                <a:lnTo>
                  <a:pt x="1458528" y="3306638"/>
                </a:lnTo>
                <a:lnTo>
                  <a:pt x="1503022" y="3311425"/>
                </a:lnTo>
                <a:lnTo>
                  <a:pt x="1547608" y="3315015"/>
                </a:lnTo>
                <a:lnTo>
                  <a:pt x="1592259" y="3317409"/>
                </a:lnTo>
                <a:lnTo>
                  <a:pt x="1636949" y="3318605"/>
                </a:lnTo>
                <a:lnTo>
                  <a:pt x="1681652" y="3318605"/>
                </a:lnTo>
                <a:lnTo>
                  <a:pt x="1726342" y="3317409"/>
                </a:lnTo>
                <a:lnTo>
                  <a:pt x="1770993" y="3315015"/>
                </a:lnTo>
                <a:lnTo>
                  <a:pt x="1815578" y="3311425"/>
                </a:lnTo>
                <a:lnTo>
                  <a:pt x="1860073" y="3306638"/>
                </a:lnTo>
                <a:lnTo>
                  <a:pt x="1904450" y="3300654"/>
                </a:lnTo>
                <a:lnTo>
                  <a:pt x="1948683" y="3293473"/>
                </a:lnTo>
                <a:lnTo>
                  <a:pt x="1992747" y="3285096"/>
                </a:lnTo>
                <a:lnTo>
                  <a:pt x="2036615" y="3275521"/>
                </a:lnTo>
                <a:lnTo>
                  <a:pt x="2080262" y="3264750"/>
                </a:lnTo>
                <a:lnTo>
                  <a:pt x="2123660" y="3252783"/>
                </a:lnTo>
                <a:lnTo>
                  <a:pt x="2166785" y="3239618"/>
                </a:lnTo>
                <a:lnTo>
                  <a:pt x="2209610" y="3225257"/>
                </a:lnTo>
                <a:lnTo>
                  <a:pt x="2252108" y="3209698"/>
                </a:lnTo>
                <a:lnTo>
                  <a:pt x="2294254" y="3192944"/>
                </a:lnTo>
                <a:lnTo>
                  <a:pt x="2336022" y="3174992"/>
                </a:lnTo>
                <a:lnTo>
                  <a:pt x="2377386" y="3155843"/>
                </a:lnTo>
                <a:lnTo>
                  <a:pt x="2418319" y="3135498"/>
                </a:lnTo>
                <a:lnTo>
                  <a:pt x="2458795" y="3113956"/>
                </a:lnTo>
                <a:lnTo>
                  <a:pt x="2498789" y="3091217"/>
                </a:lnTo>
                <a:lnTo>
                  <a:pt x="2538274" y="3067282"/>
                </a:lnTo>
                <a:lnTo>
                  <a:pt x="2577224" y="3042149"/>
                </a:lnTo>
                <a:lnTo>
                  <a:pt x="2615613" y="3015820"/>
                </a:lnTo>
                <a:lnTo>
                  <a:pt x="2653415" y="2988294"/>
                </a:lnTo>
                <a:lnTo>
                  <a:pt x="2690605" y="2959572"/>
                </a:lnTo>
                <a:lnTo>
                  <a:pt x="2727154" y="2929652"/>
                </a:lnTo>
                <a:lnTo>
                  <a:pt x="2763039" y="2898536"/>
                </a:lnTo>
                <a:lnTo>
                  <a:pt x="2798232" y="2866223"/>
                </a:lnTo>
                <a:lnTo>
                  <a:pt x="2832708" y="2832713"/>
                </a:lnTo>
                <a:lnTo>
                  <a:pt x="2866218" y="2798237"/>
                </a:lnTo>
                <a:lnTo>
                  <a:pt x="2898532" y="2763044"/>
                </a:lnTo>
                <a:lnTo>
                  <a:pt x="2929648" y="2727159"/>
                </a:lnTo>
                <a:lnTo>
                  <a:pt x="2959568" y="2690610"/>
                </a:lnTo>
                <a:lnTo>
                  <a:pt x="2988292" y="2653420"/>
                </a:lnTo>
                <a:lnTo>
                  <a:pt x="3015818" y="2615618"/>
                </a:lnTo>
                <a:lnTo>
                  <a:pt x="3042147" y="2577229"/>
                </a:lnTo>
                <a:lnTo>
                  <a:pt x="3067280" y="2538279"/>
                </a:lnTo>
                <a:lnTo>
                  <a:pt x="3091216" y="2498793"/>
                </a:lnTo>
                <a:lnTo>
                  <a:pt x="3113955" y="2458800"/>
                </a:lnTo>
                <a:lnTo>
                  <a:pt x="3135498" y="2418323"/>
                </a:lnTo>
                <a:lnTo>
                  <a:pt x="3155843" y="2377390"/>
                </a:lnTo>
                <a:lnTo>
                  <a:pt x="3174992" y="2336026"/>
                </a:lnTo>
                <a:lnTo>
                  <a:pt x="3192944" y="2294258"/>
                </a:lnTo>
                <a:lnTo>
                  <a:pt x="3209699" y="2252112"/>
                </a:lnTo>
                <a:lnTo>
                  <a:pt x="3225258" y="2209613"/>
                </a:lnTo>
                <a:lnTo>
                  <a:pt x="3239619" y="2166789"/>
                </a:lnTo>
                <a:lnTo>
                  <a:pt x="3252784" y="2123664"/>
                </a:lnTo>
                <a:lnTo>
                  <a:pt x="3264752" y="2080265"/>
                </a:lnTo>
                <a:lnTo>
                  <a:pt x="3275523" y="2036619"/>
                </a:lnTo>
                <a:lnTo>
                  <a:pt x="3285098" y="1992750"/>
                </a:lnTo>
                <a:lnTo>
                  <a:pt x="3293475" y="1948686"/>
                </a:lnTo>
                <a:lnTo>
                  <a:pt x="3300656" y="1904453"/>
                </a:lnTo>
                <a:lnTo>
                  <a:pt x="3306640" y="1860076"/>
                </a:lnTo>
                <a:lnTo>
                  <a:pt x="3311427" y="1815581"/>
                </a:lnTo>
                <a:lnTo>
                  <a:pt x="3315018" y="1770995"/>
                </a:lnTo>
                <a:lnTo>
                  <a:pt x="3317411" y="1726344"/>
                </a:lnTo>
                <a:lnTo>
                  <a:pt x="3318608" y="1681654"/>
                </a:lnTo>
                <a:lnTo>
                  <a:pt x="3318608" y="1636951"/>
                </a:lnTo>
                <a:lnTo>
                  <a:pt x="3317411" y="1592261"/>
                </a:lnTo>
                <a:lnTo>
                  <a:pt x="3315018" y="1547610"/>
                </a:lnTo>
                <a:lnTo>
                  <a:pt x="3311427" y="1503024"/>
                </a:lnTo>
                <a:lnTo>
                  <a:pt x="3306640" y="1458529"/>
                </a:lnTo>
                <a:lnTo>
                  <a:pt x="3300656" y="1414152"/>
                </a:lnTo>
                <a:lnTo>
                  <a:pt x="3293475" y="1369919"/>
                </a:lnTo>
                <a:lnTo>
                  <a:pt x="3285098" y="1325855"/>
                </a:lnTo>
                <a:lnTo>
                  <a:pt x="3275523" y="1281986"/>
                </a:lnTo>
                <a:lnTo>
                  <a:pt x="3264752" y="1238340"/>
                </a:lnTo>
                <a:lnTo>
                  <a:pt x="3252784" y="1194941"/>
                </a:lnTo>
                <a:lnTo>
                  <a:pt x="3239619" y="1151816"/>
                </a:lnTo>
                <a:lnTo>
                  <a:pt x="3225258" y="1108992"/>
                </a:lnTo>
                <a:lnTo>
                  <a:pt x="3209699" y="1066493"/>
                </a:lnTo>
                <a:lnTo>
                  <a:pt x="3192944" y="1024347"/>
                </a:lnTo>
                <a:lnTo>
                  <a:pt x="3174992" y="982579"/>
                </a:lnTo>
                <a:lnTo>
                  <a:pt x="3155843" y="941215"/>
                </a:lnTo>
                <a:lnTo>
                  <a:pt x="3135498" y="900282"/>
                </a:lnTo>
                <a:lnTo>
                  <a:pt x="3113955" y="859805"/>
                </a:lnTo>
                <a:lnTo>
                  <a:pt x="3091216" y="819811"/>
                </a:lnTo>
                <a:lnTo>
                  <a:pt x="3067280" y="780326"/>
                </a:lnTo>
                <a:lnTo>
                  <a:pt x="3042147" y="741376"/>
                </a:lnTo>
                <a:lnTo>
                  <a:pt x="3015818" y="702987"/>
                </a:lnTo>
                <a:lnTo>
                  <a:pt x="2988292" y="665184"/>
                </a:lnTo>
                <a:lnTo>
                  <a:pt x="2959568" y="627995"/>
                </a:lnTo>
                <a:lnTo>
                  <a:pt x="2929648" y="591445"/>
                </a:lnTo>
                <a:lnTo>
                  <a:pt x="2898532" y="555561"/>
                </a:lnTo>
                <a:lnTo>
                  <a:pt x="2866218" y="520368"/>
                </a:lnTo>
                <a:lnTo>
                  <a:pt x="2832708" y="485892"/>
                </a:lnTo>
                <a:lnTo>
                  <a:pt x="2798232" y="452382"/>
                </a:lnTo>
                <a:lnTo>
                  <a:pt x="2763039" y="420069"/>
                </a:lnTo>
                <a:lnTo>
                  <a:pt x="2727154" y="388953"/>
                </a:lnTo>
                <a:lnTo>
                  <a:pt x="2690605" y="359033"/>
                </a:lnTo>
                <a:lnTo>
                  <a:pt x="2653415" y="330311"/>
                </a:lnTo>
                <a:lnTo>
                  <a:pt x="2615613" y="302785"/>
                </a:lnTo>
                <a:lnTo>
                  <a:pt x="2577224" y="276456"/>
                </a:lnTo>
                <a:lnTo>
                  <a:pt x="2538274" y="251323"/>
                </a:lnTo>
                <a:lnTo>
                  <a:pt x="2498789" y="227388"/>
                </a:lnTo>
                <a:lnTo>
                  <a:pt x="2458795" y="204649"/>
                </a:lnTo>
                <a:lnTo>
                  <a:pt x="2418319" y="183107"/>
                </a:lnTo>
                <a:lnTo>
                  <a:pt x="2377386" y="162761"/>
                </a:lnTo>
                <a:lnTo>
                  <a:pt x="2336022" y="143613"/>
                </a:lnTo>
                <a:lnTo>
                  <a:pt x="2294254" y="125661"/>
                </a:lnTo>
                <a:lnTo>
                  <a:pt x="2252108" y="108906"/>
                </a:lnTo>
                <a:lnTo>
                  <a:pt x="2209610" y="93348"/>
                </a:lnTo>
                <a:lnTo>
                  <a:pt x="2166785" y="78987"/>
                </a:lnTo>
                <a:lnTo>
                  <a:pt x="2123660" y="65822"/>
                </a:lnTo>
                <a:lnTo>
                  <a:pt x="2080262" y="53855"/>
                </a:lnTo>
                <a:lnTo>
                  <a:pt x="2036615" y="43084"/>
                </a:lnTo>
                <a:lnTo>
                  <a:pt x="1992747" y="33509"/>
                </a:lnTo>
                <a:lnTo>
                  <a:pt x="1948683" y="25132"/>
                </a:lnTo>
                <a:lnTo>
                  <a:pt x="1904450" y="17951"/>
                </a:lnTo>
                <a:lnTo>
                  <a:pt x="1860073" y="11967"/>
                </a:lnTo>
                <a:lnTo>
                  <a:pt x="1815578" y="7180"/>
                </a:lnTo>
                <a:lnTo>
                  <a:pt x="1770993" y="3590"/>
                </a:lnTo>
                <a:lnTo>
                  <a:pt x="1726342" y="1196"/>
                </a:lnTo>
                <a:lnTo>
                  <a:pt x="16816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3455353" y="3506272"/>
            <a:ext cx="3319145" cy="3319145"/>
            <a:chOff x="3455353" y="3506272"/>
            <a:chExt cx="3319145" cy="3319145"/>
          </a:xfrm>
        </p:grpSpPr>
        <p:sp>
          <p:nvSpPr>
            <p:cNvPr id="5" name="object 5" descr=""/>
            <p:cNvSpPr/>
            <p:nvPr/>
          </p:nvSpPr>
          <p:spPr>
            <a:xfrm>
              <a:off x="3455353" y="3506272"/>
              <a:ext cx="3319145" cy="3319145"/>
            </a:xfrm>
            <a:custGeom>
              <a:avLst/>
              <a:gdLst/>
              <a:ahLst/>
              <a:cxnLst/>
              <a:rect l="l" t="t" r="r" b="b"/>
              <a:pathLst>
                <a:path w="3319145" h="3319145">
                  <a:moveTo>
                    <a:pt x="1681654" y="0"/>
                  </a:moveTo>
                  <a:lnTo>
                    <a:pt x="1636951" y="0"/>
                  </a:lnTo>
                  <a:lnTo>
                    <a:pt x="1592261" y="1196"/>
                  </a:lnTo>
                  <a:lnTo>
                    <a:pt x="1547610" y="3590"/>
                  </a:lnTo>
                  <a:lnTo>
                    <a:pt x="1503024" y="7180"/>
                  </a:lnTo>
                  <a:lnTo>
                    <a:pt x="1458529" y="11967"/>
                  </a:lnTo>
                  <a:lnTo>
                    <a:pt x="1414152" y="17951"/>
                  </a:lnTo>
                  <a:lnTo>
                    <a:pt x="1369919" y="25132"/>
                  </a:lnTo>
                  <a:lnTo>
                    <a:pt x="1325855" y="33509"/>
                  </a:lnTo>
                  <a:lnTo>
                    <a:pt x="1281986" y="43084"/>
                  </a:lnTo>
                  <a:lnTo>
                    <a:pt x="1238340" y="53855"/>
                  </a:lnTo>
                  <a:lnTo>
                    <a:pt x="1194941" y="65822"/>
                  </a:lnTo>
                  <a:lnTo>
                    <a:pt x="1151816" y="78987"/>
                  </a:lnTo>
                  <a:lnTo>
                    <a:pt x="1108992" y="93348"/>
                  </a:lnTo>
                  <a:lnTo>
                    <a:pt x="1066493" y="108906"/>
                  </a:lnTo>
                  <a:lnTo>
                    <a:pt x="1024347" y="125661"/>
                  </a:lnTo>
                  <a:lnTo>
                    <a:pt x="982579" y="143613"/>
                  </a:lnTo>
                  <a:lnTo>
                    <a:pt x="941215" y="162761"/>
                  </a:lnTo>
                  <a:lnTo>
                    <a:pt x="900282" y="183107"/>
                  </a:lnTo>
                  <a:lnTo>
                    <a:pt x="859805" y="204649"/>
                  </a:lnTo>
                  <a:lnTo>
                    <a:pt x="819811" y="227388"/>
                  </a:lnTo>
                  <a:lnTo>
                    <a:pt x="780326" y="251323"/>
                  </a:lnTo>
                  <a:lnTo>
                    <a:pt x="741376" y="276456"/>
                  </a:lnTo>
                  <a:lnTo>
                    <a:pt x="702987" y="302785"/>
                  </a:lnTo>
                  <a:lnTo>
                    <a:pt x="665184" y="330311"/>
                  </a:lnTo>
                  <a:lnTo>
                    <a:pt x="627995" y="359033"/>
                  </a:lnTo>
                  <a:lnTo>
                    <a:pt x="591445" y="388953"/>
                  </a:lnTo>
                  <a:lnTo>
                    <a:pt x="555561" y="420069"/>
                  </a:lnTo>
                  <a:lnTo>
                    <a:pt x="520368" y="452382"/>
                  </a:lnTo>
                  <a:lnTo>
                    <a:pt x="485892" y="485892"/>
                  </a:lnTo>
                  <a:lnTo>
                    <a:pt x="452382" y="520368"/>
                  </a:lnTo>
                  <a:lnTo>
                    <a:pt x="420069" y="555561"/>
                  </a:lnTo>
                  <a:lnTo>
                    <a:pt x="388953" y="591445"/>
                  </a:lnTo>
                  <a:lnTo>
                    <a:pt x="359033" y="627995"/>
                  </a:lnTo>
                  <a:lnTo>
                    <a:pt x="330311" y="665184"/>
                  </a:lnTo>
                  <a:lnTo>
                    <a:pt x="302785" y="702987"/>
                  </a:lnTo>
                  <a:lnTo>
                    <a:pt x="276456" y="741376"/>
                  </a:lnTo>
                  <a:lnTo>
                    <a:pt x="251323" y="780326"/>
                  </a:lnTo>
                  <a:lnTo>
                    <a:pt x="227388" y="819811"/>
                  </a:lnTo>
                  <a:lnTo>
                    <a:pt x="204649" y="859805"/>
                  </a:lnTo>
                  <a:lnTo>
                    <a:pt x="183107" y="900282"/>
                  </a:lnTo>
                  <a:lnTo>
                    <a:pt x="162761" y="941215"/>
                  </a:lnTo>
                  <a:lnTo>
                    <a:pt x="143613" y="982579"/>
                  </a:lnTo>
                  <a:lnTo>
                    <a:pt x="125661" y="1024347"/>
                  </a:lnTo>
                  <a:lnTo>
                    <a:pt x="108906" y="1066493"/>
                  </a:lnTo>
                  <a:lnTo>
                    <a:pt x="93348" y="1108992"/>
                  </a:lnTo>
                  <a:lnTo>
                    <a:pt x="78987" y="1151816"/>
                  </a:lnTo>
                  <a:lnTo>
                    <a:pt x="65822" y="1194941"/>
                  </a:lnTo>
                  <a:lnTo>
                    <a:pt x="53855" y="1238340"/>
                  </a:lnTo>
                  <a:lnTo>
                    <a:pt x="43084" y="1281986"/>
                  </a:lnTo>
                  <a:lnTo>
                    <a:pt x="33509" y="1325855"/>
                  </a:lnTo>
                  <a:lnTo>
                    <a:pt x="25132" y="1369919"/>
                  </a:lnTo>
                  <a:lnTo>
                    <a:pt x="17951" y="1414152"/>
                  </a:lnTo>
                  <a:lnTo>
                    <a:pt x="11967" y="1458529"/>
                  </a:lnTo>
                  <a:lnTo>
                    <a:pt x="7180" y="1503024"/>
                  </a:lnTo>
                  <a:lnTo>
                    <a:pt x="3590" y="1547610"/>
                  </a:lnTo>
                  <a:lnTo>
                    <a:pt x="1196" y="1592261"/>
                  </a:lnTo>
                  <a:lnTo>
                    <a:pt x="0" y="1636951"/>
                  </a:lnTo>
                  <a:lnTo>
                    <a:pt x="0" y="1681654"/>
                  </a:lnTo>
                  <a:lnTo>
                    <a:pt x="1196" y="1726344"/>
                  </a:lnTo>
                  <a:lnTo>
                    <a:pt x="3590" y="1770995"/>
                  </a:lnTo>
                  <a:lnTo>
                    <a:pt x="7180" y="1815581"/>
                  </a:lnTo>
                  <a:lnTo>
                    <a:pt x="11967" y="1860076"/>
                  </a:lnTo>
                  <a:lnTo>
                    <a:pt x="17951" y="1904453"/>
                  </a:lnTo>
                  <a:lnTo>
                    <a:pt x="25132" y="1948686"/>
                  </a:lnTo>
                  <a:lnTo>
                    <a:pt x="33509" y="1992750"/>
                  </a:lnTo>
                  <a:lnTo>
                    <a:pt x="43084" y="2036619"/>
                  </a:lnTo>
                  <a:lnTo>
                    <a:pt x="53855" y="2080265"/>
                  </a:lnTo>
                  <a:lnTo>
                    <a:pt x="65822" y="2123664"/>
                  </a:lnTo>
                  <a:lnTo>
                    <a:pt x="78987" y="2166789"/>
                  </a:lnTo>
                  <a:lnTo>
                    <a:pt x="93348" y="2209613"/>
                  </a:lnTo>
                  <a:lnTo>
                    <a:pt x="108906" y="2252112"/>
                  </a:lnTo>
                  <a:lnTo>
                    <a:pt x="125661" y="2294258"/>
                  </a:lnTo>
                  <a:lnTo>
                    <a:pt x="143613" y="2336026"/>
                  </a:lnTo>
                  <a:lnTo>
                    <a:pt x="162761" y="2377390"/>
                  </a:lnTo>
                  <a:lnTo>
                    <a:pt x="183107" y="2418323"/>
                  </a:lnTo>
                  <a:lnTo>
                    <a:pt x="204649" y="2458800"/>
                  </a:lnTo>
                  <a:lnTo>
                    <a:pt x="227388" y="2498793"/>
                  </a:lnTo>
                  <a:lnTo>
                    <a:pt x="251323" y="2538279"/>
                  </a:lnTo>
                  <a:lnTo>
                    <a:pt x="276456" y="2577229"/>
                  </a:lnTo>
                  <a:lnTo>
                    <a:pt x="302785" y="2615618"/>
                  </a:lnTo>
                  <a:lnTo>
                    <a:pt x="330311" y="2653420"/>
                  </a:lnTo>
                  <a:lnTo>
                    <a:pt x="359033" y="2690610"/>
                  </a:lnTo>
                  <a:lnTo>
                    <a:pt x="388953" y="2727159"/>
                  </a:lnTo>
                  <a:lnTo>
                    <a:pt x="420069" y="2763044"/>
                  </a:lnTo>
                  <a:lnTo>
                    <a:pt x="452382" y="2798237"/>
                  </a:lnTo>
                  <a:lnTo>
                    <a:pt x="485892" y="2832713"/>
                  </a:lnTo>
                  <a:lnTo>
                    <a:pt x="520368" y="2866223"/>
                  </a:lnTo>
                  <a:lnTo>
                    <a:pt x="555561" y="2898536"/>
                  </a:lnTo>
                  <a:lnTo>
                    <a:pt x="591445" y="2929652"/>
                  </a:lnTo>
                  <a:lnTo>
                    <a:pt x="627995" y="2959572"/>
                  </a:lnTo>
                  <a:lnTo>
                    <a:pt x="665184" y="2988294"/>
                  </a:lnTo>
                  <a:lnTo>
                    <a:pt x="702987" y="3015820"/>
                  </a:lnTo>
                  <a:lnTo>
                    <a:pt x="741376" y="3042149"/>
                  </a:lnTo>
                  <a:lnTo>
                    <a:pt x="780326" y="3067282"/>
                  </a:lnTo>
                  <a:lnTo>
                    <a:pt x="819811" y="3091217"/>
                  </a:lnTo>
                  <a:lnTo>
                    <a:pt x="859805" y="3113956"/>
                  </a:lnTo>
                  <a:lnTo>
                    <a:pt x="900282" y="3135498"/>
                  </a:lnTo>
                  <a:lnTo>
                    <a:pt x="941215" y="3155843"/>
                  </a:lnTo>
                  <a:lnTo>
                    <a:pt x="982579" y="3174992"/>
                  </a:lnTo>
                  <a:lnTo>
                    <a:pt x="1024347" y="3192944"/>
                  </a:lnTo>
                  <a:lnTo>
                    <a:pt x="1066493" y="3209698"/>
                  </a:lnTo>
                  <a:lnTo>
                    <a:pt x="1108992" y="3225257"/>
                  </a:lnTo>
                  <a:lnTo>
                    <a:pt x="1151816" y="3239618"/>
                  </a:lnTo>
                  <a:lnTo>
                    <a:pt x="1194941" y="3252783"/>
                  </a:lnTo>
                  <a:lnTo>
                    <a:pt x="1238340" y="3264750"/>
                  </a:lnTo>
                  <a:lnTo>
                    <a:pt x="1281986" y="3275521"/>
                  </a:lnTo>
                  <a:lnTo>
                    <a:pt x="1325855" y="3285096"/>
                  </a:lnTo>
                  <a:lnTo>
                    <a:pt x="1369919" y="3293473"/>
                  </a:lnTo>
                  <a:lnTo>
                    <a:pt x="1414152" y="3300654"/>
                  </a:lnTo>
                  <a:lnTo>
                    <a:pt x="1458529" y="3306638"/>
                  </a:lnTo>
                  <a:lnTo>
                    <a:pt x="1503024" y="3311425"/>
                  </a:lnTo>
                  <a:lnTo>
                    <a:pt x="1547610" y="3315015"/>
                  </a:lnTo>
                  <a:lnTo>
                    <a:pt x="1592261" y="3317409"/>
                  </a:lnTo>
                  <a:lnTo>
                    <a:pt x="1636951" y="3318605"/>
                  </a:lnTo>
                  <a:lnTo>
                    <a:pt x="1681654" y="3318605"/>
                  </a:lnTo>
                  <a:lnTo>
                    <a:pt x="1726344" y="3317409"/>
                  </a:lnTo>
                  <a:lnTo>
                    <a:pt x="1770995" y="3315015"/>
                  </a:lnTo>
                  <a:lnTo>
                    <a:pt x="1815581" y="3311425"/>
                  </a:lnTo>
                  <a:lnTo>
                    <a:pt x="1860076" y="3306638"/>
                  </a:lnTo>
                  <a:lnTo>
                    <a:pt x="1904453" y="3300654"/>
                  </a:lnTo>
                  <a:lnTo>
                    <a:pt x="1948686" y="3293473"/>
                  </a:lnTo>
                  <a:lnTo>
                    <a:pt x="1992750" y="3285096"/>
                  </a:lnTo>
                  <a:lnTo>
                    <a:pt x="2036619" y="3275521"/>
                  </a:lnTo>
                  <a:lnTo>
                    <a:pt x="2080265" y="3264750"/>
                  </a:lnTo>
                  <a:lnTo>
                    <a:pt x="2123664" y="3252783"/>
                  </a:lnTo>
                  <a:lnTo>
                    <a:pt x="2166789" y="3239618"/>
                  </a:lnTo>
                  <a:lnTo>
                    <a:pt x="2209613" y="3225257"/>
                  </a:lnTo>
                  <a:lnTo>
                    <a:pt x="2252112" y="3209698"/>
                  </a:lnTo>
                  <a:lnTo>
                    <a:pt x="2294258" y="3192944"/>
                  </a:lnTo>
                  <a:lnTo>
                    <a:pt x="2336026" y="3174992"/>
                  </a:lnTo>
                  <a:lnTo>
                    <a:pt x="2377390" y="3155843"/>
                  </a:lnTo>
                  <a:lnTo>
                    <a:pt x="2418323" y="3135498"/>
                  </a:lnTo>
                  <a:lnTo>
                    <a:pt x="2458800" y="3113956"/>
                  </a:lnTo>
                  <a:lnTo>
                    <a:pt x="2498793" y="3091217"/>
                  </a:lnTo>
                  <a:lnTo>
                    <a:pt x="2538279" y="3067282"/>
                  </a:lnTo>
                  <a:lnTo>
                    <a:pt x="2577229" y="3042149"/>
                  </a:lnTo>
                  <a:lnTo>
                    <a:pt x="2615618" y="3015820"/>
                  </a:lnTo>
                  <a:lnTo>
                    <a:pt x="2653420" y="2988294"/>
                  </a:lnTo>
                  <a:lnTo>
                    <a:pt x="2690610" y="2959572"/>
                  </a:lnTo>
                  <a:lnTo>
                    <a:pt x="2727159" y="2929652"/>
                  </a:lnTo>
                  <a:lnTo>
                    <a:pt x="2763044" y="2898536"/>
                  </a:lnTo>
                  <a:lnTo>
                    <a:pt x="2798237" y="2866223"/>
                  </a:lnTo>
                  <a:lnTo>
                    <a:pt x="2832713" y="2832713"/>
                  </a:lnTo>
                  <a:lnTo>
                    <a:pt x="2866223" y="2798237"/>
                  </a:lnTo>
                  <a:lnTo>
                    <a:pt x="2898536" y="2763044"/>
                  </a:lnTo>
                  <a:lnTo>
                    <a:pt x="2929652" y="2727159"/>
                  </a:lnTo>
                  <a:lnTo>
                    <a:pt x="2959572" y="2690610"/>
                  </a:lnTo>
                  <a:lnTo>
                    <a:pt x="2988294" y="2653420"/>
                  </a:lnTo>
                  <a:lnTo>
                    <a:pt x="3015820" y="2615618"/>
                  </a:lnTo>
                  <a:lnTo>
                    <a:pt x="3042149" y="2577229"/>
                  </a:lnTo>
                  <a:lnTo>
                    <a:pt x="3067282" y="2538279"/>
                  </a:lnTo>
                  <a:lnTo>
                    <a:pt x="3091217" y="2498793"/>
                  </a:lnTo>
                  <a:lnTo>
                    <a:pt x="3113956" y="2458800"/>
                  </a:lnTo>
                  <a:lnTo>
                    <a:pt x="3135498" y="2418323"/>
                  </a:lnTo>
                  <a:lnTo>
                    <a:pt x="3155843" y="2377390"/>
                  </a:lnTo>
                  <a:lnTo>
                    <a:pt x="3174992" y="2336026"/>
                  </a:lnTo>
                  <a:lnTo>
                    <a:pt x="3192944" y="2294258"/>
                  </a:lnTo>
                  <a:lnTo>
                    <a:pt x="3209698" y="2252112"/>
                  </a:lnTo>
                  <a:lnTo>
                    <a:pt x="3225257" y="2209613"/>
                  </a:lnTo>
                  <a:lnTo>
                    <a:pt x="3239618" y="2166789"/>
                  </a:lnTo>
                  <a:lnTo>
                    <a:pt x="3252783" y="2123664"/>
                  </a:lnTo>
                  <a:lnTo>
                    <a:pt x="3264750" y="2080265"/>
                  </a:lnTo>
                  <a:lnTo>
                    <a:pt x="3275521" y="2036619"/>
                  </a:lnTo>
                  <a:lnTo>
                    <a:pt x="3285096" y="1992750"/>
                  </a:lnTo>
                  <a:lnTo>
                    <a:pt x="3293473" y="1948686"/>
                  </a:lnTo>
                  <a:lnTo>
                    <a:pt x="3300654" y="1904453"/>
                  </a:lnTo>
                  <a:lnTo>
                    <a:pt x="3306638" y="1860076"/>
                  </a:lnTo>
                  <a:lnTo>
                    <a:pt x="3311425" y="1815581"/>
                  </a:lnTo>
                  <a:lnTo>
                    <a:pt x="3315015" y="1770995"/>
                  </a:lnTo>
                  <a:lnTo>
                    <a:pt x="3317409" y="1726344"/>
                  </a:lnTo>
                  <a:lnTo>
                    <a:pt x="3318605" y="1681654"/>
                  </a:lnTo>
                  <a:lnTo>
                    <a:pt x="3318605" y="1636951"/>
                  </a:lnTo>
                  <a:lnTo>
                    <a:pt x="3317409" y="1592261"/>
                  </a:lnTo>
                  <a:lnTo>
                    <a:pt x="3315015" y="1547610"/>
                  </a:lnTo>
                  <a:lnTo>
                    <a:pt x="3311425" y="1503024"/>
                  </a:lnTo>
                  <a:lnTo>
                    <a:pt x="3306638" y="1458529"/>
                  </a:lnTo>
                  <a:lnTo>
                    <a:pt x="3300654" y="1414152"/>
                  </a:lnTo>
                  <a:lnTo>
                    <a:pt x="3293473" y="1369919"/>
                  </a:lnTo>
                  <a:lnTo>
                    <a:pt x="3285096" y="1325855"/>
                  </a:lnTo>
                  <a:lnTo>
                    <a:pt x="3275521" y="1281986"/>
                  </a:lnTo>
                  <a:lnTo>
                    <a:pt x="3264750" y="1238340"/>
                  </a:lnTo>
                  <a:lnTo>
                    <a:pt x="3252783" y="1194941"/>
                  </a:lnTo>
                  <a:lnTo>
                    <a:pt x="3239618" y="1151816"/>
                  </a:lnTo>
                  <a:lnTo>
                    <a:pt x="3225257" y="1108992"/>
                  </a:lnTo>
                  <a:lnTo>
                    <a:pt x="3209698" y="1066493"/>
                  </a:lnTo>
                  <a:lnTo>
                    <a:pt x="3192944" y="1024347"/>
                  </a:lnTo>
                  <a:lnTo>
                    <a:pt x="3174992" y="982579"/>
                  </a:lnTo>
                  <a:lnTo>
                    <a:pt x="3155843" y="941215"/>
                  </a:lnTo>
                  <a:lnTo>
                    <a:pt x="3135498" y="900282"/>
                  </a:lnTo>
                  <a:lnTo>
                    <a:pt x="3113956" y="859805"/>
                  </a:lnTo>
                  <a:lnTo>
                    <a:pt x="3091217" y="819811"/>
                  </a:lnTo>
                  <a:lnTo>
                    <a:pt x="3067282" y="780326"/>
                  </a:lnTo>
                  <a:lnTo>
                    <a:pt x="3042149" y="741376"/>
                  </a:lnTo>
                  <a:lnTo>
                    <a:pt x="3015820" y="702987"/>
                  </a:lnTo>
                  <a:lnTo>
                    <a:pt x="2988294" y="665184"/>
                  </a:lnTo>
                  <a:lnTo>
                    <a:pt x="2959572" y="627995"/>
                  </a:lnTo>
                  <a:lnTo>
                    <a:pt x="2929652" y="591445"/>
                  </a:lnTo>
                  <a:lnTo>
                    <a:pt x="2898536" y="555561"/>
                  </a:lnTo>
                  <a:lnTo>
                    <a:pt x="2866223" y="520368"/>
                  </a:lnTo>
                  <a:lnTo>
                    <a:pt x="2832713" y="485892"/>
                  </a:lnTo>
                  <a:lnTo>
                    <a:pt x="2798237" y="452382"/>
                  </a:lnTo>
                  <a:lnTo>
                    <a:pt x="2763044" y="420069"/>
                  </a:lnTo>
                  <a:lnTo>
                    <a:pt x="2727159" y="388953"/>
                  </a:lnTo>
                  <a:lnTo>
                    <a:pt x="2690610" y="359033"/>
                  </a:lnTo>
                  <a:lnTo>
                    <a:pt x="2653420" y="330311"/>
                  </a:lnTo>
                  <a:lnTo>
                    <a:pt x="2615618" y="302785"/>
                  </a:lnTo>
                  <a:lnTo>
                    <a:pt x="2577229" y="276456"/>
                  </a:lnTo>
                  <a:lnTo>
                    <a:pt x="2538279" y="251323"/>
                  </a:lnTo>
                  <a:lnTo>
                    <a:pt x="2498793" y="227388"/>
                  </a:lnTo>
                  <a:lnTo>
                    <a:pt x="2458800" y="204649"/>
                  </a:lnTo>
                  <a:lnTo>
                    <a:pt x="2418323" y="183107"/>
                  </a:lnTo>
                  <a:lnTo>
                    <a:pt x="2377390" y="162761"/>
                  </a:lnTo>
                  <a:lnTo>
                    <a:pt x="2336026" y="143613"/>
                  </a:lnTo>
                  <a:lnTo>
                    <a:pt x="2294258" y="125661"/>
                  </a:lnTo>
                  <a:lnTo>
                    <a:pt x="2252112" y="108906"/>
                  </a:lnTo>
                  <a:lnTo>
                    <a:pt x="2209613" y="93348"/>
                  </a:lnTo>
                  <a:lnTo>
                    <a:pt x="2166789" y="78987"/>
                  </a:lnTo>
                  <a:lnTo>
                    <a:pt x="2123664" y="65822"/>
                  </a:lnTo>
                  <a:lnTo>
                    <a:pt x="2080265" y="53855"/>
                  </a:lnTo>
                  <a:lnTo>
                    <a:pt x="2036619" y="43084"/>
                  </a:lnTo>
                  <a:lnTo>
                    <a:pt x="1992750" y="33509"/>
                  </a:lnTo>
                  <a:lnTo>
                    <a:pt x="1948686" y="25132"/>
                  </a:lnTo>
                  <a:lnTo>
                    <a:pt x="1904453" y="17951"/>
                  </a:lnTo>
                  <a:lnTo>
                    <a:pt x="1860076" y="11967"/>
                  </a:lnTo>
                  <a:lnTo>
                    <a:pt x="1815581" y="7180"/>
                  </a:lnTo>
                  <a:lnTo>
                    <a:pt x="1770995" y="3590"/>
                  </a:lnTo>
                  <a:lnTo>
                    <a:pt x="1726344" y="1196"/>
                  </a:lnTo>
                  <a:lnTo>
                    <a:pt x="16816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1500" y="3895754"/>
              <a:ext cx="2539642" cy="253964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04645" y="7247404"/>
            <a:ext cx="241236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1090" algn="l"/>
              </a:tabLst>
            </a:pPr>
            <a:r>
              <a:rPr dirty="0" sz="3300" spc="145"/>
              <a:t>Kasi</a:t>
            </a:r>
            <a:r>
              <a:rPr dirty="0" sz="3300"/>
              <a:t>	</a:t>
            </a:r>
            <a:r>
              <a:rPr dirty="0" sz="3300" spc="215"/>
              <a:t>Maths</a:t>
            </a:r>
            <a:endParaRPr sz="3300"/>
          </a:p>
        </p:txBody>
      </p:sp>
      <p:sp>
        <p:nvSpPr>
          <p:cNvPr id="8" name="object 8" descr=""/>
          <p:cNvSpPr txBox="1"/>
          <p:nvPr/>
        </p:nvSpPr>
        <p:spPr>
          <a:xfrm>
            <a:off x="3507351" y="7247404"/>
            <a:ext cx="321627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4325" algn="l"/>
                <a:tab pos="2557780" algn="l"/>
              </a:tabLst>
            </a:pPr>
            <a:r>
              <a:rPr dirty="0" sz="3300" spc="175">
                <a:solidFill>
                  <a:srgbClr val="FFFFFF"/>
                </a:solidFill>
                <a:latin typeface="Arial"/>
                <a:cs typeface="Arial"/>
              </a:rPr>
              <a:t>Ladies</a:t>
            </a:r>
            <a:r>
              <a:rPr dirty="0" sz="33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3300" spc="16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33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3300" spc="195">
                <a:solidFill>
                  <a:srgbClr val="FFFFFF"/>
                </a:solidFill>
                <a:latin typeface="Arial"/>
                <a:cs typeface="Arial"/>
              </a:rPr>
              <a:t>UX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515042" y="7247404"/>
            <a:ext cx="330009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3870" algn="l"/>
              </a:tabLst>
            </a:pPr>
            <a:r>
              <a:rPr dirty="0" sz="3300" spc="160">
                <a:solidFill>
                  <a:srgbClr val="FFFFFF"/>
                </a:solidFill>
                <a:latin typeface="Arial"/>
                <a:cs typeface="Arial"/>
              </a:rPr>
              <a:t>Women</a:t>
            </a:r>
            <a:r>
              <a:rPr dirty="0" sz="33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3300" spc="11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3300" spc="4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60">
                <a:solidFill>
                  <a:srgbClr val="FFFFFF"/>
                </a:solidFill>
                <a:latin typeface="Arial"/>
                <a:cs typeface="Arial"/>
              </a:rPr>
              <a:t>Tech</a:t>
            </a:r>
            <a:endParaRPr sz="33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85385" y="3731038"/>
            <a:ext cx="2126443" cy="289115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93319" y="3953439"/>
            <a:ext cx="2638338" cy="23404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289" y="2778784"/>
            <a:ext cx="13066837" cy="73500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664" y="8039699"/>
            <a:ext cx="2447466" cy="244746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47284" y="3689145"/>
            <a:ext cx="1288586" cy="128858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82390" y="994378"/>
            <a:ext cx="1114943" cy="111494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85672" y="1565436"/>
            <a:ext cx="788892" cy="7888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148" y="4188832"/>
            <a:ext cx="16105469" cy="71256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4302" rIns="0" bIns="0" rtlCol="0" vert="horz">
            <a:spAutoFit/>
          </a:bodyPr>
          <a:lstStyle/>
          <a:p>
            <a:pPr marL="5502275">
              <a:lnSpc>
                <a:spcPct val="100000"/>
              </a:lnSpc>
              <a:spcBef>
                <a:spcPts val="120"/>
              </a:spcBef>
            </a:pPr>
            <a:r>
              <a:rPr dirty="0" spc="195"/>
              <a:t>Stack</a:t>
            </a:r>
            <a:r>
              <a:rPr dirty="0" spc="505"/>
              <a:t> </a:t>
            </a:r>
            <a:r>
              <a:rPr dirty="0" spc="235"/>
              <a:t>Overflow</a:t>
            </a:r>
          </a:p>
          <a:p>
            <a:pPr marL="7513320">
              <a:lnSpc>
                <a:spcPct val="100000"/>
              </a:lnSpc>
              <a:spcBef>
                <a:spcPts val="1664"/>
              </a:spcBef>
            </a:pPr>
            <a:r>
              <a:rPr dirty="0" sz="1950" spc="-10" b="0">
                <a:latin typeface="Lato Light"/>
                <a:cs typeface="Lato Light"/>
                <a:hlinkClick r:id="rId3"/>
              </a:rPr>
              <a:t>https://insights.stackoverflow.com/survey/2018/</a:t>
            </a:r>
            <a:endParaRPr sz="1950">
              <a:latin typeface="Lato Light"/>
              <a:cs typeface="Lato Ligh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03963" y="1828771"/>
            <a:ext cx="830401" cy="9279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8258" y="96413"/>
            <a:ext cx="11273706" cy="1113902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045" y="6483805"/>
            <a:ext cx="1275271" cy="124606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85432" y="6472155"/>
            <a:ext cx="10097770" cy="12325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200"/>
              <a:t>Github</a:t>
            </a:r>
            <a:r>
              <a:rPr dirty="0" spc="515"/>
              <a:t> </a:t>
            </a:r>
            <a:r>
              <a:rPr dirty="0" spc="180"/>
              <a:t>Pull</a:t>
            </a:r>
            <a:r>
              <a:rPr dirty="0" spc="515"/>
              <a:t> </a:t>
            </a:r>
            <a:r>
              <a:rPr dirty="0" spc="235"/>
              <a:t>Requests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2564480" y="8022654"/>
            <a:ext cx="322834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" b="0">
                <a:solidFill>
                  <a:srgbClr val="FFFFFF"/>
                </a:solidFill>
                <a:latin typeface="Lato Light"/>
                <a:cs typeface="Lato Light"/>
                <a:hlinkClick r:id="rId4"/>
              </a:rPr>
              <a:t>https://octoverse.github.com/</a:t>
            </a:r>
            <a:endParaRPr sz="195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0912" y="1295462"/>
            <a:ext cx="1275271" cy="12460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87474" y="1286366"/>
            <a:ext cx="7028815" cy="12325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200"/>
              <a:t>Github</a:t>
            </a:r>
            <a:r>
              <a:rPr dirty="0" spc="520"/>
              <a:t> </a:t>
            </a:r>
            <a:r>
              <a:rPr dirty="0" spc="235"/>
              <a:t>Pushes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397017" y="2857817"/>
            <a:ext cx="560578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" b="0">
                <a:solidFill>
                  <a:srgbClr val="FFFFFF"/>
                </a:solidFill>
                <a:latin typeface="Lato Light"/>
                <a:cs typeface="Lato Light"/>
                <a:hlinkClick r:id="rId3"/>
              </a:rPr>
              <a:t>https://madnight.github.io/githut/#/pushes/2018/2</a:t>
            </a:r>
            <a:endParaRPr sz="1950">
              <a:latin typeface="Lato Light"/>
              <a:cs typeface="Lato Ligh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927971"/>
            <a:ext cx="17148566" cy="49257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0271" y="1428025"/>
            <a:ext cx="12203555" cy="9762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397423" y="8032157"/>
            <a:ext cx="3143250" cy="1571625"/>
          </a:xfrm>
          <a:custGeom>
            <a:avLst/>
            <a:gdLst/>
            <a:ahLst/>
            <a:cxnLst/>
            <a:rect l="l" t="t" r="r" b="b"/>
            <a:pathLst>
              <a:path w="3143250" h="1571625">
                <a:moveTo>
                  <a:pt x="720248" y="1181771"/>
                </a:moveTo>
                <a:lnTo>
                  <a:pt x="550734" y="1181771"/>
                </a:lnTo>
                <a:lnTo>
                  <a:pt x="568087" y="1226926"/>
                </a:lnTo>
                <a:lnTo>
                  <a:pt x="588004" y="1270883"/>
                </a:lnTo>
                <a:lnTo>
                  <a:pt x="610580" y="1313955"/>
                </a:lnTo>
                <a:lnTo>
                  <a:pt x="635912" y="1356457"/>
                </a:lnTo>
                <a:lnTo>
                  <a:pt x="664096" y="1398705"/>
                </a:lnTo>
                <a:lnTo>
                  <a:pt x="695226" y="1441013"/>
                </a:lnTo>
                <a:lnTo>
                  <a:pt x="729400" y="1483697"/>
                </a:lnTo>
                <a:lnTo>
                  <a:pt x="766712" y="1527071"/>
                </a:lnTo>
                <a:lnTo>
                  <a:pt x="807259" y="1571451"/>
                </a:lnTo>
                <a:lnTo>
                  <a:pt x="786291" y="1525593"/>
                </a:lnTo>
                <a:lnTo>
                  <a:pt x="768312" y="1478069"/>
                </a:lnTo>
                <a:lnTo>
                  <a:pt x="753269" y="1429302"/>
                </a:lnTo>
                <a:lnTo>
                  <a:pt x="741109" y="1379721"/>
                </a:lnTo>
                <a:lnTo>
                  <a:pt x="731780" y="1329751"/>
                </a:lnTo>
                <a:lnTo>
                  <a:pt x="725229" y="1279818"/>
                </a:lnTo>
                <a:lnTo>
                  <a:pt x="721403" y="1230349"/>
                </a:lnTo>
                <a:lnTo>
                  <a:pt x="720248" y="1181771"/>
                </a:lnTo>
                <a:close/>
              </a:path>
              <a:path w="3143250" h="1571625">
                <a:moveTo>
                  <a:pt x="2964367" y="0"/>
                </a:moveTo>
                <a:lnTo>
                  <a:pt x="178389" y="0"/>
                </a:lnTo>
                <a:lnTo>
                  <a:pt x="131122" y="6357"/>
                </a:lnTo>
                <a:lnTo>
                  <a:pt x="88553" y="24284"/>
                </a:lnTo>
                <a:lnTo>
                  <a:pt x="52418" y="52056"/>
                </a:lnTo>
                <a:lnTo>
                  <a:pt x="24455" y="87953"/>
                </a:lnTo>
                <a:lnTo>
                  <a:pt x="6403" y="130252"/>
                </a:lnTo>
                <a:lnTo>
                  <a:pt x="0" y="177232"/>
                </a:lnTo>
                <a:lnTo>
                  <a:pt x="0" y="1004465"/>
                </a:lnTo>
                <a:lnTo>
                  <a:pt x="6403" y="1051450"/>
                </a:lnTo>
                <a:lnTo>
                  <a:pt x="24455" y="1093763"/>
                </a:lnTo>
                <a:lnTo>
                  <a:pt x="52418" y="1129678"/>
                </a:lnTo>
                <a:lnTo>
                  <a:pt x="88553" y="1157468"/>
                </a:lnTo>
                <a:lnTo>
                  <a:pt x="131122" y="1175407"/>
                </a:lnTo>
                <a:lnTo>
                  <a:pt x="178389" y="1181771"/>
                </a:lnTo>
                <a:lnTo>
                  <a:pt x="2964367" y="1181771"/>
                </a:lnTo>
                <a:lnTo>
                  <a:pt x="3011644" y="1175407"/>
                </a:lnTo>
                <a:lnTo>
                  <a:pt x="3054241" y="1157468"/>
                </a:lnTo>
                <a:lnTo>
                  <a:pt x="3090411" y="1129678"/>
                </a:lnTo>
                <a:lnTo>
                  <a:pt x="3118409" y="1093763"/>
                </a:lnTo>
                <a:lnTo>
                  <a:pt x="3136488" y="1051450"/>
                </a:lnTo>
                <a:lnTo>
                  <a:pt x="3142902" y="1004465"/>
                </a:lnTo>
                <a:lnTo>
                  <a:pt x="3142902" y="177232"/>
                </a:lnTo>
                <a:lnTo>
                  <a:pt x="3136488" y="130252"/>
                </a:lnTo>
                <a:lnTo>
                  <a:pt x="3118409" y="87953"/>
                </a:lnTo>
                <a:lnTo>
                  <a:pt x="3090411" y="52056"/>
                </a:lnTo>
                <a:lnTo>
                  <a:pt x="3054241" y="24284"/>
                </a:lnTo>
                <a:lnTo>
                  <a:pt x="3011644" y="6357"/>
                </a:lnTo>
                <a:lnTo>
                  <a:pt x="2964367" y="0"/>
                </a:lnTo>
                <a:close/>
              </a:path>
            </a:pathLst>
          </a:custGeom>
          <a:solidFill>
            <a:srgbClr val="FA6E89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872846" y="3261388"/>
            <a:ext cx="7137400" cy="3198495"/>
          </a:xfrm>
          <a:custGeom>
            <a:avLst/>
            <a:gdLst/>
            <a:ahLst/>
            <a:cxnLst/>
            <a:rect l="l" t="t" r="r" b="b"/>
            <a:pathLst>
              <a:path w="7137400" h="3198495">
                <a:moveTo>
                  <a:pt x="1635610" y="2405042"/>
                </a:moveTo>
                <a:lnTo>
                  <a:pt x="1250663" y="2405042"/>
                </a:lnTo>
                <a:lnTo>
                  <a:pt x="1267689" y="2446739"/>
                </a:lnTo>
                <a:lnTo>
                  <a:pt x="1285870" y="2487870"/>
                </a:lnTo>
                <a:lnTo>
                  <a:pt x="1305225" y="2528493"/>
                </a:lnTo>
                <a:lnTo>
                  <a:pt x="1325775" y="2568668"/>
                </a:lnTo>
                <a:lnTo>
                  <a:pt x="1347540" y="2608453"/>
                </a:lnTo>
                <a:lnTo>
                  <a:pt x="1370538" y="2647905"/>
                </a:lnTo>
                <a:lnTo>
                  <a:pt x="1394791" y="2687084"/>
                </a:lnTo>
                <a:lnTo>
                  <a:pt x="1420317" y="2726048"/>
                </a:lnTo>
                <a:lnTo>
                  <a:pt x="1447137" y="2764854"/>
                </a:lnTo>
                <a:lnTo>
                  <a:pt x="1475270" y="2803563"/>
                </a:lnTo>
                <a:lnTo>
                  <a:pt x="1504737" y="2842231"/>
                </a:lnTo>
                <a:lnTo>
                  <a:pt x="1535556" y="2880918"/>
                </a:lnTo>
                <a:lnTo>
                  <a:pt x="1567749" y="2919682"/>
                </a:lnTo>
                <a:lnTo>
                  <a:pt x="1601425" y="2958682"/>
                </a:lnTo>
                <a:lnTo>
                  <a:pt x="1636332" y="2997673"/>
                </a:lnTo>
                <a:lnTo>
                  <a:pt x="1672762" y="3037018"/>
                </a:lnTo>
                <a:lnTo>
                  <a:pt x="1710645" y="3076673"/>
                </a:lnTo>
                <a:lnTo>
                  <a:pt x="1750000" y="3116698"/>
                </a:lnTo>
                <a:lnTo>
                  <a:pt x="1790846" y="3157149"/>
                </a:lnTo>
                <a:lnTo>
                  <a:pt x="1833204" y="3198086"/>
                </a:lnTo>
                <a:lnTo>
                  <a:pt x="1808540" y="3151902"/>
                </a:lnTo>
                <a:lnTo>
                  <a:pt x="1785588" y="3104762"/>
                </a:lnTo>
                <a:lnTo>
                  <a:pt x="1764332" y="3056772"/>
                </a:lnTo>
                <a:lnTo>
                  <a:pt x="1744759" y="3008043"/>
                </a:lnTo>
                <a:lnTo>
                  <a:pt x="1726852" y="2958682"/>
                </a:lnTo>
                <a:lnTo>
                  <a:pt x="1710598" y="2908798"/>
                </a:lnTo>
                <a:lnTo>
                  <a:pt x="1695980" y="2858499"/>
                </a:lnTo>
                <a:lnTo>
                  <a:pt x="1682985" y="2807894"/>
                </a:lnTo>
                <a:lnTo>
                  <a:pt x="1671596" y="2757091"/>
                </a:lnTo>
                <a:lnTo>
                  <a:pt x="1661799" y="2706199"/>
                </a:lnTo>
                <a:lnTo>
                  <a:pt x="1653579" y="2655326"/>
                </a:lnTo>
                <a:lnTo>
                  <a:pt x="1646922" y="2604580"/>
                </a:lnTo>
                <a:lnTo>
                  <a:pt x="1641811" y="2554070"/>
                </a:lnTo>
                <a:lnTo>
                  <a:pt x="1638232" y="2503905"/>
                </a:lnTo>
                <a:lnTo>
                  <a:pt x="1636170" y="2454193"/>
                </a:lnTo>
                <a:lnTo>
                  <a:pt x="1635610" y="2405042"/>
                </a:lnTo>
                <a:close/>
              </a:path>
              <a:path w="7137400" h="3198495">
                <a:moveTo>
                  <a:pt x="6731774" y="0"/>
                </a:moveTo>
                <a:lnTo>
                  <a:pt x="405102" y="0"/>
                </a:lnTo>
                <a:lnTo>
                  <a:pt x="354488" y="2823"/>
                </a:lnTo>
                <a:lnTo>
                  <a:pt x="305694" y="11063"/>
                </a:lnTo>
                <a:lnTo>
                  <a:pt x="259106" y="24376"/>
                </a:lnTo>
                <a:lnTo>
                  <a:pt x="215115" y="42416"/>
                </a:lnTo>
                <a:lnTo>
                  <a:pt x="174106" y="64840"/>
                </a:lnTo>
                <a:lnTo>
                  <a:pt x="136469" y="91303"/>
                </a:lnTo>
                <a:lnTo>
                  <a:pt x="102591" y="121460"/>
                </a:lnTo>
                <a:lnTo>
                  <a:pt x="72860" y="154966"/>
                </a:lnTo>
                <a:lnTo>
                  <a:pt x="47665" y="191478"/>
                </a:lnTo>
                <a:lnTo>
                  <a:pt x="27393" y="230651"/>
                </a:lnTo>
                <a:lnTo>
                  <a:pt x="12433" y="272140"/>
                </a:lnTo>
                <a:lnTo>
                  <a:pt x="3173" y="315601"/>
                </a:lnTo>
                <a:lnTo>
                  <a:pt x="0" y="360688"/>
                </a:lnTo>
                <a:lnTo>
                  <a:pt x="0" y="2044204"/>
                </a:lnTo>
                <a:lnTo>
                  <a:pt x="3173" y="2089295"/>
                </a:lnTo>
                <a:lnTo>
                  <a:pt x="12433" y="2132762"/>
                </a:lnTo>
                <a:lnTo>
                  <a:pt x="27393" y="2174262"/>
                </a:lnTo>
                <a:lnTo>
                  <a:pt x="47665" y="2213448"/>
                </a:lnTo>
                <a:lnTo>
                  <a:pt x="72860" y="2249976"/>
                </a:lnTo>
                <a:lnTo>
                  <a:pt x="102591" y="2283499"/>
                </a:lnTo>
                <a:lnTo>
                  <a:pt x="136469" y="2313673"/>
                </a:lnTo>
                <a:lnTo>
                  <a:pt x="174106" y="2340152"/>
                </a:lnTo>
                <a:lnTo>
                  <a:pt x="215115" y="2362592"/>
                </a:lnTo>
                <a:lnTo>
                  <a:pt x="259106" y="2380646"/>
                </a:lnTo>
                <a:lnTo>
                  <a:pt x="305694" y="2393969"/>
                </a:lnTo>
                <a:lnTo>
                  <a:pt x="354488" y="2402216"/>
                </a:lnTo>
                <a:lnTo>
                  <a:pt x="405102" y="2405042"/>
                </a:lnTo>
                <a:lnTo>
                  <a:pt x="6731774" y="2405042"/>
                </a:lnTo>
                <a:lnTo>
                  <a:pt x="6782393" y="2402216"/>
                </a:lnTo>
                <a:lnTo>
                  <a:pt x="6831203" y="2393969"/>
                </a:lnTo>
                <a:lnTo>
                  <a:pt x="6877814" y="2380646"/>
                </a:lnTo>
                <a:lnTo>
                  <a:pt x="6921836" y="2362592"/>
                </a:lnTo>
                <a:lnTo>
                  <a:pt x="6962879" y="2340152"/>
                </a:lnTo>
                <a:lnTo>
                  <a:pt x="7000553" y="2313673"/>
                </a:lnTo>
                <a:lnTo>
                  <a:pt x="7034469" y="2283499"/>
                </a:lnTo>
                <a:lnTo>
                  <a:pt x="7064237" y="2249976"/>
                </a:lnTo>
                <a:lnTo>
                  <a:pt x="7089466" y="2213448"/>
                </a:lnTo>
                <a:lnTo>
                  <a:pt x="7109768" y="2174262"/>
                </a:lnTo>
                <a:lnTo>
                  <a:pt x="7124752" y="2132762"/>
                </a:lnTo>
                <a:lnTo>
                  <a:pt x="7134028" y="2089295"/>
                </a:lnTo>
                <a:lnTo>
                  <a:pt x="7137206" y="2044204"/>
                </a:lnTo>
                <a:lnTo>
                  <a:pt x="7137206" y="360688"/>
                </a:lnTo>
                <a:lnTo>
                  <a:pt x="7134028" y="315601"/>
                </a:lnTo>
                <a:lnTo>
                  <a:pt x="7124752" y="272140"/>
                </a:lnTo>
                <a:lnTo>
                  <a:pt x="7109768" y="230651"/>
                </a:lnTo>
                <a:lnTo>
                  <a:pt x="7089466" y="191478"/>
                </a:lnTo>
                <a:lnTo>
                  <a:pt x="7064237" y="154966"/>
                </a:lnTo>
                <a:lnTo>
                  <a:pt x="7034469" y="121460"/>
                </a:lnTo>
                <a:lnTo>
                  <a:pt x="7000553" y="91303"/>
                </a:lnTo>
                <a:lnTo>
                  <a:pt x="6962879" y="64840"/>
                </a:lnTo>
                <a:lnTo>
                  <a:pt x="6921836" y="42416"/>
                </a:lnTo>
                <a:lnTo>
                  <a:pt x="6877814" y="24376"/>
                </a:lnTo>
                <a:lnTo>
                  <a:pt x="6831203" y="11063"/>
                </a:lnTo>
                <a:lnTo>
                  <a:pt x="6782393" y="2823"/>
                </a:lnTo>
                <a:lnTo>
                  <a:pt x="6731774" y="0"/>
                </a:lnTo>
                <a:close/>
              </a:path>
            </a:pathLst>
          </a:custGeom>
          <a:solidFill>
            <a:srgbClr val="FA6E89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245442" y="3695925"/>
            <a:ext cx="666369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250" spc="-10">
                <a:solidFill>
                  <a:srgbClr val="FFFFFF"/>
                </a:solidFill>
                <a:latin typeface="Arial"/>
                <a:cs typeface="Arial"/>
              </a:rPr>
              <a:t>Asynchronous</a:t>
            </a:r>
            <a:endParaRPr sz="825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0405341" y="5271687"/>
            <a:ext cx="4191000" cy="2095500"/>
          </a:xfrm>
          <a:custGeom>
            <a:avLst/>
            <a:gdLst/>
            <a:ahLst/>
            <a:cxnLst/>
            <a:rect l="l" t="t" r="r" b="b"/>
            <a:pathLst>
              <a:path w="4191000" h="2095500">
                <a:moveTo>
                  <a:pt x="960326" y="1575695"/>
                </a:moveTo>
                <a:lnTo>
                  <a:pt x="734309" y="1575695"/>
                </a:lnTo>
                <a:lnTo>
                  <a:pt x="751348" y="1621017"/>
                </a:lnTo>
                <a:lnTo>
                  <a:pt x="770292" y="1665380"/>
                </a:lnTo>
                <a:lnTo>
                  <a:pt x="791193" y="1708962"/>
                </a:lnTo>
                <a:lnTo>
                  <a:pt x="814108" y="1751940"/>
                </a:lnTo>
                <a:lnTo>
                  <a:pt x="839088" y="1794490"/>
                </a:lnTo>
                <a:lnTo>
                  <a:pt x="866189" y="1836791"/>
                </a:lnTo>
                <a:lnTo>
                  <a:pt x="895465" y="1879019"/>
                </a:lnTo>
                <a:lnTo>
                  <a:pt x="926969" y="1921351"/>
                </a:lnTo>
                <a:lnTo>
                  <a:pt x="960756" y="1963965"/>
                </a:lnTo>
                <a:lnTo>
                  <a:pt x="996879" y="2007038"/>
                </a:lnTo>
                <a:lnTo>
                  <a:pt x="1035393" y="2050746"/>
                </a:lnTo>
                <a:lnTo>
                  <a:pt x="1076351" y="2095268"/>
                </a:lnTo>
                <a:lnTo>
                  <a:pt x="1055619" y="2051045"/>
                </a:lnTo>
                <a:lnTo>
                  <a:pt x="1037006" y="2005563"/>
                </a:lnTo>
                <a:lnTo>
                  <a:pt x="1020483" y="1959043"/>
                </a:lnTo>
                <a:lnTo>
                  <a:pt x="1006024" y="1911701"/>
                </a:lnTo>
                <a:lnTo>
                  <a:pt x="993603" y="1863758"/>
                </a:lnTo>
                <a:lnTo>
                  <a:pt x="983191" y="1815430"/>
                </a:lnTo>
                <a:lnTo>
                  <a:pt x="974761" y="1766938"/>
                </a:lnTo>
                <a:lnTo>
                  <a:pt x="968287" y="1718500"/>
                </a:lnTo>
                <a:lnTo>
                  <a:pt x="963741" y="1670334"/>
                </a:lnTo>
                <a:lnTo>
                  <a:pt x="961097" y="1622660"/>
                </a:lnTo>
                <a:lnTo>
                  <a:pt x="960326" y="1575695"/>
                </a:lnTo>
                <a:close/>
              </a:path>
              <a:path w="4191000" h="2095500">
                <a:moveTo>
                  <a:pt x="3952495" y="0"/>
                </a:moveTo>
                <a:lnTo>
                  <a:pt x="237846" y="0"/>
                </a:lnTo>
                <a:lnTo>
                  <a:pt x="190085" y="4822"/>
                </a:lnTo>
                <a:lnTo>
                  <a:pt x="145520" y="18643"/>
                </a:lnTo>
                <a:lnTo>
                  <a:pt x="105129" y="40495"/>
                </a:lnTo>
                <a:lnTo>
                  <a:pt x="69890" y="69408"/>
                </a:lnTo>
                <a:lnTo>
                  <a:pt x="40779" y="104415"/>
                </a:lnTo>
                <a:lnTo>
                  <a:pt x="18776" y="144547"/>
                </a:lnTo>
                <a:lnTo>
                  <a:pt x="4856" y="188835"/>
                </a:lnTo>
                <a:lnTo>
                  <a:pt x="0" y="236310"/>
                </a:lnTo>
                <a:lnTo>
                  <a:pt x="0" y="1339287"/>
                </a:lnTo>
                <a:lnTo>
                  <a:pt x="4856" y="1386766"/>
                </a:lnTo>
                <a:lnTo>
                  <a:pt x="18776" y="1431065"/>
                </a:lnTo>
                <a:lnTo>
                  <a:pt x="40779" y="1471212"/>
                </a:lnTo>
                <a:lnTo>
                  <a:pt x="69890" y="1506237"/>
                </a:lnTo>
                <a:lnTo>
                  <a:pt x="105129" y="1535169"/>
                </a:lnTo>
                <a:lnTo>
                  <a:pt x="145520" y="1557036"/>
                </a:lnTo>
                <a:lnTo>
                  <a:pt x="190085" y="1570868"/>
                </a:lnTo>
                <a:lnTo>
                  <a:pt x="237846" y="1575695"/>
                </a:lnTo>
                <a:lnTo>
                  <a:pt x="3952495" y="1575695"/>
                </a:lnTo>
                <a:lnTo>
                  <a:pt x="4000264" y="1570868"/>
                </a:lnTo>
                <a:lnTo>
                  <a:pt x="4044851" y="1557036"/>
                </a:lnTo>
                <a:lnTo>
                  <a:pt x="4085274" y="1535169"/>
                </a:lnTo>
                <a:lnTo>
                  <a:pt x="4120550" y="1506237"/>
                </a:lnTo>
                <a:lnTo>
                  <a:pt x="4149696" y="1471212"/>
                </a:lnTo>
                <a:lnTo>
                  <a:pt x="4171731" y="1431065"/>
                </a:lnTo>
                <a:lnTo>
                  <a:pt x="4185673" y="1386766"/>
                </a:lnTo>
                <a:lnTo>
                  <a:pt x="4190538" y="1339287"/>
                </a:lnTo>
                <a:lnTo>
                  <a:pt x="4190538" y="236310"/>
                </a:lnTo>
                <a:lnTo>
                  <a:pt x="4185673" y="188835"/>
                </a:lnTo>
                <a:lnTo>
                  <a:pt x="4171731" y="144547"/>
                </a:lnTo>
                <a:lnTo>
                  <a:pt x="4149696" y="104415"/>
                </a:lnTo>
                <a:lnTo>
                  <a:pt x="4120550" y="69408"/>
                </a:lnTo>
                <a:lnTo>
                  <a:pt x="4085274" y="40495"/>
                </a:lnTo>
                <a:lnTo>
                  <a:pt x="4044851" y="18643"/>
                </a:lnTo>
                <a:lnTo>
                  <a:pt x="4000264" y="4822"/>
                </a:lnTo>
                <a:lnTo>
                  <a:pt x="3952495" y="0"/>
                </a:lnTo>
                <a:close/>
              </a:path>
            </a:pathLst>
          </a:custGeom>
          <a:solidFill>
            <a:srgbClr val="FA6E89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0547452" y="5759764"/>
            <a:ext cx="3898900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0">
                <a:solidFill>
                  <a:srgbClr val="FFFFFF"/>
                </a:solidFill>
                <a:latin typeface="Arial"/>
                <a:cs typeface="Arial"/>
              </a:rPr>
              <a:t>Single-Threaded</a:t>
            </a:r>
            <a:endParaRPr sz="41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499989" y="970730"/>
            <a:ext cx="5544185" cy="6195695"/>
          </a:xfrm>
          <a:custGeom>
            <a:avLst/>
            <a:gdLst/>
            <a:ahLst/>
            <a:cxnLst/>
            <a:rect l="l" t="t" r="r" b="b"/>
            <a:pathLst>
              <a:path w="5544184" h="6195695">
                <a:moveTo>
                  <a:pt x="2482469" y="5226405"/>
                </a:moveTo>
                <a:lnTo>
                  <a:pt x="2474125" y="5178577"/>
                </a:lnTo>
                <a:lnTo>
                  <a:pt x="2451430" y="5139423"/>
                </a:lnTo>
                <a:lnTo>
                  <a:pt x="2417851" y="5112969"/>
                </a:lnTo>
                <a:lnTo>
                  <a:pt x="2376894" y="5103253"/>
                </a:lnTo>
                <a:lnTo>
                  <a:pt x="729386" y="5103253"/>
                </a:lnTo>
                <a:lnTo>
                  <a:pt x="688441" y="5112969"/>
                </a:lnTo>
                <a:lnTo>
                  <a:pt x="654900" y="5139423"/>
                </a:lnTo>
                <a:lnTo>
                  <a:pt x="632231" y="5178577"/>
                </a:lnTo>
                <a:lnTo>
                  <a:pt x="623900" y="5226405"/>
                </a:lnTo>
                <a:lnTo>
                  <a:pt x="623900" y="5801207"/>
                </a:lnTo>
                <a:lnTo>
                  <a:pt x="632231" y="5849036"/>
                </a:lnTo>
                <a:lnTo>
                  <a:pt x="654900" y="5888215"/>
                </a:lnTo>
                <a:lnTo>
                  <a:pt x="688441" y="5914682"/>
                </a:lnTo>
                <a:lnTo>
                  <a:pt x="729386" y="5924410"/>
                </a:lnTo>
                <a:lnTo>
                  <a:pt x="949579" y="5924410"/>
                </a:lnTo>
                <a:lnTo>
                  <a:pt x="965542" y="5971146"/>
                </a:lnTo>
                <a:lnTo>
                  <a:pt x="984973" y="6016256"/>
                </a:lnTo>
                <a:lnTo>
                  <a:pt x="1008075" y="6060478"/>
                </a:lnTo>
                <a:lnTo>
                  <a:pt x="1035024" y="6104547"/>
                </a:lnTo>
                <a:lnTo>
                  <a:pt x="1066038" y="6149200"/>
                </a:lnTo>
                <a:lnTo>
                  <a:pt x="1101280" y="6195187"/>
                </a:lnTo>
                <a:lnTo>
                  <a:pt x="1082294" y="6143625"/>
                </a:lnTo>
                <a:lnTo>
                  <a:pt x="1067777" y="6089561"/>
                </a:lnTo>
                <a:lnTo>
                  <a:pt x="1057617" y="6034189"/>
                </a:lnTo>
                <a:lnTo>
                  <a:pt x="1051674" y="5978741"/>
                </a:lnTo>
                <a:lnTo>
                  <a:pt x="1049820" y="5924410"/>
                </a:lnTo>
                <a:lnTo>
                  <a:pt x="2376894" y="5924410"/>
                </a:lnTo>
                <a:lnTo>
                  <a:pt x="2417851" y="5914682"/>
                </a:lnTo>
                <a:lnTo>
                  <a:pt x="2451430" y="5888215"/>
                </a:lnTo>
                <a:lnTo>
                  <a:pt x="2474125" y="5849036"/>
                </a:lnTo>
                <a:lnTo>
                  <a:pt x="2482469" y="5801207"/>
                </a:lnTo>
                <a:lnTo>
                  <a:pt x="2482469" y="5226405"/>
                </a:lnTo>
                <a:close/>
              </a:path>
              <a:path w="5544184" h="6195695">
                <a:moveTo>
                  <a:pt x="5543562" y="290207"/>
                </a:moveTo>
                <a:lnTo>
                  <a:pt x="5539422" y="243281"/>
                </a:lnTo>
                <a:lnTo>
                  <a:pt x="5527421" y="198716"/>
                </a:lnTo>
                <a:lnTo>
                  <a:pt x="5508244" y="157124"/>
                </a:lnTo>
                <a:lnTo>
                  <a:pt x="5482539" y="119087"/>
                </a:lnTo>
                <a:lnTo>
                  <a:pt x="5450979" y="85242"/>
                </a:lnTo>
                <a:lnTo>
                  <a:pt x="5414238" y="56172"/>
                </a:lnTo>
                <a:lnTo>
                  <a:pt x="5372963" y="32512"/>
                </a:lnTo>
                <a:lnTo>
                  <a:pt x="5327840" y="14859"/>
                </a:lnTo>
                <a:lnTo>
                  <a:pt x="5279517" y="3822"/>
                </a:lnTo>
                <a:lnTo>
                  <a:pt x="5228653" y="0"/>
                </a:lnTo>
                <a:lnTo>
                  <a:pt x="314655" y="0"/>
                </a:lnTo>
                <a:lnTo>
                  <a:pt x="263804" y="3822"/>
                </a:lnTo>
                <a:lnTo>
                  <a:pt x="215506" y="14859"/>
                </a:lnTo>
                <a:lnTo>
                  <a:pt x="170408" y="32512"/>
                </a:lnTo>
                <a:lnTo>
                  <a:pt x="129171" y="56172"/>
                </a:lnTo>
                <a:lnTo>
                  <a:pt x="92456" y="85242"/>
                </a:lnTo>
                <a:lnTo>
                  <a:pt x="60947" y="119087"/>
                </a:lnTo>
                <a:lnTo>
                  <a:pt x="35280" y="157124"/>
                </a:lnTo>
                <a:lnTo>
                  <a:pt x="16116" y="198716"/>
                </a:lnTo>
                <a:lnTo>
                  <a:pt x="4140" y="243281"/>
                </a:lnTo>
                <a:lnTo>
                  <a:pt x="0" y="290207"/>
                </a:lnTo>
                <a:lnTo>
                  <a:pt x="0" y="1644700"/>
                </a:lnTo>
                <a:lnTo>
                  <a:pt x="4140" y="1691627"/>
                </a:lnTo>
                <a:lnTo>
                  <a:pt x="16116" y="1736191"/>
                </a:lnTo>
                <a:lnTo>
                  <a:pt x="35280" y="1777809"/>
                </a:lnTo>
                <a:lnTo>
                  <a:pt x="60947" y="1815858"/>
                </a:lnTo>
                <a:lnTo>
                  <a:pt x="92456" y="1849729"/>
                </a:lnTo>
                <a:lnTo>
                  <a:pt x="129171" y="1878799"/>
                </a:lnTo>
                <a:lnTo>
                  <a:pt x="170408" y="1902485"/>
                </a:lnTo>
                <a:lnTo>
                  <a:pt x="215506" y="1920151"/>
                </a:lnTo>
                <a:lnTo>
                  <a:pt x="263804" y="1931200"/>
                </a:lnTo>
                <a:lnTo>
                  <a:pt x="314655" y="1935022"/>
                </a:lnTo>
                <a:lnTo>
                  <a:pt x="971410" y="1935022"/>
                </a:lnTo>
                <a:lnTo>
                  <a:pt x="988085" y="1976882"/>
                </a:lnTo>
                <a:lnTo>
                  <a:pt x="1006157" y="2018055"/>
                </a:lnTo>
                <a:lnTo>
                  <a:pt x="1025677" y="2058619"/>
                </a:lnTo>
                <a:lnTo>
                  <a:pt x="1046657" y="2098675"/>
                </a:lnTo>
                <a:lnTo>
                  <a:pt x="1069136" y="2138324"/>
                </a:lnTo>
                <a:lnTo>
                  <a:pt x="1093139" y="2177643"/>
                </a:lnTo>
                <a:lnTo>
                  <a:pt x="1118717" y="2216721"/>
                </a:lnTo>
                <a:lnTo>
                  <a:pt x="1145870" y="2255659"/>
                </a:lnTo>
                <a:lnTo>
                  <a:pt x="1174635" y="2294547"/>
                </a:lnTo>
                <a:lnTo>
                  <a:pt x="1205064" y="2333485"/>
                </a:lnTo>
                <a:lnTo>
                  <a:pt x="1237157" y="2372550"/>
                </a:lnTo>
                <a:lnTo>
                  <a:pt x="1270965" y="2411831"/>
                </a:lnTo>
                <a:lnTo>
                  <a:pt x="1306512" y="2451443"/>
                </a:lnTo>
                <a:lnTo>
                  <a:pt x="1343825" y="2491460"/>
                </a:lnTo>
                <a:lnTo>
                  <a:pt x="1382941" y="2531973"/>
                </a:lnTo>
                <a:lnTo>
                  <a:pt x="1423873" y="2573083"/>
                </a:lnTo>
                <a:lnTo>
                  <a:pt x="1400492" y="2527236"/>
                </a:lnTo>
                <a:lnTo>
                  <a:pt x="1379105" y="2480259"/>
                </a:lnTo>
                <a:lnTo>
                  <a:pt x="1359725" y="2432304"/>
                </a:lnTo>
                <a:lnTo>
                  <a:pt x="1342301" y="2383536"/>
                </a:lnTo>
                <a:lnTo>
                  <a:pt x="1326819" y="2334120"/>
                </a:lnTo>
                <a:lnTo>
                  <a:pt x="1313268" y="2284222"/>
                </a:lnTo>
                <a:lnTo>
                  <a:pt x="1301610" y="2234006"/>
                </a:lnTo>
                <a:lnTo>
                  <a:pt x="1291831" y="2183625"/>
                </a:lnTo>
                <a:lnTo>
                  <a:pt x="1283919" y="2133244"/>
                </a:lnTo>
                <a:lnTo>
                  <a:pt x="1277835" y="2083041"/>
                </a:lnTo>
                <a:lnTo>
                  <a:pt x="1273581" y="2033155"/>
                </a:lnTo>
                <a:lnTo>
                  <a:pt x="1271104" y="1983765"/>
                </a:lnTo>
                <a:lnTo>
                  <a:pt x="1270406" y="1935022"/>
                </a:lnTo>
                <a:lnTo>
                  <a:pt x="5228653" y="1935022"/>
                </a:lnTo>
                <a:lnTo>
                  <a:pt x="5279517" y="1931200"/>
                </a:lnTo>
                <a:lnTo>
                  <a:pt x="5327840" y="1920151"/>
                </a:lnTo>
                <a:lnTo>
                  <a:pt x="5372963" y="1902485"/>
                </a:lnTo>
                <a:lnTo>
                  <a:pt x="5414238" y="1878799"/>
                </a:lnTo>
                <a:lnTo>
                  <a:pt x="5450979" y="1849729"/>
                </a:lnTo>
                <a:lnTo>
                  <a:pt x="5482539" y="1815858"/>
                </a:lnTo>
                <a:lnTo>
                  <a:pt x="5508244" y="1777809"/>
                </a:lnTo>
                <a:lnTo>
                  <a:pt x="5527421" y="1736191"/>
                </a:lnTo>
                <a:lnTo>
                  <a:pt x="5539422" y="1691627"/>
                </a:lnTo>
                <a:lnTo>
                  <a:pt x="5543562" y="1644700"/>
                </a:lnTo>
                <a:lnTo>
                  <a:pt x="5543562" y="290207"/>
                </a:lnTo>
                <a:close/>
              </a:path>
            </a:pathLst>
          </a:custGeom>
          <a:solidFill>
            <a:srgbClr val="FA6E89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889246" y="8399802"/>
            <a:ext cx="216598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>
                <a:solidFill>
                  <a:srgbClr val="FFFFFF"/>
                </a:solidFill>
                <a:latin typeface="Arial"/>
                <a:cs typeface="Arial"/>
              </a:rPr>
              <a:t>Non-</a:t>
            </a:r>
            <a:r>
              <a:rPr dirty="0" sz="2850" spc="-10">
                <a:solidFill>
                  <a:srgbClr val="FFFFFF"/>
                </a:solidFill>
                <a:latin typeface="Arial"/>
                <a:cs typeface="Arial"/>
              </a:rPr>
              <a:t>blocking</a:t>
            </a:r>
            <a:endParaRPr sz="285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2161942" y="1160740"/>
            <a:ext cx="6871334" cy="3198495"/>
          </a:xfrm>
          <a:custGeom>
            <a:avLst/>
            <a:gdLst/>
            <a:ahLst/>
            <a:cxnLst/>
            <a:rect l="l" t="t" r="r" b="b"/>
            <a:pathLst>
              <a:path w="6871334" h="3198495">
                <a:moveTo>
                  <a:pt x="1574667" y="2405043"/>
                </a:moveTo>
                <a:lnTo>
                  <a:pt x="1204066" y="2405043"/>
                </a:lnTo>
                <a:lnTo>
                  <a:pt x="1221351" y="2448918"/>
                </a:lnTo>
                <a:lnTo>
                  <a:pt x="1239869" y="2492170"/>
                </a:lnTo>
                <a:lnTo>
                  <a:pt x="1259642" y="2534866"/>
                </a:lnTo>
                <a:lnTo>
                  <a:pt x="1280693" y="2577076"/>
                </a:lnTo>
                <a:lnTo>
                  <a:pt x="1303043" y="2618866"/>
                </a:lnTo>
                <a:lnTo>
                  <a:pt x="1326716" y="2660305"/>
                </a:lnTo>
                <a:lnTo>
                  <a:pt x="1351733" y="2701462"/>
                </a:lnTo>
                <a:lnTo>
                  <a:pt x="1378117" y="2742404"/>
                </a:lnTo>
                <a:lnTo>
                  <a:pt x="1405889" y="2783200"/>
                </a:lnTo>
                <a:lnTo>
                  <a:pt x="1435073" y="2823917"/>
                </a:lnTo>
                <a:lnTo>
                  <a:pt x="1465690" y="2864624"/>
                </a:lnTo>
                <a:lnTo>
                  <a:pt x="1497762" y="2905389"/>
                </a:lnTo>
                <a:lnTo>
                  <a:pt x="1531313" y="2946280"/>
                </a:lnTo>
                <a:lnTo>
                  <a:pt x="1566363" y="2987365"/>
                </a:lnTo>
                <a:lnTo>
                  <a:pt x="1602936" y="3028712"/>
                </a:lnTo>
                <a:lnTo>
                  <a:pt x="1641054" y="3070390"/>
                </a:lnTo>
                <a:lnTo>
                  <a:pt x="1680738" y="3112466"/>
                </a:lnTo>
                <a:lnTo>
                  <a:pt x="1722012" y="3155009"/>
                </a:lnTo>
                <a:lnTo>
                  <a:pt x="1764896" y="3198087"/>
                </a:lnTo>
                <a:lnTo>
                  <a:pt x="1741152" y="3151903"/>
                </a:lnTo>
                <a:lnTo>
                  <a:pt x="1719055" y="3104762"/>
                </a:lnTo>
                <a:lnTo>
                  <a:pt x="1698592" y="3056773"/>
                </a:lnTo>
                <a:lnTo>
                  <a:pt x="1679748" y="3008044"/>
                </a:lnTo>
                <a:lnTo>
                  <a:pt x="1662510" y="2958683"/>
                </a:lnTo>
                <a:lnTo>
                  <a:pt x="1646861" y="2908799"/>
                </a:lnTo>
                <a:lnTo>
                  <a:pt x="1632788" y="2858500"/>
                </a:lnTo>
                <a:lnTo>
                  <a:pt x="1620277" y="2807895"/>
                </a:lnTo>
                <a:lnTo>
                  <a:pt x="1609313" y="2757092"/>
                </a:lnTo>
                <a:lnTo>
                  <a:pt x="1599881" y="2706200"/>
                </a:lnTo>
                <a:lnTo>
                  <a:pt x="1591968" y="2655327"/>
                </a:lnTo>
                <a:lnTo>
                  <a:pt x="1585558" y="2604581"/>
                </a:lnTo>
                <a:lnTo>
                  <a:pt x="1580637" y="2554071"/>
                </a:lnTo>
                <a:lnTo>
                  <a:pt x="1577192" y="2503906"/>
                </a:lnTo>
                <a:lnTo>
                  <a:pt x="1575206" y="2454194"/>
                </a:lnTo>
                <a:lnTo>
                  <a:pt x="1574667" y="2405043"/>
                </a:lnTo>
                <a:close/>
              </a:path>
              <a:path w="6871334" h="3198495">
                <a:moveTo>
                  <a:pt x="6480968" y="0"/>
                </a:moveTo>
                <a:lnTo>
                  <a:pt x="390002" y="0"/>
                </a:lnTo>
                <a:lnTo>
                  <a:pt x="341275" y="2823"/>
                </a:lnTo>
                <a:lnTo>
                  <a:pt x="294299" y="11063"/>
                </a:lnTo>
                <a:lnTo>
                  <a:pt x="249448" y="24376"/>
                </a:lnTo>
                <a:lnTo>
                  <a:pt x="207095" y="42416"/>
                </a:lnTo>
                <a:lnTo>
                  <a:pt x="167615" y="64840"/>
                </a:lnTo>
                <a:lnTo>
                  <a:pt x="131381" y="91303"/>
                </a:lnTo>
                <a:lnTo>
                  <a:pt x="98766" y="121460"/>
                </a:lnTo>
                <a:lnTo>
                  <a:pt x="70144" y="154967"/>
                </a:lnTo>
                <a:lnTo>
                  <a:pt x="45888" y="191479"/>
                </a:lnTo>
                <a:lnTo>
                  <a:pt x="26372" y="230652"/>
                </a:lnTo>
                <a:lnTo>
                  <a:pt x="11970" y="272141"/>
                </a:lnTo>
                <a:lnTo>
                  <a:pt x="3054" y="315602"/>
                </a:lnTo>
                <a:lnTo>
                  <a:pt x="0" y="360689"/>
                </a:lnTo>
                <a:lnTo>
                  <a:pt x="0" y="2044205"/>
                </a:lnTo>
                <a:lnTo>
                  <a:pt x="3054" y="2089296"/>
                </a:lnTo>
                <a:lnTo>
                  <a:pt x="11970" y="2132763"/>
                </a:lnTo>
                <a:lnTo>
                  <a:pt x="26372" y="2174263"/>
                </a:lnTo>
                <a:lnTo>
                  <a:pt x="45888" y="2213449"/>
                </a:lnTo>
                <a:lnTo>
                  <a:pt x="70144" y="2249977"/>
                </a:lnTo>
                <a:lnTo>
                  <a:pt x="98766" y="2283500"/>
                </a:lnTo>
                <a:lnTo>
                  <a:pt x="131381" y="2313674"/>
                </a:lnTo>
                <a:lnTo>
                  <a:pt x="167615" y="2340154"/>
                </a:lnTo>
                <a:lnTo>
                  <a:pt x="207095" y="2362593"/>
                </a:lnTo>
                <a:lnTo>
                  <a:pt x="249448" y="2380647"/>
                </a:lnTo>
                <a:lnTo>
                  <a:pt x="294299" y="2393970"/>
                </a:lnTo>
                <a:lnTo>
                  <a:pt x="341275" y="2402217"/>
                </a:lnTo>
                <a:lnTo>
                  <a:pt x="390002" y="2405043"/>
                </a:lnTo>
                <a:lnTo>
                  <a:pt x="6480968" y="2405043"/>
                </a:lnTo>
                <a:lnTo>
                  <a:pt x="6529701" y="2402217"/>
                </a:lnTo>
                <a:lnTo>
                  <a:pt x="6576693" y="2393970"/>
                </a:lnTo>
                <a:lnTo>
                  <a:pt x="6621567" y="2380647"/>
                </a:lnTo>
                <a:lnTo>
                  <a:pt x="6663949" y="2362593"/>
                </a:lnTo>
                <a:lnTo>
                  <a:pt x="6703463" y="2340154"/>
                </a:lnTo>
                <a:lnTo>
                  <a:pt x="6739733" y="2313674"/>
                </a:lnTo>
                <a:lnTo>
                  <a:pt x="6772386" y="2283500"/>
                </a:lnTo>
                <a:lnTo>
                  <a:pt x="6801045" y="2249977"/>
                </a:lnTo>
                <a:lnTo>
                  <a:pt x="6825334" y="2213449"/>
                </a:lnTo>
                <a:lnTo>
                  <a:pt x="6844879" y="2174263"/>
                </a:lnTo>
                <a:lnTo>
                  <a:pt x="6859305" y="2132763"/>
                </a:lnTo>
                <a:lnTo>
                  <a:pt x="6868236" y="2089296"/>
                </a:lnTo>
                <a:lnTo>
                  <a:pt x="6871296" y="2044205"/>
                </a:lnTo>
                <a:lnTo>
                  <a:pt x="6871296" y="360689"/>
                </a:lnTo>
                <a:lnTo>
                  <a:pt x="6868236" y="315602"/>
                </a:lnTo>
                <a:lnTo>
                  <a:pt x="6859305" y="272141"/>
                </a:lnTo>
                <a:lnTo>
                  <a:pt x="6844879" y="230652"/>
                </a:lnTo>
                <a:lnTo>
                  <a:pt x="6825334" y="191479"/>
                </a:lnTo>
                <a:lnTo>
                  <a:pt x="6801045" y="154967"/>
                </a:lnTo>
                <a:lnTo>
                  <a:pt x="6772386" y="121460"/>
                </a:lnTo>
                <a:lnTo>
                  <a:pt x="6739733" y="91303"/>
                </a:lnTo>
                <a:lnTo>
                  <a:pt x="6703463" y="64840"/>
                </a:lnTo>
                <a:lnTo>
                  <a:pt x="6663949" y="42416"/>
                </a:lnTo>
                <a:lnTo>
                  <a:pt x="6621567" y="24376"/>
                </a:lnTo>
                <a:lnTo>
                  <a:pt x="6576693" y="11063"/>
                </a:lnTo>
                <a:lnTo>
                  <a:pt x="6529701" y="2823"/>
                </a:lnTo>
                <a:lnTo>
                  <a:pt x="6480968" y="0"/>
                </a:lnTo>
                <a:close/>
              </a:path>
            </a:pathLst>
          </a:custGeom>
          <a:solidFill>
            <a:srgbClr val="FA6E89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475099" y="1453987"/>
            <a:ext cx="6244590" cy="15341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900" spc="-10"/>
              <a:t>Concurrent</a:t>
            </a:r>
            <a:endParaRPr sz="9900"/>
          </a:p>
        </p:txBody>
      </p:sp>
      <p:sp>
        <p:nvSpPr>
          <p:cNvPr id="11" name="object 11" descr=""/>
          <p:cNvSpPr txBox="1"/>
          <p:nvPr/>
        </p:nvSpPr>
        <p:spPr>
          <a:xfrm>
            <a:off x="6493108" y="1338748"/>
            <a:ext cx="3562985" cy="968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150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r>
              <a:rPr dirty="0" sz="61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150" spc="-10">
                <a:solidFill>
                  <a:srgbClr val="FFFFFF"/>
                </a:solidFill>
                <a:latin typeface="Arial"/>
                <a:cs typeface="Arial"/>
              </a:rPr>
              <a:t>Stack</a:t>
            </a:r>
            <a:endParaRPr sz="61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132964" y="8225322"/>
            <a:ext cx="5544185" cy="2573655"/>
          </a:xfrm>
          <a:custGeom>
            <a:avLst/>
            <a:gdLst/>
            <a:ahLst/>
            <a:cxnLst/>
            <a:rect l="l" t="t" r="r" b="b"/>
            <a:pathLst>
              <a:path w="5544184" h="2573654">
                <a:moveTo>
                  <a:pt x="1270399" y="1935020"/>
                </a:moveTo>
                <a:lnTo>
                  <a:pt x="971406" y="1935020"/>
                </a:lnTo>
                <a:lnTo>
                  <a:pt x="988076" y="1976881"/>
                </a:lnTo>
                <a:lnTo>
                  <a:pt x="1006153" y="2018050"/>
                </a:lnTo>
                <a:lnTo>
                  <a:pt x="1025669" y="2058618"/>
                </a:lnTo>
                <a:lnTo>
                  <a:pt x="1046652" y="2098677"/>
                </a:lnTo>
                <a:lnTo>
                  <a:pt x="1069132" y="2138319"/>
                </a:lnTo>
                <a:lnTo>
                  <a:pt x="1093141" y="2177635"/>
                </a:lnTo>
                <a:lnTo>
                  <a:pt x="1118707" y="2216716"/>
                </a:lnTo>
                <a:lnTo>
                  <a:pt x="1145862" y="2255656"/>
                </a:lnTo>
                <a:lnTo>
                  <a:pt x="1174634" y="2294546"/>
                </a:lnTo>
                <a:lnTo>
                  <a:pt x="1205055" y="2333477"/>
                </a:lnTo>
                <a:lnTo>
                  <a:pt x="1237153" y="2372542"/>
                </a:lnTo>
                <a:lnTo>
                  <a:pt x="1270961" y="2411831"/>
                </a:lnTo>
                <a:lnTo>
                  <a:pt x="1306506" y="2451438"/>
                </a:lnTo>
                <a:lnTo>
                  <a:pt x="1343820" y="2491453"/>
                </a:lnTo>
                <a:lnTo>
                  <a:pt x="1382933" y="2531969"/>
                </a:lnTo>
                <a:lnTo>
                  <a:pt x="1423874" y="2573077"/>
                </a:lnTo>
                <a:lnTo>
                  <a:pt x="1400485" y="2527231"/>
                </a:lnTo>
                <a:lnTo>
                  <a:pt x="1379106" y="2480250"/>
                </a:lnTo>
                <a:lnTo>
                  <a:pt x="1359716" y="2432296"/>
                </a:lnTo>
                <a:lnTo>
                  <a:pt x="1342292" y="2383531"/>
                </a:lnTo>
                <a:lnTo>
                  <a:pt x="1326814" y="2334118"/>
                </a:lnTo>
                <a:lnTo>
                  <a:pt x="1313259" y="2284221"/>
                </a:lnTo>
                <a:lnTo>
                  <a:pt x="1301605" y="2234001"/>
                </a:lnTo>
                <a:lnTo>
                  <a:pt x="1291832" y="2183621"/>
                </a:lnTo>
                <a:lnTo>
                  <a:pt x="1283916" y="2133244"/>
                </a:lnTo>
                <a:lnTo>
                  <a:pt x="1277837" y="2083033"/>
                </a:lnTo>
                <a:lnTo>
                  <a:pt x="1273572" y="2033150"/>
                </a:lnTo>
                <a:lnTo>
                  <a:pt x="1271100" y="1983758"/>
                </a:lnTo>
                <a:lnTo>
                  <a:pt x="1270399" y="1935020"/>
                </a:lnTo>
                <a:close/>
              </a:path>
              <a:path w="5544184" h="2573654">
                <a:moveTo>
                  <a:pt x="5228657" y="0"/>
                </a:moveTo>
                <a:lnTo>
                  <a:pt x="314648" y="0"/>
                </a:lnTo>
                <a:lnTo>
                  <a:pt x="263804" y="3815"/>
                </a:lnTo>
                <a:lnTo>
                  <a:pt x="215501" y="14855"/>
                </a:lnTo>
                <a:lnTo>
                  <a:pt x="170400" y="32512"/>
                </a:lnTo>
                <a:lnTo>
                  <a:pt x="129165" y="56175"/>
                </a:lnTo>
                <a:lnTo>
                  <a:pt x="92457" y="85237"/>
                </a:lnTo>
                <a:lnTo>
                  <a:pt x="60938" y="119087"/>
                </a:lnTo>
                <a:lnTo>
                  <a:pt x="35271" y="157117"/>
                </a:lnTo>
                <a:lnTo>
                  <a:pt x="16117" y="198719"/>
                </a:lnTo>
                <a:lnTo>
                  <a:pt x="4139" y="243283"/>
                </a:lnTo>
                <a:lnTo>
                  <a:pt x="0" y="290199"/>
                </a:lnTo>
                <a:lnTo>
                  <a:pt x="0" y="1644701"/>
                </a:lnTo>
                <a:lnTo>
                  <a:pt x="4139" y="1691621"/>
                </a:lnTo>
                <a:lnTo>
                  <a:pt x="16117" y="1736194"/>
                </a:lnTo>
                <a:lnTo>
                  <a:pt x="35271" y="1777808"/>
                </a:lnTo>
                <a:lnTo>
                  <a:pt x="60938" y="1815855"/>
                </a:lnTo>
                <a:lnTo>
                  <a:pt x="92457" y="1849723"/>
                </a:lnTo>
                <a:lnTo>
                  <a:pt x="129165" y="1878802"/>
                </a:lnTo>
                <a:lnTo>
                  <a:pt x="170400" y="1902482"/>
                </a:lnTo>
                <a:lnTo>
                  <a:pt x="215501" y="1920151"/>
                </a:lnTo>
                <a:lnTo>
                  <a:pt x="263804" y="1931201"/>
                </a:lnTo>
                <a:lnTo>
                  <a:pt x="314648" y="1935020"/>
                </a:lnTo>
                <a:lnTo>
                  <a:pt x="5228657" y="1935020"/>
                </a:lnTo>
                <a:lnTo>
                  <a:pt x="5279507" y="1931201"/>
                </a:lnTo>
                <a:lnTo>
                  <a:pt x="5327830" y="1920151"/>
                </a:lnTo>
                <a:lnTo>
                  <a:pt x="5372959" y="1902482"/>
                </a:lnTo>
                <a:lnTo>
                  <a:pt x="5414230" y="1878802"/>
                </a:lnTo>
                <a:lnTo>
                  <a:pt x="5450977" y="1849723"/>
                </a:lnTo>
                <a:lnTo>
                  <a:pt x="5482534" y="1815855"/>
                </a:lnTo>
                <a:lnTo>
                  <a:pt x="5508237" y="1777808"/>
                </a:lnTo>
                <a:lnTo>
                  <a:pt x="5527420" y="1736194"/>
                </a:lnTo>
                <a:lnTo>
                  <a:pt x="5539418" y="1691621"/>
                </a:lnTo>
                <a:lnTo>
                  <a:pt x="5543565" y="1644701"/>
                </a:lnTo>
                <a:lnTo>
                  <a:pt x="5543565" y="290199"/>
                </a:lnTo>
                <a:lnTo>
                  <a:pt x="5539418" y="243283"/>
                </a:lnTo>
                <a:lnTo>
                  <a:pt x="5527420" y="198719"/>
                </a:lnTo>
                <a:lnTo>
                  <a:pt x="5508237" y="157117"/>
                </a:lnTo>
                <a:lnTo>
                  <a:pt x="5482534" y="119087"/>
                </a:lnTo>
                <a:lnTo>
                  <a:pt x="5450977" y="85237"/>
                </a:lnTo>
                <a:lnTo>
                  <a:pt x="5414230" y="56175"/>
                </a:lnTo>
                <a:lnTo>
                  <a:pt x="5372959" y="32512"/>
                </a:lnTo>
                <a:lnTo>
                  <a:pt x="5327830" y="14855"/>
                </a:lnTo>
                <a:lnTo>
                  <a:pt x="5279507" y="3815"/>
                </a:lnTo>
                <a:lnTo>
                  <a:pt x="5228657" y="0"/>
                </a:lnTo>
                <a:close/>
              </a:path>
            </a:pathLst>
          </a:custGeom>
          <a:solidFill>
            <a:srgbClr val="FA6E89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708363" y="8672187"/>
            <a:ext cx="4394200" cy="968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15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dirty="0" sz="6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150" spc="-1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endParaRPr sz="61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44540" y="6273105"/>
            <a:ext cx="47434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25">
                <a:solidFill>
                  <a:srgbClr val="FFFFFF"/>
                </a:solidFill>
                <a:latin typeface="Arial"/>
                <a:cs typeface="Arial"/>
              </a:rPr>
              <a:t>V8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80340" rIns="0" bIns="0" rtlCol="0" vert="horz">
            <a:spAutoFit/>
          </a:bodyPr>
          <a:lstStyle/>
          <a:p>
            <a:pPr marL="1950720" marR="5080" indent="-1938655">
              <a:lnSpc>
                <a:spcPts val="8660"/>
              </a:lnSpc>
              <a:spcBef>
                <a:spcPts val="1420"/>
              </a:spcBef>
            </a:pPr>
            <a:r>
              <a:rPr dirty="0" sz="8250" spc="180"/>
              <a:t>Javascript</a:t>
            </a:r>
            <a:r>
              <a:rPr dirty="0" sz="8250" spc="505"/>
              <a:t> </a:t>
            </a:r>
            <a:r>
              <a:rPr dirty="0" sz="8250" spc="190"/>
              <a:t>under </a:t>
            </a:r>
            <a:r>
              <a:rPr dirty="0" sz="8250" spc="160"/>
              <a:t>the</a:t>
            </a:r>
            <a:r>
              <a:rPr dirty="0" sz="8250" spc="490"/>
              <a:t> </a:t>
            </a:r>
            <a:r>
              <a:rPr dirty="0" sz="8250" spc="220"/>
              <a:t>hood</a:t>
            </a:r>
            <a:endParaRPr sz="8250"/>
          </a:p>
        </p:txBody>
      </p:sp>
      <p:sp>
        <p:nvSpPr>
          <p:cNvPr id="3" name="object 3" descr=""/>
          <p:cNvSpPr txBox="1"/>
          <p:nvPr/>
        </p:nvSpPr>
        <p:spPr>
          <a:xfrm>
            <a:off x="8504566" y="6723588"/>
            <a:ext cx="8686800" cy="4279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579370" algn="l"/>
                <a:tab pos="3562985" algn="l"/>
                <a:tab pos="5753735" algn="l"/>
                <a:tab pos="6807834" algn="l"/>
              </a:tabLst>
            </a:pPr>
            <a:r>
              <a:rPr dirty="0" sz="2600" spc="-10" b="1">
                <a:solidFill>
                  <a:srgbClr val="FFFFFF"/>
                </a:solidFill>
                <a:latin typeface="Lato"/>
                <a:cs typeface="Lato"/>
              </a:rPr>
              <a:t>Performance</a:t>
            </a:r>
            <a:r>
              <a:rPr dirty="0" sz="2600" b="1">
                <a:solidFill>
                  <a:srgbClr val="FFFFFF"/>
                </a:solidFill>
                <a:latin typeface="Lato"/>
                <a:cs typeface="Lato"/>
              </a:rPr>
              <a:t>	</a:t>
            </a:r>
            <a:r>
              <a:rPr dirty="0" sz="2600" spc="-50" b="1">
                <a:solidFill>
                  <a:srgbClr val="FFFFFF"/>
                </a:solidFill>
                <a:latin typeface="Lato"/>
                <a:cs typeface="Lato"/>
              </a:rPr>
              <a:t>|</a:t>
            </a:r>
            <a:r>
              <a:rPr dirty="0" sz="2600" b="1">
                <a:solidFill>
                  <a:srgbClr val="FFFFFF"/>
                </a:solidFill>
                <a:latin typeface="Lato"/>
                <a:cs typeface="Lato"/>
              </a:rPr>
              <a:t>	</a:t>
            </a:r>
            <a:r>
              <a:rPr dirty="0" sz="2600" spc="-10" b="1">
                <a:solidFill>
                  <a:srgbClr val="FFFFFF"/>
                </a:solidFill>
                <a:latin typeface="Lato"/>
                <a:cs typeface="Lato"/>
              </a:rPr>
              <a:t>Efficiency</a:t>
            </a:r>
            <a:r>
              <a:rPr dirty="0" sz="2600" b="1">
                <a:solidFill>
                  <a:srgbClr val="FFFFFF"/>
                </a:solidFill>
                <a:latin typeface="Lato"/>
                <a:cs typeface="Lato"/>
              </a:rPr>
              <a:t>	</a:t>
            </a:r>
            <a:r>
              <a:rPr dirty="0" sz="2600" spc="-50" b="1">
                <a:solidFill>
                  <a:srgbClr val="FFFFFF"/>
                </a:solidFill>
                <a:latin typeface="Lato"/>
                <a:cs typeface="Lato"/>
              </a:rPr>
              <a:t>|</a:t>
            </a:r>
            <a:r>
              <a:rPr dirty="0" sz="2600" b="1">
                <a:solidFill>
                  <a:srgbClr val="FFFFFF"/>
                </a:solidFill>
                <a:latin typeface="Lato"/>
                <a:cs typeface="Lato"/>
              </a:rPr>
              <a:t>	</a:t>
            </a:r>
            <a:r>
              <a:rPr dirty="0" sz="2600" spc="-10" b="1">
                <a:solidFill>
                  <a:srgbClr val="FFFFFF"/>
                </a:solidFill>
                <a:latin typeface="Lato"/>
                <a:cs typeface="Lato"/>
              </a:rPr>
              <a:t>Architecture</a:t>
            </a:r>
            <a:endParaRPr sz="2600">
              <a:latin typeface="Lato"/>
              <a:cs typeface="La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989" y="3093690"/>
            <a:ext cx="7080200" cy="66166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2055" y="7512588"/>
            <a:ext cx="5286814" cy="36696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29442" y="5284404"/>
            <a:ext cx="6723380" cy="754380"/>
          </a:xfrm>
          <a:prstGeom prst="rect">
            <a:avLst/>
          </a:prstGeom>
          <a:solidFill>
            <a:srgbClr val="FA6E89"/>
          </a:solidFill>
        </p:spPr>
        <p:txBody>
          <a:bodyPr wrap="square" lIns="0" tIns="0" rIns="0" bIns="0" rtlCol="0" vert="horz">
            <a:spAutoFit/>
          </a:bodyPr>
          <a:lstStyle/>
          <a:p>
            <a:pPr marL="299720">
              <a:lnSpc>
                <a:spcPts val="5825"/>
              </a:lnSpc>
            </a:pPr>
            <a:r>
              <a:rPr dirty="0" sz="4950" spc="135">
                <a:solidFill>
                  <a:srgbClr val="FFFFFF"/>
                </a:solidFill>
                <a:latin typeface="Arial"/>
                <a:cs typeface="Arial"/>
              </a:rPr>
              <a:t>BROWSER</a:t>
            </a:r>
            <a:r>
              <a:rPr dirty="0" sz="4950" spc="3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950" spc="15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4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385126" y="3871235"/>
            <a:ext cx="5948680" cy="754380"/>
          </a:xfrm>
          <a:prstGeom prst="rect">
            <a:avLst/>
          </a:prstGeom>
          <a:solidFill>
            <a:srgbClr val="65A2FD"/>
          </a:solidFill>
        </p:spPr>
        <p:txBody>
          <a:bodyPr wrap="square" lIns="0" tIns="0" rIns="0" bIns="0" rtlCol="0" vert="horz">
            <a:spAutoFit/>
          </a:bodyPr>
          <a:lstStyle/>
          <a:p>
            <a:pPr marL="99695">
              <a:lnSpc>
                <a:spcPts val="5815"/>
              </a:lnSpc>
            </a:pPr>
            <a:r>
              <a:rPr dirty="0" sz="4950" spc="12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4950" spc="3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950" spc="120">
                <a:solidFill>
                  <a:srgbClr val="FFFFFF"/>
                </a:solidFill>
                <a:latin typeface="Arial"/>
                <a:cs typeface="Arial"/>
              </a:rPr>
              <a:t>INTERFACE</a:t>
            </a:r>
            <a:endParaRPr sz="49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43780" y="7658432"/>
            <a:ext cx="7898765" cy="754380"/>
          </a:xfrm>
          <a:prstGeom prst="rect">
            <a:avLst/>
          </a:prstGeom>
          <a:solidFill>
            <a:srgbClr val="BAC0DA"/>
          </a:solidFill>
        </p:spPr>
        <p:txBody>
          <a:bodyPr wrap="square" lIns="0" tIns="0" rIns="0" bIns="0" rtlCol="0" vert="horz">
            <a:spAutoFit/>
          </a:bodyPr>
          <a:lstStyle/>
          <a:p>
            <a:pPr marL="589280">
              <a:lnSpc>
                <a:spcPts val="5775"/>
              </a:lnSpc>
            </a:pPr>
            <a:r>
              <a:rPr dirty="0" sz="4950" spc="70">
                <a:solidFill>
                  <a:srgbClr val="FFFFFF"/>
                </a:solidFill>
                <a:latin typeface="Arial"/>
                <a:cs typeface="Arial"/>
              </a:rPr>
              <a:t>JAVASCRIPT</a:t>
            </a:r>
            <a:r>
              <a:rPr dirty="0" sz="4950" spc="2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950" spc="15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4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546" rIns="0" bIns="0" rtlCol="0" vert="horz">
            <a:spAutoFit/>
          </a:bodyPr>
          <a:lstStyle/>
          <a:p>
            <a:pPr marL="1594485">
              <a:lnSpc>
                <a:spcPct val="100000"/>
              </a:lnSpc>
              <a:spcBef>
                <a:spcPts val="110"/>
              </a:spcBef>
            </a:pPr>
            <a:r>
              <a:rPr dirty="0" sz="7000" spc="220"/>
              <a:t>Javascript</a:t>
            </a:r>
            <a:r>
              <a:rPr dirty="0" sz="7000" spc="505"/>
              <a:t> </a:t>
            </a:r>
            <a:r>
              <a:rPr dirty="0" sz="7000" spc="120"/>
              <a:t>on</a:t>
            </a:r>
            <a:r>
              <a:rPr dirty="0" sz="7000" spc="500"/>
              <a:t> </a:t>
            </a:r>
            <a:r>
              <a:rPr dirty="0" sz="7000" spc="160"/>
              <a:t>the</a:t>
            </a:r>
            <a:r>
              <a:rPr dirty="0" sz="7000" spc="505"/>
              <a:t> </a:t>
            </a:r>
            <a:r>
              <a:rPr dirty="0" sz="7000" spc="220"/>
              <a:t>web</a:t>
            </a:r>
            <a:endParaRPr sz="7000"/>
          </a:p>
        </p:txBody>
      </p:sp>
      <p:sp>
        <p:nvSpPr>
          <p:cNvPr id="6" name="object 6" descr=""/>
          <p:cNvSpPr txBox="1"/>
          <p:nvPr/>
        </p:nvSpPr>
        <p:spPr>
          <a:xfrm>
            <a:off x="4920902" y="6165622"/>
            <a:ext cx="7484745" cy="754380"/>
          </a:xfrm>
          <a:prstGeom prst="rect">
            <a:avLst/>
          </a:prstGeom>
          <a:solidFill>
            <a:srgbClr val="FA6E89"/>
          </a:solidFill>
        </p:spPr>
        <p:txBody>
          <a:bodyPr wrap="square" lIns="0" tIns="0" rIns="0" bIns="0" rtlCol="0" vert="horz">
            <a:spAutoFit/>
          </a:bodyPr>
          <a:lstStyle/>
          <a:p>
            <a:pPr marL="400685">
              <a:lnSpc>
                <a:spcPts val="5815"/>
              </a:lnSpc>
            </a:pPr>
            <a:r>
              <a:rPr dirty="0" sz="4950" spc="145">
                <a:solidFill>
                  <a:srgbClr val="FFFFFF"/>
                </a:solidFill>
                <a:latin typeface="Arial"/>
                <a:cs typeface="Arial"/>
              </a:rPr>
              <a:t>RENDERING</a:t>
            </a:r>
            <a:r>
              <a:rPr dirty="0" sz="4950" spc="3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950" spc="155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49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309353" y="3631363"/>
            <a:ext cx="842010" cy="5280660"/>
          </a:xfrm>
          <a:prstGeom prst="rect">
            <a:avLst/>
          </a:prstGeom>
          <a:solidFill>
            <a:srgbClr val="FA6E89"/>
          </a:solidFill>
        </p:spPr>
        <p:txBody>
          <a:bodyPr wrap="square" lIns="0" tIns="0" rIns="0" bIns="0" rtlCol="0" vert="horz">
            <a:spAutoFit/>
          </a:bodyPr>
          <a:lstStyle/>
          <a:p>
            <a:pPr algn="just" marL="163195" marR="181610" indent="41910">
              <a:lnSpc>
                <a:spcPts val="5940"/>
              </a:lnSpc>
            </a:pPr>
            <a:r>
              <a:rPr dirty="0" sz="4950" spc="-50">
                <a:solidFill>
                  <a:srgbClr val="FFFFFF"/>
                </a:solidFill>
                <a:latin typeface="Arial"/>
                <a:cs typeface="Arial"/>
              </a:rPr>
              <a:t>S T O R A G E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546" rIns="0" bIns="0" rtlCol="0" vert="horz">
            <a:spAutoFit/>
          </a:bodyPr>
          <a:lstStyle/>
          <a:p>
            <a:pPr marL="1499870">
              <a:lnSpc>
                <a:spcPct val="100000"/>
              </a:lnSpc>
              <a:spcBef>
                <a:spcPts val="110"/>
              </a:spcBef>
            </a:pPr>
            <a:r>
              <a:rPr dirty="0" sz="7000" spc="160"/>
              <a:t>The</a:t>
            </a:r>
            <a:r>
              <a:rPr dirty="0" sz="7000" spc="500"/>
              <a:t> </a:t>
            </a:r>
            <a:r>
              <a:rPr dirty="0" sz="7000" spc="220"/>
              <a:t>Javascript</a:t>
            </a:r>
            <a:r>
              <a:rPr dirty="0" sz="7000" spc="505"/>
              <a:t> </a:t>
            </a:r>
            <a:r>
              <a:rPr dirty="0" sz="7000" spc="235"/>
              <a:t>Engine</a:t>
            </a:r>
            <a:endParaRPr sz="7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7945" y="3036413"/>
            <a:ext cx="6110297" cy="406955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900704" y="8001701"/>
            <a:ext cx="10361930" cy="203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84480" marR="288925">
              <a:lnSpc>
                <a:spcPct val="100000"/>
              </a:lnSpc>
              <a:spcBef>
                <a:spcPts val="100"/>
              </a:spcBef>
            </a:pPr>
            <a:r>
              <a:rPr dirty="0" sz="3300" spc="5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3300" spc="2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80">
                <a:solidFill>
                  <a:srgbClr val="FFFFFF"/>
                </a:solidFill>
                <a:latin typeface="Arial"/>
                <a:cs typeface="Arial"/>
              </a:rPr>
              <a:t>Javascript</a:t>
            </a:r>
            <a:r>
              <a:rPr dirty="0" sz="3300" spc="2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7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r>
              <a:rPr dirty="0" sz="3300" spc="2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3300" spc="2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80">
                <a:solidFill>
                  <a:srgbClr val="FFFFFF"/>
                </a:solidFill>
                <a:latin typeface="Arial"/>
                <a:cs typeface="Arial"/>
              </a:rPr>
              <a:t>specifically</a:t>
            </a:r>
            <a:r>
              <a:rPr dirty="0" sz="3300" spc="2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75">
                <a:solidFill>
                  <a:srgbClr val="FFFFFF"/>
                </a:solidFill>
                <a:latin typeface="Arial"/>
                <a:cs typeface="Arial"/>
              </a:rPr>
              <a:t>designed</a:t>
            </a:r>
            <a:r>
              <a:rPr dirty="0" sz="3300" spc="2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8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3300" spc="65">
                <a:solidFill>
                  <a:srgbClr val="FFFFFF"/>
                </a:solidFill>
                <a:latin typeface="Arial"/>
                <a:cs typeface="Arial"/>
              </a:rPr>
              <a:t>speedy</a:t>
            </a:r>
            <a:r>
              <a:rPr dirty="0" sz="3300" spc="2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75">
                <a:solidFill>
                  <a:srgbClr val="FFFFFF"/>
                </a:solidFill>
                <a:latin typeface="Arial"/>
                <a:cs typeface="Arial"/>
              </a:rPr>
              <a:t>execution</a:t>
            </a:r>
            <a:r>
              <a:rPr dirty="0" sz="3300" spc="22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55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3300" spc="2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85">
                <a:solidFill>
                  <a:srgbClr val="FFFFFF"/>
                </a:solidFill>
                <a:latin typeface="Arial"/>
                <a:cs typeface="Arial"/>
              </a:rPr>
              <a:t>applications.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3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3300" spc="55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3300" spc="2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3300" spc="2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3300" spc="2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75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dirty="0" sz="3300" spc="2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8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3300" spc="2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75">
                <a:solidFill>
                  <a:srgbClr val="FFFFFF"/>
                </a:solidFill>
                <a:latin typeface="Arial"/>
                <a:cs typeface="Arial"/>
              </a:rPr>
              <a:t>executes</a:t>
            </a:r>
            <a:r>
              <a:rPr dirty="0" sz="3300" spc="22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7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3300" spc="2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80">
                <a:solidFill>
                  <a:srgbClr val="FFFFFF"/>
                </a:solidFill>
                <a:latin typeface="Arial"/>
                <a:cs typeface="Arial"/>
              </a:rPr>
              <a:t>Javascript</a:t>
            </a:r>
            <a:r>
              <a:rPr dirty="0" sz="3300" spc="2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300" spc="80">
                <a:solidFill>
                  <a:srgbClr val="FFFFFF"/>
                </a:solidFill>
                <a:latin typeface="Arial"/>
                <a:cs typeface="Arial"/>
              </a:rPr>
              <a:t>code.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932292" y="4156884"/>
            <a:ext cx="1010919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5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4950" spc="3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950" spc="-6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495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990883" y="2344433"/>
            <a:ext cx="5284470" cy="1866264"/>
            <a:chOff x="12990883" y="2344433"/>
            <a:chExt cx="5284470" cy="1866264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41539" y="2362589"/>
              <a:ext cx="1833359" cy="182978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90883" y="2344433"/>
              <a:ext cx="4976262" cy="1866098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0963237" y="9856013"/>
            <a:ext cx="4705985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50" spc="145">
                <a:solidFill>
                  <a:srgbClr val="FFFFFF"/>
                </a:solidFill>
                <a:latin typeface="Arial"/>
                <a:cs typeface="Arial"/>
              </a:rPr>
              <a:t>Javascript</a:t>
            </a:r>
            <a:r>
              <a:rPr dirty="0" sz="4950" spc="3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950" spc="14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endParaRPr sz="49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03572" y="8077775"/>
            <a:ext cx="1833359" cy="183335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92715" y="7848076"/>
            <a:ext cx="1833540" cy="193961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700672" y="9677916"/>
            <a:ext cx="4490720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950" spc="130">
                <a:solidFill>
                  <a:srgbClr val="FFFFFF"/>
                </a:solidFill>
                <a:latin typeface="Arial"/>
                <a:cs typeface="Arial"/>
              </a:rPr>
              <a:t>Spider</a:t>
            </a:r>
            <a:r>
              <a:rPr dirty="0" sz="4950" spc="3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950" spc="150">
                <a:solidFill>
                  <a:srgbClr val="FFFFFF"/>
                </a:solidFill>
                <a:latin typeface="Arial"/>
                <a:cs typeface="Arial"/>
              </a:rPr>
              <a:t>Monkey</a:t>
            </a:r>
            <a:endParaRPr sz="49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210"/>
              <a:t>Browsers</a:t>
            </a:r>
            <a:r>
              <a:rPr dirty="0" spc="515"/>
              <a:t> </a:t>
            </a:r>
            <a:r>
              <a:rPr dirty="0"/>
              <a:t>&amp;</a:t>
            </a:r>
            <a:r>
              <a:rPr dirty="0" spc="520"/>
              <a:t> </a:t>
            </a:r>
            <a:r>
              <a:rPr dirty="0" spc="225"/>
              <a:t>their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220"/>
              <a:t>Javascript</a:t>
            </a:r>
            <a:r>
              <a:rPr dirty="0" spc="505"/>
              <a:t> </a:t>
            </a:r>
            <a:r>
              <a:rPr dirty="0" spc="235"/>
              <a:t>Engines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4492126" y="5120707"/>
            <a:ext cx="508508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" b="0">
                <a:solidFill>
                  <a:srgbClr val="FFFFFF"/>
                </a:solidFill>
                <a:latin typeface="Lato Light"/>
                <a:cs typeface="Lato Light"/>
                <a:hlinkClick r:id="rId6"/>
              </a:rPr>
              <a:t>https://en.wikipedia.org/wiki/JavaScript_engine</a:t>
            </a:r>
            <a:endParaRPr sz="195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882695" y="5036896"/>
            <a:ext cx="6901815" cy="2686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 spc="220">
                <a:solidFill>
                  <a:srgbClr val="FFFFFF"/>
                </a:solidFill>
                <a:latin typeface="Arial"/>
                <a:cs typeface="Arial"/>
              </a:rPr>
              <a:t>Javascript</a:t>
            </a:r>
            <a:r>
              <a:rPr dirty="0" sz="3950" spc="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950" spc="235">
                <a:solidFill>
                  <a:srgbClr val="FFFFFF"/>
                </a:solidFill>
                <a:latin typeface="Arial"/>
                <a:cs typeface="Arial"/>
              </a:rPr>
              <a:t>Runtime</a:t>
            </a:r>
            <a:endParaRPr sz="3950">
              <a:latin typeface="Arial"/>
              <a:cs typeface="Arial"/>
            </a:endParaRPr>
          </a:p>
          <a:p>
            <a:pPr marL="12700" marR="5080">
              <a:lnSpc>
                <a:spcPct val="117800"/>
              </a:lnSpc>
              <a:spcBef>
                <a:spcPts val="2340"/>
              </a:spcBef>
            </a:pP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Provides</a:t>
            </a:r>
            <a:r>
              <a:rPr dirty="0" sz="2450" spc="-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your</a:t>
            </a:r>
            <a:r>
              <a:rPr dirty="0" sz="2450" spc="-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scripts</a:t>
            </a:r>
            <a:r>
              <a:rPr dirty="0" sz="2450" spc="-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with</a:t>
            </a:r>
            <a:r>
              <a:rPr dirty="0" sz="245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utility</a:t>
            </a:r>
            <a:r>
              <a:rPr dirty="0" sz="2450" spc="-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libraries</a:t>
            </a:r>
            <a:r>
              <a:rPr dirty="0" sz="2450" spc="-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which</a:t>
            </a:r>
            <a:r>
              <a:rPr dirty="0" sz="245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25" b="0">
                <a:solidFill>
                  <a:srgbClr val="FFFFFF"/>
                </a:solidFill>
                <a:latin typeface="Lato Light"/>
                <a:cs typeface="Lato Light"/>
              </a:rPr>
              <a:t>can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be</a:t>
            </a:r>
            <a:r>
              <a:rPr dirty="0" sz="2450" spc="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used</a:t>
            </a:r>
            <a:r>
              <a:rPr dirty="0" sz="2450" spc="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during</a:t>
            </a:r>
            <a:r>
              <a:rPr dirty="0" sz="2450" spc="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execution.</a:t>
            </a:r>
            <a:r>
              <a:rPr dirty="0" sz="2450" spc="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It’s</a:t>
            </a:r>
            <a:r>
              <a:rPr dirty="0" sz="2450" spc="-5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your</a:t>
            </a:r>
            <a:r>
              <a:rPr dirty="0" sz="2450" spc="-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script</a:t>
            </a:r>
            <a:r>
              <a:rPr dirty="0" sz="2450" spc="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20" b="0">
                <a:solidFill>
                  <a:srgbClr val="FFFFFF"/>
                </a:solidFill>
                <a:latin typeface="Lato Light"/>
                <a:cs typeface="Lato Light"/>
              </a:rPr>
              <a:t>that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references</a:t>
            </a:r>
            <a:r>
              <a:rPr dirty="0" sz="2450" spc="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these</a:t>
            </a:r>
            <a:r>
              <a:rPr dirty="0" sz="2450" spc="1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libraries.</a:t>
            </a:r>
            <a:r>
              <a:rPr dirty="0" sz="2450" spc="-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The</a:t>
            </a:r>
            <a:r>
              <a:rPr dirty="0" sz="2450" spc="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engine</a:t>
            </a:r>
            <a:r>
              <a:rPr dirty="0" sz="2450" spc="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itself</a:t>
            </a:r>
            <a:r>
              <a:rPr dirty="0" sz="2450" spc="-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doesn’t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depend</a:t>
            </a:r>
            <a:r>
              <a:rPr dirty="0" sz="24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on</a:t>
            </a:r>
            <a:r>
              <a:rPr dirty="0" sz="24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them.</a:t>
            </a:r>
            <a:endParaRPr sz="2450">
              <a:latin typeface="Lato Light"/>
              <a:cs typeface="Lato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093044" y="5036896"/>
            <a:ext cx="7312659" cy="3126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 spc="220">
                <a:solidFill>
                  <a:srgbClr val="FFFFFF"/>
                </a:solidFill>
                <a:latin typeface="Arial"/>
                <a:cs typeface="Arial"/>
              </a:rPr>
              <a:t>Javascript</a:t>
            </a:r>
            <a:r>
              <a:rPr dirty="0" sz="3950" spc="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950" spc="235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3950">
              <a:latin typeface="Arial"/>
              <a:cs typeface="Arial"/>
            </a:endParaRPr>
          </a:p>
          <a:p>
            <a:pPr marL="12700" marR="5080">
              <a:lnSpc>
                <a:spcPct val="117800"/>
              </a:lnSpc>
              <a:spcBef>
                <a:spcPts val="2340"/>
              </a:spcBef>
            </a:pPr>
            <a:r>
              <a:rPr dirty="0" sz="2450" spc="-20" b="0">
                <a:solidFill>
                  <a:srgbClr val="FFFFFF"/>
                </a:solidFill>
                <a:latin typeface="Lato Light"/>
                <a:cs typeface="Lato Light"/>
              </a:rPr>
              <a:t>Translates</a:t>
            </a:r>
            <a:r>
              <a:rPr dirty="0" sz="2450" spc="-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your</a:t>
            </a:r>
            <a:r>
              <a:rPr dirty="0" sz="2450" spc="-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script</a:t>
            </a:r>
            <a:r>
              <a:rPr dirty="0" sz="24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into</a:t>
            </a:r>
            <a:r>
              <a:rPr dirty="0" sz="24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runnable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machine</a:t>
            </a:r>
            <a:r>
              <a:rPr dirty="0" sz="24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20" b="0">
                <a:solidFill>
                  <a:srgbClr val="FFFFFF"/>
                </a:solidFill>
                <a:latin typeface="Lato Light"/>
                <a:cs typeface="Lato Light"/>
              </a:rPr>
              <a:t>code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instructions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so</a:t>
            </a:r>
            <a:r>
              <a:rPr dirty="0" sz="245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it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can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be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executed</a:t>
            </a:r>
            <a:r>
              <a:rPr dirty="0" sz="245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by</a:t>
            </a:r>
            <a:r>
              <a:rPr dirty="0" sz="2450" spc="-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the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CPU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of</a:t>
            </a:r>
            <a:r>
              <a:rPr dirty="0" sz="2450" spc="-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25" b="0">
                <a:solidFill>
                  <a:srgbClr val="FFFFFF"/>
                </a:solidFill>
                <a:latin typeface="Lato Light"/>
                <a:cs typeface="Lato Light"/>
              </a:rPr>
              <a:t>the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host</a:t>
            </a:r>
            <a:r>
              <a:rPr dirty="0" sz="24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machine.</a:t>
            </a:r>
            <a:r>
              <a:rPr dirty="0" sz="2450" spc="-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The</a:t>
            </a:r>
            <a:r>
              <a:rPr dirty="0" sz="24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engine</a:t>
            </a:r>
            <a:r>
              <a:rPr dirty="0" sz="24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translates</a:t>
            </a:r>
            <a:r>
              <a:rPr dirty="0" sz="245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scripts</a:t>
            </a:r>
            <a:r>
              <a:rPr dirty="0" sz="24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at</a:t>
            </a:r>
            <a:r>
              <a:rPr dirty="0" sz="245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runtime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on</a:t>
            </a:r>
            <a:r>
              <a:rPr dirty="0" sz="2450" spc="1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the</a:t>
            </a:r>
            <a:r>
              <a:rPr dirty="0" sz="2450" spc="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fly.</a:t>
            </a:r>
            <a:r>
              <a:rPr dirty="0" sz="2450" spc="-8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50" b="0">
                <a:solidFill>
                  <a:srgbClr val="FFFFFF"/>
                </a:solidFill>
                <a:latin typeface="Lato Light"/>
                <a:cs typeface="Lato Light"/>
              </a:rPr>
              <a:t>Your</a:t>
            </a:r>
            <a:r>
              <a:rPr dirty="0" sz="2450" spc="-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code</a:t>
            </a:r>
            <a:r>
              <a:rPr dirty="0" sz="2450" spc="-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won’t</a:t>
            </a:r>
            <a:r>
              <a:rPr dirty="0" sz="2450" spc="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be</a:t>
            </a:r>
            <a:r>
              <a:rPr dirty="0" sz="2450" spc="1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compiled</a:t>
            </a:r>
            <a:r>
              <a:rPr dirty="0" sz="2450" spc="1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unless</a:t>
            </a:r>
            <a:r>
              <a:rPr dirty="0" sz="2450" spc="-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25" b="0">
                <a:solidFill>
                  <a:srgbClr val="FFFFFF"/>
                </a:solidFill>
                <a:latin typeface="Lato Light"/>
                <a:cs typeface="Lato Light"/>
              </a:rPr>
              <a:t>you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run</a:t>
            </a:r>
            <a:r>
              <a:rPr dirty="0" sz="2450" spc="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25" b="0">
                <a:solidFill>
                  <a:srgbClr val="FFFFFF"/>
                </a:solidFill>
                <a:latin typeface="Lato Light"/>
                <a:cs typeface="Lato Light"/>
              </a:rPr>
              <a:t>it.</a:t>
            </a:r>
            <a:endParaRPr sz="2450">
              <a:latin typeface="Lato Light"/>
              <a:cs typeface="Lato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736" rIns="0" bIns="0" rtlCol="0" vert="horz">
            <a:spAutoFit/>
          </a:bodyPr>
          <a:lstStyle/>
          <a:p>
            <a:pPr marL="3982720">
              <a:lnSpc>
                <a:spcPct val="100000"/>
              </a:lnSpc>
              <a:spcBef>
                <a:spcPts val="110"/>
              </a:spcBef>
            </a:pPr>
            <a:r>
              <a:rPr dirty="0" sz="7000" spc="180"/>
              <a:t>What</a:t>
            </a:r>
            <a:r>
              <a:rPr dirty="0" sz="7000" spc="505"/>
              <a:t> </a:t>
            </a:r>
            <a:r>
              <a:rPr dirty="0" sz="7000" spc="120"/>
              <a:t>is</a:t>
            </a:r>
            <a:r>
              <a:rPr dirty="0" sz="7000" spc="505"/>
              <a:t> </a:t>
            </a:r>
            <a:r>
              <a:rPr dirty="0" sz="7000" spc="220"/>
              <a:t>it?</a:t>
            </a:r>
            <a:endParaRPr sz="7000"/>
          </a:p>
        </p:txBody>
      </p:sp>
      <p:grpSp>
        <p:nvGrpSpPr>
          <p:cNvPr id="5" name="object 5" descr=""/>
          <p:cNvGrpSpPr/>
          <p:nvPr/>
        </p:nvGrpSpPr>
        <p:grpSpPr>
          <a:xfrm>
            <a:off x="8158481" y="2281648"/>
            <a:ext cx="3285490" cy="2446655"/>
            <a:chOff x="8158481" y="2281648"/>
            <a:chExt cx="3285490" cy="2446655"/>
          </a:xfrm>
        </p:grpSpPr>
        <p:sp>
          <p:nvSpPr>
            <p:cNvPr id="6" name="object 6" descr=""/>
            <p:cNvSpPr/>
            <p:nvPr/>
          </p:nvSpPr>
          <p:spPr>
            <a:xfrm>
              <a:off x="8202219" y="2329922"/>
              <a:ext cx="3195955" cy="1574165"/>
            </a:xfrm>
            <a:custGeom>
              <a:avLst/>
              <a:gdLst/>
              <a:ahLst/>
              <a:cxnLst/>
              <a:rect l="l" t="t" r="r" b="b"/>
              <a:pathLst>
                <a:path w="3195954" h="1574164">
                  <a:moveTo>
                    <a:pt x="2710205" y="1443050"/>
                  </a:moveTo>
                  <a:lnTo>
                    <a:pt x="2703893" y="1421231"/>
                  </a:lnTo>
                  <a:lnTo>
                    <a:pt x="2068588" y="1552130"/>
                  </a:lnTo>
                  <a:lnTo>
                    <a:pt x="2074913" y="1573949"/>
                  </a:lnTo>
                  <a:lnTo>
                    <a:pt x="2710205" y="1443050"/>
                  </a:lnTo>
                  <a:close/>
                </a:path>
                <a:path w="3195954" h="1574164">
                  <a:moveTo>
                    <a:pt x="3195586" y="672858"/>
                  </a:moveTo>
                  <a:lnTo>
                    <a:pt x="3183242" y="664337"/>
                  </a:lnTo>
                  <a:lnTo>
                    <a:pt x="3193504" y="652030"/>
                  </a:lnTo>
                  <a:lnTo>
                    <a:pt x="3149638" y="616204"/>
                  </a:lnTo>
                  <a:lnTo>
                    <a:pt x="3149638" y="683590"/>
                  </a:lnTo>
                  <a:lnTo>
                    <a:pt x="2708694" y="1372933"/>
                  </a:lnTo>
                  <a:lnTo>
                    <a:pt x="2446109" y="733844"/>
                  </a:lnTo>
                  <a:lnTo>
                    <a:pt x="3149638" y="683590"/>
                  </a:lnTo>
                  <a:lnTo>
                    <a:pt x="3149638" y="616204"/>
                  </a:lnTo>
                  <a:lnTo>
                    <a:pt x="3140545" y="608787"/>
                  </a:lnTo>
                  <a:lnTo>
                    <a:pt x="3140545" y="650875"/>
                  </a:lnTo>
                  <a:lnTo>
                    <a:pt x="2438590" y="702945"/>
                  </a:lnTo>
                  <a:lnTo>
                    <a:pt x="2405888" y="52781"/>
                  </a:lnTo>
                  <a:lnTo>
                    <a:pt x="3140545" y="650875"/>
                  </a:lnTo>
                  <a:lnTo>
                    <a:pt x="3140545" y="608787"/>
                  </a:lnTo>
                  <a:lnTo>
                    <a:pt x="2405024" y="8039"/>
                  </a:lnTo>
                  <a:lnTo>
                    <a:pt x="2405024" y="698093"/>
                  </a:lnTo>
                  <a:lnTo>
                    <a:pt x="1588109" y="472998"/>
                  </a:lnTo>
                  <a:lnTo>
                    <a:pt x="2372017" y="44170"/>
                  </a:lnTo>
                  <a:lnTo>
                    <a:pt x="2405024" y="698093"/>
                  </a:lnTo>
                  <a:lnTo>
                    <a:pt x="2405024" y="8039"/>
                  </a:lnTo>
                  <a:lnTo>
                    <a:pt x="2397734" y="2082"/>
                  </a:lnTo>
                  <a:lnTo>
                    <a:pt x="2387308" y="15621"/>
                  </a:lnTo>
                  <a:lnTo>
                    <a:pt x="2387308" y="0"/>
                  </a:lnTo>
                  <a:lnTo>
                    <a:pt x="2325674" y="0"/>
                  </a:lnTo>
                  <a:lnTo>
                    <a:pt x="2325674" y="31242"/>
                  </a:lnTo>
                  <a:lnTo>
                    <a:pt x="1562379" y="448792"/>
                  </a:lnTo>
                  <a:lnTo>
                    <a:pt x="1562379" y="31242"/>
                  </a:lnTo>
                  <a:lnTo>
                    <a:pt x="2325674" y="31242"/>
                  </a:lnTo>
                  <a:lnTo>
                    <a:pt x="2325674" y="0"/>
                  </a:lnTo>
                  <a:lnTo>
                    <a:pt x="1545717" y="0"/>
                  </a:lnTo>
                  <a:lnTo>
                    <a:pt x="1545717" y="16662"/>
                  </a:lnTo>
                  <a:lnTo>
                    <a:pt x="1544878" y="16662"/>
                  </a:lnTo>
                  <a:lnTo>
                    <a:pt x="1541551" y="0"/>
                  </a:lnTo>
                  <a:lnTo>
                    <a:pt x="1529054" y="2197"/>
                  </a:lnTo>
                  <a:lnTo>
                    <a:pt x="1529054" y="34531"/>
                  </a:lnTo>
                  <a:lnTo>
                    <a:pt x="1529054" y="463638"/>
                  </a:lnTo>
                  <a:lnTo>
                    <a:pt x="837412" y="643623"/>
                  </a:lnTo>
                  <a:lnTo>
                    <a:pt x="803402" y="620610"/>
                  </a:lnTo>
                  <a:lnTo>
                    <a:pt x="803402" y="660374"/>
                  </a:lnTo>
                  <a:lnTo>
                    <a:pt x="39839" y="1064488"/>
                  </a:lnTo>
                  <a:lnTo>
                    <a:pt x="231787" y="273469"/>
                  </a:lnTo>
                  <a:lnTo>
                    <a:pt x="803402" y="660374"/>
                  </a:lnTo>
                  <a:lnTo>
                    <a:pt x="803402" y="620610"/>
                  </a:lnTo>
                  <a:lnTo>
                    <a:pt x="264185" y="255625"/>
                  </a:lnTo>
                  <a:lnTo>
                    <a:pt x="1529054" y="34531"/>
                  </a:lnTo>
                  <a:lnTo>
                    <a:pt x="1529054" y="2197"/>
                  </a:lnTo>
                  <a:lnTo>
                    <a:pt x="218732" y="231228"/>
                  </a:lnTo>
                  <a:lnTo>
                    <a:pt x="221627" y="245757"/>
                  </a:lnTo>
                  <a:lnTo>
                    <a:pt x="206235" y="241642"/>
                  </a:lnTo>
                  <a:lnTo>
                    <a:pt x="0" y="1091577"/>
                  </a:lnTo>
                  <a:lnTo>
                    <a:pt x="15519" y="1095717"/>
                  </a:lnTo>
                  <a:lnTo>
                    <a:pt x="12496" y="1113447"/>
                  </a:lnTo>
                  <a:lnTo>
                    <a:pt x="1087805" y="1354023"/>
                  </a:lnTo>
                  <a:lnTo>
                    <a:pt x="1093673" y="1321803"/>
                  </a:lnTo>
                  <a:lnTo>
                    <a:pt x="62928" y="1089152"/>
                  </a:lnTo>
                  <a:lnTo>
                    <a:pt x="830110" y="683107"/>
                  </a:lnTo>
                  <a:lnTo>
                    <a:pt x="1192479" y="1170381"/>
                  </a:lnTo>
                  <a:lnTo>
                    <a:pt x="1220736" y="1151877"/>
                  </a:lnTo>
                  <a:lnTo>
                    <a:pt x="861021" y="670966"/>
                  </a:lnTo>
                  <a:lnTo>
                    <a:pt x="1529054" y="499084"/>
                  </a:lnTo>
                  <a:lnTo>
                    <a:pt x="1529054" y="1096098"/>
                  </a:lnTo>
                  <a:lnTo>
                    <a:pt x="1566760" y="1096098"/>
                  </a:lnTo>
                  <a:lnTo>
                    <a:pt x="1566760" y="500672"/>
                  </a:lnTo>
                  <a:lnTo>
                    <a:pt x="2387308" y="726757"/>
                  </a:lnTo>
                  <a:lnTo>
                    <a:pt x="1839442" y="1176985"/>
                  </a:lnTo>
                  <a:lnTo>
                    <a:pt x="1860270" y="1201991"/>
                  </a:lnTo>
                  <a:lnTo>
                    <a:pt x="2416365" y="744982"/>
                  </a:lnTo>
                  <a:lnTo>
                    <a:pt x="2691460" y="1414475"/>
                  </a:lnTo>
                  <a:lnTo>
                    <a:pt x="2705062" y="1408645"/>
                  </a:lnTo>
                  <a:lnTo>
                    <a:pt x="2720632" y="1418640"/>
                  </a:lnTo>
                  <a:lnTo>
                    <a:pt x="3195586" y="672858"/>
                  </a:lnTo>
                  <a:close/>
                </a:path>
              </a:pathLst>
            </a:custGeom>
            <a:solidFill>
              <a:srgbClr val="2E2E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97983" y="3411402"/>
              <a:ext cx="1073150" cy="1316990"/>
            </a:xfrm>
            <a:custGeom>
              <a:avLst/>
              <a:gdLst/>
              <a:ahLst/>
              <a:cxnLst/>
              <a:rect l="l" t="t" r="r" b="b"/>
              <a:pathLst>
                <a:path w="1073150" h="1316989">
                  <a:moveTo>
                    <a:pt x="841761" y="1116447"/>
                  </a:moveTo>
                  <a:lnTo>
                    <a:pt x="329370" y="1116447"/>
                  </a:lnTo>
                  <a:lnTo>
                    <a:pt x="370652" y="1122588"/>
                  </a:lnTo>
                  <a:lnTo>
                    <a:pt x="392002" y="1145139"/>
                  </a:lnTo>
                  <a:lnTo>
                    <a:pt x="400601" y="1187599"/>
                  </a:lnTo>
                  <a:lnTo>
                    <a:pt x="398526" y="1238182"/>
                  </a:lnTo>
                  <a:lnTo>
                    <a:pt x="387851" y="1285099"/>
                  </a:lnTo>
                  <a:lnTo>
                    <a:pt x="370652" y="1316565"/>
                  </a:lnTo>
                  <a:lnTo>
                    <a:pt x="871034" y="1316565"/>
                  </a:lnTo>
                  <a:lnTo>
                    <a:pt x="860095" y="1299766"/>
                  </a:lnTo>
                  <a:lnTo>
                    <a:pt x="840661" y="1248724"/>
                  </a:lnTo>
                  <a:lnTo>
                    <a:pt x="832810" y="1162473"/>
                  </a:lnTo>
                  <a:lnTo>
                    <a:pt x="841761" y="1116447"/>
                  </a:lnTo>
                  <a:close/>
                </a:path>
                <a:path w="1073150" h="1316989">
                  <a:moveTo>
                    <a:pt x="855817" y="1044172"/>
                  </a:moveTo>
                  <a:lnTo>
                    <a:pt x="100899" y="1044172"/>
                  </a:lnTo>
                  <a:lnTo>
                    <a:pt x="100899" y="1046236"/>
                  </a:lnTo>
                  <a:lnTo>
                    <a:pt x="100743" y="1046236"/>
                  </a:lnTo>
                  <a:lnTo>
                    <a:pt x="98229" y="1079446"/>
                  </a:lnTo>
                  <a:lnTo>
                    <a:pt x="102702" y="1112786"/>
                  </a:lnTo>
                  <a:lnTo>
                    <a:pt x="119143" y="1137614"/>
                  </a:lnTo>
                  <a:lnTo>
                    <a:pt x="152379" y="1147352"/>
                  </a:lnTo>
                  <a:lnTo>
                    <a:pt x="195638" y="1142597"/>
                  </a:lnTo>
                  <a:lnTo>
                    <a:pt x="285517" y="1121499"/>
                  </a:lnTo>
                  <a:lnTo>
                    <a:pt x="329370" y="1116447"/>
                  </a:lnTo>
                  <a:lnTo>
                    <a:pt x="841761" y="1116447"/>
                  </a:lnTo>
                  <a:lnTo>
                    <a:pt x="855415" y="1046236"/>
                  </a:lnTo>
                  <a:lnTo>
                    <a:pt x="100899" y="1046236"/>
                  </a:lnTo>
                  <a:lnTo>
                    <a:pt x="100814" y="1045300"/>
                  </a:lnTo>
                  <a:lnTo>
                    <a:pt x="855598" y="1045300"/>
                  </a:lnTo>
                  <a:lnTo>
                    <a:pt x="855817" y="1044172"/>
                  </a:lnTo>
                  <a:close/>
                </a:path>
                <a:path w="1073150" h="1316989">
                  <a:moveTo>
                    <a:pt x="545683" y="0"/>
                  </a:moveTo>
                  <a:lnTo>
                    <a:pt x="487152" y="2013"/>
                  </a:lnTo>
                  <a:lnTo>
                    <a:pt x="487506" y="2013"/>
                  </a:lnTo>
                  <a:lnTo>
                    <a:pt x="433714" y="7981"/>
                  </a:lnTo>
                  <a:lnTo>
                    <a:pt x="383707" y="17958"/>
                  </a:lnTo>
                  <a:lnTo>
                    <a:pt x="337525" y="31925"/>
                  </a:lnTo>
                  <a:lnTo>
                    <a:pt x="295046" y="49884"/>
                  </a:lnTo>
                  <a:lnTo>
                    <a:pt x="256150" y="71833"/>
                  </a:lnTo>
                  <a:lnTo>
                    <a:pt x="220717" y="97773"/>
                  </a:lnTo>
                  <a:lnTo>
                    <a:pt x="188626" y="127703"/>
                  </a:lnTo>
                  <a:lnTo>
                    <a:pt x="159756" y="161624"/>
                  </a:lnTo>
                  <a:lnTo>
                    <a:pt x="133986" y="199536"/>
                  </a:lnTo>
                  <a:lnTo>
                    <a:pt x="111195" y="241438"/>
                  </a:lnTo>
                  <a:lnTo>
                    <a:pt x="95771" y="282844"/>
                  </a:lnTo>
                  <a:lnTo>
                    <a:pt x="83206" y="336057"/>
                  </a:lnTo>
                  <a:lnTo>
                    <a:pt x="74645" y="393628"/>
                  </a:lnTo>
                  <a:lnTo>
                    <a:pt x="71232" y="448102"/>
                  </a:lnTo>
                  <a:lnTo>
                    <a:pt x="74111" y="492030"/>
                  </a:lnTo>
                  <a:lnTo>
                    <a:pt x="84426" y="517958"/>
                  </a:lnTo>
                  <a:lnTo>
                    <a:pt x="99201" y="548473"/>
                  </a:lnTo>
                  <a:lnTo>
                    <a:pt x="94704" y="585702"/>
                  </a:lnTo>
                  <a:lnTo>
                    <a:pt x="77132" y="627767"/>
                  </a:lnTo>
                  <a:lnTo>
                    <a:pt x="27543" y="718902"/>
                  </a:lnTo>
                  <a:lnTo>
                    <a:pt x="7918" y="764217"/>
                  </a:lnTo>
                  <a:lnTo>
                    <a:pt x="0" y="806860"/>
                  </a:lnTo>
                  <a:lnTo>
                    <a:pt x="12258" y="833687"/>
                  </a:lnTo>
                  <a:lnTo>
                    <a:pt x="40926" y="841941"/>
                  </a:lnTo>
                  <a:lnTo>
                    <a:pt x="73841" y="844005"/>
                  </a:lnTo>
                  <a:lnTo>
                    <a:pt x="98841" y="852259"/>
                  </a:lnTo>
                  <a:lnTo>
                    <a:pt x="102155" y="869219"/>
                  </a:lnTo>
                  <a:lnTo>
                    <a:pt x="91376" y="887340"/>
                  </a:lnTo>
                  <a:lnTo>
                    <a:pt x="77122" y="903913"/>
                  </a:lnTo>
                  <a:lnTo>
                    <a:pt x="70012" y="916230"/>
                  </a:lnTo>
                  <a:lnTo>
                    <a:pt x="73776" y="931513"/>
                  </a:lnTo>
                  <a:lnTo>
                    <a:pt x="83139" y="940993"/>
                  </a:lnTo>
                  <a:lnTo>
                    <a:pt x="95205" y="945829"/>
                  </a:lnTo>
                  <a:lnTo>
                    <a:pt x="107644" y="947248"/>
                  </a:lnTo>
                  <a:lnTo>
                    <a:pt x="102251" y="947248"/>
                  </a:lnTo>
                  <a:lnTo>
                    <a:pt x="91633" y="949247"/>
                  </a:lnTo>
                  <a:lnTo>
                    <a:pt x="81016" y="955890"/>
                  </a:lnTo>
                  <a:lnTo>
                    <a:pt x="76190" y="969884"/>
                  </a:lnTo>
                  <a:lnTo>
                    <a:pt x="80340" y="986457"/>
                  </a:lnTo>
                  <a:lnTo>
                    <a:pt x="89317" y="997226"/>
                  </a:lnTo>
                  <a:lnTo>
                    <a:pt x="97907" y="1013412"/>
                  </a:lnTo>
                  <a:lnTo>
                    <a:pt x="100711" y="1044172"/>
                  </a:lnTo>
                  <a:lnTo>
                    <a:pt x="100814" y="1045300"/>
                  </a:lnTo>
                  <a:lnTo>
                    <a:pt x="100899" y="1044172"/>
                  </a:lnTo>
                  <a:lnTo>
                    <a:pt x="855817" y="1044172"/>
                  </a:lnTo>
                  <a:lnTo>
                    <a:pt x="882861" y="989009"/>
                  </a:lnTo>
                  <a:lnTo>
                    <a:pt x="919295" y="947864"/>
                  </a:lnTo>
                  <a:lnTo>
                    <a:pt x="939715" y="927932"/>
                  </a:lnTo>
                  <a:lnTo>
                    <a:pt x="960737" y="906791"/>
                  </a:lnTo>
                  <a:lnTo>
                    <a:pt x="1001999" y="855971"/>
                  </a:lnTo>
                  <a:lnTo>
                    <a:pt x="1037893" y="785587"/>
                  </a:lnTo>
                  <a:lnTo>
                    <a:pt x="1052207" y="739989"/>
                  </a:lnTo>
                  <a:lnTo>
                    <a:pt x="1063234" y="685819"/>
                  </a:lnTo>
                  <a:lnTo>
                    <a:pt x="1070326" y="621848"/>
                  </a:lnTo>
                  <a:lnTo>
                    <a:pt x="1072779" y="548473"/>
                  </a:lnTo>
                  <a:lnTo>
                    <a:pt x="1072833" y="546849"/>
                  </a:lnTo>
                  <a:lnTo>
                    <a:pt x="1071152" y="499769"/>
                  </a:lnTo>
                  <a:lnTo>
                    <a:pt x="1066155" y="453780"/>
                  </a:lnTo>
                  <a:lnTo>
                    <a:pt x="1057919" y="409050"/>
                  </a:lnTo>
                  <a:lnTo>
                    <a:pt x="1046515" y="365745"/>
                  </a:lnTo>
                  <a:lnTo>
                    <a:pt x="1032019" y="324029"/>
                  </a:lnTo>
                  <a:lnTo>
                    <a:pt x="1014504" y="284070"/>
                  </a:lnTo>
                  <a:lnTo>
                    <a:pt x="994044" y="246034"/>
                  </a:lnTo>
                  <a:lnTo>
                    <a:pt x="970712" y="210086"/>
                  </a:lnTo>
                  <a:lnTo>
                    <a:pt x="944583" y="176392"/>
                  </a:lnTo>
                  <a:lnTo>
                    <a:pt x="915730" y="145120"/>
                  </a:lnTo>
                  <a:lnTo>
                    <a:pt x="884228" y="116434"/>
                  </a:lnTo>
                  <a:lnTo>
                    <a:pt x="850150" y="90501"/>
                  </a:lnTo>
                  <a:lnTo>
                    <a:pt x="813570" y="67487"/>
                  </a:lnTo>
                  <a:lnTo>
                    <a:pt x="774562" y="47558"/>
                  </a:lnTo>
                  <a:lnTo>
                    <a:pt x="733199" y="30880"/>
                  </a:lnTo>
                  <a:lnTo>
                    <a:pt x="689556" y="17619"/>
                  </a:lnTo>
                  <a:lnTo>
                    <a:pt x="643896" y="7981"/>
                  </a:lnTo>
                  <a:lnTo>
                    <a:pt x="644031" y="7981"/>
                  </a:lnTo>
                  <a:lnTo>
                    <a:pt x="595724" y="2013"/>
                  </a:lnTo>
                  <a:lnTo>
                    <a:pt x="545683" y="0"/>
                  </a:lnTo>
                  <a:close/>
                </a:path>
              </a:pathLst>
            </a:custGeom>
            <a:solidFill>
              <a:srgbClr val="65A2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2946" y="2737861"/>
              <a:ext cx="145820" cy="14582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45792" y="2987841"/>
              <a:ext cx="162493" cy="16040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10382" y="2281648"/>
              <a:ext cx="162485" cy="16248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24896" y="2952428"/>
              <a:ext cx="118744" cy="11665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75084" y="2950345"/>
              <a:ext cx="118740" cy="11874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77113" y="2294146"/>
              <a:ext cx="137489" cy="13748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49938" y="3698204"/>
              <a:ext cx="114571" cy="11874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8481" y="3373228"/>
              <a:ext cx="118740" cy="11665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64715" y="2535794"/>
              <a:ext cx="116656" cy="1166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57849" y="961599"/>
            <a:ext cx="10024110" cy="2089785"/>
          </a:xfrm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2966720" marR="5080" indent="-2954655">
              <a:lnSpc>
                <a:spcPts val="7840"/>
              </a:lnSpc>
              <a:spcBef>
                <a:spcPts val="770"/>
              </a:spcBef>
            </a:pPr>
            <a:r>
              <a:rPr dirty="0" sz="7000" spc="220"/>
              <a:t>Javascript</a:t>
            </a:r>
            <a:r>
              <a:rPr dirty="0" sz="7000" spc="505"/>
              <a:t> </a:t>
            </a:r>
            <a:r>
              <a:rPr dirty="0" sz="7000" spc="235"/>
              <a:t>synchronous execution</a:t>
            </a:r>
            <a:endParaRPr sz="7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8163" y="3004185"/>
            <a:ext cx="10727774" cy="804583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364951" y="5965922"/>
            <a:ext cx="215646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19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Memory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Heap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916432" y="5965922"/>
            <a:ext cx="148082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19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Call</a:t>
            </a:r>
            <a:r>
              <a:rPr dirty="0" sz="2600" spc="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Stack</a:t>
            </a:r>
            <a:endParaRPr sz="2600">
              <a:latin typeface="Lato Light"/>
              <a:cs typeface="Lato Ligh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3688" y="8383525"/>
            <a:ext cx="868714" cy="8687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885081" y="10213495"/>
            <a:ext cx="4056379" cy="905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02360" marR="5080" indent="-1090295">
              <a:lnSpc>
                <a:spcPct val="117800"/>
              </a:lnSpc>
              <a:spcBef>
                <a:spcPts val="95"/>
              </a:spcBef>
            </a:pP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Used</a:t>
            </a:r>
            <a:r>
              <a:rPr dirty="0" sz="24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for</a:t>
            </a:r>
            <a:r>
              <a:rPr dirty="0" sz="2450" spc="-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memory</a:t>
            </a:r>
            <a:r>
              <a:rPr dirty="0" sz="2450" spc="-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allocation</a:t>
            </a:r>
            <a:r>
              <a:rPr dirty="0" sz="24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50" b="0">
                <a:solidFill>
                  <a:srgbClr val="FFFFFF"/>
                </a:solidFill>
                <a:latin typeface="Lato Light"/>
                <a:cs typeface="Lato Light"/>
              </a:rPr>
              <a:t>&amp;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memory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management</a:t>
            </a:r>
            <a:endParaRPr sz="2450">
              <a:latin typeface="Lato Light"/>
              <a:cs typeface="Lato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982711" y="10212209"/>
            <a:ext cx="3890645" cy="905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5090">
              <a:lnSpc>
                <a:spcPct val="117800"/>
              </a:lnSpc>
              <a:spcBef>
                <a:spcPts val="95"/>
              </a:spcBef>
            </a:pP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Data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structure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that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 records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any</a:t>
            </a:r>
            <a:r>
              <a:rPr dirty="0" sz="2450" spc="-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function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calls</a:t>
            </a:r>
            <a:r>
              <a:rPr dirty="0" sz="245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that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occur.</a:t>
            </a:r>
            <a:endParaRPr sz="245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814869" y="4478571"/>
            <a:ext cx="5489575" cy="6803390"/>
            <a:chOff x="1814869" y="4478571"/>
            <a:chExt cx="5489575" cy="68033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4927" y="4548516"/>
              <a:ext cx="5449361" cy="673288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4869" y="4478571"/>
              <a:ext cx="2618750" cy="26187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2070" rIns="0" bIns="0" rtlCol="0" vert="horz">
            <a:spAutoFit/>
          </a:bodyPr>
          <a:lstStyle/>
          <a:p>
            <a:pPr marL="4224020">
              <a:lnSpc>
                <a:spcPct val="100000"/>
              </a:lnSpc>
              <a:spcBef>
                <a:spcPts val="110"/>
              </a:spcBef>
            </a:pPr>
            <a:r>
              <a:rPr dirty="0" sz="7000" spc="160"/>
              <a:t>The</a:t>
            </a:r>
            <a:r>
              <a:rPr dirty="0" sz="7000" spc="495"/>
              <a:t> </a:t>
            </a:r>
            <a:r>
              <a:rPr dirty="0" sz="7000" spc="225"/>
              <a:t>heap</a:t>
            </a:r>
            <a:endParaRPr sz="7000"/>
          </a:p>
        </p:txBody>
      </p:sp>
      <p:sp>
        <p:nvSpPr>
          <p:cNvPr id="6" name="object 6" descr=""/>
          <p:cNvSpPr txBox="1"/>
          <p:nvPr/>
        </p:nvSpPr>
        <p:spPr>
          <a:xfrm>
            <a:off x="1344091" y="3934924"/>
            <a:ext cx="2890520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Mr</a:t>
            </a:r>
            <a:r>
              <a:rPr dirty="0" sz="2450" spc="-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Garbage</a:t>
            </a:r>
            <a:r>
              <a:rPr dirty="0" sz="2450" spc="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collector</a:t>
            </a:r>
            <a:endParaRPr sz="2450">
              <a:latin typeface="Lato Light"/>
              <a:cs typeface="Lato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34095" y="4827370"/>
            <a:ext cx="6750050" cy="4425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4445">
              <a:lnSpc>
                <a:spcPct val="100600"/>
              </a:lnSpc>
              <a:spcBef>
                <a:spcPts val="95"/>
              </a:spcBef>
            </a:pPr>
            <a:r>
              <a:rPr dirty="0" sz="4100" spc="-105" b="0">
                <a:solidFill>
                  <a:srgbClr val="FFFFFF"/>
                </a:solidFill>
                <a:latin typeface="Lato Light"/>
                <a:cs typeface="Lato Light"/>
              </a:rPr>
              <a:t>“A</a:t>
            </a:r>
            <a:r>
              <a:rPr dirty="0" sz="4100" spc="-1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collector</a:t>
            </a:r>
            <a:r>
              <a:rPr dirty="0" sz="4100" spc="-1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aims</a:t>
            </a:r>
            <a:r>
              <a:rPr dirty="0" sz="4100" spc="-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to</a:t>
            </a:r>
            <a:r>
              <a:rPr dirty="0" sz="4100" spc="-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spc="-10" b="0">
                <a:solidFill>
                  <a:srgbClr val="FFFFFF"/>
                </a:solidFill>
                <a:latin typeface="Lato Light"/>
                <a:cs typeface="Lato Light"/>
              </a:rPr>
              <a:t>reclaim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memory</a:t>
            </a:r>
            <a:r>
              <a:rPr dirty="0" sz="4100" spc="-1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occupied</a:t>
            </a:r>
            <a:r>
              <a:rPr dirty="0" sz="4100" spc="-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by</a:t>
            </a:r>
            <a:r>
              <a:rPr dirty="0" sz="4100" spc="-1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spc="-10" b="0">
                <a:solidFill>
                  <a:srgbClr val="FFFFFF"/>
                </a:solidFill>
                <a:latin typeface="Lato Light"/>
                <a:cs typeface="Lato Light"/>
              </a:rPr>
              <a:t>objects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that</a:t>
            </a:r>
            <a:r>
              <a:rPr dirty="0" sz="4100" spc="-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are</a:t>
            </a:r>
            <a:r>
              <a:rPr dirty="0" sz="4100" spc="-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no</a:t>
            </a:r>
            <a:r>
              <a:rPr dirty="0" sz="4100" spc="-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longer</a:t>
            </a:r>
            <a:r>
              <a:rPr dirty="0" sz="4100" spc="-114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being</a:t>
            </a:r>
            <a:r>
              <a:rPr dirty="0" sz="4100" spc="-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spc="-10" b="0">
                <a:solidFill>
                  <a:srgbClr val="FFFFFF"/>
                </a:solidFill>
                <a:latin typeface="Lato Light"/>
                <a:cs typeface="Lato Light"/>
              </a:rPr>
              <a:t>used.</a:t>
            </a:r>
            <a:endParaRPr sz="4100">
              <a:latin typeface="Lato Light"/>
              <a:cs typeface="Lato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100">
              <a:latin typeface="Lato Light"/>
              <a:cs typeface="Lato Light"/>
            </a:endParaRPr>
          </a:p>
          <a:p>
            <a:pPr algn="ctr" marL="33020" marR="19685" indent="137160">
              <a:lnSpc>
                <a:spcPct val="100600"/>
              </a:lnSpc>
              <a:spcBef>
                <a:spcPts val="5"/>
              </a:spcBef>
            </a:pP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Objects</a:t>
            </a:r>
            <a:r>
              <a:rPr dirty="0" sz="4100" spc="-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that</a:t>
            </a:r>
            <a:r>
              <a:rPr dirty="0" sz="4100" spc="-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are</a:t>
            </a:r>
            <a:r>
              <a:rPr dirty="0" sz="4100" spc="-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spc="-10" b="0">
                <a:solidFill>
                  <a:srgbClr val="FFFFFF"/>
                </a:solidFill>
                <a:latin typeface="Lato Light"/>
                <a:cs typeface="Lato Light"/>
              </a:rPr>
              <a:t>still </a:t>
            </a:r>
            <a:r>
              <a:rPr dirty="0" sz="4100" spc="-20" b="0">
                <a:solidFill>
                  <a:srgbClr val="FFFFFF"/>
                </a:solidFill>
                <a:latin typeface="Lato Light"/>
                <a:cs typeface="Lato Light"/>
              </a:rPr>
              <a:t>referenced</a:t>
            </a:r>
            <a:r>
              <a:rPr dirty="0" sz="4100" spc="-7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by</a:t>
            </a:r>
            <a:r>
              <a:rPr dirty="0" sz="4100" spc="-1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the</a:t>
            </a:r>
            <a:r>
              <a:rPr dirty="0" sz="4100" spc="-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app</a:t>
            </a:r>
            <a:r>
              <a:rPr dirty="0" sz="4100" spc="-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are</a:t>
            </a:r>
            <a:r>
              <a:rPr dirty="0" sz="4100" spc="-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spc="-25" b="0">
                <a:solidFill>
                  <a:srgbClr val="FFFFFF"/>
                </a:solidFill>
                <a:latin typeface="Lato Light"/>
                <a:cs typeface="Lato Light"/>
              </a:rPr>
              <a:t>not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cleaned</a:t>
            </a:r>
            <a:r>
              <a:rPr dirty="0" sz="4100" spc="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spc="-20" b="0">
                <a:solidFill>
                  <a:srgbClr val="FFFFFF"/>
                </a:solidFill>
                <a:latin typeface="Lato Light"/>
                <a:cs typeface="Lato Light"/>
              </a:rPr>
              <a:t>up.”</a:t>
            </a:r>
            <a:endParaRPr sz="410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2070" rIns="0" bIns="0" rtlCol="0" vert="horz">
            <a:spAutoFit/>
          </a:bodyPr>
          <a:lstStyle/>
          <a:p>
            <a:pPr marL="3113405">
              <a:lnSpc>
                <a:spcPct val="100000"/>
              </a:lnSpc>
              <a:spcBef>
                <a:spcPts val="110"/>
              </a:spcBef>
            </a:pPr>
            <a:r>
              <a:rPr dirty="0" sz="7000" spc="160"/>
              <a:t>The</a:t>
            </a:r>
            <a:r>
              <a:rPr dirty="0" sz="7000" spc="490"/>
              <a:t> </a:t>
            </a:r>
            <a:r>
              <a:rPr dirty="0" sz="7000" spc="180"/>
              <a:t>Call</a:t>
            </a:r>
            <a:r>
              <a:rPr dirty="0" sz="7000" spc="500"/>
              <a:t> </a:t>
            </a:r>
            <a:r>
              <a:rPr dirty="0" sz="7000" spc="235"/>
              <a:t>Stack</a:t>
            </a:r>
            <a:endParaRPr sz="7000"/>
          </a:p>
        </p:txBody>
      </p:sp>
      <p:sp>
        <p:nvSpPr>
          <p:cNvPr id="3" name="object 3" descr=""/>
          <p:cNvSpPr txBox="1"/>
          <p:nvPr/>
        </p:nvSpPr>
        <p:spPr>
          <a:xfrm>
            <a:off x="8986477" y="5822622"/>
            <a:ext cx="6631305" cy="1282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020" marR="5080" indent="-20955">
              <a:lnSpc>
                <a:spcPct val="100600"/>
              </a:lnSpc>
              <a:spcBef>
                <a:spcPts val="95"/>
              </a:spcBef>
            </a:pPr>
            <a:r>
              <a:rPr dirty="0" sz="4100" spc="-105" b="0">
                <a:solidFill>
                  <a:srgbClr val="FFFFFF"/>
                </a:solidFill>
                <a:latin typeface="Lato Light"/>
                <a:cs typeface="Lato Light"/>
              </a:rPr>
              <a:t>“A</a:t>
            </a:r>
            <a:r>
              <a:rPr dirty="0" sz="4100" spc="-18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data</a:t>
            </a:r>
            <a:r>
              <a:rPr dirty="0" sz="4100" spc="-5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structure</a:t>
            </a:r>
            <a:r>
              <a:rPr dirty="0" sz="4100" spc="-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that</a:t>
            </a:r>
            <a:r>
              <a:rPr dirty="0" sz="4100" spc="-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spc="-10" b="0">
                <a:solidFill>
                  <a:srgbClr val="FFFFFF"/>
                </a:solidFill>
                <a:latin typeface="Lato Light"/>
                <a:cs typeface="Lato Light"/>
              </a:rPr>
              <a:t>records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any</a:t>
            </a:r>
            <a:r>
              <a:rPr dirty="0" sz="4100" spc="-114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function</a:t>
            </a:r>
            <a:r>
              <a:rPr dirty="0" sz="410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calls</a:t>
            </a:r>
            <a:r>
              <a:rPr dirty="0" sz="4100" spc="-1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Lato Light"/>
                <a:cs typeface="Lato Light"/>
              </a:rPr>
              <a:t>that</a:t>
            </a:r>
            <a:r>
              <a:rPr dirty="0" sz="410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100" spc="-30" b="0">
                <a:solidFill>
                  <a:srgbClr val="FFFFFF"/>
                </a:solidFill>
                <a:latin typeface="Lato Light"/>
                <a:cs typeface="Lato Light"/>
              </a:rPr>
              <a:t>occur.”</a:t>
            </a:r>
            <a:endParaRPr sz="4100">
              <a:latin typeface="Lato Light"/>
              <a:cs typeface="Lato Ligh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3017" y="3238591"/>
            <a:ext cx="4230267" cy="64629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112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0" spc="195"/>
              <a:t>Loupe</a:t>
            </a:r>
            <a:r>
              <a:rPr dirty="0" sz="7000" spc="495"/>
              <a:t> </a:t>
            </a:r>
            <a:r>
              <a:rPr dirty="0" sz="7000"/>
              <a:t>:</a:t>
            </a:r>
            <a:r>
              <a:rPr dirty="0" sz="7000" spc="120"/>
              <a:t> </a:t>
            </a:r>
            <a:r>
              <a:rPr dirty="0" sz="7000"/>
              <a:t>A</a:t>
            </a:r>
            <a:r>
              <a:rPr dirty="0" sz="7000" spc="114"/>
              <a:t> </a:t>
            </a:r>
            <a:r>
              <a:rPr dirty="0" sz="7000" spc="225"/>
              <a:t>visualization</a:t>
            </a:r>
            <a:r>
              <a:rPr dirty="0" sz="7000" spc="500"/>
              <a:t> </a:t>
            </a:r>
            <a:r>
              <a:rPr dirty="0" sz="7000" spc="120"/>
              <a:t>of</a:t>
            </a:r>
            <a:r>
              <a:rPr dirty="0" sz="7000" spc="500"/>
              <a:t> </a:t>
            </a:r>
            <a:r>
              <a:rPr dirty="0" sz="7000" spc="160"/>
              <a:t>the</a:t>
            </a:r>
            <a:r>
              <a:rPr dirty="0" sz="7000" spc="500"/>
              <a:t> </a:t>
            </a:r>
            <a:r>
              <a:rPr dirty="0" sz="7000" spc="235"/>
              <a:t>runtime</a:t>
            </a:r>
            <a:endParaRPr sz="7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0097" y="3546226"/>
            <a:ext cx="13381735" cy="66087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414948" y="2769972"/>
            <a:ext cx="10161905" cy="7618730"/>
          </a:xfrm>
          <a:custGeom>
            <a:avLst/>
            <a:gdLst/>
            <a:ahLst/>
            <a:cxnLst/>
            <a:rect l="l" t="t" r="r" b="b"/>
            <a:pathLst>
              <a:path w="10161905" h="7618730">
                <a:moveTo>
                  <a:pt x="0" y="0"/>
                </a:moveTo>
                <a:lnTo>
                  <a:pt x="10161427" y="0"/>
                </a:lnTo>
                <a:lnTo>
                  <a:pt x="10161427" y="7618396"/>
                </a:lnTo>
                <a:lnTo>
                  <a:pt x="0" y="7618396"/>
                </a:lnTo>
                <a:lnTo>
                  <a:pt x="0" y="0"/>
                </a:lnTo>
                <a:close/>
              </a:path>
            </a:pathLst>
          </a:custGeom>
          <a:solidFill>
            <a:srgbClr val="65A2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444492" y="2784483"/>
            <a:ext cx="9932670" cy="7568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5325" marR="676910" indent="-683260">
              <a:lnSpc>
                <a:spcPct val="100000"/>
              </a:lnSpc>
              <a:spcBef>
                <a:spcPts val="100"/>
              </a:spcBef>
            </a:pP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function</a:t>
            </a:r>
            <a:r>
              <a:rPr dirty="0" sz="4950" spc="-17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spc="-25" b="0">
                <a:solidFill>
                  <a:srgbClr val="FFFFFF"/>
                </a:solidFill>
                <a:latin typeface="Lato Light"/>
                <a:cs typeface="Lato Light"/>
              </a:rPr>
              <a:t>saySomethingNice()</a:t>
            </a:r>
            <a:r>
              <a:rPr dirty="0" sz="4950" spc="-17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spc="-50" b="0">
                <a:solidFill>
                  <a:srgbClr val="FFFFFF"/>
                </a:solidFill>
                <a:latin typeface="Lato Light"/>
                <a:cs typeface="Lato Light"/>
              </a:rPr>
              <a:t>{ </a:t>
            </a: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return</a:t>
            </a:r>
            <a:r>
              <a:rPr dirty="0" sz="4950" spc="-2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spc="40" b="0">
                <a:solidFill>
                  <a:srgbClr val="FFFFFF"/>
                </a:solidFill>
                <a:latin typeface="Lato Light"/>
                <a:cs typeface="Lato Light"/>
              </a:rPr>
              <a:t>'</a:t>
            </a:r>
            <a:r>
              <a:rPr dirty="0" sz="4950" spc="-495" b="0">
                <a:solidFill>
                  <a:srgbClr val="FFFFFF"/>
                </a:solidFill>
                <a:latin typeface="Lato Light"/>
                <a:cs typeface="Lato Light"/>
              </a:rPr>
              <a:t>Y</a:t>
            </a:r>
            <a:r>
              <a:rPr dirty="0" sz="4950" spc="40" b="0">
                <a:solidFill>
                  <a:srgbClr val="FFFFFF"/>
                </a:solidFill>
                <a:latin typeface="Lato Light"/>
                <a:cs typeface="Lato Light"/>
              </a:rPr>
              <a:t>ou</a:t>
            </a:r>
            <a:r>
              <a:rPr dirty="0" sz="4950" spc="-204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guys</a:t>
            </a:r>
            <a:r>
              <a:rPr dirty="0" sz="4950" spc="-2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are</a:t>
            </a:r>
            <a:r>
              <a:rPr dirty="0" sz="4950" spc="-2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spc="-10" b="0">
                <a:solidFill>
                  <a:srgbClr val="FFFFFF"/>
                </a:solidFill>
                <a:latin typeface="Lato Light"/>
                <a:cs typeface="Lato Light"/>
              </a:rPr>
              <a:t>awesome!';</a:t>
            </a:r>
            <a:endParaRPr sz="4950">
              <a:latin typeface="Lato Light"/>
              <a:cs typeface="Lato Light"/>
            </a:endParaRPr>
          </a:p>
          <a:p>
            <a:pPr marL="12700">
              <a:lnSpc>
                <a:spcPts val="5940"/>
              </a:lnSpc>
            </a:pPr>
            <a:r>
              <a:rPr dirty="0" sz="4950" spc="-50" b="0">
                <a:solidFill>
                  <a:srgbClr val="FFFFFF"/>
                </a:solidFill>
                <a:latin typeface="Lato Light"/>
                <a:cs typeface="Lato Light"/>
              </a:rPr>
              <a:t>}</a:t>
            </a:r>
            <a:endParaRPr sz="4950">
              <a:latin typeface="Lato Light"/>
              <a:cs typeface="Lato Light"/>
            </a:endParaRPr>
          </a:p>
          <a:p>
            <a:pPr marL="695325" marR="5080" indent="-683260">
              <a:lnSpc>
                <a:spcPct val="100000"/>
              </a:lnSpc>
              <a:spcBef>
                <a:spcPts val="5935"/>
              </a:spcBef>
            </a:pP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function</a:t>
            </a:r>
            <a:r>
              <a:rPr dirty="0" sz="4950" spc="-18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spc="-30" b="0">
                <a:solidFill>
                  <a:srgbClr val="FFFFFF"/>
                </a:solidFill>
                <a:latin typeface="Lato Light"/>
                <a:cs typeface="Lato Light"/>
              </a:rPr>
              <a:t>composeGreeting(name)</a:t>
            </a:r>
            <a:r>
              <a:rPr dirty="0" sz="4950" spc="-18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spc="-50" b="0">
                <a:solidFill>
                  <a:srgbClr val="FFFFFF"/>
                </a:solidFill>
                <a:latin typeface="Lato Light"/>
                <a:cs typeface="Lato Light"/>
              </a:rPr>
              <a:t>{ </a:t>
            </a: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let</a:t>
            </a:r>
            <a:r>
              <a:rPr dirty="0" sz="4950" spc="-1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greeting</a:t>
            </a:r>
            <a:r>
              <a:rPr dirty="0" sz="4950" spc="-1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=</a:t>
            </a:r>
            <a:r>
              <a:rPr dirty="0" sz="4950" spc="-1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spc="-10" b="0">
                <a:solidFill>
                  <a:srgbClr val="FFFFFF"/>
                </a:solidFill>
                <a:latin typeface="Lato Light"/>
                <a:cs typeface="Lato Light"/>
              </a:rPr>
              <a:t>saySomethingNice(); console.log(greeting);</a:t>
            </a:r>
            <a:endParaRPr sz="4950">
              <a:latin typeface="Lato Light"/>
              <a:cs typeface="Lato Light"/>
            </a:endParaRPr>
          </a:p>
          <a:p>
            <a:pPr marL="12700">
              <a:lnSpc>
                <a:spcPts val="5940"/>
              </a:lnSpc>
            </a:pPr>
            <a:r>
              <a:rPr dirty="0" sz="4950" spc="-50" b="0">
                <a:solidFill>
                  <a:srgbClr val="FFFFFF"/>
                </a:solidFill>
                <a:latin typeface="Lato Light"/>
                <a:cs typeface="Lato Light"/>
              </a:rPr>
              <a:t>}</a:t>
            </a:r>
            <a:endParaRPr sz="4950">
              <a:latin typeface="Lato Light"/>
              <a:cs typeface="Lato Light"/>
            </a:endParaRPr>
          </a:p>
          <a:p>
            <a:pPr>
              <a:lnSpc>
                <a:spcPct val="100000"/>
              </a:lnSpc>
            </a:pPr>
            <a:endParaRPr sz="4950">
              <a:latin typeface="Lato Light"/>
              <a:cs typeface="Lato Light"/>
            </a:endParaRPr>
          </a:p>
          <a:p>
            <a:pPr marL="12700">
              <a:lnSpc>
                <a:spcPct val="100000"/>
              </a:lnSpc>
            </a:pPr>
            <a:r>
              <a:rPr dirty="0" sz="4950" spc="-10" b="0">
                <a:solidFill>
                  <a:srgbClr val="FFFFFF"/>
                </a:solidFill>
                <a:latin typeface="Lato Light"/>
                <a:cs typeface="Lato Light"/>
              </a:rPr>
              <a:t>composeGreeting('Jozi');</a:t>
            </a:r>
            <a:endParaRPr sz="4950">
              <a:latin typeface="Lato Light"/>
              <a:cs typeface="Lato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9792" y="773025"/>
            <a:ext cx="3709670" cy="10941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0" spc="235"/>
              <a:t>Example</a:t>
            </a:r>
            <a:endParaRPr sz="7000"/>
          </a:p>
        </p:txBody>
      </p:sp>
      <p:sp>
        <p:nvSpPr>
          <p:cNvPr id="5" name="object 5" descr=""/>
          <p:cNvSpPr txBox="1"/>
          <p:nvPr/>
        </p:nvSpPr>
        <p:spPr>
          <a:xfrm>
            <a:off x="12558910" y="2229236"/>
            <a:ext cx="29908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http://latentflip.com/loupe/</a:t>
            </a:r>
            <a:endParaRPr sz="195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2070" rIns="0" bIns="0" rtlCol="0" vert="horz">
            <a:spAutoFit/>
          </a:bodyPr>
          <a:lstStyle/>
          <a:p>
            <a:pPr marL="682625">
              <a:lnSpc>
                <a:spcPct val="100000"/>
              </a:lnSpc>
              <a:spcBef>
                <a:spcPts val="110"/>
              </a:spcBef>
            </a:pPr>
            <a:r>
              <a:rPr dirty="0" sz="7000" spc="210"/>
              <a:t>Maximum</a:t>
            </a:r>
            <a:r>
              <a:rPr dirty="0" sz="7000" spc="500"/>
              <a:t> </a:t>
            </a:r>
            <a:r>
              <a:rPr dirty="0" sz="7000" spc="180"/>
              <a:t>Call</a:t>
            </a:r>
            <a:r>
              <a:rPr dirty="0" sz="7000" spc="500"/>
              <a:t> </a:t>
            </a:r>
            <a:r>
              <a:rPr dirty="0" sz="7000" spc="195"/>
              <a:t>Stack</a:t>
            </a:r>
            <a:r>
              <a:rPr dirty="0" sz="7000" spc="505"/>
              <a:t> </a:t>
            </a:r>
            <a:r>
              <a:rPr dirty="0" sz="7000" spc="235"/>
              <a:t>Error</a:t>
            </a:r>
            <a:endParaRPr sz="7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0219" y="3953569"/>
            <a:ext cx="10121959" cy="52546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817736" y="4657432"/>
            <a:ext cx="4234180" cy="3847465"/>
          </a:xfrm>
          <a:prstGeom prst="rect">
            <a:avLst/>
          </a:prstGeom>
          <a:solidFill>
            <a:srgbClr val="FA6E89"/>
          </a:solidFill>
        </p:spPr>
        <p:txBody>
          <a:bodyPr wrap="square" lIns="0" tIns="25400" rIns="0" bIns="0" rtlCol="0" vert="horz">
            <a:spAutoFit/>
          </a:bodyPr>
          <a:lstStyle/>
          <a:p>
            <a:pPr marL="790575" marR="210820" indent="-754380">
              <a:lnSpc>
                <a:spcPct val="100000"/>
              </a:lnSpc>
              <a:spcBef>
                <a:spcPts val="200"/>
              </a:spcBef>
            </a:pP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function</a:t>
            </a:r>
            <a:r>
              <a:rPr dirty="0" sz="4950" spc="-1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b="0">
                <a:solidFill>
                  <a:srgbClr val="FFFFFF"/>
                </a:solidFill>
                <a:latin typeface="Lato Light"/>
                <a:cs typeface="Lato Light"/>
              </a:rPr>
              <a:t>bar()</a:t>
            </a:r>
            <a:r>
              <a:rPr dirty="0" sz="4950" spc="-1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4950" spc="-50" b="0">
                <a:solidFill>
                  <a:srgbClr val="FFFFFF"/>
                </a:solidFill>
                <a:latin typeface="Lato Light"/>
                <a:cs typeface="Lato Light"/>
              </a:rPr>
              <a:t>{ </a:t>
            </a:r>
            <a:r>
              <a:rPr dirty="0" sz="4950" spc="-10" b="0">
                <a:solidFill>
                  <a:srgbClr val="FFFFFF"/>
                </a:solidFill>
                <a:latin typeface="Lato Light"/>
                <a:cs typeface="Lato Light"/>
              </a:rPr>
              <a:t>bar();</a:t>
            </a:r>
            <a:endParaRPr sz="4950">
              <a:latin typeface="Lato Light"/>
              <a:cs typeface="Lato Light"/>
            </a:endParaRPr>
          </a:p>
          <a:p>
            <a:pPr marL="36195">
              <a:lnSpc>
                <a:spcPts val="5940"/>
              </a:lnSpc>
            </a:pPr>
            <a:r>
              <a:rPr dirty="0" sz="4950" spc="-50" b="0">
                <a:solidFill>
                  <a:srgbClr val="FFFFFF"/>
                </a:solidFill>
                <a:latin typeface="Lato Light"/>
                <a:cs typeface="Lato Light"/>
              </a:rPr>
              <a:t>}</a:t>
            </a:r>
            <a:endParaRPr sz="4950">
              <a:latin typeface="Lato Light"/>
              <a:cs typeface="Lato Light"/>
            </a:endParaRPr>
          </a:p>
          <a:p>
            <a:pPr marL="36195">
              <a:lnSpc>
                <a:spcPct val="100000"/>
              </a:lnSpc>
              <a:spcBef>
                <a:spcPts val="5935"/>
              </a:spcBef>
            </a:pPr>
            <a:r>
              <a:rPr dirty="0" sz="4950" spc="-10" b="0">
                <a:solidFill>
                  <a:srgbClr val="FFFFFF"/>
                </a:solidFill>
                <a:latin typeface="Lato Light"/>
                <a:cs typeface="Lato Light"/>
              </a:rPr>
              <a:t>bar();</a:t>
            </a:r>
            <a:endParaRPr sz="4950">
              <a:latin typeface="Lato Light"/>
              <a:cs typeface="Lato Ligh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52300" y="7309290"/>
            <a:ext cx="4840069" cy="30171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4035" y="972075"/>
            <a:ext cx="10648950" cy="2089785"/>
          </a:xfrm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2065655" marR="5080" indent="-2053589">
              <a:lnSpc>
                <a:spcPts val="7840"/>
              </a:lnSpc>
              <a:spcBef>
                <a:spcPts val="770"/>
              </a:spcBef>
            </a:pPr>
            <a:r>
              <a:rPr dirty="0" sz="7000" spc="220"/>
              <a:t>Asynchronous</a:t>
            </a:r>
            <a:r>
              <a:rPr dirty="0" sz="7000" spc="550"/>
              <a:t> </a:t>
            </a:r>
            <a:r>
              <a:rPr dirty="0" sz="7000" spc="235"/>
              <a:t>Javascript </a:t>
            </a:r>
            <a:r>
              <a:rPr dirty="0" sz="7000" spc="195"/>
              <a:t>using</a:t>
            </a:r>
            <a:r>
              <a:rPr dirty="0" sz="7000" spc="500"/>
              <a:t> </a:t>
            </a:r>
            <a:r>
              <a:rPr dirty="0" sz="7000" spc="235"/>
              <a:t>callbacks</a:t>
            </a:r>
            <a:endParaRPr sz="7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0052" y="3295512"/>
            <a:ext cx="11812421" cy="752393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766373" y="6235287"/>
            <a:ext cx="215646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5085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35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Memory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Heap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09757" y="6235287"/>
            <a:ext cx="148082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50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Call</a:t>
            </a:r>
            <a:r>
              <a:rPr dirty="0" sz="2600" spc="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Stack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209568" y="3947456"/>
            <a:ext cx="153162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889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8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Web</a:t>
            </a:r>
            <a:r>
              <a:rPr dirty="0" sz="2600" spc="-1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Api’s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235130" y="8702639"/>
            <a:ext cx="2359025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3937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31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Callback</a:t>
            </a:r>
            <a:r>
              <a:rPr dirty="0" sz="2600" spc="10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Queue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886506" y="8702639"/>
            <a:ext cx="1710055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3937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31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Event</a:t>
            </a:r>
            <a:r>
              <a:rPr dirty="0" sz="2600" spc="-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Loop</a:t>
            </a:r>
            <a:endParaRPr sz="260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30052" y="3295512"/>
            <a:ext cx="11812905" cy="7524115"/>
            <a:chOff x="3530052" y="3295512"/>
            <a:chExt cx="11812905" cy="7524115"/>
          </a:xfrm>
        </p:grpSpPr>
        <p:sp>
          <p:nvSpPr>
            <p:cNvPr id="3" name="object 3" descr=""/>
            <p:cNvSpPr/>
            <p:nvPr/>
          </p:nvSpPr>
          <p:spPr>
            <a:xfrm>
              <a:off x="11393524" y="3629950"/>
              <a:ext cx="3341370" cy="3261995"/>
            </a:xfrm>
            <a:custGeom>
              <a:avLst/>
              <a:gdLst/>
              <a:ahLst/>
              <a:cxnLst/>
              <a:rect l="l" t="t" r="r" b="b"/>
              <a:pathLst>
                <a:path w="3341369" h="3261995">
                  <a:moveTo>
                    <a:pt x="0" y="0"/>
                  </a:moveTo>
                  <a:lnTo>
                    <a:pt x="3341062" y="0"/>
                  </a:lnTo>
                  <a:lnTo>
                    <a:pt x="3341062" y="3261749"/>
                  </a:lnTo>
                  <a:lnTo>
                    <a:pt x="0" y="32617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E89">
                <a:alpha val="834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0052" y="3295512"/>
              <a:ext cx="11812421" cy="752393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546" rIns="0" bIns="0" rtlCol="0" vert="horz">
            <a:spAutoFit/>
          </a:bodyPr>
          <a:lstStyle/>
          <a:p>
            <a:pPr marL="4129404">
              <a:lnSpc>
                <a:spcPct val="100000"/>
              </a:lnSpc>
              <a:spcBef>
                <a:spcPts val="110"/>
              </a:spcBef>
            </a:pPr>
            <a:r>
              <a:rPr dirty="0" sz="7000" spc="120"/>
              <a:t>Web </a:t>
            </a:r>
            <a:r>
              <a:rPr dirty="0" sz="7000" spc="175"/>
              <a:t>Api’s</a:t>
            </a:r>
            <a:endParaRPr sz="7000"/>
          </a:p>
        </p:txBody>
      </p:sp>
      <p:sp>
        <p:nvSpPr>
          <p:cNvPr id="6" name="object 6" descr=""/>
          <p:cNvSpPr txBox="1"/>
          <p:nvPr/>
        </p:nvSpPr>
        <p:spPr>
          <a:xfrm>
            <a:off x="4766373" y="6235287"/>
            <a:ext cx="215646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5085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35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Memory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Heap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09757" y="6235287"/>
            <a:ext cx="148082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50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Call</a:t>
            </a:r>
            <a:r>
              <a:rPr dirty="0" sz="2600" spc="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Stack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209568" y="3947456"/>
            <a:ext cx="153162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889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8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Web</a:t>
            </a:r>
            <a:r>
              <a:rPr dirty="0" sz="2600" spc="-1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Api’s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235130" y="8702639"/>
            <a:ext cx="2359025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3937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31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Callback</a:t>
            </a:r>
            <a:r>
              <a:rPr dirty="0" sz="2600" spc="10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Queue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886506" y="8702639"/>
            <a:ext cx="1710055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3937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31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Event</a:t>
            </a:r>
            <a:r>
              <a:rPr dirty="0" sz="2600" spc="-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Loop</a:t>
            </a:r>
            <a:endParaRPr sz="260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30052" y="3295512"/>
            <a:ext cx="11812905" cy="7524115"/>
            <a:chOff x="3530052" y="3295512"/>
            <a:chExt cx="11812905" cy="7524115"/>
          </a:xfrm>
        </p:grpSpPr>
        <p:sp>
          <p:nvSpPr>
            <p:cNvPr id="3" name="object 3" descr=""/>
            <p:cNvSpPr/>
            <p:nvPr/>
          </p:nvSpPr>
          <p:spPr>
            <a:xfrm>
              <a:off x="11587085" y="8616653"/>
              <a:ext cx="3060065" cy="1816735"/>
            </a:xfrm>
            <a:custGeom>
              <a:avLst/>
              <a:gdLst/>
              <a:ahLst/>
              <a:cxnLst/>
              <a:rect l="l" t="t" r="r" b="b"/>
              <a:pathLst>
                <a:path w="3060065" h="1816734">
                  <a:moveTo>
                    <a:pt x="0" y="0"/>
                  </a:moveTo>
                  <a:lnTo>
                    <a:pt x="3059447" y="0"/>
                  </a:lnTo>
                  <a:lnTo>
                    <a:pt x="3059447" y="1816374"/>
                  </a:lnTo>
                  <a:lnTo>
                    <a:pt x="0" y="18163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E89">
                <a:alpha val="834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0052" y="3295512"/>
              <a:ext cx="11812421" cy="752393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546" rIns="0" bIns="0" rtlCol="0" vert="horz">
            <a:spAutoFit/>
          </a:bodyPr>
          <a:lstStyle/>
          <a:p>
            <a:pPr marL="2600325">
              <a:lnSpc>
                <a:spcPct val="100000"/>
              </a:lnSpc>
              <a:spcBef>
                <a:spcPts val="110"/>
              </a:spcBef>
            </a:pPr>
            <a:r>
              <a:rPr dirty="0" sz="7000" spc="210"/>
              <a:t>Callback</a:t>
            </a:r>
            <a:r>
              <a:rPr dirty="0" sz="7000" spc="535"/>
              <a:t> </a:t>
            </a:r>
            <a:r>
              <a:rPr dirty="0" sz="7000" spc="235"/>
              <a:t>Queues</a:t>
            </a:r>
            <a:endParaRPr sz="7000"/>
          </a:p>
        </p:txBody>
      </p:sp>
      <p:sp>
        <p:nvSpPr>
          <p:cNvPr id="6" name="object 6" descr=""/>
          <p:cNvSpPr txBox="1"/>
          <p:nvPr/>
        </p:nvSpPr>
        <p:spPr>
          <a:xfrm>
            <a:off x="4766373" y="6235287"/>
            <a:ext cx="215646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5085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35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Memory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Heap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09757" y="6235287"/>
            <a:ext cx="148082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50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Call</a:t>
            </a:r>
            <a:r>
              <a:rPr dirty="0" sz="2600" spc="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Stack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209568" y="3947456"/>
            <a:ext cx="153162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889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8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Web</a:t>
            </a:r>
            <a:r>
              <a:rPr dirty="0" sz="2600" spc="-1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Api’s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937299" y="8825813"/>
            <a:ext cx="2359025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191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3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Callback</a:t>
            </a:r>
            <a:r>
              <a:rPr dirty="0" sz="2600" spc="10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Queue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886506" y="8702639"/>
            <a:ext cx="1710055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3937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31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Event</a:t>
            </a:r>
            <a:r>
              <a:rPr dirty="0" sz="2600" spc="-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Loop</a:t>
            </a:r>
            <a:endParaRPr sz="2600">
              <a:latin typeface="Lato Light"/>
              <a:cs typeface="Lato Ligh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24348" y="6809912"/>
            <a:ext cx="701914" cy="95334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30052" y="3295512"/>
            <a:ext cx="11812905" cy="7524115"/>
            <a:chOff x="3530052" y="3295512"/>
            <a:chExt cx="11812905" cy="7524115"/>
          </a:xfrm>
        </p:grpSpPr>
        <p:sp>
          <p:nvSpPr>
            <p:cNvPr id="3" name="object 3" descr=""/>
            <p:cNvSpPr/>
            <p:nvPr/>
          </p:nvSpPr>
          <p:spPr>
            <a:xfrm>
              <a:off x="9715892" y="8719139"/>
              <a:ext cx="1786255" cy="1626235"/>
            </a:xfrm>
            <a:custGeom>
              <a:avLst/>
              <a:gdLst/>
              <a:ahLst/>
              <a:cxnLst/>
              <a:rect l="l" t="t" r="r" b="b"/>
              <a:pathLst>
                <a:path w="1786254" h="1626234">
                  <a:moveTo>
                    <a:pt x="0" y="0"/>
                  </a:moveTo>
                  <a:lnTo>
                    <a:pt x="1786020" y="0"/>
                  </a:lnTo>
                  <a:lnTo>
                    <a:pt x="1786020" y="1625907"/>
                  </a:lnTo>
                  <a:lnTo>
                    <a:pt x="0" y="16259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6E89">
                <a:alpha val="834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0052" y="3295512"/>
              <a:ext cx="11812421" cy="752393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546" rIns="0" bIns="0" rtlCol="0" vert="horz">
            <a:spAutoFit/>
          </a:bodyPr>
          <a:lstStyle/>
          <a:p>
            <a:pPr marL="3584575">
              <a:lnSpc>
                <a:spcPct val="100000"/>
              </a:lnSpc>
              <a:spcBef>
                <a:spcPts val="110"/>
              </a:spcBef>
            </a:pPr>
            <a:r>
              <a:rPr dirty="0" sz="7000" spc="195"/>
              <a:t>Event</a:t>
            </a:r>
            <a:r>
              <a:rPr dirty="0" sz="7000" spc="505"/>
              <a:t> </a:t>
            </a:r>
            <a:r>
              <a:rPr dirty="0" sz="7000" spc="235"/>
              <a:t>Loops</a:t>
            </a:r>
            <a:endParaRPr sz="7000"/>
          </a:p>
        </p:txBody>
      </p:sp>
      <p:sp>
        <p:nvSpPr>
          <p:cNvPr id="6" name="object 6" descr=""/>
          <p:cNvSpPr txBox="1"/>
          <p:nvPr/>
        </p:nvSpPr>
        <p:spPr>
          <a:xfrm>
            <a:off x="4766373" y="6235287"/>
            <a:ext cx="215646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5085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35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Memory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Heap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09757" y="6235287"/>
            <a:ext cx="148082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50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Call</a:t>
            </a:r>
            <a:r>
              <a:rPr dirty="0" sz="2600" spc="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Stack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209568" y="3947456"/>
            <a:ext cx="1531620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889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8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Web</a:t>
            </a:r>
            <a:r>
              <a:rPr dirty="0" sz="2600" spc="-1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Api’s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937299" y="8825813"/>
            <a:ext cx="2359025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191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3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Callback</a:t>
            </a:r>
            <a:r>
              <a:rPr dirty="0" sz="2600" spc="10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Queue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754074" y="8825813"/>
            <a:ext cx="1710055" cy="484505"/>
          </a:xfrm>
          <a:prstGeom prst="rect">
            <a:avLst/>
          </a:prstGeom>
          <a:solidFill>
            <a:srgbClr val="403C72"/>
          </a:solidFill>
        </p:spPr>
        <p:txBody>
          <a:bodyPr wrap="square" lIns="0" tIns="419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33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Event</a:t>
            </a:r>
            <a:r>
              <a:rPr dirty="0" sz="2600" spc="-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Loop</a:t>
            </a:r>
            <a:endParaRPr sz="260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96894" y="4999416"/>
            <a:ext cx="8251190" cy="1315720"/>
          </a:xfrm>
          <a:prstGeom prst="rect">
            <a:avLst/>
          </a:prstGeom>
          <a:solidFill>
            <a:srgbClr val="65A2FD"/>
          </a:solidFill>
        </p:spPr>
        <p:txBody>
          <a:bodyPr wrap="square" lIns="0" tIns="511175" rIns="0" bIns="0" rtlCol="0" vert="horz">
            <a:spAutoFit/>
          </a:bodyPr>
          <a:lstStyle/>
          <a:p>
            <a:pPr marL="793115">
              <a:lnSpc>
                <a:spcPct val="100000"/>
              </a:lnSpc>
              <a:spcBef>
                <a:spcPts val="4025"/>
              </a:spcBef>
            </a:pPr>
            <a:r>
              <a:rPr dirty="0" sz="4950" spc="-35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h</a:t>
            </a:r>
            <a:r>
              <a:rPr dirty="0" sz="4950" spc="5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ttp:</a:t>
            </a:r>
            <a:r>
              <a:rPr dirty="0" sz="4950" spc="-1045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/</a:t>
            </a:r>
            <a:r>
              <a:rPr dirty="0" sz="4950" spc="5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/l</a:t>
            </a:r>
            <a:r>
              <a:rPr dirty="0" sz="4950" spc="-30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a</a:t>
            </a:r>
            <a:r>
              <a:rPr dirty="0" sz="4950" spc="-10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t</a:t>
            </a:r>
            <a:r>
              <a:rPr dirty="0" sz="4950" spc="5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e</a:t>
            </a:r>
            <a:r>
              <a:rPr dirty="0" sz="4950" spc="-35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n</a:t>
            </a:r>
            <a:r>
              <a:rPr dirty="0" sz="4950" spc="5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tflip.</a:t>
            </a:r>
            <a:r>
              <a:rPr dirty="0" sz="4950" spc="-50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c</a:t>
            </a:r>
            <a:r>
              <a:rPr dirty="0" sz="4950" spc="5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om/loupe/</a:t>
            </a:r>
            <a:endParaRPr sz="4950">
              <a:latin typeface="Lato Light"/>
              <a:cs typeface="Lato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9792" y="773025"/>
            <a:ext cx="3709670" cy="10941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0" spc="235"/>
              <a:t>Example</a:t>
            </a:r>
            <a:endParaRPr sz="7000"/>
          </a:p>
        </p:txBody>
      </p:sp>
      <p:sp>
        <p:nvSpPr>
          <p:cNvPr id="4" name="object 4" descr=""/>
          <p:cNvSpPr txBox="1"/>
          <p:nvPr/>
        </p:nvSpPr>
        <p:spPr>
          <a:xfrm>
            <a:off x="12558910" y="2229236"/>
            <a:ext cx="29908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" b="0">
                <a:solidFill>
                  <a:srgbClr val="FFFFFF"/>
                </a:solidFill>
                <a:latin typeface="Lato Light"/>
                <a:cs typeface="Lato Light"/>
                <a:hlinkClick r:id="rId2"/>
              </a:rPr>
              <a:t>http://latentflip.com/loupe/</a:t>
            </a:r>
            <a:endParaRPr sz="195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0498" rIns="0" bIns="0" rtlCol="0" vert="horz">
            <a:spAutoFit/>
          </a:bodyPr>
          <a:lstStyle/>
          <a:p>
            <a:pPr marL="1793239">
              <a:lnSpc>
                <a:spcPct val="100000"/>
              </a:lnSpc>
              <a:spcBef>
                <a:spcPts val="120"/>
              </a:spcBef>
            </a:pPr>
            <a:r>
              <a:rPr dirty="0" spc="220"/>
              <a:t>Optimizing</a:t>
            </a:r>
            <a:r>
              <a:rPr dirty="0" spc="500"/>
              <a:t> </a:t>
            </a:r>
            <a:r>
              <a:rPr dirty="0" spc="160"/>
              <a:t>for</a:t>
            </a:r>
            <a:r>
              <a:rPr dirty="0" spc="505"/>
              <a:t> </a:t>
            </a:r>
            <a:r>
              <a:rPr dirty="0" spc="160"/>
              <a:t>the</a:t>
            </a:r>
            <a:r>
              <a:rPr dirty="0" spc="505"/>
              <a:t> </a:t>
            </a:r>
            <a:r>
              <a:rPr dirty="0" spc="235"/>
              <a:t>runtime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596071" y="8322728"/>
            <a:ext cx="461009" cy="461009"/>
          </a:xfrm>
          <a:custGeom>
            <a:avLst/>
            <a:gdLst/>
            <a:ahLst/>
            <a:cxnLst/>
            <a:rect l="l" t="t" r="r" b="b"/>
            <a:pathLst>
              <a:path w="461010" h="461009">
                <a:moveTo>
                  <a:pt x="230419" y="0"/>
                </a:moveTo>
                <a:lnTo>
                  <a:pt x="182798" y="4800"/>
                </a:lnTo>
                <a:lnTo>
                  <a:pt x="183596" y="4800"/>
                </a:lnTo>
                <a:lnTo>
                  <a:pt x="140727" y="18106"/>
                </a:lnTo>
                <a:lnTo>
                  <a:pt x="101587" y="39350"/>
                </a:lnTo>
                <a:lnTo>
                  <a:pt x="68117" y="66965"/>
                </a:lnTo>
                <a:lnTo>
                  <a:pt x="39350" y="101587"/>
                </a:lnTo>
                <a:lnTo>
                  <a:pt x="18106" y="140727"/>
                </a:lnTo>
                <a:lnTo>
                  <a:pt x="4681" y="183980"/>
                </a:lnTo>
                <a:lnTo>
                  <a:pt x="0" y="230419"/>
                </a:lnTo>
                <a:lnTo>
                  <a:pt x="4681" y="276853"/>
                </a:lnTo>
                <a:lnTo>
                  <a:pt x="18106" y="320103"/>
                </a:lnTo>
                <a:lnTo>
                  <a:pt x="39350" y="359243"/>
                </a:lnTo>
                <a:lnTo>
                  <a:pt x="67486" y="393346"/>
                </a:lnTo>
                <a:lnTo>
                  <a:pt x="101587" y="421483"/>
                </a:lnTo>
                <a:lnTo>
                  <a:pt x="140727" y="442730"/>
                </a:lnTo>
                <a:lnTo>
                  <a:pt x="183980" y="456157"/>
                </a:lnTo>
                <a:lnTo>
                  <a:pt x="230419" y="460839"/>
                </a:lnTo>
                <a:lnTo>
                  <a:pt x="276859" y="456157"/>
                </a:lnTo>
                <a:lnTo>
                  <a:pt x="320112" y="442730"/>
                </a:lnTo>
                <a:lnTo>
                  <a:pt x="325346" y="439889"/>
                </a:lnTo>
                <a:lnTo>
                  <a:pt x="230419" y="439889"/>
                </a:lnTo>
                <a:lnTo>
                  <a:pt x="182392" y="434357"/>
                </a:lnTo>
                <a:lnTo>
                  <a:pt x="138304" y="418600"/>
                </a:lnTo>
                <a:lnTo>
                  <a:pt x="99411" y="393875"/>
                </a:lnTo>
                <a:lnTo>
                  <a:pt x="66971" y="361438"/>
                </a:lnTo>
                <a:lnTo>
                  <a:pt x="42243" y="322545"/>
                </a:lnTo>
                <a:lnTo>
                  <a:pt x="26484" y="278453"/>
                </a:lnTo>
                <a:lnTo>
                  <a:pt x="20951" y="230419"/>
                </a:lnTo>
                <a:lnTo>
                  <a:pt x="26484" y="182386"/>
                </a:lnTo>
                <a:lnTo>
                  <a:pt x="42243" y="138295"/>
                </a:lnTo>
                <a:lnTo>
                  <a:pt x="66971" y="99402"/>
                </a:lnTo>
                <a:lnTo>
                  <a:pt x="99411" y="66965"/>
                </a:lnTo>
                <a:lnTo>
                  <a:pt x="138304" y="42239"/>
                </a:lnTo>
                <a:lnTo>
                  <a:pt x="182392" y="26483"/>
                </a:lnTo>
                <a:lnTo>
                  <a:pt x="230419" y="20951"/>
                </a:lnTo>
                <a:lnTo>
                  <a:pt x="325105" y="20951"/>
                </a:lnTo>
                <a:lnTo>
                  <a:pt x="320745" y="18543"/>
                </a:lnTo>
                <a:lnTo>
                  <a:pt x="277235" y="4800"/>
                </a:lnTo>
                <a:lnTo>
                  <a:pt x="230419" y="0"/>
                </a:lnTo>
                <a:close/>
              </a:path>
              <a:path w="461010" h="461009">
                <a:moveTo>
                  <a:pt x="438267" y="138103"/>
                </a:moveTo>
                <a:lnTo>
                  <a:pt x="431567" y="138103"/>
                </a:lnTo>
                <a:lnTo>
                  <a:pt x="424634" y="145165"/>
                </a:lnTo>
                <a:lnTo>
                  <a:pt x="423930" y="149346"/>
                </a:lnTo>
                <a:lnTo>
                  <a:pt x="425218" y="153080"/>
                </a:lnTo>
                <a:lnTo>
                  <a:pt x="424953" y="153080"/>
                </a:lnTo>
                <a:lnTo>
                  <a:pt x="431310" y="171426"/>
                </a:lnTo>
                <a:lnTo>
                  <a:pt x="435997" y="190477"/>
                </a:lnTo>
                <a:lnTo>
                  <a:pt x="438896" y="210165"/>
                </a:lnTo>
                <a:lnTo>
                  <a:pt x="439889" y="230419"/>
                </a:lnTo>
                <a:lnTo>
                  <a:pt x="434357" y="278453"/>
                </a:lnTo>
                <a:lnTo>
                  <a:pt x="418600" y="322545"/>
                </a:lnTo>
                <a:lnTo>
                  <a:pt x="393875" y="361438"/>
                </a:lnTo>
                <a:lnTo>
                  <a:pt x="361438" y="393875"/>
                </a:lnTo>
                <a:lnTo>
                  <a:pt x="322545" y="418600"/>
                </a:lnTo>
                <a:lnTo>
                  <a:pt x="278453" y="434357"/>
                </a:lnTo>
                <a:lnTo>
                  <a:pt x="230419" y="439889"/>
                </a:lnTo>
                <a:lnTo>
                  <a:pt x="325346" y="439889"/>
                </a:lnTo>
                <a:lnTo>
                  <a:pt x="359252" y="421483"/>
                </a:lnTo>
                <a:lnTo>
                  <a:pt x="393353" y="393346"/>
                </a:lnTo>
                <a:lnTo>
                  <a:pt x="421489" y="359243"/>
                </a:lnTo>
                <a:lnTo>
                  <a:pt x="442733" y="320103"/>
                </a:lnTo>
                <a:lnTo>
                  <a:pt x="456158" y="276853"/>
                </a:lnTo>
                <a:lnTo>
                  <a:pt x="460839" y="230419"/>
                </a:lnTo>
                <a:lnTo>
                  <a:pt x="459858" y="210165"/>
                </a:lnTo>
                <a:lnTo>
                  <a:pt x="459776" y="208483"/>
                </a:lnTo>
                <a:lnTo>
                  <a:pt x="456673" y="187142"/>
                </a:lnTo>
                <a:lnTo>
                  <a:pt x="451658" y="166472"/>
                </a:lnTo>
                <a:lnTo>
                  <a:pt x="444860" y="146551"/>
                </a:lnTo>
                <a:lnTo>
                  <a:pt x="444434" y="145165"/>
                </a:lnTo>
                <a:lnTo>
                  <a:pt x="444368" y="144951"/>
                </a:lnTo>
                <a:lnTo>
                  <a:pt x="443622" y="143393"/>
                </a:lnTo>
                <a:lnTo>
                  <a:pt x="438267" y="138103"/>
                </a:lnTo>
                <a:close/>
              </a:path>
              <a:path w="461010" h="461009">
                <a:moveTo>
                  <a:pt x="128587" y="188517"/>
                </a:moveTo>
                <a:lnTo>
                  <a:pt x="119903" y="188517"/>
                </a:lnTo>
                <a:lnTo>
                  <a:pt x="115210" y="193212"/>
                </a:lnTo>
                <a:lnTo>
                  <a:pt x="115210" y="201894"/>
                </a:lnTo>
                <a:lnTo>
                  <a:pt x="116383" y="204498"/>
                </a:lnTo>
                <a:lnTo>
                  <a:pt x="118282" y="206418"/>
                </a:lnTo>
                <a:lnTo>
                  <a:pt x="224915" y="313029"/>
                </a:lnTo>
                <a:lnTo>
                  <a:pt x="227518" y="314203"/>
                </a:lnTo>
                <a:lnTo>
                  <a:pt x="233406" y="314203"/>
                </a:lnTo>
                <a:lnTo>
                  <a:pt x="235874" y="313029"/>
                </a:lnTo>
                <a:lnTo>
                  <a:pt x="259157" y="288751"/>
                </a:lnTo>
                <a:lnTo>
                  <a:pt x="230249" y="288751"/>
                </a:lnTo>
                <a:lnTo>
                  <a:pt x="131189" y="189690"/>
                </a:lnTo>
                <a:lnTo>
                  <a:pt x="128587" y="188517"/>
                </a:lnTo>
                <a:close/>
              </a:path>
              <a:path w="461010" h="461009">
                <a:moveTo>
                  <a:pt x="456146" y="62832"/>
                </a:moveTo>
                <a:lnTo>
                  <a:pt x="447377" y="62832"/>
                </a:lnTo>
                <a:lnTo>
                  <a:pt x="444710" y="64113"/>
                </a:lnTo>
                <a:lnTo>
                  <a:pt x="401208" y="109513"/>
                </a:lnTo>
                <a:lnTo>
                  <a:pt x="230249" y="288751"/>
                </a:lnTo>
                <a:lnTo>
                  <a:pt x="259157" y="288751"/>
                </a:lnTo>
                <a:lnTo>
                  <a:pt x="457938" y="80541"/>
                </a:lnTo>
                <a:lnTo>
                  <a:pt x="459709" y="78641"/>
                </a:lnTo>
                <a:lnTo>
                  <a:pt x="460839" y="76103"/>
                </a:lnTo>
                <a:lnTo>
                  <a:pt x="460839" y="67547"/>
                </a:lnTo>
                <a:lnTo>
                  <a:pt x="456146" y="62832"/>
                </a:lnTo>
                <a:close/>
              </a:path>
              <a:path w="461010" h="461009">
                <a:moveTo>
                  <a:pt x="395274" y="84956"/>
                </a:moveTo>
                <a:lnTo>
                  <a:pt x="381217" y="84956"/>
                </a:lnTo>
                <a:lnTo>
                  <a:pt x="385356" y="88690"/>
                </a:lnTo>
                <a:lnTo>
                  <a:pt x="391609" y="88690"/>
                </a:lnTo>
                <a:lnTo>
                  <a:pt x="395274" y="84956"/>
                </a:lnTo>
                <a:close/>
              </a:path>
              <a:path w="461010" h="461009">
                <a:moveTo>
                  <a:pt x="325105" y="20951"/>
                </a:moveTo>
                <a:lnTo>
                  <a:pt x="230419" y="20951"/>
                </a:lnTo>
                <a:lnTo>
                  <a:pt x="273583" y="25416"/>
                </a:lnTo>
                <a:lnTo>
                  <a:pt x="313675" y="38203"/>
                </a:lnTo>
                <a:lnTo>
                  <a:pt x="349806" y="58403"/>
                </a:lnTo>
                <a:lnTo>
                  <a:pt x="381089" y="85106"/>
                </a:lnTo>
                <a:lnTo>
                  <a:pt x="381217" y="84956"/>
                </a:lnTo>
                <a:lnTo>
                  <a:pt x="395274" y="84956"/>
                </a:lnTo>
                <a:lnTo>
                  <a:pt x="399609" y="80541"/>
                </a:lnTo>
                <a:lnTo>
                  <a:pt x="399650" y="73841"/>
                </a:lnTo>
                <a:lnTo>
                  <a:pt x="395127" y="69382"/>
                </a:lnTo>
                <a:lnTo>
                  <a:pt x="394615" y="69211"/>
                </a:lnTo>
                <a:lnTo>
                  <a:pt x="394189" y="68913"/>
                </a:lnTo>
                <a:lnTo>
                  <a:pt x="360034" y="40243"/>
                </a:lnTo>
                <a:lnTo>
                  <a:pt x="325105" y="20951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596071" y="4645276"/>
            <a:ext cx="461009" cy="461009"/>
          </a:xfrm>
          <a:custGeom>
            <a:avLst/>
            <a:gdLst/>
            <a:ahLst/>
            <a:cxnLst/>
            <a:rect l="l" t="t" r="r" b="b"/>
            <a:pathLst>
              <a:path w="461010" h="461010">
                <a:moveTo>
                  <a:pt x="230419" y="0"/>
                </a:moveTo>
                <a:lnTo>
                  <a:pt x="182799" y="4800"/>
                </a:lnTo>
                <a:lnTo>
                  <a:pt x="183596" y="4800"/>
                </a:lnTo>
                <a:lnTo>
                  <a:pt x="140727" y="18106"/>
                </a:lnTo>
                <a:lnTo>
                  <a:pt x="101587" y="39350"/>
                </a:lnTo>
                <a:lnTo>
                  <a:pt x="68117" y="66964"/>
                </a:lnTo>
                <a:lnTo>
                  <a:pt x="39350" y="101586"/>
                </a:lnTo>
                <a:lnTo>
                  <a:pt x="18106" y="140726"/>
                </a:lnTo>
                <a:lnTo>
                  <a:pt x="4681" y="183980"/>
                </a:lnTo>
                <a:lnTo>
                  <a:pt x="0" y="230419"/>
                </a:lnTo>
                <a:lnTo>
                  <a:pt x="4681" y="276853"/>
                </a:lnTo>
                <a:lnTo>
                  <a:pt x="18106" y="320103"/>
                </a:lnTo>
                <a:lnTo>
                  <a:pt x="39350" y="359243"/>
                </a:lnTo>
                <a:lnTo>
                  <a:pt x="67486" y="393345"/>
                </a:lnTo>
                <a:lnTo>
                  <a:pt x="101587" y="421483"/>
                </a:lnTo>
                <a:lnTo>
                  <a:pt x="140727" y="442729"/>
                </a:lnTo>
                <a:lnTo>
                  <a:pt x="183980" y="456157"/>
                </a:lnTo>
                <a:lnTo>
                  <a:pt x="230419" y="460839"/>
                </a:lnTo>
                <a:lnTo>
                  <a:pt x="276859" y="456157"/>
                </a:lnTo>
                <a:lnTo>
                  <a:pt x="320112" y="442729"/>
                </a:lnTo>
                <a:lnTo>
                  <a:pt x="325348" y="439887"/>
                </a:lnTo>
                <a:lnTo>
                  <a:pt x="230419" y="439887"/>
                </a:lnTo>
                <a:lnTo>
                  <a:pt x="182392" y="434356"/>
                </a:lnTo>
                <a:lnTo>
                  <a:pt x="138304" y="418599"/>
                </a:lnTo>
                <a:lnTo>
                  <a:pt x="99411" y="393874"/>
                </a:lnTo>
                <a:lnTo>
                  <a:pt x="66971" y="361437"/>
                </a:lnTo>
                <a:lnTo>
                  <a:pt x="42243" y="322545"/>
                </a:lnTo>
                <a:lnTo>
                  <a:pt x="26484" y="278453"/>
                </a:lnTo>
                <a:lnTo>
                  <a:pt x="20951" y="230419"/>
                </a:lnTo>
                <a:lnTo>
                  <a:pt x="26484" y="182386"/>
                </a:lnTo>
                <a:lnTo>
                  <a:pt x="42243" y="138294"/>
                </a:lnTo>
                <a:lnTo>
                  <a:pt x="66971" y="99402"/>
                </a:lnTo>
                <a:lnTo>
                  <a:pt x="99411" y="66964"/>
                </a:lnTo>
                <a:lnTo>
                  <a:pt x="138304" y="42239"/>
                </a:lnTo>
                <a:lnTo>
                  <a:pt x="182392" y="26483"/>
                </a:lnTo>
                <a:lnTo>
                  <a:pt x="230419" y="20951"/>
                </a:lnTo>
                <a:lnTo>
                  <a:pt x="325106" y="20951"/>
                </a:lnTo>
                <a:lnTo>
                  <a:pt x="320745" y="18542"/>
                </a:lnTo>
                <a:lnTo>
                  <a:pt x="277235" y="4800"/>
                </a:lnTo>
                <a:lnTo>
                  <a:pt x="230419" y="0"/>
                </a:lnTo>
                <a:close/>
              </a:path>
              <a:path w="461010" h="461010">
                <a:moveTo>
                  <a:pt x="438266" y="138102"/>
                </a:moveTo>
                <a:lnTo>
                  <a:pt x="431567" y="138102"/>
                </a:lnTo>
                <a:lnTo>
                  <a:pt x="424634" y="145164"/>
                </a:lnTo>
                <a:lnTo>
                  <a:pt x="423930" y="149346"/>
                </a:lnTo>
                <a:lnTo>
                  <a:pt x="425218" y="153080"/>
                </a:lnTo>
                <a:lnTo>
                  <a:pt x="424953" y="153080"/>
                </a:lnTo>
                <a:lnTo>
                  <a:pt x="431310" y="171426"/>
                </a:lnTo>
                <a:lnTo>
                  <a:pt x="435997" y="190477"/>
                </a:lnTo>
                <a:lnTo>
                  <a:pt x="438896" y="210165"/>
                </a:lnTo>
                <a:lnTo>
                  <a:pt x="439889" y="230419"/>
                </a:lnTo>
                <a:lnTo>
                  <a:pt x="434357" y="278453"/>
                </a:lnTo>
                <a:lnTo>
                  <a:pt x="418600" y="322545"/>
                </a:lnTo>
                <a:lnTo>
                  <a:pt x="393875" y="361437"/>
                </a:lnTo>
                <a:lnTo>
                  <a:pt x="361438" y="393874"/>
                </a:lnTo>
                <a:lnTo>
                  <a:pt x="322545" y="418599"/>
                </a:lnTo>
                <a:lnTo>
                  <a:pt x="278453" y="434356"/>
                </a:lnTo>
                <a:lnTo>
                  <a:pt x="230419" y="439887"/>
                </a:lnTo>
                <a:lnTo>
                  <a:pt x="325348" y="439887"/>
                </a:lnTo>
                <a:lnTo>
                  <a:pt x="359252" y="421483"/>
                </a:lnTo>
                <a:lnTo>
                  <a:pt x="393353" y="393345"/>
                </a:lnTo>
                <a:lnTo>
                  <a:pt x="421489" y="359243"/>
                </a:lnTo>
                <a:lnTo>
                  <a:pt x="442733" y="320103"/>
                </a:lnTo>
                <a:lnTo>
                  <a:pt x="456158" y="276853"/>
                </a:lnTo>
                <a:lnTo>
                  <a:pt x="460839" y="230419"/>
                </a:lnTo>
                <a:lnTo>
                  <a:pt x="459858" y="210165"/>
                </a:lnTo>
                <a:lnTo>
                  <a:pt x="459776" y="208482"/>
                </a:lnTo>
                <a:lnTo>
                  <a:pt x="456673" y="187141"/>
                </a:lnTo>
                <a:lnTo>
                  <a:pt x="451658" y="166472"/>
                </a:lnTo>
                <a:lnTo>
                  <a:pt x="444860" y="146551"/>
                </a:lnTo>
                <a:lnTo>
                  <a:pt x="444434" y="145164"/>
                </a:lnTo>
                <a:lnTo>
                  <a:pt x="444368" y="144950"/>
                </a:lnTo>
                <a:lnTo>
                  <a:pt x="443622" y="143393"/>
                </a:lnTo>
                <a:lnTo>
                  <a:pt x="438266" y="138102"/>
                </a:lnTo>
                <a:close/>
              </a:path>
              <a:path w="461010" h="461010">
                <a:moveTo>
                  <a:pt x="128587" y="188517"/>
                </a:moveTo>
                <a:lnTo>
                  <a:pt x="119903" y="188517"/>
                </a:lnTo>
                <a:lnTo>
                  <a:pt x="115210" y="193210"/>
                </a:lnTo>
                <a:lnTo>
                  <a:pt x="115210" y="201894"/>
                </a:lnTo>
                <a:lnTo>
                  <a:pt x="116383" y="204497"/>
                </a:lnTo>
                <a:lnTo>
                  <a:pt x="118282" y="206417"/>
                </a:lnTo>
                <a:lnTo>
                  <a:pt x="224915" y="313029"/>
                </a:lnTo>
                <a:lnTo>
                  <a:pt x="227518" y="314203"/>
                </a:lnTo>
                <a:lnTo>
                  <a:pt x="233406" y="314203"/>
                </a:lnTo>
                <a:lnTo>
                  <a:pt x="235872" y="313029"/>
                </a:lnTo>
                <a:lnTo>
                  <a:pt x="259157" y="288749"/>
                </a:lnTo>
                <a:lnTo>
                  <a:pt x="230249" y="288749"/>
                </a:lnTo>
                <a:lnTo>
                  <a:pt x="131189" y="189690"/>
                </a:lnTo>
                <a:lnTo>
                  <a:pt x="128587" y="188517"/>
                </a:lnTo>
                <a:close/>
              </a:path>
              <a:path w="461010" h="461010">
                <a:moveTo>
                  <a:pt x="456146" y="62831"/>
                </a:moveTo>
                <a:lnTo>
                  <a:pt x="447377" y="62831"/>
                </a:lnTo>
                <a:lnTo>
                  <a:pt x="444710" y="64112"/>
                </a:lnTo>
                <a:lnTo>
                  <a:pt x="442811" y="66118"/>
                </a:lnTo>
                <a:lnTo>
                  <a:pt x="401208" y="109513"/>
                </a:lnTo>
                <a:lnTo>
                  <a:pt x="230249" y="288749"/>
                </a:lnTo>
                <a:lnTo>
                  <a:pt x="259157" y="288749"/>
                </a:lnTo>
                <a:lnTo>
                  <a:pt x="457938" y="80540"/>
                </a:lnTo>
                <a:lnTo>
                  <a:pt x="459709" y="78641"/>
                </a:lnTo>
                <a:lnTo>
                  <a:pt x="460839" y="76102"/>
                </a:lnTo>
                <a:lnTo>
                  <a:pt x="460839" y="67547"/>
                </a:lnTo>
                <a:lnTo>
                  <a:pt x="456146" y="62831"/>
                </a:lnTo>
                <a:close/>
              </a:path>
              <a:path w="461010" h="461010">
                <a:moveTo>
                  <a:pt x="395273" y="84956"/>
                </a:moveTo>
                <a:lnTo>
                  <a:pt x="381217" y="84956"/>
                </a:lnTo>
                <a:lnTo>
                  <a:pt x="385356" y="88690"/>
                </a:lnTo>
                <a:lnTo>
                  <a:pt x="391608" y="88690"/>
                </a:lnTo>
                <a:lnTo>
                  <a:pt x="395273" y="84956"/>
                </a:lnTo>
                <a:close/>
              </a:path>
              <a:path w="461010" h="461010">
                <a:moveTo>
                  <a:pt x="325106" y="20951"/>
                </a:moveTo>
                <a:lnTo>
                  <a:pt x="230419" y="20951"/>
                </a:lnTo>
                <a:lnTo>
                  <a:pt x="273583" y="25416"/>
                </a:lnTo>
                <a:lnTo>
                  <a:pt x="313675" y="38203"/>
                </a:lnTo>
                <a:lnTo>
                  <a:pt x="349806" y="58403"/>
                </a:lnTo>
                <a:lnTo>
                  <a:pt x="381089" y="85105"/>
                </a:lnTo>
                <a:lnTo>
                  <a:pt x="381217" y="84956"/>
                </a:lnTo>
                <a:lnTo>
                  <a:pt x="395273" y="84956"/>
                </a:lnTo>
                <a:lnTo>
                  <a:pt x="399610" y="80540"/>
                </a:lnTo>
                <a:lnTo>
                  <a:pt x="399650" y="73841"/>
                </a:lnTo>
                <a:lnTo>
                  <a:pt x="395127" y="69381"/>
                </a:lnTo>
                <a:lnTo>
                  <a:pt x="394615" y="69210"/>
                </a:lnTo>
                <a:lnTo>
                  <a:pt x="394189" y="68912"/>
                </a:lnTo>
                <a:lnTo>
                  <a:pt x="360034" y="40242"/>
                </a:lnTo>
                <a:lnTo>
                  <a:pt x="325106" y="20951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596071" y="6798292"/>
            <a:ext cx="461009" cy="461009"/>
          </a:xfrm>
          <a:custGeom>
            <a:avLst/>
            <a:gdLst/>
            <a:ahLst/>
            <a:cxnLst/>
            <a:rect l="l" t="t" r="r" b="b"/>
            <a:pathLst>
              <a:path w="461010" h="461009">
                <a:moveTo>
                  <a:pt x="230419" y="0"/>
                </a:moveTo>
                <a:lnTo>
                  <a:pt x="182799" y="4800"/>
                </a:lnTo>
                <a:lnTo>
                  <a:pt x="183596" y="4800"/>
                </a:lnTo>
                <a:lnTo>
                  <a:pt x="140727" y="18106"/>
                </a:lnTo>
                <a:lnTo>
                  <a:pt x="101587" y="39350"/>
                </a:lnTo>
                <a:lnTo>
                  <a:pt x="68118" y="66964"/>
                </a:lnTo>
                <a:lnTo>
                  <a:pt x="39350" y="101586"/>
                </a:lnTo>
                <a:lnTo>
                  <a:pt x="18106" y="140726"/>
                </a:lnTo>
                <a:lnTo>
                  <a:pt x="4681" y="183980"/>
                </a:lnTo>
                <a:lnTo>
                  <a:pt x="0" y="230419"/>
                </a:lnTo>
                <a:lnTo>
                  <a:pt x="4681" y="276853"/>
                </a:lnTo>
                <a:lnTo>
                  <a:pt x="18106" y="320103"/>
                </a:lnTo>
                <a:lnTo>
                  <a:pt x="39350" y="359243"/>
                </a:lnTo>
                <a:lnTo>
                  <a:pt x="67486" y="393345"/>
                </a:lnTo>
                <a:lnTo>
                  <a:pt x="101587" y="421483"/>
                </a:lnTo>
                <a:lnTo>
                  <a:pt x="140727" y="442729"/>
                </a:lnTo>
                <a:lnTo>
                  <a:pt x="183980" y="456157"/>
                </a:lnTo>
                <a:lnTo>
                  <a:pt x="230419" y="460839"/>
                </a:lnTo>
                <a:lnTo>
                  <a:pt x="276859" y="456157"/>
                </a:lnTo>
                <a:lnTo>
                  <a:pt x="320112" y="442729"/>
                </a:lnTo>
                <a:lnTo>
                  <a:pt x="325348" y="439887"/>
                </a:lnTo>
                <a:lnTo>
                  <a:pt x="230419" y="439887"/>
                </a:lnTo>
                <a:lnTo>
                  <a:pt x="182392" y="434356"/>
                </a:lnTo>
                <a:lnTo>
                  <a:pt x="138304" y="418599"/>
                </a:lnTo>
                <a:lnTo>
                  <a:pt x="99411" y="393874"/>
                </a:lnTo>
                <a:lnTo>
                  <a:pt x="66971" y="361437"/>
                </a:lnTo>
                <a:lnTo>
                  <a:pt x="42243" y="322545"/>
                </a:lnTo>
                <a:lnTo>
                  <a:pt x="26484" y="278453"/>
                </a:lnTo>
                <a:lnTo>
                  <a:pt x="20951" y="230419"/>
                </a:lnTo>
                <a:lnTo>
                  <a:pt x="26484" y="182386"/>
                </a:lnTo>
                <a:lnTo>
                  <a:pt x="42243" y="138294"/>
                </a:lnTo>
                <a:lnTo>
                  <a:pt x="66971" y="99401"/>
                </a:lnTo>
                <a:lnTo>
                  <a:pt x="99411" y="66964"/>
                </a:lnTo>
                <a:lnTo>
                  <a:pt x="138304" y="42238"/>
                </a:lnTo>
                <a:lnTo>
                  <a:pt x="182392" y="26482"/>
                </a:lnTo>
                <a:lnTo>
                  <a:pt x="230419" y="20950"/>
                </a:lnTo>
                <a:lnTo>
                  <a:pt x="325104" y="20950"/>
                </a:lnTo>
                <a:lnTo>
                  <a:pt x="320745" y="18542"/>
                </a:lnTo>
                <a:lnTo>
                  <a:pt x="277235" y="4800"/>
                </a:lnTo>
                <a:lnTo>
                  <a:pt x="230419" y="0"/>
                </a:lnTo>
                <a:close/>
              </a:path>
              <a:path w="461010" h="461009">
                <a:moveTo>
                  <a:pt x="438267" y="138102"/>
                </a:moveTo>
                <a:lnTo>
                  <a:pt x="431567" y="138102"/>
                </a:lnTo>
                <a:lnTo>
                  <a:pt x="424634" y="145164"/>
                </a:lnTo>
                <a:lnTo>
                  <a:pt x="423930" y="149345"/>
                </a:lnTo>
                <a:lnTo>
                  <a:pt x="425217" y="153079"/>
                </a:lnTo>
                <a:lnTo>
                  <a:pt x="424953" y="153079"/>
                </a:lnTo>
                <a:lnTo>
                  <a:pt x="431310" y="171425"/>
                </a:lnTo>
                <a:lnTo>
                  <a:pt x="435997" y="190477"/>
                </a:lnTo>
                <a:lnTo>
                  <a:pt x="438896" y="210165"/>
                </a:lnTo>
                <a:lnTo>
                  <a:pt x="439889" y="230419"/>
                </a:lnTo>
                <a:lnTo>
                  <a:pt x="434357" y="278453"/>
                </a:lnTo>
                <a:lnTo>
                  <a:pt x="418600" y="322545"/>
                </a:lnTo>
                <a:lnTo>
                  <a:pt x="393875" y="361437"/>
                </a:lnTo>
                <a:lnTo>
                  <a:pt x="361438" y="393874"/>
                </a:lnTo>
                <a:lnTo>
                  <a:pt x="322545" y="418599"/>
                </a:lnTo>
                <a:lnTo>
                  <a:pt x="278453" y="434356"/>
                </a:lnTo>
                <a:lnTo>
                  <a:pt x="230419" y="439887"/>
                </a:lnTo>
                <a:lnTo>
                  <a:pt x="325348" y="439887"/>
                </a:lnTo>
                <a:lnTo>
                  <a:pt x="359252" y="421483"/>
                </a:lnTo>
                <a:lnTo>
                  <a:pt x="393353" y="393345"/>
                </a:lnTo>
                <a:lnTo>
                  <a:pt x="421489" y="359243"/>
                </a:lnTo>
                <a:lnTo>
                  <a:pt x="442733" y="320103"/>
                </a:lnTo>
                <a:lnTo>
                  <a:pt x="456158" y="276853"/>
                </a:lnTo>
                <a:lnTo>
                  <a:pt x="460839" y="230419"/>
                </a:lnTo>
                <a:lnTo>
                  <a:pt x="459858" y="210165"/>
                </a:lnTo>
                <a:lnTo>
                  <a:pt x="459776" y="208482"/>
                </a:lnTo>
                <a:lnTo>
                  <a:pt x="456673" y="187141"/>
                </a:lnTo>
                <a:lnTo>
                  <a:pt x="451658" y="166472"/>
                </a:lnTo>
                <a:lnTo>
                  <a:pt x="444860" y="146551"/>
                </a:lnTo>
                <a:lnTo>
                  <a:pt x="444434" y="145164"/>
                </a:lnTo>
                <a:lnTo>
                  <a:pt x="444368" y="144950"/>
                </a:lnTo>
                <a:lnTo>
                  <a:pt x="443622" y="143393"/>
                </a:lnTo>
                <a:lnTo>
                  <a:pt x="438267" y="138102"/>
                </a:lnTo>
                <a:close/>
              </a:path>
              <a:path w="461010" h="461009">
                <a:moveTo>
                  <a:pt x="128587" y="188517"/>
                </a:moveTo>
                <a:lnTo>
                  <a:pt x="119903" y="188517"/>
                </a:lnTo>
                <a:lnTo>
                  <a:pt x="115210" y="193210"/>
                </a:lnTo>
                <a:lnTo>
                  <a:pt x="115210" y="201894"/>
                </a:lnTo>
                <a:lnTo>
                  <a:pt x="116383" y="204497"/>
                </a:lnTo>
                <a:lnTo>
                  <a:pt x="118282" y="206417"/>
                </a:lnTo>
                <a:lnTo>
                  <a:pt x="224915" y="313028"/>
                </a:lnTo>
                <a:lnTo>
                  <a:pt x="227518" y="314202"/>
                </a:lnTo>
                <a:lnTo>
                  <a:pt x="233406" y="314202"/>
                </a:lnTo>
                <a:lnTo>
                  <a:pt x="235874" y="313028"/>
                </a:lnTo>
                <a:lnTo>
                  <a:pt x="259157" y="288749"/>
                </a:lnTo>
                <a:lnTo>
                  <a:pt x="230249" y="288749"/>
                </a:lnTo>
                <a:lnTo>
                  <a:pt x="131189" y="189690"/>
                </a:lnTo>
                <a:lnTo>
                  <a:pt x="128587" y="188517"/>
                </a:lnTo>
                <a:close/>
              </a:path>
              <a:path w="461010" h="461009">
                <a:moveTo>
                  <a:pt x="456146" y="62831"/>
                </a:moveTo>
                <a:lnTo>
                  <a:pt x="447377" y="62831"/>
                </a:lnTo>
                <a:lnTo>
                  <a:pt x="444710" y="64112"/>
                </a:lnTo>
                <a:lnTo>
                  <a:pt x="401208" y="109513"/>
                </a:lnTo>
                <a:lnTo>
                  <a:pt x="230249" y="288749"/>
                </a:lnTo>
                <a:lnTo>
                  <a:pt x="259157" y="288749"/>
                </a:lnTo>
                <a:lnTo>
                  <a:pt x="457938" y="80540"/>
                </a:lnTo>
                <a:lnTo>
                  <a:pt x="459709" y="78640"/>
                </a:lnTo>
                <a:lnTo>
                  <a:pt x="460839" y="76102"/>
                </a:lnTo>
                <a:lnTo>
                  <a:pt x="460839" y="67547"/>
                </a:lnTo>
                <a:lnTo>
                  <a:pt x="456146" y="62831"/>
                </a:lnTo>
                <a:close/>
              </a:path>
              <a:path w="461010" h="461009">
                <a:moveTo>
                  <a:pt x="395273" y="84956"/>
                </a:moveTo>
                <a:lnTo>
                  <a:pt x="381217" y="84956"/>
                </a:lnTo>
                <a:lnTo>
                  <a:pt x="385356" y="88689"/>
                </a:lnTo>
                <a:lnTo>
                  <a:pt x="391609" y="88689"/>
                </a:lnTo>
                <a:lnTo>
                  <a:pt x="395273" y="84956"/>
                </a:lnTo>
                <a:close/>
              </a:path>
              <a:path w="461010" h="461009">
                <a:moveTo>
                  <a:pt x="325104" y="20950"/>
                </a:moveTo>
                <a:lnTo>
                  <a:pt x="230419" y="20950"/>
                </a:lnTo>
                <a:lnTo>
                  <a:pt x="273583" y="25415"/>
                </a:lnTo>
                <a:lnTo>
                  <a:pt x="313675" y="38203"/>
                </a:lnTo>
                <a:lnTo>
                  <a:pt x="349806" y="58403"/>
                </a:lnTo>
                <a:lnTo>
                  <a:pt x="381089" y="85105"/>
                </a:lnTo>
                <a:lnTo>
                  <a:pt x="381217" y="84956"/>
                </a:lnTo>
                <a:lnTo>
                  <a:pt x="395273" y="84956"/>
                </a:lnTo>
                <a:lnTo>
                  <a:pt x="399610" y="80540"/>
                </a:lnTo>
                <a:lnTo>
                  <a:pt x="399650" y="73840"/>
                </a:lnTo>
                <a:lnTo>
                  <a:pt x="395127" y="69381"/>
                </a:lnTo>
                <a:lnTo>
                  <a:pt x="394615" y="69210"/>
                </a:lnTo>
                <a:lnTo>
                  <a:pt x="394189" y="68912"/>
                </a:lnTo>
                <a:lnTo>
                  <a:pt x="360034" y="40242"/>
                </a:lnTo>
                <a:lnTo>
                  <a:pt x="325104" y="20950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596071" y="9056072"/>
            <a:ext cx="461009" cy="461009"/>
          </a:xfrm>
          <a:custGeom>
            <a:avLst/>
            <a:gdLst/>
            <a:ahLst/>
            <a:cxnLst/>
            <a:rect l="l" t="t" r="r" b="b"/>
            <a:pathLst>
              <a:path w="461010" h="461009">
                <a:moveTo>
                  <a:pt x="230419" y="0"/>
                </a:moveTo>
                <a:lnTo>
                  <a:pt x="182798" y="4800"/>
                </a:lnTo>
                <a:lnTo>
                  <a:pt x="183596" y="4800"/>
                </a:lnTo>
                <a:lnTo>
                  <a:pt x="140727" y="18106"/>
                </a:lnTo>
                <a:lnTo>
                  <a:pt x="101587" y="39350"/>
                </a:lnTo>
                <a:lnTo>
                  <a:pt x="68117" y="66965"/>
                </a:lnTo>
                <a:lnTo>
                  <a:pt x="39350" y="101587"/>
                </a:lnTo>
                <a:lnTo>
                  <a:pt x="18106" y="140727"/>
                </a:lnTo>
                <a:lnTo>
                  <a:pt x="4681" y="183980"/>
                </a:lnTo>
                <a:lnTo>
                  <a:pt x="0" y="230419"/>
                </a:lnTo>
                <a:lnTo>
                  <a:pt x="4681" y="276853"/>
                </a:lnTo>
                <a:lnTo>
                  <a:pt x="18106" y="320103"/>
                </a:lnTo>
                <a:lnTo>
                  <a:pt x="39350" y="359243"/>
                </a:lnTo>
                <a:lnTo>
                  <a:pt x="67486" y="393346"/>
                </a:lnTo>
                <a:lnTo>
                  <a:pt x="101587" y="421483"/>
                </a:lnTo>
                <a:lnTo>
                  <a:pt x="140727" y="442730"/>
                </a:lnTo>
                <a:lnTo>
                  <a:pt x="183980" y="456157"/>
                </a:lnTo>
                <a:lnTo>
                  <a:pt x="230419" y="460839"/>
                </a:lnTo>
                <a:lnTo>
                  <a:pt x="276859" y="456157"/>
                </a:lnTo>
                <a:lnTo>
                  <a:pt x="320112" y="442730"/>
                </a:lnTo>
                <a:lnTo>
                  <a:pt x="325346" y="439889"/>
                </a:lnTo>
                <a:lnTo>
                  <a:pt x="230419" y="439889"/>
                </a:lnTo>
                <a:lnTo>
                  <a:pt x="182392" y="434357"/>
                </a:lnTo>
                <a:lnTo>
                  <a:pt x="138304" y="418600"/>
                </a:lnTo>
                <a:lnTo>
                  <a:pt x="99411" y="393875"/>
                </a:lnTo>
                <a:lnTo>
                  <a:pt x="66971" y="361438"/>
                </a:lnTo>
                <a:lnTo>
                  <a:pt x="42243" y="322545"/>
                </a:lnTo>
                <a:lnTo>
                  <a:pt x="26484" y="278453"/>
                </a:lnTo>
                <a:lnTo>
                  <a:pt x="20951" y="230419"/>
                </a:lnTo>
                <a:lnTo>
                  <a:pt x="26484" y="182386"/>
                </a:lnTo>
                <a:lnTo>
                  <a:pt x="42243" y="138295"/>
                </a:lnTo>
                <a:lnTo>
                  <a:pt x="66971" y="99402"/>
                </a:lnTo>
                <a:lnTo>
                  <a:pt x="99411" y="66965"/>
                </a:lnTo>
                <a:lnTo>
                  <a:pt x="138304" y="42239"/>
                </a:lnTo>
                <a:lnTo>
                  <a:pt x="182392" y="26483"/>
                </a:lnTo>
                <a:lnTo>
                  <a:pt x="230419" y="20951"/>
                </a:lnTo>
                <a:lnTo>
                  <a:pt x="325105" y="20951"/>
                </a:lnTo>
                <a:lnTo>
                  <a:pt x="320745" y="18543"/>
                </a:lnTo>
                <a:lnTo>
                  <a:pt x="277235" y="4800"/>
                </a:lnTo>
                <a:lnTo>
                  <a:pt x="230419" y="0"/>
                </a:lnTo>
                <a:close/>
              </a:path>
              <a:path w="461010" h="461009">
                <a:moveTo>
                  <a:pt x="438267" y="138103"/>
                </a:moveTo>
                <a:lnTo>
                  <a:pt x="431567" y="138103"/>
                </a:lnTo>
                <a:lnTo>
                  <a:pt x="424634" y="145165"/>
                </a:lnTo>
                <a:lnTo>
                  <a:pt x="423930" y="149346"/>
                </a:lnTo>
                <a:lnTo>
                  <a:pt x="425218" y="153080"/>
                </a:lnTo>
                <a:lnTo>
                  <a:pt x="424953" y="153080"/>
                </a:lnTo>
                <a:lnTo>
                  <a:pt x="431310" y="171426"/>
                </a:lnTo>
                <a:lnTo>
                  <a:pt x="435997" y="190477"/>
                </a:lnTo>
                <a:lnTo>
                  <a:pt x="438896" y="210165"/>
                </a:lnTo>
                <a:lnTo>
                  <a:pt x="439889" y="230419"/>
                </a:lnTo>
                <a:lnTo>
                  <a:pt x="434357" y="278453"/>
                </a:lnTo>
                <a:lnTo>
                  <a:pt x="418600" y="322545"/>
                </a:lnTo>
                <a:lnTo>
                  <a:pt x="393875" y="361438"/>
                </a:lnTo>
                <a:lnTo>
                  <a:pt x="361438" y="393875"/>
                </a:lnTo>
                <a:lnTo>
                  <a:pt x="322545" y="418600"/>
                </a:lnTo>
                <a:lnTo>
                  <a:pt x="278453" y="434357"/>
                </a:lnTo>
                <a:lnTo>
                  <a:pt x="230419" y="439889"/>
                </a:lnTo>
                <a:lnTo>
                  <a:pt x="325346" y="439889"/>
                </a:lnTo>
                <a:lnTo>
                  <a:pt x="359252" y="421483"/>
                </a:lnTo>
                <a:lnTo>
                  <a:pt x="393353" y="393346"/>
                </a:lnTo>
                <a:lnTo>
                  <a:pt x="421489" y="359243"/>
                </a:lnTo>
                <a:lnTo>
                  <a:pt x="442733" y="320103"/>
                </a:lnTo>
                <a:lnTo>
                  <a:pt x="456158" y="276853"/>
                </a:lnTo>
                <a:lnTo>
                  <a:pt x="460839" y="230419"/>
                </a:lnTo>
                <a:lnTo>
                  <a:pt x="459858" y="210165"/>
                </a:lnTo>
                <a:lnTo>
                  <a:pt x="459776" y="208483"/>
                </a:lnTo>
                <a:lnTo>
                  <a:pt x="456673" y="187142"/>
                </a:lnTo>
                <a:lnTo>
                  <a:pt x="451658" y="166472"/>
                </a:lnTo>
                <a:lnTo>
                  <a:pt x="444860" y="146551"/>
                </a:lnTo>
                <a:lnTo>
                  <a:pt x="444434" y="145165"/>
                </a:lnTo>
                <a:lnTo>
                  <a:pt x="444368" y="144951"/>
                </a:lnTo>
                <a:lnTo>
                  <a:pt x="443622" y="143393"/>
                </a:lnTo>
                <a:lnTo>
                  <a:pt x="438267" y="138103"/>
                </a:lnTo>
                <a:close/>
              </a:path>
              <a:path w="461010" h="461009">
                <a:moveTo>
                  <a:pt x="128587" y="188517"/>
                </a:moveTo>
                <a:lnTo>
                  <a:pt x="119903" y="188517"/>
                </a:lnTo>
                <a:lnTo>
                  <a:pt x="115210" y="193212"/>
                </a:lnTo>
                <a:lnTo>
                  <a:pt x="115210" y="201894"/>
                </a:lnTo>
                <a:lnTo>
                  <a:pt x="116383" y="204498"/>
                </a:lnTo>
                <a:lnTo>
                  <a:pt x="118282" y="206418"/>
                </a:lnTo>
                <a:lnTo>
                  <a:pt x="224915" y="313029"/>
                </a:lnTo>
                <a:lnTo>
                  <a:pt x="227518" y="314203"/>
                </a:lnTo>
                <a:lnTo>
                  <a:pt x="233406" y="314203"/>
                </a:lnTo>
                <a:lnTo>
                  <a:pt x="235874" y="313029"/>
                </a:lnTo>
                <a:lnTo>
                  <a:pt x="259157" y="288751"/>
                </a:lnTo>
                <a:lnTo>
                  <a:pt x="230249" y="288751"/>
                </a:lnTo>
                <a:lnTo>
                  <a:pt x="131189" y="189690"/>
                </a:lnTo>
                <a:lnTo>
                  <a:pt x="128587" y="188517"/>
                </a:lnTo>
                <a:close/>
              </a:path>
              <a:path w="461010" h="461009">
                <a:moveTo>
                  <a:pt x="456146" y="62832"/>
                </a:moveTo>
                <a:lnTo>
                  <a:pt x="447377" y="62832"/>
                </a:lnTo>
                <a:lnTo>
                  <a:pt x="444710" y="64113"/>
                </a:lnTo>
                <a:lnTo>
                  <a:pt x="401208" y="109513"/>
                </a:lnTo>
                <a:lnTo>
                  <a:pt x="230249" y="288751"/>
                </a:lnTo>
                <a:lnTo>
                  <a:pt x="259157" y="288751"/>
                </a:lnTo>
                <a:lnTo>
                  <a:pt x="457938" y="80541"/>
                </a:lnTo>
                <a:lnTo>
                  <a:pt x="459709" y="78641"/>
                </a:lnTo>
                <a:lnTo>
                  <a:pt x="460839" y="76103"/>
                </a:lnTo>
                <a:lnTo>
                  <a:pt x="460839" y="67547"/>
                </a:lnTo>
                <a:lnTo>
                  <a:pt x="456146" y="62832"/>
                </a:lnTo>
                <a:close/>
              </a:path>
              <a:path w="461010" h="461009">
                <a:moveTo>
                  <a:pt x="395274" y="84956"/>
                </a:moveTo>
                <a:lnTo>
                  <a:pt x="381217" y="84956"/>
                </a:lnTo>
                <a:lnTo>
                  <a:pt x="385356" y="88690"/>
                </a:lnTo>
                <a:lnTo>
                  <a:pt x="391609" y="88690"/>
                </a:lnTo>
                <a:lnTo>
                  <a:pt x="395274" y="84956"/>
                </a:lnTo>
                <a:close/>
              </a:path>
              <a:path w="461010" h="461009">
                <a:moveTo>
                  <a:pt x="325105" y="20951"/>
                </a:moveTo>
                <a:lnTo>
                  <a:pt x="230419" y="20951"/>
                </a:lnTo>
                <a:lnTo>
                  <a:pt x="273583" y="25416"/>
                </a:lnTo>
                <a:lnTo>
                  <a:pt x="313675" y="38203"/>
                </a:lnTo>
                <a:lnTo>
                  <a:pt x="349806" y="58403"/>
                </a:lnTo>
                <a:lnTo>
                  <a:pt x="381089" y="85106"/>
                </a:lnTo>
                <a:lnTo>
                  <a:pt x="381217" y="84956"/>
                </a:lnTo>
                <a:lnTo>
                  <a:pt x="395274" y="84956"/>
                </a:lnTo>
                <a:lnTo>
                  <a:pt x="399609" y="80541"/>
                </a:lnTo>
                <a:lnTo>
                  <a:pt x="399650" y="73841"/>
                </a:lnTo>
                <a:lnTo>
                  <a:pt x="395127" y="69382"/>
                </a:lnTo>
                <a:lnTo>
                  <a:pt x="394615" y="69211"/>
                </a:lnTo>
                <a:lnTo>
                  <a:pt x="394189" y="68913"/>
                </a:lnTo>
                <a:lnTo>
                  <a:pt x="360034" y="40243"/>
                </a:lnTo>
                <a:lnTo>
                  <a:pt x="325105" y="20951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596071" y="5378620"/>
            <a:ext cx="461009" cy="461009"/>
          </a:xfrm>
          <a:custGeom>
            <a:avLst/>
            <a:gdLst/>
            <a:ahLst/>
            <a:cxnLst/>
            <a:rect l="l" t="t" r="r" b="b"/>
            <a:pathLst>
              <a:path w="461010" h="461010">
                <a:moveTo>
                  <a:pt x="230419" y="0"/>
                </a:moveTo>
                <a:lnTo>
                  <a:pt x="182799" y="4800"/>
                </a:lnTo>
                <a:lnTo>
                  <a:pt x="183596" y="4800"/>
                </a:lnTo>
                <a:lnTo>
                  <a:pt x="140727" y="18106"/>
                </a:lnTo>
                <a:lnTo>
                  <a:pt x="101587" y="39350"/>
                </a:lnTo>
                <a:lnTo>
                  <a:pt x="68117" y="66964"/>
                </a:lnTo>
                <a:lnTo>
                  <a:pt x="39350" y="101586"/>
                </a:lnTo>
                <a:lnTo>
                  <a:pt x="18106" y="140726"/>
                </a:lnTo>
                <a:lnTo>
                  <a:pt x="4681" y="183980"/>
                </a:lnTo>
                <a:lnTo>
                  <a:pt x="0" y="230419"/>
                </a:lnTo>
                <a:lnTo>
                  <a:pt x="4681" y="276853"/>
                </a:lnTo>
                <a:lnTo>
                  <a:pt x="18106" y="320103"/>
                </a:lnTo>
                <a:lnTo>
                  <a:pt x="39350" y="359243"/>
                </a:lnTo>
                <a:lnTo>
                  <a:pt x="67486" y="393345"/>
                </a:lnTo>
                <a:lnTo>
                  <a:pt x="101587" y="421483"/>
                </a:lnTo>
                <a:lnTo>
                  <a:pt x="140727" y="442729"/>
                </a:lnTo>
                <a:lnTo>
                  <a:pt x="183980" y="456157"/>
                </a:lnTo>
                <a:lnTo>
                  <a:pt x="230419" y="460839"/>
                </a:lnTo>
                <a:lnTo>
                  <a:pt x="276859" y="456157"/>
                </a:lnTo>
                <a:lnTo>
                  <a:pt x="320112" y="442729"/>
                </a:lnTo>
                <a:lnTo>
                  <a:pt x="325348" y="439887"/>
                </a:lnTo>
                <a:lnTo>
                  <a:pt x="230419" y="439887"/>
                </a:lnTo>
                <a:lnTo>
                  <a:pt x="182392" y="434356"/>
                </a:lnTo>
                <a:lnTo>
                  <a:pt x="138304" y="418599"/>
                </a:lnTo>
                <a:lnTo>
                  <a:pt x="99411" y="393874"/>
                </a:lnTo>
                <a:lnTo>
                  <a:pt x="66971" y="361437"/>
                </a:lnTo>
                <a:lnTo>
                  <a:pt x="42243" y="322545"/>
                </a:lnTo>
                <a:lnTo>
                  <a:pt x="26484" y="278453"/>
                </a:lnTo>
                <a:lnTo>
                  <a:pt x="20951" y="230419"/>
                </a:lnTo>
                <a:lnTo>
                  <a:pt x="26484" y="182386"/>
                </a:lnTo>
                <a:lnTo>
                  <a:pt x="42243" y="138294"/>
                </a:lnTo>
                <a:lnTo>
                  <a:pt x="66971" y="99402"/>
                </a:lnTo>
                <a:lnTo>
                  <a:pt x="99411" y="66964"/>
                </a:lnTo>
                <a:lnTo>
                  <a:pt x="138304" y="42239"/>
                </a:lnTo>
                <a:lnTo>
                  <a:pt x="182392" y="26483"/>
                </a:lnTo>
                <a:lnTo>
                  <a:pt x="230419" y="20951"/>
                </a:lnTo>
                <a:lnTo>
                  <a:pt x="325106" y="20951"/>
                </a:lnTo>
                <a:lnTo>
                  <a:pt x="320745" y="18542"/>
                </a:lnTo>
                <a:lnTo>
                  <a:pt x="277235" y="4800"/>
                </a:lnTo>
                <a:lnTo>
                  <a:pt x="230419" y="0"/>
                </a:lnTo>
                <a:close/>
              </a:path>
              <a:path w="461010" h="461010">
                <a:moveTo>
                  <a:pt x="438266" y="138102"/>
                </a:moveTo>
                <a:lnTo>
                  <a:pt x="431567" y="138102"/>
                </a:lnTo>
                <a:lnTo>
                  <a:pt x="424634" y="145164"/>
                </a:lnTo>
                <a:lnTo>
                  <a:pt x="423930" y="149346"/>
                </a:lnTo>
                <a:lnTo>
                  <a:pt x="425218" y="153080"/>
                </a:lnTo>
                <a:lnTo>
                  <a:pt x="424953" y="153080"/>
                </a:lnTo>
                <a:lnTo>
                  <a:pt x="431310" y="171426"/>
                </a:lnTo>
                <a:lnTo>
                  <a:pt x="435997" y="190477"/>
                </a:lnTo>
                <a:lnTo>
                  <a:pt x="438896" y="210165"/>
                </a:lnTo>
                <a:lnTo>
                  <a:pt x="439889" y="230419"/>
                </a:lnTo>
                <a:lnTo>
                  <a:pt x="434357" y="278453"/>
                </a:lnTo>
                <a:lnTo>
                  <a:pt x="418600" y="322545"/>
                </a:lnTo>
                <a:lnTo>
                  <a:pt x="393875" y="361437"/>
                </a:lnTo>
                <a:lnTo>
                  <a:pt x="361438" y="393874"/>
                </a:lnTo>
                <a:lnTo>
                  <a:pt x="322545" y="418599"/>
                </a:lnTo>
                <a:lnTo>
                  <a:pt x="278453" y="434356"/>
                </a:lnTo>
                <a:lnTo>
                  <a:pt x="230419" y="439887"/>
                </a:lnTo>
                <a:lnTo>
                  <a:pt x="325348" y="439887"/>
                </a:lnTo>
                <a:lnTo>
                  <a:pt x="359252" y="421483"/>
                </a:lnTo>
                <a:lnTo>
                  <a:pt x="393353" y="393345"/>
                </a:lnTo>
                <a:lnTo>
                  <a:pt x="421489" y="359243"/>
                </a:lnTo>
                <a:lnTo>
                  <a:pt x="442733" y="320103"/>
                </a:lnTo>
                <a:lnTo>
                  <a:pt x="456158" y="276853"/>
                </a:lnTo>
                <a:lnTo>
                  <a:pt x="460839" y="230419"/>
                </a:lnTo>
                <a:lnTo>
                  <a:pt x="459858" y="210165"/>
                </a:lnTo>
                <a:lnTo>
                  <a:pt x="459776" y="208482"/>
                </a:lnTo>
                <a:lnTo>
                  <a:pt x="456673" y="187141"/>
                </a:lnTo>
                <a:lnTo>
                  <a:pt x="451658" y="166472"/>
                </a:lnTo>
                <a:lnTo>
                  <a:pt x="444860" y="146551"/>
                </a:lnTo>
                <a:lnTo>
                  <a:pt x="444434" y="145164"/>
                </a:lnTo>
                <a:lnTo>
                  <a:pt x="444368" y="144950"/>
                </a:lnTo>
                <a:lnTo>
                  <a:pt x="443622" y="143393"/>
                </a:lnTo>
                <a:lnTo>
                  <a:pt x="438266" y="138102"/>
                </a:lnTo>
                <a:close/>
              </a:path>
              <a:path w="461010" h="461010">
                <a:moveTo>
                  <a:pt x="128587" y="188517"/>
                </a:moveTo>
                <a:lnTo>
                  <a:pt x="119903" y="188517"/>
                </a:lnTo>
                <a:lnTo>
                  <a:pt x="115210" y="193210"/>
                </a:lnTo>
                <a:lnTo>
                  <a:pt x="115210" y="201894"/>
                </a:lnTo>
                <a:lnTo>
                  <a:pt x="116383" y="204497"/>
                </a:lnTo>
                <a:lnTo>
                  <a:pt x="118282" y="206417"/>
                </a:lnTo>
                <a:lnTo>
                  <a:pt x="224915" y="313029"/>
                </a:lnTo>
                <a:lnTo>
                  <a:pt x="227518" y="314203"/>
                </a:lnTo>
                <a:lnTo>
                  <a:pt x="233406" y="314203"/>
                </a:lnTo>
                <a:lnTo>
                  <a:pt x="235872" y="313029"/>
                </a:lnTo>
                <a:lnTo>
                  <a:pt x="259157" y="288749"/>
                </a:lnTo>
                <a:lnTo>
                  <a:pt x="230249" y="288749"/>
                </a:lnTo>
                <a:lnTo>
                  <a:pt x="131189" y="189690"/>
                </a:lnTo>
                <a:lnTo>
                  <a:pt x="128587" y="188517"/>
                </a:lnTo>
                <a:close/>
              </a:path>
              <a:path w="461010" h="461010">
                <a:moveTo>
                  <a:pt x="456146" y="62831"/>
                </a:moveTo>
                <a:lnTo>
                  <a:pt x="447377" y="62831"/>
                </a:lnTo>
                <a:lnTo>
                  <a:pt x="444710" y="64112"/>
                </a:lnTo>
                <a:lnTo>
                  <a:pt x="442811" y="66118"/>
                </a:lnTo>
                <a:lnTo>
                  <a:pt x="401208" y="109513"/>
                </a:lnTo>
                <a:lnTo>
                  <a:pt x="230249" y="288749"/>
                </a:lnTo>
                <a:lnTo>
                  <a:pt x="259157" y="288749"/>
                </a:lnTo>
                <a:lnTo>
                  <a:pt x="457938" y="80540"/>
                </a:lnTo>
                <a:lnTo>
                  <a:pt x="459709" y="78641"/>
                </a:lnTo>
                <a:lnTo>
                  <a:pt x="460839" y="76102"/>
                </a:lnTo>
                <a:lnTo>
                  <a:pt x="460839" y="67547"/>
                </a:lnTo>
                <a:lnTo>
                  <a:pt x="456146" y="62831"/>
                </a:lnTo>
                <a:close/>
              </a:path>
              <a:path w="461010" h="461010">
                <a:moveTo>
                  <a:pt x="395273" y="84956"/>
                </a:moveTo>
                <a:lnTo>
                  <a:pt x="381217" y="84956"/>
                </a:lnTo>
                <a:lnTo>
                  <a:pt x="385356" y="88690"/>
                </a:lnTo>
                <a:lnTo>
                  <a:pt x="391608" y="88690"/>
                </a:lnTo>
                <a:lnTo>
                  <a:pt x="395273" y="84956"/>
                </a:lnTo>
                <a:close/>
              </a:path>
              <a:path w="461010" h="461010">
                <a:moveTo>
                  <a:pt x="325106" y="20951"/>
                </a:moveTo>
                <a:lnTo>
                  <a:pt x="230419" y="20951"/>
                </a:lnTo>
                <a:lnTo>
                  <a:pt x="273583" y="25416"/>
                </a:lnTo>
                <a:lnTo>
                  <a:pt x="313675" y="38203"/>
                </a:lnTo>
                <a:lnTo>
                  <a:pt x="349806" y="58403"/>
                </a:lnTo>
                <a:lnTo>
                  <a:pt x="381089" y="85105"/>
                </a:lnTo>
                <a:lnTo>
                  <a:pt x="381217" y="84956"/>
                </a:lnTo>
                <a:lnTo>
                  <a:pt x="395273" y="84956"/>
                </a:lnTo>
                <a:lnTo>
                  <a:pt x="399610" y="80540"/>
                </a:lnTo>
                <a:lnTo>
                  <a:pt x="399650" y="73841"/>
                </a:lnTo>
                <a:lnTo>
                  <a:pt x="395127" y="69381"/>
                </a:lnTo>
                <a:lnTo>
                  <a:pt x="394615" y="69210"/>
                </a:lnTo>
                <a:lnTo>
                  <a:pt x="394189" y="68912"/>
                </a:lnTo>
                <a:lnTo>
                  <a:pt x="360034" y="40242"/>
                </a:lnTo>
                <a:lnTo>
                  <a:pt x="325106" y="20951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596071" y="6111963"/>
            <a:ext cx="461009" cy="461009"/>
          </a:xfrm>
          <a:custGeom>
            <a:avLst/>
            <a:gdLst/>
            <a:ahLst/>
            <a:cxnLst/>
            <a:rect l="l" t="t" r="r" b="b"/>
            <a:pathLst>
              <a:path w="461010" h="461009">
                <a:moveTo>
                  <a:pt x="230419" y="0"/>
                </a:moveTo>
                <a:lnTo>
                  <a:pt x="182799" y="4800"/>
                </a:lnTo>
                <a:lnTo>
                  <a:pt x="183596" y="4800"/>
                </a:lnTo>
                <a:lnTo>
                  <a:pt x="140727" y="18106"/>
                </a:lnTo>
                <a:lnTo>
                  <a:pt x="101587" y="39350"/>
                </a:lnTo>
                <a:lnTo>
                  <a:pt x="68117" y="66964"/>
                </a:lnTo>
                <a:lnTo>
                  <a:pt x="39350" y="101586"/>
                </a:lnTo>
                <a:lnTo>
                  <a:pt x="18106" y="140726"/>
                </a:lnTo>
                <a:lnTo>
                  <a:pt x="4681" y="183980"/>
                </a:lnTo>
                <a:lnTo>
                  <a:pt x="0" y="230419"/>
                </a:lnTo>
                <a:lnTo>
                  <a:pt x="4681" y="276853"/>
                </a:lnTo>
                <a:lnTo>
                  <a:pt x="18106" y="320103"/>
                </a:lnTo>
                <a:lnTo>
                  <a:pt x="39350" y="359243"/>
                </a:lnTo>
                <a:lnTo>
                  <a:pt x="67486" y="393345"/>
                </a:lnTo>
                <a:lnTo>
                  <a:pt x="101587" y="421483"/>
                </a:lnTo>
                <a:lnTo>
                  <a:pt x="140727" y="442729"/>
                </a:lnTo>
                <a:lnTo>
                  <a:pt x="183980" y="456157"/>
                </a:lnTo>
                <a:lnTo>
                  <a:pt x="230419" y="460839"/>
                </a:lnTo>
                <a:lnTo>
                  <a:pt x="276859" y="456157"/>
                </a:lnTo>
                <a:lnTo>
                  <a:pt x="320112" y="442729"/>
                </a:lnTo>
                <a:lnTo>
                  <a:pt x="325348" y="439887"/>
                </a:lnTo>
                <a:lnTo>
                  <a:pt x="230419" y="439887"/>
                </a:lnTo>
                <a:lnTo>
                  <a:pt x="182392" y="434356"/>
                </a:lnTo>
                <a:lnTo>
                  <a:pt x="138304" y="418599"/>
                </a:lnTo>
                <a:lnTo>
                  <a:pt x="99411" y="393874"/>
                </a:lnTo>
                <a:lnTo>
                  <a:pt x="66971" y="361437"/>
                </a:lnTo>
                <a:lnTo>
                  <a:pt x="42243" y="322545"/>
                </a:lnTo>
                <a:lnTo>
                  <a:pt x="26484" y="278453"/>
                </a:lnTo>
                <a:lnTo>
                  <a:pt x="20951" y="230419"/>
                </a:lnTo>
                <a:lnTo>
                  <a:pt x="26484" y="182386"/>
                </a:lnTo>
                <a:lnTo>
                  <a:pt x="42243" y="138294"/>
                </a:lnTo>
                <a:lnTo>
                  <a:pt x="66971" y="99402"/>
                </a:lnTo>
                <a:lnTo>
                  <a:pt x="99411" y="66964"/>
                </a:lnTo>
                <a:lnTo>
                  <a:pt x="138304" y="42239"/>
                </a:lnTo>
                <a:lnTo>
                  <a:pt x="182392" y="26483"/>
                </a:lnTo>
                <a:lnTo>
                  <a:pt x="230419" y="20951"/>
                </a:lnTo>
                <a:lnTo>
                  <a:pt x="325106" y="20951"/>
                </a:lnTo>
                <a:lnTo>
                  <a:pt x="320745" y="18542"/>
                </a:lnTo>
                <a:lnTo>
                  <a:pt x="277235" y="4800"/>
                </a:lnTo>
                <a:lnTo>
                  <a:pt x="230419" y="0"/>
                </a:lnTo>
                <a:close/>
              </a:path>
              <a:path w="461010" h="461009">
                <a:moveTo>
                  <a:pt x="438266" y="138102"/>
                </a:moveTo>
                <a:lnTo>
                  <a:pt x="431567" y="138102"/>
                </a:lnTo>
                <a:lnTo>
                  <a:pt x="424634" y="145164"/>
                </a:lnTo>
                <a:lnTo>
                  <a:pt x="423930" y="149346"/>
                </a:lnTo>
                <a:lnTo>
                  <a:pt x="425218" y="153080"/>
                </a:lnTo>
                <a:lnTo>
                  <a:pt x="424953" y="153080"/>
                </a:lnTo>
                <a:lnTo>
                  <a:pt x="431310" y="171426"/>
                </a:lnTo>
                <a:lnTo>
                  <a:pt x="435997" y="190477"/>
                </a:lnTo>
                <a:lnTo>
                  <a:pt x="438896" y="210165"/>
                </a:lnTo>
                <a:lnTo>
                  <a:pt x="439889" y="230419"/>
                </a:lnTo>
                <a:lnTo>
                  <a:pt x="434357" y="278453"/>
                </a:lnTo>
                <a:lnTo>
                  <a:pt x="418600" y="322545"/>
                </a:lnTo>
                <a:lnTo>
                  <a:pt x="393875" y="361437"/>
                </a:lnTo>
                <a:lnTo>
                  <a:pt x="361438" y="393874"/>
                </a:lnTo>
                <a:lnTo>
                  <a:pt x="322545" y="418599"/>
                </a:lnTo>
                <a:lnTo>
                  <a:pt x="278453" y="434356"/>
                </a:lnTo>
                <a:lnTo>
                  <a:pt x="230419" y="439887"/>
                </a:lnTo>
                <a:lnTo>
                  <a:pt x="325348" y="439887"/>
                </a:lnTo>
                <a:lnTo>
                  <a:pt x="359252" y="421483"/>
                </a:lnTo>
                <a:lnTo>
                  <a:pt x="393353" y="393345"/>
                </a:lnTo>
                <a:lnTo>
                  <a:pt x="421489" y="359243"/>
                </a:lnTo>
                <a:lnTo>
                  <a:pt x="442733" y="320103"/>
                </a:lnTo>
                <a:lnTo>
                  <a:pt x="456158" y="276853"/>
                </a:lnTo>
                <a:lnTo>
                  <a:pt x="460839" y="230419"/>
                </a:lnTo>
                <a:lnTo>
                  <a:pt x="459858" y="210165"/>
                </a:lnTo>
                <a:lnTo>
                  <a:pt x="459776" y="208482"/>
                </a:lnTo>
                <a:lnTo>
                  <a:pt x="456673" y="187141"/>
                </a:lnTo>
                <a:lnTo>
                  <a:pt x="451658" y="166472"/>
                </a:lnTo>
                <a:lnTo>
                  <a:pt x="444860" y="146551"/>
                </a:lnTo>
                <a:lnTo>
                  <a:pt x="444434" y="145164"/>
                </a:lnTo>
                <a:lnTo>
                  <a:pt x="444368" y="144950"/>
                </a:lnTo>
                <a:lnTo>
                  <a:pt x="443622" y="143393"/>
                </a:lnTo>
                <a:lnTo>
                  <a:pt x="438266" y="138102"/>
                </a:lnTo>
                <a:close/>
              </a:path>
              <a:path w="461010" h="461009">
                <a:moveTo>
                  <a:pt x="128587" y="188517"/>
                </a:moveTo>
                <a:lnTo>
                  <a:pt x="119903" y="188517"/>
                </a:lnTo>
                <a:lnTo>
                  <a:pt x="115210" y="193210"/>
                </a:lnTo>
                <a:lnTo>
                  <a:pt x="115210" y="201894"/>
                </a:lnTo>
                <a:lnTo>
                  <a:pt x="116383" y="204497"/>
                </a:lnTo>
                <a:lnTo>
                  <a:pt x="118282" y="206417"/>
                </a:lnTo>
                <a:lnTo>
                  <a:pt x="224915" y="313029"/>
                </a:lnTo>
                <a:lnTo>
                  <a:pt x="227518" y="314203"/>
                </a:lnTo>
                <a:lnTo>
                  <a:pt x="233406" y="314203"/>
                </a:lnTo>
                <a:lnTo>
                  <a:pt x="235872" y="313029"/>
                </a:lnTo>
                <a:lnTo>
                  <a:pt x="259157" y="288749"/>
                </a:lnTo>
                <a:lnTo>
                  <a:pt x="230249" y="288749"/>
                </a:lnTo>
                <a:lnTo>
                  <a:pt x="131189" y="189690"/>
                </a:lnTo>
                <a:lnTo>
                  <a:pt x="128587" y="188517"/>
                </a:lnTo>
                <a:close/>
              </a:path>
              <a:path w="461010" h="461009">
                <a:moveTo>
                  <a:pt x="456146" y="62831"/>
                </a:moveTo>
                <a:lnTo>
                  <a:pt x="447377" y="62831"/>
                </a:lnTo>
                <a:lnTo>
                  <a:pt x="444710" y="64112"/>
                </a:lnTo>
                <a:lnTo>
                  <a:pt x="442811" y="66118"/>
                </a:lnTo>
                <a:lnTo>
                  <a:pt x="401208" y="109513"/>
                </a:lnTo>
                <a:lnTo>
                  <a:pt x="230249" y="288749"/>
                </a:lnTo>
                <a:lnTo>
                  <a:pt x="259157" y="288749"/>
                </a:lnTo>
                <a:lnTo>
                  <a:pt x="457938" y="80540"/>
                </a:lnTo>
                <a:lnTo>
                  <a:pt x="459709" y="78641"/>
                </a:lnTo>
                <a:lnTo>
                  <a:pt x="460839" y="76102"/>
                </a:lnTo>
                <a:lnTo>
                  <a:pt x="460839" y="67547"/>
                </a:lnTo>
                <a:lnTo>
                  <a:pt x="456146" y="62831"/>
                </a:lnTo>
                <a:close/>
              </a:path>
              <a:path w="461010" h="461009">
                <a:moveTo>
                  <a:pt x="395273" y="84956"/>
                </a:moveTo>
                <a:lnTo>
                  <a:pt x="381217" y="84956"/>
                </a:lnTo>
                <a:lnTo>
                  <a:pt x="385356" y="88690"/>
                </a:lnTo>
                <a:lnTo>
                  <a:pt x="391608" y="88690"/>
                </a:lnTo>
                <a:lnTo>
                  <a:pt x="395273" y="84956"/>
                </a:lnTo>
                <a:close/>
              </a:path>
              <a:path w="461010" h="461009">
                <a:moveTo>
                  <a:pt x="325106" y="20951"/>
                </a:moveTo>
                <a:lnTo>
                  <a:pt x="230419" y="20951"/>
                </a:lnTo>
                <a:lnTo>
                  <a:pt x="273583" y="25416"/>
                </a:lnTo>
                <a:lnTo>
                  <a:pt x="313675" y="38203"/>
                </a:lnTo>
                <a:lnTo>
                  <a:pt x="349806" y="58403"/>
                </a:lnTo>
                <a:lnTo>
                  <a:pt x="381089" y="85105"/>
                </a:lnTo>
                <a:lnTo>
                  <a:pt x="381217" y="84956"/>
                </a:lnTo>
                <a:lnTo>
                  <a:pt x="395273" y="84956"/>
                </a:lnTo>
                <a:lnTo>
                  <a:pt x="399610" y="80540"/>
                </a:lnTo>
                <a:lnTo>
                  <a:pt x="399650" y="73841"/>
                </a:lnTo>
                <a:lnTo>
                  <a:pt x="395127" y="69381"/>
                </a:lnTo>
                <a:lnTo>
                  <a:pt x="394615" y="69210"/>
                </a:lnTo>
                <a:lnTo>
                  <a:pt x="394189" y="68912"/>
                </a:lnTo>
                <a:lnTo>
                  <a:pt x="360034" y="40242"/>
                </a:lnTo>
                <a:lnTo>
                  <a:pt x="325106" y="20951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241675" y="4649272"/>
            <a:ext cx="7178675" cy="483870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Scoping</a:t>
            </a:r>
            <a:r>
              <a:rPr dirty="0" sz="2600" spc="-1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Variables</a:t>
            </a:r>
            <a:r>
              <a:rPr dirty="0" sz="2600" spc="-10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Appropriately</a:t>
            </a:r>
            <a:endParaRPr sz="2600">
              <a:latin typeface="Lato Light"/>
              <a:cs typeface="Lato Light"/>
            </a:endParaRPr>
          </a:p>
          <a:p>
            <a:pPr marL="12700" marR="5080">
              <a:lnSpc>
                <a:spcPct val="180700"/>
              </a:lnSpc>
              <a:spcBef>
                <a:spcPts val="13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Don’t</a:t>
            </a:r>
            <a:r>
              <a:rPr dirty="0" sz="260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hold</a:t>
            </a:r>
            <a:r>
              <a:rPr dirty="0" sz="260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onto</a:t>
            </a:r>
            <a:r>
              <a:rPr dirty="0" sz="260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objects</a:t>
            </a:r>
            <a:r>
              <a:rPr dirty="0" sz="260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for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longer</a:t>
            </a:r>
            <a:r>
              <a:rPr dirty="0" sz="2600" spc="-2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than</a:t>
            </a:r>
            <a:r>
              <a:rPr dirty="0" sz="260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necessary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Unbind</a:t>
            </a:r>
            <a:r>
              <a:rPr dirty="0" sz="260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event</a:t>
            </a:r>
            <a:r>
              <a:rPr dirty="0" sz="2600" spc="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listeners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when</a:t>
            </a:r>
            <a:r>
              <a:rPr dirty="0" sz="260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no</a:t>
            </a:r>
            <a:r>
              <a:rPr dirty="0" sz="2600" spc="5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longer</a:t>
            </a:r>
            <a:r>
              <a:rPr dirty="0" sz="2600" spc="-1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required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Clean</a:t>
            </a:r>
            <a:r>
              <a:rPr dirty="0" sz="2600" spc="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local</a:t>
            </a:r>
            <a:r>
              <a:rPr dirty="0" sz="2600" spc="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caches</a:t>
            </a:r>
            <a:r>
              <a:rPr dirty="0" sz="2600" spc="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or use</a:t>
            </a:r>
            <a:r>
              <a:rPr dirty="0" sz="2600" spc="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aging</a:t>
            </a:r>
            <a:r>
              <a:rPr dirty="0" sz="2600" spc="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mechanisms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Referencing</a:t>
            </a:r>
            <a:r>
              <a:rPr dirty="0" sz="2600" spc="-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Closures</a:t>
            </a:r>
            <a:r>
              <a:rPr dirty="0" sz="2600" spc="-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Correctly</a:t>
            </a:r>
            <a:endParaRPr sz="2600">
              <a:latin typeface="Lato Light"/>
              <a:cs typeface="Lato Light"/>
            </a:endParaRPr>
          </a:p>
          <a:p>
            <a:pPr marL="64769">
              <a:lnSpc>
                <a:spcPct val="100000"/>
              </a:lnSpc>
              <a:spcBef>
                <a:spcPts val="282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Timers</a:t>
            </a:r>
            <a:r>
              <a:rPr dirty="0" sz="2600" spc="5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and</a:t>
            </a:r>
            <a:r>
              <a:rPr dirty="0" sz="2600" spc="5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Callbacks</a:t>
            </a:r>
            <a:endParaRPr sz="2600">
              <a:latin typeface="Lato Light"/>
              <a:cs typeface="Lato Light"/>
            </a:endParaRPr>
          </a:p>
          <a:p>
            <a:pPr marL="64769">
              <a:lnSpc>
                <a:spcPct val="100000"/>
              </a:lnSpc>
              <a:spcBef>
                <a:spcPts val="2985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Chunking</a:t>
            </a:r>
            <a:r>
              <a:rPr dirty="0" sz="2600" spc="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up</a:t>
            </a:r>
            <a:r>
              <a:rPr dirty="0" sz="2600" spc="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work</a:t>
            </a:r>
            <a:r>
              <a:rPr dirty="0" sz="2600" spc="6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into</a:t>
            </a:r>
            <a:r>
              <a:rPr dirty="0" sz="2600" spc="6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smaller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pieces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596071" y="7531637"/>
            <a:ext cx="461009" cy="461009"/>
          </a:xfrm>
          <a:custGeom>
            <a:avLst/>
            <a:gdLst/>
            <a:ahLst/>
            <a:cxnLst/>
            <a:rect l="l" t="t" r="r" b="b"/>
            <a:pathLst>
              <a:path w="461010" h="461009">
                <a:moveTo>
                  <a:pt x="230419" y="0"/>
                </a:moveTo>
                <a:lnTo>
                  <a:pt x="182799" y="4800"/>
                </a:lnTo>
                <a:lnTo>
                  <a:pt x="183596" y="4800"/>
                </a:lnTo>
                <a:lnTo>
                  <a:pt x="140727" y="18106"/>
                </a:lnTo>
                <a:lnTo>
                  <a:pt x="101587" y="39350"/>
                </a:lnTo>
                <a:lnTo>
                  <a:pt x="68118" y="66964"/>
                </a:lnTo>
                <a:lnTo>
                  <a:pt x="39350" y="101586"/>
                </a:lnTo>
                <a:lnTo>
                  <a:pt x="18106" y="140726"/>
                </a:lnTo>
                <a:lnTo>
                  <a:pt x="4681" y="183980"/>
                </a:lnTo>
                <a:lnTo>
                  <a:pt x="0" y="230419"/>
                </a:lnTo>
                <a:lnTo>
                  <a:pt x="4681" y="276853"/>
                </a:lnTo>
                <a:lnTo>
                  <a:pt x="18106" y="320103"/>
                </a:lnTo>
                <a:lnTo>
                  <a:pt x="39350" y="359243"/>
                </a:lnTo>
                <a:lnTo>
                  <a:pt x="67486" y="393345"/>
                </a:lnTo>
                <a:lnTo>
                  <a:pt x="101587" y="421483"/>
                </a:lnTo>
                <a:lnTo>
                  <a:pt x="140727" y="442729"/>
                </a:lnTo>
                <a:lnTo>
                  <a:pt x="183980" y="456157"/>
                </a:lnTo>
                <a:lnTo>
                  <a:pt x="230419" y="460839"/>
                </a:lnTo>
                <a:lnTo>
                  <a:pt x="276859" y="456157"/>
                </a:lnTo>
                <a:lnTo>
                  <a:pt x="320112" y="442729"/>
                </a:lnTo>
                <a:lnTo>
                  <a:pt x="325348" y="439887"/>
                </a:lnTo>
                <a:lnTo>
                  <a:pt x="230419" y="439887"/>
                </a:lnTo>
                <a:lnTo>
                  <a:pt x="182392" y="434356"/>
                </a:lnTo>
                <a:lnTo>
                  <a:pt x="138304" y="418599"/>
                </a:lnTo>
                <a:lnTo>
                  <a:pt x="99411" y="393874"/>
                </a:lnTo>
                <a:lnTo>
                  <a:pt x="66971" y="361437"/>
                </a:lnTo>
                <a:lnTo>
                  <a:pt x="42243" y="322545"/>
                </a:lnTo>
                <a:lnTo>
                  <a:pt x="26484" y="278453"/>
                </a:lnTo>
                <a:lnTo>
                  <a:pt x="20951" y="230419"/>
                </a:lnTo>
                <a:lnTo>
                  <a:pt x="26484" y="182386"/>
                </a:lnTo>
                <a:lnTo>
                  <a:pt x="42243" y="138294"/>
                </a:lnTo>
                <a:lnTo>
                  <a:pt x="66971" y="99401"/>
                </a:lnTo>
                <a:lnTo>
                  <a:pt x="99411" y="66964"/>
                </a:lnTo>
                <a:lnTo>
                  <a:pt x="138304" y="42238"/>
                </a:lnTo>
                <a:lnTo>
                  <a:pt x="182392" y="26482"/>
                </a:lnTo>
                <a:lnTo>
                  <a:pt x="230419" y="20950"/>
                </a:lnTo>
                <a:lnTo>
                  <a:pt x="325104" y="20950"/>
                </a:lnTo>
                <a:lnTo>
                  <a:pt x="320745" y="18542"/>
                </a:lnTo>
                <a:lnTo>
                  <a:pt x="277235" y="4800"/>
                </a:lnTo>
                <a:lnTo>
                  <a:pt x="230419" y="0"/>
                </a:lnTo>
                <a:close/>
              </a:path>
              <a:path w="461010" h="461009">
                <a:moveTo>
                  <a:pt x="438267" y="138102"/>
                </a:moveTo>
                <a:lnTo>
                  <a:pt x="431567" y="138102"/>
                </a:lnTo>
                <a:lnTo>
                  <a:pt x="424634" y="145164"/>
                </a:lnTo>
                <a:lnTo>
                  <a:pt x="423930" y="149345"/>
                </a:lnTo>
                <a:lnTo>
                  <a:pt x="425217" y="153079"/>
                </a:lnTo>
                <a:lnTo>
                  <a:pt x="424953" y="153079"/>
                </a:lnTo>
                <a:lnTo>
                  <a:pt x="431310" y="171425"/>
                </a:lnTo>
                <a:lnTo>
                  <a:pt x="435997" y="190477"/>
                </a:lnTo>
                <a:lnTo>
                  <a:pt x="438896" y="210165"/>
                </a:lnTo>
                <a:lnTo>
                  <a:pt x="439889" y="230419"/>
                </a:lnTo>
                <a:lnTo>
                  <a:pt x="434357" y="278453"/>
                </a:lnTo>
                <a:lnTo>
                  <a:pt x="418600" y="322545"/>
                </a:lnTo>
                <a:lnTo>
                  <a:pt x="393875" y="361437"/>
                </a:lnTo>
                <a:lnTo>
                  <a:pt x="361438" y="393874"/>
                </a:lnTo>
                <a:lnTo>
                  <a:pt x="322545" y="418599"/>
                </a:lnTo>
                <a:lnTo>
                  <a:pt x="278453" y="434356"/>
                </a:lnTo>
                <a:lnTo>
                  <a:pt x="230419" y="439887"/>
                </a:lnTo>
                <a:lnTo>
                  <a:pt x="325348" y="439887"/>
                </a:lnTo>
                <a:lnTo>
                  <a:pt x="359252" y="421483"/>
                </a:lnTo>
                <a:lnTo>
                  <a:pt x="393353" y="393345"/>
                </a:lnTo>
                <a:lnTo>
                  <a:pt x="421489" y="359243"/>
                </a:lnTo>
                <a:lnTo>
                  <a:pt x="442733" y="320103"/>
                </a:lnTo>
                <a:lnTo>
                  <a:pt x="456158" y="276853"/>
                </a:lnTo>
                <a:lnTo>
                  <a:pt x="460839" y="230419"/>
                </a:lnTo>
                <a:lnTo>
                  <a:pt x="459858" y="210165"/>
                </a:lnTo>
                <a:lnTo>
                  <a:pt x="459776" y="208482"/>
                </a:lnTo>
                <a:lnTo>
                  <a:pt x="456673" y="187141"/>
                </a:lnTo>
                <a:lnTo>
                  <a:pt x="451658" y="166472"/>
                </a:lnTo>
                <a:lnTo>
                  <a:pt x="444860" y="146551"/>
                </a:lnTo>
                <a:lnTo>
                  <a:pt x="444434" y="145164"/>
                </a:lnTo>
                <a:lnTo>
                  <a:pt x="444368" y="144950"/>
                </a:lnTo>
                <a:lnTo>
                  <a:pt x="443622" y="143393"/>
                </a:lnTo>
                <a:lnTo>
                  <a:pt x="438267" y="138102"/>
                </a:lnTo>
                <a:close/>
              </a:path>
              <a:path w="461010" h="461009">
                <a:moveTo>
                  <a:pt x="128587" y="188517"/>
                </a:moveTo>
                <a:lnTo>
                  <a:pt x="119903" y="188517"/>
                </a:lnTo>
                <a:lnTo>
                  <a:pt x="115210" y="193210"/>
                </a:lnTo>
                <a:lnTo>
                  <a:pt x="115210" y="201894"/>
                </a:lnTo>
                <a:lnTo>
                  <a:pt x="116383" y="204497"/>
                </a:lnTo>
                <a:lnTo>
                  <a:pt x="118282" y="206417"/>
                </a:lnTo>
                <a:lnTo>
                  <a:pt x="224915" y="313028"/>
                </a:lnTo>
                <a:lnTo>
                  <a:pt x="227518" y="314202"/>
                </a:lnTo>
                <a:lnTo>
                  <a:pt x="233406" y="314202"/>
                </a:lnTo>
                <a:lnTo>
                  <a:pt x="235874" y="313028"/>
                </a:lnTo>
                <a:lnTo>
                  <a:pt x="259157" y="288749"/>
                </a:lnTo>
                <a:lnTo>
                  <a:pt x="230249" y="288749"/>
                </a:lnTo>
                <a:lnTo>
                  <a:pt x="131189" y="189690"/>
                </a:lnTo>
                <a:lnTo>
                  <a:pt x="128587" y="188517"/>
                </a:lnTo>
                <a:close/>
              </a:path>
              <a:path w="461010" h="461009">
                <a:moveTo>
                  <a:pt x="456146" y="62831"/>
                </a:moveTo>
                <a:lnTo>
                  <a:pt x="447377" y="62831"/>
                </a:lnTo>
                <a:lnTo>
                  <a:pt x="444710" y="64112"/>
                </a:lnTo>
                <a:lnTo>
                  <a:pt x="401208" y="109513"/>
                </a:lnTo>
                <a:lnTo>
                  <a:pt x="230249" y="288749"/>
                </a:lnTo>
                <a:lnTo>
                  <a:pt x="259157" y="288749"/>
                </a:lnTo>
                <a:lnTo>
                  <a:pt x="457938" y="80540"/>
                </a:lnTo>
                <a:lnTo>
                  <a:pt x="459709" y="78640"/>
                </a:lnTo>
                <a:lnTo>
                  <a:pt x="460839" y="76102"/>
                </a:lnTo>
                <a:lnTo>
                  <a:pt x="460839" y="67547"/>
                </a:lnTo>
                <a:lnTo>
                  <a:pt x="456146" y="62831"/>
                </a:lnTo>
                <a:close/>
              </a:path>
              <a:path w="461010" h="461009">
                <a:moveTo>
                  <a:pt x="395273" y="84956"/>
                </a:moveTo>
                <a:lnTo>
                  <a:pt x="381217" y="84956"/>
                </a:lnTo>
                <a:lnTo>
                  <a:pt x="385356" y="88689"/>
                </a:lnTo>
                <a:lnTo>
                  <a:pt x="391609" y="88689"/>
                </a:lnTo>
                <a:lnTo>
                  <a:pt x="395273" y="84956"/>
                </a:lnTo>
                <a:close/>
              </a:path>
              <a:path w="461010" h="461009">
                <a:moveTo>
                  <a:pt x="325104" y="20950"/>
                </a:moveTo>
                <a:lnTo>
                  <a:pt x="230419" y="20950"/>
                </a:lnTo>
                <a:lnTo>
                  <a:pt x="273583" y="25415"/>
                </a:lnTo>
                <a:lnTo>
                  <a:pt x="313675" y="38203"/>
                </a:lnTo>
                <a:lnTo>
                  <a:pt x="349806" y="58403"/>
                </a:lnTo>
                <a:lnTo>
                  <a:pt x="381089" y="85105"/>
                </a:lnTo>
                <a:lnTo>
                  <a:pt x="381217" y="84956"/>
                </a:lnTo>
                <a:lnTo>
                  <a:pt x="395273" y="84956"/>
                </a:lnTo>
                <a:lnTo>
                  <a:pt x="399610" y="80540"/>
                </a:lnTo>
                <a:lnTo>
                  <a:pt x="399650" y="73840"/>
                </a:lnTo>
                <a:lnTo>
                  <a:pt x="395127" y="69381"/>
                </a:lnTo>
                <a:lnTo>
                  <a:pt x="394615" y="69210"/>
                </a:lnTo>
                <a:lnTo>
                  <a:pt x="394189" y="68912"/>
                </a:lnTo>
                <a:lnTo>
                  <a:pt x="360034" y="40242"/>
                </a:lnTo>
                <a:lnTo>
                  <a:pt x="325104" y="20950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117" rIns="0" bIns="0" rtlCol="0" vert="horz">
            <a:spAutoFit/>
          </a:bodyPr>
          <a:lstStyle/>
          <a:p>
            <a:pPr marL="1562735">
              <a:lnSpc>
                <a:spcPct val="100000"/>
              </a:lnSpc>
              <a:spcBef>
                <a:spcPts val="110"/>
              </a:spcBef>
            </a:pPr>
            <a:r>
              <a:rPr dirty="0" sz="7000" spc="210"/>
              <a:t>Scoping</a:t>
            </a:r>
            <a:r>
              <a:rPr dirty="0" sz="7000" spc="495"/>
              <a:t> </a:t>
            </a:r>
            <a:r>
              <a:rPr dirty="0" sz="7000" spc="-275"/>
              <a:t>V</a:t>
            </a:r>
            <a:r>
              <a:rPr dirty="0" sz="7000" spc="245"/>
              <a:t>ariable</a:t>
            </a:r>
            <a:r>
              <a:rPr dirty="0" sz="7000"/>
              <a:t>s</a:t>
            </a:r>
            <a:r>
              <a:rPr dirty="0" sz="7000" spc="110"/>
              <a:t> </a:t>
            </a:r>
            <a:r>
              <a:rPr dirty="0" sz="7000" spc="235"/>
              <a:t>Appropriately</a:t>
            </a:r>
            <a:endParaRPr sz="7000"/>
          </a:p>
        </p:txBody>
      </p:sp>
      <p:sp>
        <p:nvSpPr>
          <p:cNvPr id="3" name="object 3" descr=""/>
          <p:cNvSpPr/>
          <p:nvPr/>
        </p:nvSpPr>
        <p:spPr>
          <a:xfrm>
            <a:off x="4266930" y="1132797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419053" y="0"/>
                </a:moveTo>
                <a:lnTo>
                  <a:pt x="368911" y="2892"/>
                </a:lnTo>
                <a:lnTo>
                  <a:pt x="369761" y="2892"/>
                </a:lnTo>
                <a:lnTo>
                  <a:pt x="322964" y="11066"/>
                </a:lnTo>
                <a:lnTo>
                  <a:pt x="277719" y="24428"/>
                </a:lnTo>
                <a:lnTo>
                  <a:pt x="234758" y="42590"/>
                </a:lnTo>
                <a:lnTo>
                  <a:pt x="194398" y="65238"/>
                </a:lnTo>
                <a:lnTo>
                  <a:pt x="156951" y="92057"/>
                </a:lnTo>
                <a:lnTo>
                  <a:pt x="122733" y="122733"/>
                </a:lnTo>
                <a:lnTo>
                  <a:pt x="92057" y="156951"/>
                </a:lnTo>
                <a:lnTo>
                  <a:pt x="65238" y="194398"/>
                </a:lnTo>
                <a:lnTo>
                  <a:pt x="42590" y="234758"/>
                </a:lnTo>
                <a:lnTo>
                  <a:pt x="24428" y="277719"/>
                </a:lnTo>
                <a:lnTo>
                  <a:pt x="11066" y="322964"/>
                </a:lnTo>
                <a:lnTo>
                  <a:pt x="2819" y="370180"/>
                </a:lnTo>
                <a:lnTo>
                  <a:pt x="0" y="419053"/>
                </a:lnTo>
                <a:lnTo>
                  <a:pt x="2757" y="466844"/>
                </a:lnTo>
                <a:lnTo>
                  <a:pt x="11066" y="515130"/>
                </a:lnTo>
                <a:lnTo>
                  <a:pt x="24428" y="560372"/>
                </a:lnTo>
                <a:lnTo>
                  <a:pt x="42590" y="603330"/>
                </a:lnTo>
                <a:lnTo>
                  <a:pt x="65238" y="643691"/>
                </a:lnTo>
                <a:lnTo>
                  <a:pt x="92057" y="681138"/>
                </a:lnTo>
                <a:lnTo>
                  <a:pt x="122733" y="715359"/>
                </a:lnTo>
                <a:lnTo>
                  <a:pt x="156951" y="746037"/>
                </a:lnTo>
                <a:lnTo>
                  <a:pt x="194398" y="772859"/>
                </a:lnTo>
                <a:lnTo>
                  <a:pt x="234758" y="795509"/>
                </a:lnTo>
                <a:lnTo>
                  <a:pt x="277719" y="813674"/>
                </a:lnTo>
                <a:lnTo>
                  <a:pt x="322964" y="827038"/>
                </a:lnTo>
                <a:lnTo>
                  <a:pt x="370180" y="835287"/>
                </a:lnTo>
                <a:lnTo>
                  <a:pt x="419053" y="838107"/>
                </a:lnTo>
                <a:lnTo>
                  <a:pt x="467926" y="835287"/>
                </a:lnTo>
                <a:lnTo>
                  <a:pt x="515142" y="827038"/>
                </a:lnTo>
                <a:lnTo>
                  <a:pt x="560388" y="813674"/>
                </a:lnTo>
                <a:lnTo>
                  <a:pt x="592719" y="800003"/>
                </a:lnTo>
                <a:lnTo>
                  <a:pt x="419053" y="800003"/>
                </a:lnTo>
                <a:lnTo>
                  <a:pt x="371270" y="797036"/>
                </a:lnTo>
                <a:lnTo>
                  <a:pt x="325257" y="788370"/>
                </a:lnTo>
                <a:lnTo>
                  <a:pt x="281372" y="774364"/>
                </a:lnTo>
                <a:lnTo>
                  <a:pt x="239972" y="755374"/>
                </a:lnTo>
                <a:lnTo>
                  <a:pt x="201413" y="731757"/>
                </a:lnTo>
                <a:lnTo>
                  <a:pt x="166053" y="703869"/>
                </a:lnTo>
                <a:lnTo>
                  <a:pt x="134250" y="672068"/>
                </a:lnTo>
                <a:lnTo>
                  <a:pt x="106359" y="636709"/>
                </a:lnTo>
                <a:lnTo>
                  <a:pt x="82739" y="598151"/>
                </a:lnTo>
                <a:lnTo>
                  <a:pt x="63746" y="556749"/>
                </a:lnTo>
                <a:lnTo>
                  <a:pt x="49737" y="512861"/>
                </a:lnTo>
                <a:lnTo>
                  <a:pt x="41070" y="466844"/>
                </a:lnTo>
                <a:lnTo>
                  <a:pt x="38102" y="419053"/>
                </a:lnTo>
                <a:lnTo>
                  <a:pt x="41030" y="371910"/>
                </a:lnTo>
                <a:lnTo>
                  <a:pt x="49737" y="325244"/>
                </a:lnTo>
                <a:lnTo>
                  <a:pt x="63746" y="281356"/>
                </a:lnTo>
                <a:lnTo>
                  <a:pt x="82739" y="239955"/>
                </a:lnTo>
                <a:lnTo>
                  <a:pt x="106359" y="201396"/>
                </a:lnTo>
                <a:lnTo>
                  <a:pt x="134250" y="166038"/>
                </a:lnTo>
                <a:lnTo>
                  <a:pt x="166053" y="134236"/>
                </a:lnTo>
                <a:lnTo>
                  <a:pt x="201413" y="106349"/>
                </a:lnTo>
                <a:lnTo>
                  <a:pt x="239972" y="82731"/>
                </a:lnTo>
                <a:lnTo>
                  <a:pt x="281372" y="63741"/>
                </a:lnTo>
                <a:lnTo>
                  <a:pt x="325257" y="49735"/>
                </a:lnTo>
                <a:lnTo>
                  <a:pt x="371270" y="41070"/>
                </a:lnTo>
                <a:lnTo>
                  <a:pt x="419053" y="38102"/>
                </a:lnTo>
                <a:lnTo>
                  <a:pt x="591816" y="38102"/>
                </a:lnTo>
                <a:lnTo>
                  <a:pt x="561425" y="25027"/>
                </a:lnTo>
                <a:lnTo>
                  <a:pt x="515905" y="11346"/>
                </a:lnTo>
                <a:lnTo>
                  <a:pt x="468345" y="2892"/>
                </a:lnTo>
                <a:lnTo>
                  <a:pt x="419053" y="0"/>
                </a:lnTo>
                <a:close/>
              </a:path>
              <a:path w="838200" h="838200">
                <a:moveTo>
                  <a:pt x="790934" y="252983"/>
                </a:moveTo>
                <a:lnTo>
                  <a:pt x="783769" y="254438"/>
                </a:lnTo>
                <a:lnTo>
                  <a:pt x="777499" y="258688"/>
                </a:lnTo>
                <a:lnTo>
                  <a:pt x="772261" y="264003"/>
                </a:lnTo>
                <a:lnTo>
                  <a:pt x="770981" y="271608"/>
                </a:lnTo>
                <a:lnTo>
                  <a:pt x="773270" y="278243"/>
                </a:lnTo>
                <a:lnTo>
                  <a:pt x="772842" y="278398"/>
                </a:lnTo>
                <a:lnTo>
                  <a:pt x="784404" y="311763"/>
                </a:lnTo>
                <a:lnTo>
                  <a:pt x="792927" y="346412"/>
                </a:lnTo>
                <a:lnTo>
                  <a:pt x="798199" y="382218"/>
                </a:lnTo>
                <a:lnTo>
                  <a:pt x="800003" y="419053"/>
                </a:lnTo>
                <a:lnTo>
                  <a:pt x="797036" y="466844"/>
                </a:lnTo>
                <a:lnTo>
                  <a:pt x="788370" y="512861"/>
                </a:lnTo>
                <a:lnTo>
                  <a:pt x="774364" y="556749"/>
                </a:lnTo>
                <a:lnTo>
                  <a:pt x="755374" y="598151"/>
                </a:lnTo>
                <a:lnTo>
                  <a:pt x="731757" y="636709"/>
                </a:lnTo>
                <a:lnTo>
                  <a:pt x="703869" y="672068"/>
                </a:lnTo>
                <a:lnTo>
                  <a:pt x="672068" y="703869"/>
                </a:lnTo>
                <a:lnTo>
                  <a:pt x="636709" y="731757"/>
                </a:lnTo>
                <a:lnTo>
                  <a:pt x="598151" y="755374"/>
                </a:lnTo>
                <a:lnTo>
                  <a:pt x="556749" y="774364"/>
                </a:lnTo>
                <a:lnTo>
                  <a:pt x="512861" y="788370"/>
                </a:lnTo>
                <a:lnTo>
                  <a:pt x="466844" y="797036"/>
                </a:lnTo>
                <a:lnTo>
                  <a:pt x="419053" y="800003"/>
                </a:lnTo>
                <a:lnTo>
                  <a:pt x="592719" y="800003"/>
                </a:lnTo>
                <a:lnTo>
                  <a:pt x="643709" y="772859"/>
                </a:lnTo>
                <a:lnTo>
                  <a:pt x="681155" y="746037"/>
                </a:lnTo>
                <a:lnTo>
                  <a:pt x="715374" y="715359"/>
                </a:lnTo>
                <a:lnTo>
                  <a:pt x="746049" y="681138"/>
                </a:lnTo>
                <a:lnTo>
                  <a:pt x="772868" y="643691"/>
                </a:lnTo>
                <a:lnTo>
                  <a:pt x="795516" y="603330"/>
                </a:lnTo>
                <a:lnTo>
                  <a:pt x="813678" y="560372"/>
                </a:lnTo>
                <a:lnTo>
                  <a:pt x="827040" y="515130"/>
                </a:lnTo>
                <a:lnTo>
                  <a:pt x="835288" y="467919"/>
                </a:lnTo>
                <a:lnTo>
                  <a:pt x="838107" y="419053"/>
                </a:lnTo>
                <a:lnTo>
                  <a:pt x="836174" y="379157"/>
                </a:lnTo>
                <a:lnTo>
                  <a:pt x="830531" y="340344"/>
                </a:lnTo>
                <a:lnTo>
                  <a:pt x="821410" y="302754"/>
                </a:lnTo>
                <a:lnTo>
                  <a:pt x="809044" y="266525"/>
                </a:lnTo>
                <a:lnTo>
                  <a:pt x="808271" y="264003"/>
                </a:lnTo>
                <a:lnTo>
                  <a:pt x="808152" y="263615"/>
                </a:lnTo>
                <a:lnTo>
                  <a:pt x="806794" y="260783"/>
                </a:lnTo>
                <a:lnTo>
                  <a:pt x="804426" y="258454"/>
                </a:lnTo>
                <a:lnTo>
                  <a:pt x="798291" y="254438"/>
                </a:lnTo>
                <a:lnTo>
                  <a:pt x="798739" y="254438"/>
                </a:lnTo>
                <a:lnTo>
                  <a:pt x="790934" y="252983"/>
                </a:lnTo>
                <a:close/>
              </a:path>
              <a:path w="838200" h="838200">
                <a:moveTo>
                  <a:pt x="233854" y="342847"/>
                </a:moveTo>
                <a:lnTo>
                  <a:pt x="228578" y="342847"/>
                </a:lnTo>
                <a:lnTo>
                  <a:pt x="221165" y="344345"/>
                </a:lnTo>
                <a:lnTo>
                  <a:pt x="215109" y="348430"/>
                </a:lnTo>
                <a:lnTo>
                  <a:pt x="211024" y="354486"/>
                </a:lnTo>
                <a:lnTo>
                  <a:pt x="209526" y="361898"/>
                </a:lnTo>
                <a:lnTo>
                  <a:pt x="209526" y="367175"/>
                </a:lnTo>
                <a:lnTo>
                  <a:pt x="211660" y="371910"/>
                </a:lnTo>
                <a:lnTo>
                  <a:pt x="215113" y="375401"/>
                </a:lnTo>
                <a:lnTo>
                  <a:pt x="409042" y="569291"/>
                </a:lnTo>
                <a:lnTo>
                  <a:pt x="413776" y="571425"/>
                </a:lnTo>
                <a:lnTo>
                  <a:pt x="424485" y="571425"/>
                </a:lnTo>
                <a:lnTo>
                  <a:pt x="429296" y="569136"/>
                </a:lnTo>
                <a:lnTo>
                  <a:pt x="471314" y="525136"/>
                </a:lnTo>
                <a:lnTo>
                  <a:pt x="418742" y="525136"/>
                </a:lnTo>
                <a:lnTo>
                  <a:pt x="238588" y="344981"/>
                </a:lnTo>
                <a:lnTo>
                  <a:pt x="233854" y="342847"/>
                </a:lnTo>
                <a:close/>
              </a:path>
              <a:path w="838200" h="838200">
                <a:moveTo>
                  <a:pt x="756235" y="171307"/>
                </a:moveTo>
                <a:lnTo>
                  <a:pt x="729657" y="199166"/>
                </a:lnTo>
                <a:lnTo>
                  <a:pt x="729734" y="199321"/>
                </a:lnTo>
                <a:lnTo>
                  <a:pt x="418742" y="525136"/>
                </a:lnTo>
                <a:lnTo>
                  <a:pt x="471314" y="525136"/>
                </a:lnTo>
                <a:lnTo>
                  <a:pt x="809040" y="171462"/>
                </a:lnTo>
                <a:lnTo>
                  <a:pt x="756353" y="171462"/>
                </a:lnTo>
                <a:lnTo>
                  <a:pt x="756235" y="171307"/>
                </a:lnTo>
                <a:close/>
              </a:path>
              <a:path w="838200" h="838200">
                <a:moveTo>
                  <a:pt x="819055" y="114269"/>
                </a:moveTo>
                <a:lnTo>
                  <a:pt x="813623" y="114269"/>
                </a:lnTo>
                <a:lnTo>
                  <a:pt x="808773" y="116597"/>
                </a:lnTo>
                <a:lnTo>
                  <a:pt x="756353" y="171462"/>
                </a:lnTo>
                <a:lnTo>
                  <a:pt x="809040" y="171462"/>
                </a:lnTo>
                <a:lnTo>
                  <a:pt x="832830" y="146473"/>
                </a:lnTo>
                <a:lnTo>
                  <a:pt x="836050" y="143020"/>
                </a:lnTo>
                <a:lnTo>
                  <a:pt x="838107" y="138403"/>
                </a:lnTo>
                <a:lnTo>
                  <a:pt x="838075" y="133161"/>
                </a:lnTo>
                <a:lnTo>
                  <a:pt x="819055" y="114269"/>
                </a:lnTo>
                <a:close/>
              </a:path>
              <a:path w="838200" h="838200">
                <a:moveTo>
                  <a:pt x="718561" y="154506"/>
                </a:moveTo>
                <a:lnTo>
                  <a:pt x="693300" y="154506"/>
                </a:lnTo>
                <a:lnTo>
                  <a:pt x="699565" y="158293"/>
                </a:lnTo>
                <a:lnTo>
                  <a:pt x="706546" y="159458"/>
                </a:lnTo>
                <a:lnTo>
                  <a:pt x="713462" y="157981"/>
                </a:lnTo>
                <a:lnTo>
                  <a:pt x="718561" y="154506"/>
                </a:lnTo>
                <a:close/>
              </a:path>
              <a:path w="838200" h="838200">
                <a:moveTo>
                  <a:pt x="591816" y="38102"/>
                </a:moveTo>
                <a:lnTo>
                  <a:pt x="419053" y="38102"/>
                </a:lnTo>
                <a:lnTo>
                  <a:pt x="471927" y="41752"/>
                </a:lnTo>
                <a:lnTo>
                  <a:pt x="522557" y="52374"/>
                </a:lnTo>
                <a:lnTo>
                  <a:pt x="570465" y="69478"/>
                </a:lnTo>
                <a:lnTo>
                  <a:pt x="615171" y="92573"/>
                </a:lnTo>
                <a:lnTo>
                  <a:pt x="656198" y="121170"/>
                </a:lnTo>
                <a:lnTo>
                  <a:pt x="693067" y="154777"/>
                </a:lnTo>
                <a:lnTo>
                  <a:pt x="693300" y="154506"/>
                </a:lnTo>
                <a:lnTo>
                  <a:pt x="718561" y="154506"/>
                </a:lnTo>
                <a:lnTo>
                  <a:pt x="719529" y="153846"/>
                </a:lnTo>
                <a:lnTo>
                  <a:pt x="723663" y="147499"/>
                </a:lnTo>
                <a:lnTo>
                  <a:pt x="725006" y="140319"/>
                </a:lnTo>
                <a:lnTo>
                  <a:pt x="723594" y="133320"/>
                </a:lnTo>
                <a:lnTo>
                  <a:pt x="723562" y="133161"/>
                </a:lnTo>
                <a:lnTo>
                  <a:pt x="719336" y="126880"/>
                </a:lnTo>
                <a:lnTo>
                  <a:pt x="718599" y="126181"/>
                </a:lnTo>
                <a:lnTo>
                  <a:pt x="717828" y="125924"/>
                </a:lnTo>
                <a:lnTo>
                  <a:pt x="716891" y="125327"/>
                </a:lnTo>
                <a:lnTo>
                  <a:pt x="682637" y="94085"/>
                </a:lnTo>
                <a:lnTo>
                  <a:pt x="645102" y="66731"/>
                </a:lnTo>
                <a:lnTo>
                  <a:pt x="604594" y="43600"/>
                </a:lnTo>
                <a:lnTo>
                  <a:pt x="591816" y="38102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294606" y="4665349"/>
            <a:ext cx="16551910" cy="5487670"/>
            <a:chOff x="294606" y="4665349"/>
            <a:chExt cx="16551910" cy="548767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606" y="4665349"/>
              <a:ext cx="16551717" cy="548717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36076" y="5353598"/>
              <a:ext cx="797958" cy="60725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5559" y="5516665"/>
              <a:ext cx="960848" cy="9608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54051" y="940646"/>
            <a:ext cx="12066270" cy="2089785"/>
          </a:xfrm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12700" marR="5080">
              <a:lnSpc>
                <a:spcPts val="7840"/>
              </a:lnSpc>
              <a:spcBef>
                <a:spcPts val="770"/>
              </a:spcBef>
            </a:pPr>
            <a:r>
              <a:rPr dirty="0" sz="7000" spc="200"/>
              <a:t>Unbind</a:t>
            </a:r>
            <a:r>
              <a:rPr dirty="0" sz="7000" spc="505"/>
              <a:t> </a:t>
            </a:r>
            <a:r>
              <a:rPr dirty="0" sz="7000" spc="200"/>
              <a:t>event</a:t>
            </a:r>
            <a:r>
              <a:rPr dirty="0" sz="7000" spc="515"/>
              <a:t> </a:t>
            </a:r>
            <a:r>
              <a:rPr dirty="0" sz="7000" spc="215"/>
              <a:t>listeners</a:t>
            </a:r>
            <a:r>
              <a:rPr dirty="0" sz="7000" spc="520"/>
              <a:t> </a:t>
            </a:r>
            <a:r>
              <a:rPr dirty="0" sz="7000" spc="225"/>
              <a:t>when </a:t>
            </a:r>
            <a:r>
              <a:rPr dirty="0" sz="7000" spc="120"/>
              <a:t>no</a:t>
            </a:r>
            <a:r>
              <a:rPr dirty="0" sz="7000" spc="500"/>
              <a:t> </a:t>
            </a:r>
            <a:r>
              <a:rPr dirty="0" sz="7000" spc="200"/>
              <a:t>longer</a:t>
            </a:r>
            <a:r>
              <a:rPr dirty="0" sz="7000" spc="515"/>
              <a:t> </a:t>
            </a:r>
            <a:r>
              <a:rPr dirty="0" sz="7000" spc="235"/>
              <a:t>required</a:t>
            </a:r>
            <a:endParaRPr sz="7000"/>
          </a:p>
        </p:txBody>
      </p:sp>
      <p:sp>
        <p:nvSpPr>
          <p:cNvPr id="3" name="object 3" descr=""/>
          <p:cNvSpPr/>
          <p:nvPr/>
        </p:nvSpPr>
        <p:spPr>
          <a:xfrm>
            <a:off x="4266930" y="1132797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419053" y="0"/>
                </a:moveTo>
                <a:lnTo>
                  <a:pt x="368911" y="2892"/>
                </a:lnTo>
                <a:lnTo>
                  <a:pt x="369761" y="2892"/>
                </a:lnTo>
                <a:lnTo>
                  <a:pt x="322964" y="11066"/>
                </a:lnTo>
                <a:lnTo>
                  <a:pt x="277719" y="24428"/>
                </a:lnTo>
                <a:lnTo>
                  <a:pt x="234758" y="42590"/>
                </a:lnTo>
                <a:lnTo>
                  <a:pt x="194398" y="65238"/>
                </a:lnTo>
                <a:lnTo>
                  <a:pt x="156951" y="92057"/>
                </a:lnTo>
                <a:lnTo>
                  <a:pt x="122733" y="122733"/>
                </a:lnTo>
                <a:lnTo>
                  <a:pt x="92057" y="156951"/>
                </a:lnTo>
                <a:lnTo>
                  <a:pt x="65238" y="194398"/>
                </a:lnTo>
                <a:lnTo>
                  <a:pt x="42590" y="234758"/>
                </a:lnTo>
                <a:lnTo>
                  <a:pt x="24428" y="277719"/>
                </a:lnTo>
                <a:lnTo>
                  <a:pt x="11066" y="322964"/>
                </a:lnTo>
                <a:lnTo>
                  <a:pt x="2819" y="370180"/>
                </a:lnTo>
                <a:lnTo>
                  <a:pt x="0" y="419053"/>
                </a:lnTo>
                <a:lnTo>
                  <a:pt x="2757" y="466844"/>
                </a:lnTo>
                <a:lnTo>
                  <a:pt x="11066" y="515130"/>
                </a:lnTo>
                <a:lnTo>
                  <a:pt x="24428" y="560372"/>
                </a:lnTo>
                <a:lnTo>
                  <a:pt x="42590" y="603330"/>
                </a:lnTo>
                <a:lnTo>
                  <a:pt x="65238" y="643691"/>
                </a:lnTo>
                <a:lnTo>
                  <a:pt x="92057" y="681138"/>
                </a:lnTo>
                <a:lnTo>
                  <a:pt x="122733" y="715359"/>
                </a:lnTo>
                <a:lnTo>
                  <a:pt x="156951" y="746037"/>
                </a:lnTo>
                <a:lnTo>
                  <a:pt x="194398" y="772859"/>
                </a:lnTo>
                <a:lnTo>
                  <a:pt x="234758" y="795509"/>
                </a:lnTo>
                <a:lnTo>
                  <a:pt x="277719" y="813674"/>
                </a:lnTo>
                <a:lnTo>
                  <a:pt x="322964" y="827038"/>
                </a:lnTo>
                <a:lnTo>
                  <a:pt x="370180" y="835287"/>
                </a:lnTo>
                <a:lnTo>
                  <a:pt x="419053" y="838107"/>
                </a:lnTo>
                <a:lnTo>
                  <a:pt x="467926" y="835287"/>
                </a:lnTo>
                <a:lnTo>
                  <a:pt x="515142" y="827038"/>
                </a:lnTo>
                <a:lnTo>
                  <a:pt x="560388" y="813674"/>
                </a:lnTo>
                <a:lnTo>
                  <a:pt x="592719" y="800003"/>
                </a:lnTo>
                <a:lnTo>
                  <a:pt x="419053" y="800003"/>
                </a:lnTo>
                <a:lnTo>
                  <a:pt x="371270" y="797036"/>
                </a:lnTo>
                <a:lnTo>
                  <a:pt x="325257" y="788370"/>
                </a:lnTo>
                <a:lnTo>
                  <a:pt x="281372" y="774364"/>
                </a:lnTo>
                <a:lnTo>
                  <a:pt x="239972" y="755374"/>
                </a:lnTo>
                <a:lnTo>
                  <a:pt x="201413" y="731757"/>
                </a:lnTo>
                <a:lnTo>
                  <a:pt x="166053" y="703869"/>
                </a:lnTo>
                <a:lnTo>
                  <a:pt x="134250" y="672068"/>
                </a:lnTo>
                <a:lnTo>
                  <a:pt x="106359" y="636709"/>
                </a:lnTo>
                <a:lnTo>
                  <a:pt x="82739" y="598151"/>
                </a:lnTo>
                <a:lnTo>
                  <a:pt x="63746" y="556749"/>
                </a:lnTo>
                <a:lnTo>
                  <a:pt x="49737" y="512861"/>
                </a:lnTo>
                <a:lnTo>
                  <a:pt x="41070" y="466844"/>
                </a:lnTo>
                <a:lnTo>
                  <a:pt x="38102" y="419053"/>
                </a:lnTo>
                <a:lnTo>
                  <a:pt x="41030" y="371910"/>
                </a:lnTo>
                <a:lnTo>
                  <a:pt x="49737" y="325244"/>
                </a:lnTo>
                <a:lnTo>
                  <a:pt x="63746" y="281356"/>
                </a:lnTo>
                <a:lnTo>
                  <a:pt x="82739" y="239955"/>
                </a:lnTo>
                <a:lnTo>
                  <a:pt x="106359" y="201396"/>
                </a:lnTo>
                <a:lnTo>
                  <a:pt x="134250" y="166038"/>
                </a:lnTo>
                <a:lnTo>
                  <a:pt x="166053" y="134236"/>
                </a:lnTo>
                <a:lnTo>
                  <a:pt x="201413" y="106349"/>
                </a:lnTo>
                <a:lnTo>
                  <a:pt x="239972" y="82731"/>
                </a:lnTo>
                <a:lnTo>
                  <a:pt x="281372" y="63741"/>
                </a:lnTo>
                <a:lnTo>
                  <a:pt x="325257" y="49735"/>
                </a:lnTo>
                <a:lnTo>
                  <a:pt x="371270" y="41070"/>
                </a:lnTo>
                <a:lnTo>
                  <a:pt x="419053" y="38102"/>
                </a:lnTo>
                <a:lnTo>
                  <a:pt x="591816" y="38102"/>
                </a:lnTo>
                <a:lnTo>
                  <a:pt x="561425" y="25027"/>
                </a:lnTo>
                <a:lnTo>
                  <a:pt x="515905" y="11346"/>
                </a:lnTo>
                <a:lnTo>
                  <a:pt x="468345" y="2892"/>
                </a:lnTo>
                <a:lnTo>
                  <a:pt x="419053" y="0"/>
                </a:lnTo>
                <a:close/>
              </a:path>
              <a:path w="838200" h="838200">
                <a:moveTo>
                  <a:pt x="790934" y="252983"/>
                </a:moveTo>
                <a:lnTo>
                  <a:pt x="783769" y="254438"/>
                </a:lnTo>
                <a:lnTo>
                  <a:pt x="777499" y="258688"/>
                </a:lnTo>
                <a:lnTo>
                  <a:pt x="772261" y="264003"/>
                </a:lnTo>
                <a:lnTo>
                  <a:pt x="770981" y="271608"/>
                </a:lnTo>
                <a:lnTo>
                  <a:pt x="773270" y="278243"/>
                </a:lnTo>
                <a:lnTo>
                  <a:pt x="772842" y="278398"/>
                </a:lnTo>
                <a:lnTo>
                  <a:pt x="784404" y="311763"/>
                </a:lnTo>
                <a:lnTo>
                  <a:pt x="792927" y="346412"/>
                </a:lnTo>
                <a:lnTo>
                  <a:pt x="798199" y="382218"/>
                </a:lnTo>
                <a:lnTo>
                  <a:pt x="800003" y="419053"/>
                </a:lnTo>
                <a:lnTo>
                  <a:pt x="797036" y="466844"/>
                </a:lnTo>
                <a:lnTo>
                  <a:pt x="788370" y="512861"/>
                </a:lnTo>
                <a:lnTo>
                  <a:pt x="774364" y="556749"/>
                </a:lnTo>
                <a:lnTo>
                  <a:pt x="755374" y="598151"/>
                </a:lnTo>
                <a:lnTo>
                  <a:pt x="731757" y="636709"/>
                </a:lnTo>
                <a:lnTo>
                  <a:pt x="703869" y="672068"/>
                </a:lnTo>
                <a:lnTo>
                  <a:pt x="672068" y="703869"/>
                </a:lnTo>
                <a:lnTo>
                  <a:pt x="636709" y="731757"/>
                </a:lnTo>
                <a:lnTo>
                  <a:pt x="598151" y="755374"/>
                </a:lnTo>
                <a:lnTo>
                  <a:pt x="556749" y="774364"/>
                </a:lnTo>
                <a:lnTo>
                  <a:pt x="512861" y="788370"/>
                </a:lnTo>
                <a:lnTo>
                  <a:pt x="466844" y="797036"/>
                </a:lnTo>
                <a:lnTo>
                  <a:pt x="419053" y="800003"/>
                </a:lnTo>
                <a:lnTo>
                  <a:pt x="592719" y="800003"/>
                </a:lnTo>
                <a:lnTo>
                  <a:pt x="643709" y="772859"/>
                </a:lnTo>
                <a:lnTo>
                  <a:pt x="681155" y="746037"/>
                </a:lnTo>
                <a:lnTo>
                  <a:pt x="715374" y="715359"/>
                </a:lnTo>
                <a:lnTo>
                  <a:pt x="746049" y="681138"/>
                </a:lnTo>
                <a:lnTo>
                  <a:pt x="772868" y="643691"/>
                </a:lnTo>
                <a:lnTo>
                  <a:pt x="795516" y="603330"/>
                </a:lnTo>
                <a:lnTo>
                  <a:pt x="813678" y="560372"/>
                </a:lnTo>
                <a:lnTo>
                  <a:pt x="827040" y="515130"/>
                </a:lnTo>
                <a:lnTo>
                  <a:pt x="835288" y="467919"/>
                </a:lnTo>
                <a:lnTo>
                  <a:pt x="838107" y="419053"/>
                </a:lnTo>
                <a:lnTo>
                  <a:pt x="836174" y="379157"/>
                </a:lnTo>
                <a:lnTo>
                  <a:pt x="830531" y="340344"/>
                </a:lnTo>
                <a:lnTo>
                  <a:pt x="821410" y="302754"/>
                </a:lnTo>
                <a:lnTo>
                  <a:pt x="809044" y="266525"/>
                </a:lnTo>
                <a:lnTo>
                  <a:pt x="808271" y="264003"/>
                </a:lnTo>
                <a:lnTo>
                  <a:pt x="808152" y="263615"/>
                </a:lnTo>
                <a:lnTo>
                  <a:pt x="806794" y="260783"/>
                </a:lnTo>
                <a:lnTo>
                  <a:pt x="804426" y="258454"/>
                </a:lnTo>
                <a:lnTo>
                  <a:pt x="798291" y="254438"/>
                </a:lnTo>
                <a:lnTo>
                  <a:pt x="798739" y="254438"/>
                </a:lnTo>
                <a:lnTo>
                  <a:pt x="790934" y="252983"/>
                </a:lnTo>
                <a:close/>
              </a:path>
              <a:path w="838200" h="838200">
                <a:moveTo>
                  <a:pt x="233854" y="342847"/>
                </a:moveTo>
                <a:lnTo>
                  <a:pt x="228578" y="342847"/>
                </a:lnTo>
                <a:lnTo>
                  <a:pt x="221165" y="344345"/>
                </a:lnTo>
                <a:lnTo>
                  <a:pt x="215109" y="348430"/>
                </a:lnTo>
                <a:lnTo>
                  <a:pt x="211024" y="354486"/>
                </a:lnTo>
                <a:lnTo>
                  <a:pt x="209526" y="361898"/>
                </a:lnTo>
                <a:lnTo>
                  <a:pt x="209526" y="367175"/>
                </a:lnTo>
                <a:lnTo>
                  <a:pt x="211660" y="371910"/>
                </a:lnTo>
                <a:lnTo>
                  <a:pt x="215113" y="375401"/>
                </a:lnTo>
                <a:lnTo>
                  <a:pt x="409042" y="569291"/>
                </a:lnTo>
                <a:lnTo>
                  <a:pt x="413776" y="571425"/>
                </a:lnTo>
                <a:lnTo>
                  <a:pt x="424485" y="571425"/>
                </a:lnTo>
                <a:lnTo>
                  <a:pt x="429296" y="569136"/>
                </a:lnTo>
                <a:lnTo>
                  <a:pt x="471314" y="525136"/>
                </a:lnTo>
                <a:lnTo>
                  <a:pt x="418742" y="525136"/>
                </a:lnTo>
                <a:lnTo>
                  <a:pt x="238588" y="344981"/>
                </a:lnTo>
                <a:lnTo>
                  <a:pt x="233854" y="342847"/>
                </a:lnTo>
                <a:close/>
              </a:path>
              <a:path w="838200" h="838200">
                <a:moveTo>
                  <a:pt x="756235" y="171307"/>
                </a:moveTo>
                <a:lnTo>
                  <a:pt x="729657" y="199166"/>
                </a:lnTo>
                <a:lnTo>
                  <a:pt x="729734" y="199321"/>
                </a:lnTo>
                <a:lnTo>
                  <a:pt x="418742" y="525136"/>
                </a:lnTo>
                <a:lnTo>
                  <a:pt x="471314" y="525136"/>
                </a:lnTo>
                <a:lnTo>
                  <a:pt x="809040" y="171462"/>
                </a:lnTo>
                <a:lnTo>
                  <a:pt x="756353" y="171462"/>
                </a:lnTo>
                <a:lnTo>
                  <a:pt x="756235" y="171307"/>
                </a:lnTo>
                <a:close/>
              </a:path>
              <a:path w="838200" h="838200">
                <a:moveTo>
                  <a:pt x="819055" y="114269"/>
                </a:moveTo>
                <a:lnTo>
                  <a:pt x="813623" y="114269"/>
                </a:lnTo>
                <a:lnTo>
                  <a:pt x="808773" y="116597"/>
                </a:lnTo>
                <a:lnTo>
                  <a:pt x="756353" y="171462"/>
                </a:lnTo>
                <a:lnTo>
                  <a:pt x="809040" y="171462"/>
                </a:lnTo>
                <a:lnTo>
                  <a:pt x="832830" y="146473"/>
                </a:lnTo>
                <a:lnTo>
                  <a:pt x="836050" y="143020"/>
                </a:lnTo>
                <a:lnTo>
                  <a:pt x="838107" y="138403"/>
                </a:lnTo>
                <a:lnTo>
                  <a:pt x="838075" y="133161"/>
                </a:lnTo>
                <a:lnTo>
                  <a:pt x="819055" y="114269"/>
                </a:lnTo>
                <a:close/>
              </a:path>
              <a:path w="838200" h="838200">
                <a:moveTo>
                  <a:pt x="718561" y="154506"/>
                </a:moveTo>
                <a:lnTo>
                  <a:pt x="693300" y="154506"/>
                </a:lnTo>
                <a:lnTo>
                  <a:pt x="699565" y="158293"/>
                </a:lnTo>
                <a:lnTo>
                  <a:pt x="706546" y="159458"/>
                </a:lnTo>
                <a:lnTo>
                  <a:pt x="713462" y="157981"/>
                </a:lnTo>
                <a:lnTo>
                  <a:pt x="718561" y="154506"/>
                </a:lnTo>
                <a:close/>
              </a:path>
              <a:path w="838200" h="838200">
                <a:moveTo>
                  <a:pt x="591816" y="38102"/>
                </a:moveTo>
                <a:lnTo>
                  <a:pt x="419053" y="38102"/>
                </a:lnTo>
                <a:lnTo>
                  <a:pt x="471927" y="41752"/>
                </a:lnTo>
                <a:lnTo>
                  <a:pt x="522557" y="52374"/>
                </a:lnTo>
                <a:lnTo>
                  <a:pt x="570465" y="69478"/>
                </a:lnTo>
                <a:lnTo>
                  <a:pt x="615171" y="92573"/>
                </a:lnTo>
                <a:lnTo>
                  <a:pt x="656198" y="121170"/>
                </a:lnTo>
                <a:lnTo>
                  <a:pt x="693067" y="154777"/>
                </a:lnTo>
                <a:lnTo>
                  <a:pt x="693300" y="154506"/>
                </a:lnTo>
                <a:lnTo>
                  <a:pt x="718561" y="154506"/>
                </a:lnTo>
                <a:lnTo>
                  <a:pt x="719529" y="153846"/>
                </a:lnTo>
                <a:lnTo>
                  <a:pt x="723663" y="147499"/>
                </a:lnTo>
                <a:lnTo>
                  <a:pt x="725006" y="140319"/>
                </a:lnTo>
                <a:lnTo>
                  <a:pt x="723594" y="133320"/>
                </a:lnTo>
                <a:lnTo>
                  <a:pt x="723562" y="133161"/>
                </a:lnTo>
                <a:lnTo>
                  <a:pt x="719336" y="126880"/>
                </a:lnTo>
                <a:lnTo>
                  <a:pt x="718599" y="126181"/>
                </a:lnTo>
                <a:lnTo>
                  <a:pt x="717828" y="125924"/>
                </a:lnTo>
                <a:lnTo>
                  <a:pt x="716891" y="125327"/>
                </a:lnTo>
                <a:lnTo>
                  <a:pt x="682637" y="94085"/>
                </a:lnTo>
                <a:lnTo>
                  <a:pt x="645102" y="66731"/>
                </a:lnTo>
                <a:lnTo>
                  <a:pt x="604594" y="43600"/>
                </a:lnTo>
                <a:lnTo>
                  <a:pt x="591816" y="38102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337684" y="6997052"/>
            <a:ext cx="10400665" cy="4086860"/>
            <a:chOff x="6337684" y="6997052"/>
            <a:chExt cx="10400665" cy="40868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7684" y="7321879"/>
              <a:ext cx="10084027" cy="376203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77077" y="6997052"/>
              <a:ext cx="960848" cy="960848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417364" y="5374038"/>
            <a:ext cx="11010900" cy="1739900"/>
            <a:chOff x="417364" y="5374038"/>
            <a:chExt cx="11010900" cy="173990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364" y="5374038"/>
              <a:ext cx="10698199" cy="173935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29759" y="6296423"/>
              <a:ext cx="797958" cy="607251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2585918" y="3283049"/>
            <a:ext cx="11838305" cy="1882775"/>
            <a:chOff x="2585918" y="3283049"/>
            <a:chExt cx="11838305" cy="1882775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5918" y="3283049"/>
              <a:ext cx="11358449" cy="18825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25783" y="3920674"/>
              <a:ext cx="797958" cy="6072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4937" rIns="0" bIns="0" rtlCol="0" vert="horz">
            <a:spAutoFit/>
          </a:bodyPr>
          <a:lstStyle/>
          <a:p>
            <a:pPr marL="1772285" marR="5080">
              <a:lnSpc>
                <a:spcPts val="7840"/>
              </a:lnSpc>
              <a:spcBef>
                <a:spcPts val="770"/>
              </a:spcBef>
            </a:pPr>
            <a:r>
              <a:rPr dirty="0" sz="7000" spc="195"/>
              <a:t>Clean</a:t>
            </a:r>
            <a:r>
              <a:rPr dirty="0" sz="7000" spc="500"/>
              <a:t> </a:t>
            </a:r>
            <a:r>
              <a:rPr dirty="0" sz="7000" spc="195"/>
              <a:t>local</a:t>
            </a:r>
            <a:r>
              <a:rPr dirty="0" sz="7000" spc="509"/>
              <a:t> </a:t>
            </a:r>
            <a:r>
              <a:rPr dirty="0" sz="7000" spc="200"/>
              <a:t>caches</a:t>
            </a:r>
            <a:r>
              <a:rPr dirty="0" sz="7000" spc="509"/>
              <a:t> </a:t>
            </a:r>
            <a:r>
              <a:rPr dirty="0" sz="7000" spc="120"/>
              <a:t>or</a:t>
            </a:r>
            <a:r>
              <a:rPr dirty="0" sz="7000" spc="509"/>
              <a:t> </a:t>
            </a:r>
            <a:r>
              <a:rPr dirty="0" sz="7000" spc="160"/>
              <a:t>use</a:t>
            </a:r>
            <a:r>
              <a:rPr dirty="0" sz="7000" spc="509"/>
              <a:t> </a:t>
            </a:r>
            <a:r>
              <a:rPr dirty="0" sz="7000" spc="235"/>
              <a:t>aging mechanisms</a:t>
            </a:r>
            <a:endParaRPr sz="7000"/>
          </a:p>
        </p:txBody>
      </p:sp>
      <p:sp>
        <p:nvSpPr>
          <p:cNvPr id="3" name="object 3" descr=""/>
          <p:cNvSpPr/>
          <p:nvPr/>
        </p:nvSpPr>
        <p:spPr>
          <a:xfrm>
            <a:off x="4266930" y="1132797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419053" y="0"/>
                </a:moveTo>
                <a:lnTo>
                  <a:pt x="368911" y="2892"/>
                </a:lnTo>
                <a:lnTo>
                  <a:pt x="369761" y="2892"/>
                </a:lnTo>
                <a:lnTo>
                  <a:pt x="322964" y="11066"/>
                </a:lnTo>
                <a:lnTo>
                  <a:pt x="277719" y="24428"/>
                </a:lnTo>
                <a:lnTo>
                  <a:pt x="234758" y="42590"/>
                </a:lnTo>
                <a:lnTo>
                  <a:pt x="194398" y="65238"/>
                </a:lnTo>
                <a:lnTo>
                  <a:pt x="156951" y="92057"/>
                </a:lnTo>
                <a:lnTo>
                  <a:pt x="122733" y="122733"/>
                </a:lnTo>
                <a:lnTo>
                  <a:pt x="92057" y="156951"/>
                </a:lnTo>
                <a:lnTo>
                  <a:pt x="65238" y="194398"/>
                </a:lnTo>
                <a:lnTo>
                  <a:pt x="42590" y="234758"/>
                </a:lnTo>
                <a:lnTo>
                  <a:pt x="24428" y="277719"/>
                </a:lnTo>
                <a:lnTo>
                  <a:pt x="11066" y="322964"/>
                </a:lnTo>
                <a:lnTo>
                  <a:pt x="2819" y="370180"/>
                </a:lnTo>
                <a:lnTo>
                  <a:pt x="0" y="419053"/>
                </a:lnTo>
                <a:lnTo>
                  <a:pt x="2757" y="466844"/>
                </a:lnTo>
                <a:lnTo>
                  <a:pt x="11066" y="515130"/>
                </a:lnTo>
                <a:lnTo>
                  <a:pt x="24428" y="560372"/>
                </a:lnTo>
                <a:lnTo>
                  <a:pt x="42590" y="603330"/>
                </a:lnTo>
                <a:lnTo>
                  <a:pt x="65238" y="643691"/>
                </a:lnTo>
                <a:lnTo>
                  <a:pt x="92057" y="681138"/>
                </a:lnTo>
                <a:lnTo>
                  <a:pt x="122733" y="715359"/>
                </a:lnTo>
                <a:lnTo>
                  <a:pt x="156951" y="746037"/>
                </a:lnTo>
                <a:lnTo>
                  <a:pt x="194398" y="772859"/>
                </a:lnTo>
                <a:lnTo>
                  <a:pt x="234758" y="795509"/>
                </a:lnTo>
                <a:lnTo>
                  <a:pt x="277719" y="813674"/>
                </a:lnTo>
                <a:lnTo>
                  <a:pt x="322964" y="827038"/>
                </a:lnTo>
                <a:lnTo>
                  <a:pt x="370180" y="835287"/>
                </a:lnTo>
                <a:lnTo>
                  <a:pt x="419053" y="838107"/>
                </a:lnTo>
                <a:lnTo>
                  <a:pt x="467926" y="835287"/>
                </a:lnTo>
                <a:lnTo>
                  <a:pt x="515142" y="827038"/>
                </a:lnTo>
                <a:lnTo>
                  <a:pt x="560388" y="813674"/>
                </a:lnTo>
                <a:lnTo>
                  <a:pt x="592719" y="800003"/>
                </a:lnTo>
                <a:lnTo>
                  <a:pt x="419053" y="800003"/>
                </a:lnTo>
                <a:lnTo>
                  <a:pt x="371270" y="797036"/>
                </a:lnTo>
                <a:lnTo>
                  <a:pt x="325257" y="788370"/>
                </a:lnTo>
                <a:lnTo>
                  <a:pt x="281372" y="774364"/>
                </a:lnTo>
                <a:lnTo>
                  <a:pt x="239972" y="755374"/>
                </a:lnTo>
                <a:lnTo>
                  <a:pt x="201413" y="731757"/>
                </a:lnTo>
                <a:lnTo>
                  <a:pt x="166053" y="703869"/>
                </a:lnTo>
                <a:lnTo>
                  <a:pt x="134250" y="672068"/>
                </a:lnTo>
                <a:lnTo>
                  <a:pt x="106359" y="636709"/>
                </a:lnTo>
                <a:lnTo>
                  <a:pt x="82739" y="598151"/>
                </a:lnTo>
                <a:lnTo>
                  <a:pt x="63746" y="556749"/>
                </a:lnTo>
                <a:lnTo>
                  <a:pt x="49737" y="512861"/>
                </a:lnTo>
                <a:lnTo>
                  <a:pt x="41070" y="466844"/>
                </a:lnTo>
                <a:lnTo>
                  <a:pt x="38102" y="419053"/>
                </a:lnTo>
                <a:lnTo>
                  <a:pt x="41030" y="371910"/>
                </a:lnTo>
                <a:lnTo>
                  <a:pt x="49737" y="325244"/>
                </a:lnTo>
                <a:lnTo>
                  <a:pt x="63746" y="281356"/>
                </a:lnTo>
                <a:lnTo>
                  <a:pt x="82739" y="239955"/>
                </a:lnTo>
                <a:lnTo>
                  <a:pt x="106359" y="201396"/>
                </a:lnTo>
                <a:lnTo>
                  <a:pt x="134250" y="166038"/>
                </a:lnTo>
                <a:lnTo>
                  <a:pt x="166053" y="134236"/>
                </a:lnTo>
                <a:lnTo>
                  <a:pt x="201413" y="106349"/>
                </a:lnTo>
                <a:lnTo>
                  <a:pt x="239972" y="82731"/>
                </a:lnTo>
                <a:lnTo>
                  <a:pt x="281372" y="63741"/>
                </a:lnTo>
                <a:lnTo>
                  <a:pt x="325257" y="49735"/>
                </a:lnTo>
                <a:lnTo>
                  <a:pt x="371270" y="41070"/>
                </a:lnTo>
                <a:lnTo>
                  <a:pt x="419053" y="38102"/>
                </a:lnTo>
                <a:lnTo>
                  <a:pt x="591816" y="38102"/>
                </a:lnTo>
                <a:lnTo>
                  <a:pt x="561425" y="25027"/>
                </a:lnTo>
                <a:lnTo>
                  <a:pt x="515905" y="11346"/>
                </a:lnTo>
                <a:lnTo>
                  <a:pt x="468345" y="2892"/>
                </a:lnTo>
                <a:lnTo>
                  <a:pt x="419053" y="0"/>
                </a:lnTo>
                <a:close/>
              </a:path>
              <a:path w="838200" h="838200">
                <a:moveTo>
                  <a:pt x="790934" y="252983"/>
                </a:moveTo>
                <a:lnTo>
                  <a:pt x="783769" y="254438"/>
                </a:lnTo>
                <a:lnTo>
                  <a:pt x="777499" y="258688"/>
                </a:lnTo>
                <a:lnTo>
                  <a:pt x="772261" y="264003"/>
                </a:lnTo>
                <a:lnTo>
                  <a:pt x="770981" y="271608"/>
                </a:lnTo>
                <a:lnTo>
                  <a:pt x="773270" y="278243"/>
                </a:lnTo>
                <a:lnTo>
                  <a:pt x="772842" y="278398"/>
                </a:lnTo>
                <a:lnTo>
                  <a:pt x="784404" y="311763"/>
                </a:lnTo>
                <a:lnTo>
                  <a:pt x="792927" y="346412"/>
                </a:lnTo>
                <a:lnTo>
                  <a:pt x="798199" y="382218"/>
                </a:lnTo>
                <a:lnTo>
                  <a:pt x="800003" y="419053"/>
                </a:lnTo>
                <a:lnTo>
                  <a:pt x="797036" y="466844"/>
                </a:lnTo>
                <a:lnTo>
                  <a:pt x="788370" y="512861"/>
                </a:lnTo>
                <a:lnTo>
                  <a:pt x="774364" y="556749"/>
                </a:lnTo>
                <a:lnTo>
                  <a:pt x="755374" y="598151"/>
                </a:lnTo>
                <a:lnTo>
                  <a:pt x="731757" y="636709"/>
                </a:lnTo>
                <a:lnTo>
                  <a:pt x="703869" y="672068"/>
                </a:lnTo>
                <a:lnTo>
                  <a:pt x="672068" y="703869"/>
                </a:lnTo>
                <a:lnTo>
                  <a:pt x="636709" y="731757"/>
                </a:lnTo>
                <a:lnTo>
                  <a:pt x="598151" y="755374"/>
                </a:lnTo>
                <a:lnTo>
                  <a:pt x="556749" y="774364"/>
                </a:lnTo>
                <a:lnTo>
                  <a:pt x="512861" y="788370"/>
                </a:lnTo>
                <a:lnTo>
                  <a:pt x="466844" y="797036"/>
                </a:lnTo>
                <a:lnTo>
                  <a:pt x="419053" y="800003"/>
                </a:lnTo>
                <a:lnTo>
                  <a:pt x="592719" y="800003"/>
                </a:lnTo>
                <a:lnTo>
                  <a:pt x="643709" y="772859"/>
                </a:lnTo>
                <a:lnTo>
                  <a:pt x="681155" y="746037"/>
                </a:lnTo>
                <a:lnTo>
                  <a:pt x="715374" y="715359"/>
                </a:lnTo>
                <a:lnTo>
                  <a:pt x="746049" y="681138"/>
                </a:lnTo>
                <a:lnTo>
                  <a:pt x="772868" y="643691"/>
                </a:lnTo>
                <a:lnTo>
                  <a:pt x="795516" y="603330"/>
                </a:lnTo>
                <a:lnTo>
                  <a:pt x="813678" y="560372"/>
                </a:lnTo>
                <a:lnTo>
                  <a:pt x="827040" y="515130"/>
                </a:lnTo>
                <a:lnTo>
                  <a:pt x="835288" y="467919"/>
                </a:lnTo>
                <a:lnTo>
                  <a:pt x="838107" y="419053"/>
                </a:lnTo>
                <a:lnTo>
                  <a:pt x="836174" y="379157"/>
                </a:lnTo>
                <a:lnTo>
                  <a:pt x="830531" y="340344"/>
                </a:lnTo>
                <a:lnTo>
                  <a:pt x="821410" y="302754"/>
                </a:lnTo>
                <a:lnTo>
                  <a:pt x="809044" y="266525"/>
                </a:lnTo>
                <a:lnTo>
                  <a:pt x="808271" y="264003"/>
                </a:lnTo>
                <a:lnTo>
                  <a:pt x="808152" y="263615"/>
                </a:lnTo>
                <a:lnTo>
                  <a:pt x="806794" y="260783"/>
                </a:lnTo>
                <a:lnTo>
                  <a:pt x="804426" y="258454"/>
                </a:lnTo>
                <a:lnTo>
                  <a:pt x="798291" y="254438"/>
                </a:lnTo>
                <a:lnTo>
                  <a:pt x="798739" y="254438"/>
                </a:lnTo>
                <a:lnTo>
                  <a:pt x="790934" y="252983"/>
                </a:lnTo>
                <a:close/>
              </a:path>
              <a:path w="838200" h="838200">
                <a:moveTo>
                  <a:pt x="233854" y="342847"/>
                </a:moveTo>
                <a:lnTo>
                  <a:pt x="228578" y="342847"/>
                </a:lnTo>
                <a:lnTo>
                  <a:pt x="221165" y="344345"/>
                </a:lnTo>
                <a:lnTo>
                  <a:pt x="215109" y="348430"/>
                </a:lnTo>
                <a:lnTo>
                  <a:pt x="211024" y="354486"/>
                </a:lnTo>
                <a:lnTo>
                  <a:pt x="209526" y="361898"/>
                </a:lnTo>
                <a:lnTo>
                  <a:pt x="209526" y="367175"/>
                </a:lnTo>
                <a:lnTo>
                  <a:pt x="211660" y="371910"/>
                </a:lnTo>
                <a:lnTo>
                  <a:pt x="215113" y="375401"/>
                </a:lnTo>
                <a:lnTo>
                  <a:pt x="409042" y="569291"/>
                </a:lnTo>
                <a:lnTo>
                  <a:pt x="413776" y="571425"/>
                </a:lnTo>
                <a:lnTo>
                  <a:pt x="424485" y="571425"/>
                </a:lnTo>
                <a:lnTo>
                  <a:pt x="429296" y="569136"/>
                </a:lnTo>
                <a:lnTo>
                  <a:pt x="471314" y="525136"/>
                </a:lnTo>
                <a:lnTo>
                  <a:pt x="418742" y="525136"/>
                </a:lnTo>
                <a:lnTo>
                  <a:pt x="238588" y="344981"/>
                </a:lnTo>
                <a:lnTo>
                  <a:pt x="233854" y="342847"/>
                </a:lnTo>
                <a:close/>
              </a:path>
              <a:path w="838200" h="838200">
                <a:moveTo>
                  <a:pt x="756235" y="171307"/>
                </a:moveTo>
                <a:lnTo>
                  <a:pt x="729657" y="199166"/>
                </a:lnTo>
                <a:lnTo>
                  <a:pt x="729734" y="199321"/>
                </a:lnTo>
                <a:lnTo>
                  <a:pt x="418742" y="525136"/>
                </a:lnTo>
                <a:lnTo>
                  <a:pt x="471314" y="525136"/>
                </a:lnTo>
                <a:lnTo>
                  <a:pt x="809040" y="171462"/>
                </a:lnTo>
                <a:lnTo>
                  <a:pt x="756353" y="171462"/>
                </a:lnTo>
                <a:lnTo>
                  <a:pt x="756235" y="171307"/>
                </a:lnTo>
                <a:close/>
              </a:path>
              <a:path w="838200" h="838200">
                <a:moveTo>
                  <a:pt x="819055" y="114269"/>
                </a:moveTo>
                <a:lnTo>
                  <a:pt x="813623" y="114269"/>
                </a:lnTo>
                <a:lnTo>
                  <a:pt x="808773" y="116597"/>
                </a:lnTo>
                <a:lnTo>
                  <a:pt x="756353" y="171462"/>
                </a:lnTo>
                <a:lnTo>
                  <a:pt x="809040" y="171462"/>
                </a:lnTo>
                <a:lnTo>
                  <a:pt x="832830" y="146473"/>
                </a:lnTo>
                <a:lnTo>
                  <a:pt x="836050" y="143020"/>
                </a:lnTo>
                <a:lnTo>
                  <a:pt x="838107" y="138403"/>
                </a:lnTo>
                <a:lnTo>
                  <a:pt x="838075" y="133161"/>
                </a:lnTo>
                <a:lnTo>
                  <a:pt x="819055" y="114269"/>
                </a:lnTo>
                <a:close/>
              </a:path>
              <a:path w="838200" h="838200">
                <a:moveTo>
                  <a:pt x="718561" y="154506"/>
                </a:moveTo>
                <a:lnTo>
                  <a:pt x="693300" y="154506"/>
                </a:lnTo>
                <a:lnTo>
                  <a:pt x="699565" y="158293"/>
                </a:lnTo>
                <a:lnTo>
                  <a:pt x="706546" y="159458"/>
                </a:lnTo>
                <a:lnTo>
                  <a:pt x="713462" y="157981"/>
                </a:lnTo>
                <a:lnTo>
                  <a:pt x="718561" y="154506"/>
                </a:lnTo>
                <a:close/>
              </a:path>
              <a:path w="838200" h="838200">
                <a:moveTo>
                  <a:pt x="591816" y="38102"/>
                </a:moveTo>
                <a:lnTo>
                  <a:pt x="419053" y="38102"/>
                </a:lnTo>
                <a:lnTo>
                  <a:pt x="471927" y="41752"/>
                </a:lnTo>
                <a:lnTo>
                  <a:pt x="522557" y="52374"/>
                </a:lnTo>
                <a:lnTo>
                  <a:pt x="570465" y="69478"/>
                </a:lnTo>
                <a:lnTo>
                  <a:pt x="615171" y="92573"/>
                </a:lnTo>
                <a:lnTo>
                  <a:pt x="656198" y="121170"/>
                </a:lnTo>
                <a:lnTo>
                  <a:pt x="693067" y="154777"/>
                </a:lnTo>
                <a:lnTo>
                  <a:pt x="693300" y="154506"/>
                </a:lnTo>
                <a:lnTo>
                  <a:pt x="718561" y="154506"/>
                </a:lnTo>
                <a:lnTo>
                  <a:pt x="719529" y="153846"/>
                </a:lnTo>
                <a:lnTo>
                  <a:pt x="723663" y="147499"/>
                </a:lnTo>
                <a:lnTo>
                  <a:pt x="725006" y="140319"/>
                </a:lnTo>
                <a:lnTo>
                  <a:pt x="723594" y="133320"/>
                </a:lnTo>
                <a:lnTo>
                  <a:pt x="723562" y="133161"/>
                </a:lnTo>
                <a:lnTo>
                  <a:pt x="719336" y="126880"/>
                </a:lnTo>
                <a:lnTo>
                  <a:pt x="718599" y="126181"/>
                </a:lnTo>
                <a:lnTo>
                  <a:pt x="717828" y="125924"/>
                </a:lnTo>
                <a:lnTo>
                  <a:pt x="716891" y="125327"/>
                </a:lnTo>
                <a:lnTo>
                  <a:pt x="682637" y="94085"/>
                </a:lnTo>
                <a:lnTo>
                  <a:pt x="645102" y="66731"/>
                </a:lnTo>
                <a:lnTo>
                  <a:pt x="604594" y="43600"/>
                </a:lnTo>
                <a:lnTo>
                  <a:pt x="591816" y="38102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652262" y="4706933"/>
            <a:ext cx="12361545" cy="3364865"/>
            <a:chOff x="4652262" y="4706933"/>
            <a:chExt cx="12361545" cy="336486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2262" y="4706933"/>
              <a:ext cx="12111939" cy="336442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17387" y="7359394"/>
              <a:ext cx="796201" cy="6076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117" rIns="0" bIns="0" rtlCol="0" vert="horz">
            <a:spAutoFit/>
          </a:bodyPr>
          <a:lstStyle/>
          <a:p>
            <a:pPr marL="1667510">
              <a:lnSpc>
                <a:spcPct val="100000"/>
              </a:lnSpc>
              <a:spcBef>
                <a:spcPts val="110"/>
              </a:spcBef>
            </a:pPr>
            <a:r>
              <a:rPr dirty="0" sz="7000" spc="220"/>
              <a:t>Referencing</a:t>
            </a:r>
            <a:r>
              <a:rPr dirty="0" sz="7000" spc="530"/>
              <a:t> </a:t>
            </a:r>
            <a:r>
              <a:rPr dirty="0" sz="7000" spc="210"/>
              <a:t>Closures</a:t>
            </a:r>
            <a:r>
              <a:rPr dirty="0" sz="7000" spc="535"/>
              <a:t> </a:t>
            </a:r>
            <a:r>
              <a:rPr dirty="0" sz="7000" spc="235"/>
              <a:t>Correctly</a:t>
            </a:r>
            <a:endParaRPr sz="7000"/>
          </a:p>
        </p:txBody>
      </p:sp>
      <p:sp>
        <p:nvSpPr>
          <p:cNvPr id="3" name="object 3" descr=""/>
          <p:cNvSpPr/>
          <p:nvPr/>
        </p:nvSpPr>
        <p:spPr>
          <a:xfrm>
            <a:off x="4266930" y="1132797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419053" y="0"/>
                </a:moveTo>
                <a:lnTo>
                  <a:pt x="368911" y="2892"/>
                </a:lnTo>
                <a:lnTo>
                  <a:pt x="369761" y="2892"/>
                </a:lnTo>
                <a:lnTo>
                  <a:pt x="322964" y="11066"/>
                </a:lnTo>
                <a:lnTo>
                  <a:pt x="277719" y="24428"/>
                </a:lnTo>
                <a:lnTo>
                  <a:pt x="234758" y="42590"/>
                </a:lnTo>
                <a:lnTo>
                  <a:pt x="194398" y="65238"/>
                </a:lnTo>
                <a:lnTo>
                  <a:pt x="156951" y="92057"/>
                </a:lnTo>
                <a:lnTo>
                  <a:pt x="122733" y="122733"/>
                </a:lnTo>
                <a:lnTo>
                  <a:pt x="92057" y="156951"/>
                </a:lnTo>
                <a:lnTo>
                  <a:pt x="65238" y="194398"/>
                </a:lnTo>
                <a:lnTo>
                  <a:pt x="42590" y="234758"/>
                </a:lnTo>
                <a:lnTo>
                  <a:pt x="24428" y="277719"/>
                </a:lnTo>
                <a:lnTo>
                  <a:pt x="11066" y="322964"/>
                </a:lnTo>
                <a:lnTo>
                  <a:pt x="2819" y="370180"/>
                </a:lnTo>
                <a:lnTo>
                  <a:pt x="0" y="419053"/>
                </a:lnTo>
                <a:lnTo>
                  <a:pt x="2757" y="466844"/>
                </a:lnTo>
                <a:lnTo>
                  <a:pt x="11066" y="515130"/>
                </a:lnTo>
                <a:lnTo>
                  <a:pt x="24428" y="560372"/>
                </a:lnTo>
                <a:lnTo>
                  <a:pt x="42590" y="603330"/>
                </a:lnTo>
                <a:lnTo>
                  <a:pt x="65238" y="643691"/>
                </a:lnTo>
                <a:lnTo>
                  <a:pt x="92057" y="681138"/>
                </a:lnTo>
                <a:lnTo>
                  <a:pt x="122733" y="715359"/>
                </a:lnTo>
                <a:lnTo>
                  <a:pt x="156951" y="746037"/>
                </a:lnTo>
                <a:lnTo>
                  <a:pt x="194398" y="772859"/>
                </a:lnTo>
                <a:lnTo>
                  <a:pt x="234758" y="795509"/>
                </a:lnTo>
                <a:lnTo>
                  <a:pt x="277719" y="813674"/>
                </a:lnTo>
                <a:lnTo>
                  <a:pt x="322964" y="827038"/>
                </a:lnTo>
                <a:lnTo>
                  <a:pt x="370180" y="835287"/>
                </a:lnTo>
                <a:lnTo>
                  <a:pt x="419053" y="838107"/>
                </a:lnTo>
                <a:lnTo>
                  <a:pt x="467926" y="835287"/>
                </a:lnTo>
                <a:lnTo>
                  <a:pt x="515142" y="827038"/>
                </a:lnTo>
                <a:lnTo>
                  <a:pt x="560388" y="813674"/>
                </a:lnTo>
                <a:lnTo>
                  <a:pt x="592719" y="800003"/>
                </a:lnTo>
                <a:lnTo>
                  <a:pt x="419053" y="800003"/>
                </a:lnTo>
                <a:lnTo>
                  <a:pt x="371270" y="797036"/>
                </a:lnTo>
                <a:lnTo>
                  <a:pt x="325257" y="788370"/>
                </a:lnTo>
                <a:lnTo>
                  <a:pt x="281372" y="774364"/>
                </a:lnTo>
                <a:lnTo>
                  <a:pt x="239972" y="755374"/>
                </a:lnTo>
                <a:lnTo>
                  <a:pt x="201413" y="731757"/>
                </a:lnTo>
                <a:lnTo>
                  <a:pt x="166053" y="703869"/>
                </a:lnTo>
                <a:lnTo>
                  <a:pt x="134250" y="672068"/>
                </a:lnTo>
                <a:lnTo>
                  <a:pt x="106359" y="636709"/>
                </a:lnTo>
                <a:lnTo>
                  <a:pt x="82739" y="598151"/>
                </a:lnTo>
                <a:lnTo>
                  <a:pt x="63746" y="556749"/>
                </a:lnTo>
                <a:lnTo>
                  <a:pt x="49737" y="512861"/>
                </a:lnTo>
                <a:lnTo>
                  <a:pt x="41070" y="466844"/>
                </a:lnTo>
                <a:lnTo>
                  <a:pt x="38102" y="419053"/>
                </a:lnTo>
                <a:lnTo>
                  <a:pt x="41030" y="371910"/>
                </a:lnTo>
                <a:lnTo>
                  <a:pt x="49737" y="325244"/>
                </a:lnTo>
                <a:lnTo>
                  <a:pt x="63746" y="281356"/>
                </a:lnTo>
                <a:lnTo>
                  <a:pt x="82739" y="239955"/>
                </a:lnTo>
                <a:lnTo>
                  <a:pt x="106359" y="201396"/>
                </a:lnTo>
                <a:lnTo>
                  <a:pt x="134250" y="166038"/>
                </a:lnTo>
                <a:lnTo>
                  <a:pt x="166053" y="134236"/>
                </a:lnTo>
                <a:lnTo>
                  <a:pt x="201413" y="106349"/>
                </a:lnTo>
                <a:lnTo>
                  <a:pt x="239972" y="82731"/>
                </a:lnTo>
                <a:lnTo>
                  <a:pt x="281372" y="63741"/>
                </a:lnTo>
                <a:lnTo>
                  <a:pt x="325257" y="49735"/>
                </a:lnTo>
                <a:lnTo>
                  <a:pt x="371270" y="41070"/>
                </a:lnTo>
                <a:lnTo>
                  <a:pt x="419053" y="38102"/>
                </a:lnTo>
                <a:lnTo>
                  <a:pt x="591816" y="38102"/>
                </a:lnTo>
                <a:lnTo>
                  <a:pt x="561425" y="25027"/>
                </a:lnTo>
                <a:lnTo>
                  <a:pt x="515905" y="11346"/>
                </a:lnTo>
                <a:lnTo>
                  <a:pt x="468345" y="2892"/>
                </a:lnTo>
                <a:lnTo>
                  <a:pt x="419053" y="0"/>
                </a:lnTo>
                <a:close/>
              </a:path>
              <a:path w="838200" h="838200">
                <a:moveTo>
                  <a:pt x="790934" y="252983"/>
                </a:moveTo>
                <a:lnTo>
                  <a:pt x="783769" y="254438"/>
                </a:lnTo>
                <a:lnTo>
                  <a:pt x="777499" y="258688"/>
                </a:lnTo>
                <a:lnTo>
                  <a:pt x="772261" y="264003"/>
                </a:lnTo>
                <a:lnTo>
                  <a:pt x="770981" y="271608"/>
                </a:lnTo>
                <a:lnTo>
                  <a:pt x="773270" y="278243"/>
                </a:lnTo>
                <a:lnTo>
                  <a:pt x="772842" y="278398"/>
                </a:lnTo>
                <a:lnTo>
                  <a:pt x="784404" y="311763"/>
                </a:lnTo>
                <a:lnTo>
                  <a:pt x="792927" y="346412"/>
                </a:lnTo>
                <a:lnTo>
                  <a:pt x="798199" y="382218"/>
                </a:lnTo>
                <a:lnTo>
                  <a:pt x="800003" y="419053"/>
                </a:lnTo>
                <a:lnTo>
                  <a:pt x="797036" y="466844"/>
                </a:lnTo>
                <a:lnTo>
                  <a:pt x="788370" y="512861"/>
                </a:lnTo>
                <a:lnTo>
                  <a:pt x="774364" y="556749"/>
                </a:lnTo>
                <a:lnTo>
                  <a:pt x="755374" y="598151"/>
                </a:lnTo>
                <a:lnTo>
                  <a:pt x="731757" y="636709"/>
                </a:lnTo>
                <a:lnTo>
                  <a:pt x="703869" y="672068"/>
                </a:lnTo>
                <a:lnTo>
                  <a:pt x="672068" y="703869"/>
                </a:lnTo>
                <a:lnTo>
                  <a:pt x="636709" y="731757"/>
                </a:lnTo>
                <a:lnTo>
                  <a:pt x="598151" y="755374"/>
                </a:lnTo>
                <a:lnTo>
                  <a:pt x="556749" y="774364"/>
                </a:lnTo>
                <a:lnTo>
                  <a:pt x="512861" y="788370"/>
                </a:lnTo>
                <a:lnTo>
                  <a:pt x="466844" y="797036"/>
                </a:lnTo>
                <a:lnTo>
                  <a:pt x="419053" y="800003"/>
                </a:lnTo>
                <a:lnTo>
                  <a:pt x="592719" y="800003"/>
                </a:lnTo>
                <a:lnTo>
                  <a:pt x="643709" y="772859"/>
                </a:lnTo>
                <a:lnTo>
                  <a:pt x="681155" y="746037"/>
                </a:lnTo>
                <a:lnTo>
                  <a:pt x="715374" y="715359"/>
                </a:lnTo>
                <a:lnTo>
                  <a:pt x="746049" y="681138"/>
                </a:lnTo>
                <a:lnTo>
                  <a:pt x="772868" y="643691"/>
                </a:lnTo>
                <a:lnTo>
                  <a:pt x="795516" y="603330"/>
                </a:lnTo>
                <a:lnTo>
                  <a:pt x="813678" y="560372"/>
                </a:lnTo>
                <a:lnTo>
                  <a:pt x="827040" y="515130"/>
                </a:lnTo>
                <a:lnTo>
                  <a:pt x="835288" y="467919"/>
                </a:lnTo>
                <a:lnTo>
                  <a:pt x="838107" y="419053"/>
                </a:lnTo>
                <a:lnTo>
                  <a:pt x="836174" y="379157"/>
                </a:lnTo>
                <a:lnTo>
                  <a:pt x="830531" y="340344"/>
                </a:lnTo>
                <a:lnTo>
                  <a:pt x="821410" y="302754"/>
                </a:lnTo>
                <a:lnTo>
                  <a:pt x="809044" y="266525"/>
                </a:lnTo>
                <a:lnTo>
                  <a:pt x="808271" y="264003"/>
                </a:lnTo>
                <a:lnTo>
                  <a:pt x="808152" y="263615"/>
                </a:lnTo>
                <a:lnTo>
                  <a:pt x="806794" y="260783"/>
                </a:lnTo>
                <a:lnTo>
                  <a:pt x="804426" y="258454"/>
                </a:lnTo>
                <a:lnTo>
                  <a:pt x="798291" y="254438"/>
                </a:lnTo>
                <a:lnTo>
                  <a:pt x="798739" y="254438"/>
                </a:lnTo>
                <a:lnTo>
                  <a:pt x="790934" y="252983"/>
                </a:lnTo>
                <a:close/>
              </a:path>
              <a:path w="838200" h="838200">
                <a:moveTo>
                  <a:pt x="233854" y="342847"/>
                </a:moveTo>
                <a:lnTo>
                  <a:pt x="228578" y="342847"/>
                </a:lnTo>
                <a:lnTo>
                  <a:pt x="221165" y="344345"/>
                </a:lnTo>
                <a:lnTo>
                  <a:pt x="215109" y="348430"/>
                </a:lnTo>
                <a:lnTo>
                  <a:pt x="211024" y="354486"/>
                </a:lnTo>
                <a:lnTo>
                  <a:pt x="209526" y="361898"/>
                </a:lnTo>
                <a:lnTo>
                  <a:pt x="209526" y="367175"/>
                </a:lnTo>
                <a:lnTo>
                  <a:pt x="211660" y="371910"/>
                </a:lnTo>
                <a:lnTo>
                  <a:pt x="215113" y="375401"/>
                </a:lnTo>
                <a:lnTo>
                  <a:pt x="409042" y="569291"/>
                </a:lnTo>
                <a:lnTo>
                  <a:pt x="413776" y="571425"/>
                </a:lnTo>
                <a:lnTo>
                  <a:pt x="424485" y="571425"/>
                </a:lnTo>
                <a:lnTo>
                  <a:pt x="429296" y="569136"/>
                </a:lnTo>
                <a:lnTo>
                  <a:pt x="471314" y="525136"/>
                </a:lnTo>
                <a:lnTo>
                  <a:pt x="418742" y="525136"/>
                </a:lnTo>
                <a:lnTo>
                  <a:pt x="238588" y="344981"/>
                </a:lnTo>
                <a:lnTo>
                  <a:pt x="233854" y="342847"/>
                </a:lnTo>
                <a:close/>
              </a:path>
              <a:path w="838200" h="838200">
                <a:moveTo>
                  <a:pt x="756235" y="171307"/>
                </a:moveTo>
                <a:lnTo>
                  <a:pt x="729657" y="199166"/>
                </a:lnTo>
                <a:lnTo>
                  <a:pt x="729734" y="199321"/>
                </a:lnTo>
                <a:lnTo>
                  <a:pt x="418742" y="525136"/>
                </a:lnTo>
                <a:lnTo>
                  <a:pt x="471314" y="525136"/>
                </a:lnTo>
                <a:lnTo>
                  <a:pt x="809040" y="171462"/>
                </a:lnTo>
                <a:lnTo>
                  <a:pt x="756353" y="171462"/>
                </a:lnTo>
                <a:lnTo>
                  <a:pt x="756235" y="171307"/>
                </a:lnTo>
                <a:close/>
              </a:path>
              <a:path w="838200" h="838200">
                <a:moveTo>
                  <a:pt x="819055" y="114269"/>
                </a:moveTo>
                <a:lnTo>
                  <a:pt x="813623" y="114269"/>
                </a:lnTo>
                <a:lnTo>
                  <a:pt x="808773" y="116597"/>
                </a:lnTo>
                <a:lnTo>
                  <a:pt x="756353" y="171462"/>
                </a:lnTo>
                <a:lnTo>
                  <a:pt x="809040" y="171462"/>
                </a:lnTo>
                <a:lnTo>
                  <a:pt x="832830" y="146473"/>
                </a:lnTo>
                <a:lnTo>
                  <a:pt x="836050" y="143020"/>
                </a:lnTo>
                <a:lnTo>
                  <a:pt x="838107" y="138403"/>
                </a:lnTo>
                <a:lnTo>
                  <a:pt x="838075" y="133161"/>
                </a:lnTo>
                <a:lnTo>
                  <a:pt x="819055" y="114269"/>
                </a:lnTo>
                <a:close/>
              </a:path>
              <a:path w="838200" h="838200">
                <a:moveTo>
                  <a:pt x="718561" y="154506"/>
                </a:moveTo>
                <a:lnTo>
                  <a:pt x="693300" y="154506"/>
                </a:lnTo>
                <a:lnTo>
                  <a:pt x="699565" y="158293"/>
                </a:lnTo>
                <a:lnTo>
                  <a:pt x="706546" y="159458"/>
                </a:lnTo>
                <a:lnTo>
                  <a:pt x="713462" y="157981"/>
                </a:lnTo>
                <a:lnTo>
                  <a:pt x="718561" y="154506"/>
                </a:lnTo>
                <a:close/>
              </a:path>
              <a:path w="838200" h="838200">
                <a:moveTo>
                  <a:pt x="591816" y="38102"/>
                </a:moveTo>
                <a:lnTo>
                  <a:pt x="419053" y="38102"/>
                </a:lnTo>
                <a:lnTo>
                  <a:pt x="471927" y="41752"/>
                </a:lnTo>
                <a:lnTo>
                  <a:pt x="522557" y="52374"/>
                </a:lnTo>
                <a:lnTo>
                  <a:pt x="570465" y="69478"/>
                </a:lnTo>
                <a:lnTo>
                  <a:pt x="615171" y="92573"/>
                </a:lnTo>
                <a:lnTo>
                  <a:pt x="656198" y="121170"/>
                </a:lnTo>
                <a:lnTo>
                  <a:pt x="693067" y="154777"/>
                </a:lnTo>
                <a:lnTo>
                  <a:pt x="693300" y="154506"/>
                </a:lnTo>
                <a:lnTo>
                  <a:pt x="718561" y="154506"/>
                </a:lnTo>
                <a:lnTo>
                  <a:pt x="719529" y="153846"/>
                </a:lnTo>
                <a:lnTo>
                  <a:pt x="723663" y="147499"/>
                </a:lnTo>
                <a:lnTo>
                  <a:pt x="725006" y="140319"/>
                </a:lnTo>
                <a:lnTo>
                  <a:pt x="723594" y="133320"/>
                </a:lnTo>
                <a:lnTo>
                  <a:pt x="723562" y="133161"/>
                </a:lnTo>
                <a:lnTo>
                  <a:pt x="719336" y="126880"/>
                </a:lnTo>
                <a:lnTo>
                  <a:pt x="718599" y="126181"/>
                </a:lnTo>
                <a:lnTo>
                  <a:pt x="717828" y="125924"/>
                </a:lnTo>
                <a:lnTo>
                  <a:pt x="716891" y="125327"/>
                </a:lnTo>
                <a:lnTo>
                  <a:pt x="682637" y="94085"/>
                </a:lnTo>
                <a:lnTo>
                  <a:pt x="645102" y="66731"/>
                </a:lnTo>
                <a:lnTo>
                  <a:pt x="604594" y="43600"/>
                </a:lnTo>
                <a:lnTo>
                  <a:pt x="591816" y="38102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5448499" y="4242149"/>
            <a:ext cx="9207500" cy="3491865"/>
            <a:chOff x="5448499" y="4242149"/>
            <a:chExt cx="9207500" cy="349186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8499" y="4242149"/>
              <a:ext cx="9207100" cy="34915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4572" y="5093513"/>
              <a:ext cx="617458" cy="47121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7752" y="5952568"/>
              <a:ext cx="555171" cy="5551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117" rIns="0" bIns="0" rtlCol="0" vert="horz">
            <a:spAutoFit/>
          </a:bodyPr>
          <a:lstStyle/>
          <a:p>
            <a:pPr marL="2055495">
              <a:lnSpc>
                <a:spcPct val="100000"/>
              </a:lnSpc>
              <a:spcBef>
                <a:spcPts val="110"/>
              </a:spcBef>
            </a:pPr>
            <a:r>
              <a:rPr dirty="0" sz="7000" spc="160"/>
              <a:t>Out</a:t>
            </a:r>
            <a:r>
              <a:rPr dirty="0" sz="7000" spc="490"/>
              <a:t> </a:t>
            </a:r>
            <a:r>
              <a:rPr dirty="0" sz="7000" spc="120"/>
              <a:t>of</a:t>
            </a:r>
            <a:r>
              <a:rPr dirty="0" sz="7000" spc="505"/>
              <a:t> </a:t>
            </a:r>
            <a:r>
              <a:rPr dirty="0" sz="7000" spc="160"/>
              <a:t>DOM</a:t>
            </a:r>
            <a:r>
              <a:rPr dirty="0" sz="7000" spc="505"/>
              <a:t> </a:t>
            </a:r>
            <a:r>
              <a:rPr dirty="0" sz="7000" spc="235"/>
              <a:t>references</a:t>
            </a:r>
            <a:endParaRPr sz="7000"/>
          </a:p>
        </p:txBody>
      </p:sp>
      <p:sp>
        <p:nvSpPr>
          <p:cNvPr id="3" name="object 3" descr=""/>
          <p:cNvSpPr/>
          <p:nvPr/>
        </p:nvSpPr>
        <p:spPr>
          <a:xfrm>
            <a:off x="4266930" y="1132797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419053" y="0"/>
                </a:moveTo>
                <a:lnTo>
                  <a:pt x="368911" y="2892"/>
                </a:lnTo>
                <a:lnTo>
                  <a:pt x="369761" y="2892"/>
                </a:lnTo>
                <a:lnTo>
                  <a:pt x="322964" y="11066"/>
                </a:lnTo>
                <a:lnTo>
                  <a:pt x="277719" y="24428"/>
                </a:lnTo>
                <a:lnTo>
                  <a:pt x="234758" y="42590"/>
                </a:lnTo>
                <a:lnTo>
                  <a:pt x="194398" y="65238"/>
                </a:lnTo>
                <a:lnTo>
                  <a:pt x="156951" y="92057"/>
                </a:lnTo>
                <a:lnTo>
                  <a:pt x="122733" y="122733"/>
                </a:lnTo>
                <a:lnTo>
                  <a:pt x="92057" y="156951"/>
                </a:lnTo>
                <a:lnTo>
                  <a:pt x="65238" y="194398"/>
                </a:lnTo>
                <a:lnTo>
                  <a:pt x="42590" y="234758"/>
                </a:lnTo>
                <a:lnTo>
                  <a:pt x="24428" y="277719"/>
                </a:lnTo>
                <a:lnTo>
                  <a:pt x="11066" y="322964"/>
                </a:lnTo>
                <a:lnTo>
                  <a:pt x="2819" y="370180"/>
                </a:lnTo>
                <a:lnTo>
                  <a:pt x="0" y="419053"/>
                </a:lnTo>
                <a:lnTo>
                  <a:pt x="2757" y="466844"/>
                </a:lnTo>
                <a:lnTo>
                  <a:pt x="11066" y="515130"/>
                </a:lnTo>
                <a:lnTo>
                  <a:pt x="24428" y="560372"/>
                </a:lnTo>
                <a:lnTo>
                  <a:pt x="42590" y="603330"/>
                </a:lnTo>
                <a:lnTo>
                  <a:pt x="65238" y="643691"/>
                </a:lnTo>
                <a:lnTo>
                  <a:pt x="92057" y="681138"/>
                </a:lnTo>
                <a:lnTo>
                  <a:pt x="122733" y="715359"/>
                </a:lnTo>
                <a:lnTo>
                  <a:pt x="156951" y="746037"/>
                </a:lnTo>
                <a:lnTo>
                  <a:pt x="194398" y="772859"/>
                </a:lnTo>
                <a:lnTo>
                  <a:pt x="234758" y="795509"/>
                </a:lnTo>
                <a:lnTo>
                  <a:pt x="277719" y="813674"/>
                </a:lnTo>
                <a:lnTo>
                  <a:pt x="322964" y="827038"/>
                </a:lnTo>
                <a:lnTo>
                  <a:pt x="370180" y="835287"/>
                </a:lnTo>
                <a:lnTo>
                  <a:pt x="419053" y="838107"/>
                </a:lnTo>
                <a:lnTo>
                  <a:pt x="467926" y="835287"/>
                </a:lnTo>
                <a:lnTo>
                  <a:pt x="515142" y="827038"/>
                </a:lnTo>
                <a:lnTo>
                  <a:pt x="560388" y="813674"/>
                </a:lnTo>
                <a:lnTo>
                  <a:pt x="592719" y="800003"/>
                </a:lnTo>
                <a:lnTo>
                  <a:pt x="419053" y="800003"/>
                </a:lnTo>
                <a:lnTo>
                  <a:pt x="371270" y="797036"/>
                </a:lnTo>
                <a:lnTo>
                  <a:pt x="325257" y="788370"/>
                </a:lnTo>
                <a:lnTo>
                  <a:pt x="281372" y="774364"/>
                </a:lnTo>
                <a:lnTo>
                  <a:pt x="239972" y="755374"/>
                </a:lnTo>
                <a:lnTo>
                  <a:pt x="201413" y="731757"/>
                </a:lnTo>
                <a:lnTo>
                  <a:pt x="166053" y="703869"/>
                </a:lnTo>
                <a:lnTo>
                  <a:pt x="134250" y="672068"/>
                </a:lnTo>
                <a:lnTo>
                  <a:pt x="106359" y="636709"/>
                </a:lnTo>
                <a:lnTo>
                  <a:pt x="82739" y="598151"/>
                </a:lnTo>
                <a:lnTo>
                  <a:pt x="63746" y="556749"/>
                </a:lnTo>
                <a:lnTo>
                  <a:pt x="49737" y="512861"/>
                </a:lnTo>
                <a:lnTo>
                  <a:pt x="41070" y="466844"/>
                </a:lnTo>
                <a:lnTo>
                  <a:pt x="38102" y="419053"/>
                </a:lnTo>
                <a:lnTo>
                  <a:pt x="41030" y="371910"/>
                </a:lnTo>
                <a:lnTo>
                  <a:pt x="49737" y="325244"/>
                </a:lnTo>
                <a:lnTo>
                  <a:pt x="63746" y="281356"/>
                </a:lnTo>
                <a:lnTo>
                  <a:pt x="82739" y="239955"/>
                </a:lnTo>
                <a:lnTo>
                  <a:pt x="106359" y="201396"/>
                </a:lnTo>
                <a:lnTo>
                  <a:pt x="134250" y="166038"/>
                </a:lnTo>
                <a:lnTo>
                  <a:pt x="166053" y="134236"/>
                </a:lnTo>
                <a:lnTo>
                  <a:pt x="201413" y="106349"/>
                </a:lnTo>
                <a:lnTo>
                  <a:pt x="239972" y="82731"/>
                </a:lnTo>
                <a:lnTo>
                  <a:pt x="281372" y="63741"/>
                </a:lnTo>
                <a:lnTo>
                  <a:pt x="325257" y="49735"/>
                </a:lnTo>
                <a:lnTo>
                  <a:pt x="371270" y="41070"/>
                </a:lnTo>
                <a:lnTo>
                  <a:pt x="419053" y="38102"/>
                </a:lnTo>
                <a:lnTo>
                  <a:pt x="591816" y="38102"/>
                </a:lnTo>
                <a:lnTo>
                  <a:pt x="561425" y="25027"/>
                </a:lnTo>
                <a:lnTo>
                  <a:pt x="515905" y="11346"/>
                </a:lnTo>
                <a:lnTo>
                  <a:pt x="468345" y="2892"/>
                </a:lnTo>
                <a:lnTo>
                  <a:pt x="419053" y="0"/>
                </a:lnTo>
                <a:close/>
              </a:path>
              <a:path w="838200" h="838200">
                <a:moveTo>
                  <a:pt x="790934" y="252983"/>
                </a:moveTo>
                <a:lnTo>
                  <a:pt x="783769" y="254438"/>
                </a:lnTo>
                <a:lnTo>
                  <a:pt x="777499" y="258688"/>
                </a:lnTo>
                <a:lnTo>
                  <a:pt x="772261" y="264003"/>
                </a:lnTo>
                <a:lnTo>
                  <a:pt x="770981" y="271608"/>
                </a:lnTo>
                <a:lnTo>
                  <a:pt x="773270" y="278243"/>
                </a:lnTo>
                <a:lnTo>
                  <a:pt x="772842" y="278398"/>
                </a:lnTo>
                <a:lnTo>
                  <a:pt x="784404" y="311763"/>
                </a:lnTo>
                <a:lnTo>
                  <a:pt x="792927" y="346412"/>
                </a:lnTo>
                <a:lnTo>
                  <a:pt x="798199" y="382218"/>
                </a:lnTo>
                <a:lnTo>
                  <a:pt x="800003" y="419053"/>
                </a:lnTo>
                <a:lnTo>
                  <a:pt x="797036" y="466844"/>
                </a:lnTo>
                <a:lnTo>
                  <a:pt x="788370" y="512861"/>
                </a:lnTo>
                <a:lnTo>
                  <a:pt x="774364" y="556749"/>
                </a:lnTo>
                <a:lnTo>
                  <a:pt x="755374" y="598151"/>
                </a:lnTo>
                <a:lnTo>
                  <a:pt x="731757" y="636709"/>
                </a:lnTo>
                <a:lnTo>
                  <a:pt x="703869" y="672068"/>
                </a:lnTo>
                <a:lnTo>
                  <a:pt x="672068" y="703869"/>
                </a:lnTo>
                <a:lnTo>
                  <a:pt x="636709" y="731757"/>
                </a:lnTo>
                <a:lnTo>
                  <a:pt x="598151" y="755374"/>
                </a:lnTo>
                <a:lnTo>
                  <a:pt x="556749" y="774364"/>
                </a:lnTo>
                <a:lnTo>
                  <a:pt x="512861" y="788370"/>
                </a:lnTo>
                <a:lnTo>
                  <a:pt x="466844" y="797036"/>
                </a:lnTo>
                <a:lnTo>
                  <a:pt x="419053" y="800003"/>
                </a:lnTo>
                <a:lnTo>
                  <a:pt x="592719" y="800003"/>
                </a:lnTo>
                <a:lnTo>
                  <a:pt x="643709" y="772859"/>
                </a:lnTo>
                <a:lnTo>
                  <a:pt x="681155" y="746037"/>
                </a:lnTo>
                <a:lnTo>
                  <a:pt x="715374" y="715359"/>
                </a:lnTo>
                <a:lnTo>
                  <a:pt x="746049" y="681138"/>
                </a:lnTo>
                <a:lnTo>
                  <a:pt x="772868" y="643691"/>
                </a:lnTo>
                <a:lnTo>
                  <a:pt x="795516" y="603330"/>
                </a:lnTo>
                <a:lnTo>
                  <a:pt x="813678" y="560372"/>
                </a:lnTo>
                <a:lnTo>
                  <a:pt x="827040" y="515130"/>
                </a:lnTo>
                <a:lnTo>
                  <a:pt x="835288" y="467919"/>
                </a:lnTo>
                <a:lnTo>
                  <a:pt x="838107" y="419053"/>
                </a:lnTo>
                <a:lnTo>
                  <a:pt x="836174" y="379157"/>
                </a:lnTo>
                <a:lnTo>
                  <a:pt x="830531" y="340344"/>
                </a:lnTo>
                <a:lnTo>
                  <a:pt x="821410" y="302754"/>
                </a:lnTo>
                <a:lnTo>
                  <a:pt x="809044" y="266525"/>
                </a:lnTo>
                <a:lnTo>
                  <a:pt x="808271" y="264003"/>
                </a:lnTo>
                <a:lnTo>
                  <a:pt x="808152" y="263615"/>
                </a:lnTo>
                <a:lnTo>
                  <a:pt x="806794" y="260783"/>
                </a:lnTo>
                <a:lnTo>
                  <a:pt x="804426" y="258454"/>
                </a:lnTo>
                <a:lnTo>
                  <a:pt x="798291" y="254438"/>
                </a:lnTo>
                <a:lnTo>
                  <a:pt x="798739" y="254438"/>
                </a:lnTo>
                <a:lnTo>
                  <a:pt x="790934" y="252983"/>
                </a:lnTo>
                <a:close/>
              </a:path>
              <a:path w="838200" h="838200">
                <a:moveTo>
                  <a:pt x="233854" y="342847"/>
                </a:moveTo>
                <a:lnTo>
                  <a:pt x="228578" y="342847"/>
                </a:lnTo>
                <a:lnTo>
                  <a:pt x="221165" y="344345"/>
                </a:lnTo>
                <a:lnTo>
                  <a:pt x="215109" y="348430"/>
                </a:lnTo>
                <a:lnTo>
                  <a:pt x="211024" y="354486"/>
                </a:lnTo>
                <a:lnTo>
                  <a:pt x="209526" y="361898"/>
                </a:lnTo>
                <a:lnTo>
                  <a:pt x="209526" y="367175"/>
                </a:lnTo>
                <a:lnTo>
                  <a:pt x="211660" y="371910"/>
                </a:lnTo>
                <a:lnTo>
                  <a:pt x="215113" y="375401"/>
                </a:lnTo>
                <a:lnTo>
                  <a:pt x="409042" y="569291"/>
                </a:lnTo>
                <a:lnTo>
                  <a:pt x="413776" y="571425"/>
                </a:lnTo>
                <a:lnTo>
                  <a:pt x="424485" y="571425"/>
                </a:lnTo>
                <a:lnTo>
                  <a:pt x="429296" y="569136"/>
                </a:lnTo>
                <a:lnTo>
                  <a:pt x="471314" y="525136"/>
                </a:lnTo>
                <a:lnTo>
                  <a:pt x="418742" y="525136"/>
                </a:lnTo>
                <a:lnTo>
                  <a:pt x="238588" y="344981"/>
                </a:lnTo>
                <a:lnTo>
                  <a:pt x="233854" y="342847"/>
                </a:lnTo>
                <a:close/>
              </a:path>
              <a:path w="838200" h="838200">
                <a:moveTo>
                  <a:pt x="756235" y="171307"/>
                </a:moveTo>
                <a:lnTo>
                  <a:pt x="729657" y="199166"/>
                </a:lnTo>
                <a:lnTo>
                  <a:pt x="729734" y="199321"/>
                </a:lnTo>
                <a:lnTo>
                  <a:pt x="418742" y="525136"/>
                </a:lnTo>
                <a:lnTo>
                  <a:pt x="471314" y="525136"/>
                </a:lnTo>
                <a:lnTo>
                  <a:pt x="809040" y="171462"/>
                </a:lnTo>
                <a:lnTo>
                  <a:pt x="756353" y="171462"/>
                </a:lnTo>
                <a:lnTo>
                  <a:pt x="756235" y="171307"/>
                </a:lnTo>
                <a:close/>
              </a:path>
              <a:path w="838200" h="838200">
                <a:moveTo>
                  <a:pt x="819055" y="114269"/>
                </a:moveTo>
                <a:lnTo>
                  <a:pt x="813623" y="114269"/>
                </a:lnTo>
                <a:lnTo>
                  <a:pt x="808773" y="116597"/>
                </a:lnTo>
                <a:lnTo>
                  <a:pt x="756353" y="171462"/>
                </a:lnTo>
                <a:lnTo>
                  <a:pt x="809040" y="171462"/>
                </a:lnTo>
                <a:lnTo>
                  <a:pt x="832830" y="146473"/>
                </a:lnTo>
                <a:lnTo>
                  <a:pt x="836050" y="143020"/>
                </a:lnTo>
                <a:lnTo>
                  <a:pt x="838107" y="138403"/>
                </a:lnTo>
                <a:lnTo>
                  <a:pt x="838075" y="133161"/>
                </a:lnTo>
                <a:lnTo>
                  <a:pt x="819055" y="114269"/>
                </a:lnTo>
                <a:close/>
              </a:path>
              <a:path w="838200" h="838200">
                <a:moveTo>
                  <a:pt x="718561" y="154506"/>
                </a:moveTo>
                <a:lnTo>
                  <a:pt x="693300" y="154506"/>
                </a:lnTo>
                <a:lnTo>
                  <a:pt x="699565" y="158293"/>
                </a:lnTo>
                <a:lnTo>
                  <a:pt x="706546" y="159458"/>
                </a:lnTo>
                <a:lnTo>
                  <a:pt x="713462" y="157981"/>
                </a:lnTo>
                <a:lnTo>
                  <a:pt x="718561" y="154506"/>
                </a:lnTo>
                <a:close/>
              </a:path>
              <a:path w="838200" h="838200">
                <a:moveTo>
                  <a:pt x="591816" y="38102"/>
                </a:moveTo>
                <a:lnTo>
                  <a:pt x="419053" y="38102"/>
                </a:lnTo>
                <a:lnTo>
                  <a:pt x="471927" y="41752"/>
                </a:lnTo>
                <a:lnTo>
                  <a:pt x="522557" y="52374"/>
                </a:lnTo>
                <a:lnTo>
                  <a:pt x="570465" y="69478"/>
                </a:lnTo>
                <a:lnTo>
                  <a:pt x="615171" y="92573"/>
                </a:lnTo>
                <a:lnTo>
                  <a:pt x="656198" y="121170"/>
                </a:lnTo>
                <a:lnTo>
                  <a:pt x="693067" y="154777"/>
                </a:lnTo>
                <a:lnTo>
                  <a:pt x="693300" y="154506"/>
                </a:lnTo>
                <a:lnTo>
                  <a:pt x="718561" y="154506"/>
                </a:lnTo>
                <a:lnTo>
                  <a:pt x="719529" y="153846"/>
                </a:lnTo>
                <a:lnTo>
                  <a:pt x="723663" y="147499"/>
                </a:lnTo>
                <a:lnTo>
                  <a:pt x="725006" y="140319"/>
                </a:lnTo>
                <a:lnTo>
                  <a:pt x="723594" y="133320"/>
                </a:lnTo>
                <a:lnTo>
                  <a:pt x="723562" y="133161"/>
                </a:lnTo>
                <a:lnTo>
                  <a:pt x="719336" y="126880"/>
                </a:lnTo>
                <a:lnTo>
                  <a:pt x="718599" y="126181"/>
                </a:lnTo>
                <a:lnTo>
                  <a:pt x="717828" y="125924"/>
                </a:lnTo>
                <a:lnTo>
                  <a:pt x="716891" y="125327"/>
                </a:lnTo>
                <a:lnTo>
                  <a:pt x="682637" y="94085"/>
                </a:lnTo>
                <a:lnTo>
                  <a:pt x="645102" y="66731"/>
                </a:lnTo>
                <a:lnTo>
                  <a:pt x="604594" y="43600"/>
                </a:lnTo>
                <a:lnTo>
                  <a:pt x="591816" y="38102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4392" y="3578297"/>
            <a:ext cx="10846429" cy="580023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8805" y="673499"/>
            <a:ext cx="9498965" cy="2304415"/>
          </a:xfrm>
          <a:prstGeom prst="rect"/>
        </p:spPr>
        <p:txBody>
          <a:bodyPr wrap="square" lIns="0" tIns="281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15"/>
              </a:spcBef>
            </a:pPr>
            <a:r>
              <a:rPr dirty="0" sz="7000" spc="210"/>
              <a:t>Chunking</a:t>
            </a:r>
            <a:r>
              <a:rPr dirty="0" sz="7000" spc="505"/>
              <a:t> </a:t>
            </a:r>
            <a:r>
              <a:rPr dirty="0" sz="7000" spc="120"/>
              <a:t>up</a:t>
            </a:r>
            <a:r>
              <a:rPr dirty="0" sz="7000" spc="520"/>
              <a:t> </a:t>
            </a:r>
            <a:r>
              <a:rPr dirty="0" sz="7000" spc="180"/>
              <a:t>work</a:t>
            </a:r>
            <a:r>
              <a:rPr dirty="0" sz="7000" spc="520"/>
              <a:t> </a:t>
            </a:r>
            <a:r>
              <a:rPr dirty="0" sz="7000" spc="225"/>
              <a:t>into</a:t>
            </a:r>
            <a:endParaRPr sz="7000"/>
          </a:p>
          <a:p>
            <a:pPr algn="ctr" marL="8890">
              <a:lnSpc>
                <a:spcPct val="100000"/>
              </a:lnSpc>
              <a:spcBef>
                <a:spcPts val="1485"/>
              </a:spcBef>
            </a:pPr>
            <a:r>
              <a:rPr dirty="0" sz="4950" spc="145"/>
              <a:t>smaller</a:t>
            </a:r>
            <a:r>
              <a:rPr dirty="0" sz="4950" spc="345"/>
              <a:t> </a:t>
            </a:r>
            <a:r>
              <a:rPr dirty="0" sz="4950" spc="160"/>
              <a:t>pieces</a:t>
            </a:r>
            <a:endParaRPr sz="4950"/>
          </a:p>
        </p:txBody>
      </p:sp>
      <p:sp>
        <p:nvSpPr>
          <p:cNvPr id="3" name="object 3" descr=""/>
          <p:cNvSpPr/>
          <p:nvPr/>
        </p:nvSpPr>
        <p:spPr>
          <a:xfrm>
            <a:off x="4266930" y="1132797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419053" y="0"/>
                </a:moveTo>
                <a:lnTo>
                  <a:pt x="368911" y="2892"/>
                </a:lnTo>
                <a:lnTo>
                  <a:pt x="369761" y="2892"/>
                </a:lnTo>
                <a:lnTo>
                  <a:pt x="322964" y="11066"/>
                </a:lnTo>
                <a:lnTo>
                  <a:pt x="277719" y="24428"/>
                </a:lnTo>
                <a:lnTo>
                  <a:pt x="234758" y="42590"/>
                </a:lnTo>
                <a:lnTo>
                  <a:pt x="194398" y="65238"/>
                </a:lnTo>
                <a:lnTo>
                  <a:pt x="156951" y="92057"/>
                </a:lnTo>
                <a:lnTo>
                  <a:pt x="122733" y="122733"/>
                </a:lnTo>
                <a:lnTo>
                  <a:pt x="92057" y="156951"/>
                </a:lnTo>
                <a:lnTo>
                  <a:pt x="65238" y="194398"/>
                </a:lnTo>
                <a:lnTo>
                  <a:pt x="42590" y="234758"/>
                </a:lnTo>
                <a:lnTo>
                  <a:pt x="24428" y="277719"/>
                </a:lnTo>
                <a:lnTo>
                  <a:pt x="11066" y="322964"/>
                </a:lnTo>
                <a:lnTo>
                  <a:pt x="2819" y="370180"/>
                </a:lnTo>
                <a:lnTo>
                  <a:pt x="0" y="419053"/>
                </a:lnTo>
                <a:lnTo>
                  <a:pt x="2757" y="466844"/>
                </a:lnTo>
                <a:lnTo>
                  <a:pt x="11066" y="515130"/>
                </a:lnTo>
                <a:lnTo>
                  <a:pt x="24428" y="560372"/>
                </a:lnTo>
                <a:lnTo>
                  <a:pt x="42590" y="603330"/>
                </a:lnTo>
                <a:lnTo>
                  <a:pt x="65238" y="643691"/>
                </a:lnTo>
                <a:lnTo>
                  <a:pt x="92057" y="681138"/>
                </a:lnTo>
                <a:lnTo>
                  <a:pt x="122733" y="715359"/>
                </a:lnTo>
                <a:lnTo>
                  <a:pt x="156951" y="746037"/>
                </a:lnTo>
                <a:lnTo>
                  <a:pt x="194398" y="772859"/>
                </a:lnTo>
                <a:lnTo>
                  <a:pt x="234758" y="795509"/>
                </a:lnTo>
                <a:lnTo>
                  <a:pt x="277719" y="813674"/>
                </a:lnTo>
                <a:lnTo>
                  <a:pt x="322964" y="827038"/>
                </a:lnTo>
                <a:lnTo>
                  <a:pt x="370180" y="835287"/>
                </a:lnTo>
                <a:lnTo>
                  <a:pt x="419053" y="838107"/>
                </a:lnTo>
                <a:lnTo>
                  <a:pt x="467926" y="835287"/>
                </a:lnTo>
                <a:lnTo>
                  <a:pt x="515142" y="827038"/>
                </a:lnTo>
                <a:lnTo>
                  <a:pt x="560388" y="813674"/>
                </a:lnTo>
                <a:lnTo>
                  <a:pt x="592719" y="800003"/>
                </a:lnTo>
                <a:lnTo>
                  <a:pt x="419053" y="800003"/>
                </a:lnTo>
                <a:lnTo>
                  <a:pt x="371270" y="797036"/>
                </a:lnTo>
                <a:lnTo>
                  <a:pt x="325257" y="788370"/>
                </a:lnTo>
                <a:lnTo>
                  <a:pt x="281372" y="774364"/>
                </a:lnTo>
                <a:lnTo>
                  <a:pt x="239972" y="755374"/>
                </a:lnTo>
                <a:lnTo>
                  <a:pt x="201413" y="731757"/>
                </a:lnTo>
                <a:lnTo>
                  <a:pt x="166053" y="703869"/>
                </a:lnTo>
                <a:lnTo>
                  <a:pt x="134250" y="672068"/>
                </a:lnTo>
                <a:lnTo>
                  <a:pt x="106359" y="636709"/>
                </a:lnTo>
                <a:lnTo>
                  <a:pt x="82739" y="598151"/>
                </a:lnTo>
                <a:lnTo>
                  <a:pt x="63746" y="556749"/>
                </a:lnTo>
                <a:lnTo>
                  <a:pt x="49737" y="512861"/>
                </a:lnTo>
                <a:lnTo>
                  <a:pt x="41070" y="466844"/>
                </a:lnTo>
                <a:lnTo>
                  <a:pt x="38102" y="419053"/>
                </a:lnTo>
                <a:lnTo>
                  <a:pt x="41030" y="371910"/>
                </a:lnTo>
                <a:lnTo>
                  <a:pt x="49737" y="325244"/>
                </a:lnTo>
                <a:lnTo>
                  <a:pt x="63746" y="281356"/>
                </a:lnTo>
                <a:lnTo>
                  <a:pt x="82739" y="239955"/>
                </a:lnTo>
                <a:lnTo>
                  <a:pt x="106359" y="201396"/>
                </a:lnTo>
                <a:lnTo>
                  <a:pt x="134250" y="166038"/>
                </a:lnTo>
                <a:lnTo>
                  <a:pt x="166053" y="134236"/>
                </a:lnTo>
                <a:lnTo>
                  <a:pt x="201413" y="106349"/>
                </a:lnTo>
                <a:lnTo>
                  <a:pt x="239972" y="82731"/>
                </a:lnTo>
                <a:lnTo>
                  <a:pt x="281372" y="63741"/>
                </a:lnTo>
                <a:lnTo>
                  <a:pt x="325257" y="49735"/>
                </a:lnTo>
                <a:lnTo>
                  <a:pt x="371270" y="41070"/>
                </a:lnTo>
                <a:lnTo>
                  <a:pt x="419053" y="38102"/>
                </a:lnTo>
                <a:lnTo>
                  <a:pt x="591816" y="38102"/>
                </a:lnTo>
                <a:lnTo>
                  <a:pt x="561425" y="25027"/>
                </a:lnTo>
                <a:lnTo>
                  <a:pt x="515905" y="11346"/>
                </a:lnTo>
                <a:lnTo>
                  <a:pt x="468345" y="2892"/>
                </a:lnTo>
                <a:lnTo>
                  <a:pt x="419053" y="0"/>
                </a:lnTo>
                <a:close/>
              </a:path>
              <a:path w="838200" h="838200">
                <a:moveTo>
                  <a:pt x="790934" y="252983"/>
                </a:moveTo>
                <a:lnTo>
                  <a:pt x="783769" y="254438"/>
                </a:lnTo>
                <a:lnTo>
                  <a:pt x="777499" y="258688"/>
                </a:lnTo>
                <a:lnTo>
                  <a:pt x="772261" y="264003"/>
                </a:lnTo>
                <a:lnTo>
                  <a:pt x="770981" y="271608"/>
                </a:lnTo>
                <a:lnTo>
                  <a:pt x="773270" y="278243"/>
                </a:lnTo>
                <a:lnTo>
                  <a:pt x="772842" y="278398"/>
                </a:lnTo>
                <a:lnTo>
                  <a:pt x="784404" y="311763"/>
                </a:lnTo>
                <a:lnTo>
                  <a:pt x="792927" y="346412"/>
                </a:lnTo>
                <a:lnTo>
                  <a:pt x="798199" y="382218"/>
                </a:lnTo>
                <a:lnTo>
                  <a:pt x="800003" y="419053"/>
                </a:lnTo>
                <a:lnTo>
                  <a:pt x="797036" y="466844"/>
                </a:lnTo>
                <a:lnTo>
                  <a:pt x="788370" y="512861"/>
                </a:lnTo>
                <a:lnTo>
                  <a:pt x="774364" y="556749"/>
                </a:lnTo>
                <a:lnTo>
                  <a:pt x="755374" y="598151"/>
                </a:lnTo>
                <a:lnTo>
                  <a:pt x="731757" y="636709"/>
                </a:lnTo>
                <a:lnTo>
                  <a:pt x="703869" y="672068"/>
                </a:lnTo>
                <a:lnTo>
                  <a:pt x="672068" y="703869"/>
                </a:lnTo>
                <a:lnTo>
                  <a:pt x="636709" y="731757"/>
                </a:lnTo>
                <a:lnTo>
                  <a:pt x="598151" y="755374"/>
                </a:lnTo>
                <a:lnTo>
                  <a:pt x="556749" y="774364"/>
                </a:lnTo>
                <a:lnTo>
                  <a:pt x="512861" y="788370"/>
                </a:lnTo>
                <a:lnTo>
                  <a:pt x="466844" y="797036"/>
                </a:lnTo>
                <a:lnTo>
                  <a:pt x="419053" y="800003"/>
                </a:lnTo>
                <a:lnTo>
                  <a:pt x="592719" y="800003"/>
                </a:lnTo>
                <a:lnTo>
                  <a:pt x="643709" y="772859"/>
                </a:lnTo>
                <a:lnTo>
                  <a:pt x="681155" y="746037"/>
                </a:lnTo>
                <a:lnTo>
                  <a:pt x="715374" y="715359"/>
                </a:lnTo>
                <a:lnTo>
                  <a:pt x="746049" y="681138"/>
                </a:lnTo>
                <a:lnTo>
                  <a:pt x="772868" y="643691"/>
                </a:lnTo>
                <a:lnTo>
                  <a:pt x="795516" y="603330"/>
                </a:lnTo>
                <a:lnTo>
                  <a:pt x="813678" y="560372"/>
                </a:lnTo>
                <a:lnTo>
                  <a:pt x="827040" y="515130"/>
                </a:lnTo>
                <a:lnTo>
                  <a:pt x="835288" y="467919"/>
                </a:lnTo>
                <a:lnTo>
                  <a:pt x="838107" y="419053"/>
                </a:lnTo>
                <a:lnTo>
                  <a:pt x="836174" y="379157"/>
                </a:lnTo>
                <a:lnTo>
                  <a:pt x="830531" y="340344"/>
                </a:lnTo>
                <a:lnTo>
                  <a:pt x="821410" y="302754"/>
                </a:lnTo>
                <a:lnTo>
                  <a:pt x="809044" y="266525"/>
                </a:lnTo>
                <a:lnTo>
                  <a:pt x="808271" y="264003"/>
                </a:lnTo>
                <a:lnTo>
                  <a:pt x="808152" y="263615"/>
                </a:lnTo>
                <a:lnTo>
                  <a:pt x="806794" y="260783"/>
                </a:lnTo>
                <a:lnTo>
                  <a:pt x="804426" y="258454"/>
                </a:lnTo>
                <a:lnTo>
                  <a:pt x="798291" y="254438"/>
                </a:lnTo>
                <a:lnTo>
                  <a:pt x="798739" y="254438"/>
                </a:lnTo>
                <a:lnTo>
                  <a:pt x="790934" y="252983"/>
                </a:lnTo>
                <a:close/>
              </a:path>
              <a:path w="838200" h="838200">
                <a:moveTo>
                  <a:pt x="233854" y="342847"/>
                </a:moveTo>
                <a:lnTo>
                  <a:pt x="228578" y="342847"/>
                </a:lnTo>
                <a:lnTo>
                  <a:pt x="221165" y="344345"/>
                </a:lnTo>
                <a:lnTo>
                  <a:pt x="215109" y="348430"/>
                </a:lnTo>
                <a:lnTo>
                  <a:pt x="211024" y="354486"/>
                </a:lnTo>
                <a:lnTo>
                  <a:pt x="209526" y="361898"/>
                </a:lnTo>
                <a:lnTo>
                  <a:pt x="209526" y="367175"/>
                </a:lnTo>
                <a:lnTo>
                  <a:pt x="211660" y="371910"/>
                </a:lnTo>
                <a:lnTo>
                  <a:pt x="215113" y="375401"/>
                </a:lnTo>
                <a:lnTo>
                  <a:pt x="409042" y="569291"/>
                </a:lnTo>
                <a:lnTo>
                  <a:pt x="413776" y="571425"/>
                </a:lnTo>
                <a:lnTo>
                  <a:pt x="424485" y="571425"/>
                </a:lnTo>
                <a:lnTo>
                  <a:pt x="429296" y="569136"/>
                </a:lnTo>
                <a:lnTo>
                  <a:pt x="471314" y="525136"/>
                </a:lnTo>
                <a:lnTo>
                  <a:pt x="418742" y="525136"/>
                </a:lnTo>
                <a:lnTo>
                  <a:pt x="238588" y="344981"/>
                </a:lnTo>
                <a:lnTo>
                  <a:pt x="233854" y="342847"/>
                </a:lnTo>
                <a:close/>
              </a:path>
              <a:path w="838200" h="838200">
                <a:moveTo>
                  <a:pt x="756235" y="171307"/>
                </a:moveTo>
                <a:lnTo>
                  <a:pt x="729657" y="199166"/>
                </a:lnTo>
                <a:lnTo>
                  <a:pt x="729734" y="199321"/>
                </a:lnTo>
                <a:lnTo>
                  <a:pt x="418742" y="525136"/>
                </a:lnTo>
                <a:lnTo>
                  <a:pt x="471314" y="525136"/>
                </a:lnTo>
                <a:lnTo>
                  <a:pt x="809040" y="171462"/>
                </a:lnTo>
                <a:lnTo>
                  <a:pt x="756353" y="171462"/>
                </a:lnTo>
                <a:lnTo>
                  <a:pt x="756235" y="171307"/>
                </a:lnTo>
                <a:close/>
              </a:path>
              <a:path w="838200" h="838200">
                <a:moveTo>
                  <a:pt x="819055" y="114269"/>
                </a:moveTo>
                <a:lnTo>
                  <a:pt x="813623" y="114269"/>
                </a:lnTo>
                <a:lnTo>
                  <a:pt x="808773" y="116597"/>
                </a:lnTo>
                <a:lnTo>
                  <a:pt x="756353" y="171462"/>
                </a:lnTo>
                <a:lnTo>
                  <a:pt x="809040" y="171462"/>
                </a:lnTo>
                <a:lnTo>
                  <a:pt x="832830" y="146473"/>
                </a:lnTo>
                <a:lnTo>
                  <a:pt x="836050" y="143020"/>
                </a:lnTo>
                <a:lnTo>
                  <a:pt x="838107" y="138403"/>
                </a:lnTo>
                <a:lnTo>
                  <a:pt x="838075" y="133161"/>
                </a:lnTo>
                <a:lnTo>
                  <a:pt x="819055" y="114269"/>
                </a:lnTo>
                <a:close/>
              </a:path>
              <a:path w="838200" h="838200">
                <a:moveTo>
                  <a:pt x="718561" y="154506"/>
                </a:moveTo>
                <a:lnTo>
                  <a:pt x="693300" y="154506"/>
                </a:lnTo>
                <a:lnTo>
                  <a:pt x="699565" y="158293"/>
                </a:lnTo>
                <a:lnTo>
                  <a:pt x="706546" y="159458"/>
                </a:lnTo>
                <a:lnTo>
                  <a:pt x="713462" y="157981"/>
                </a:lnTo>
                <a:lnTo>
                  <a:pt x="718561" y="154506"/>
                </a:lnTo>
                <a:close/>
              </a:path>
              <a:path w="838200" h="838200">
                <a:moveTo>
                  <a:pt x="591816" y="38102"/>
                </a:moveTo>
                <a:lnTo>
                  <a:pt x="419053" y="38102"/>
                </a:lnTo>
                <a:lnTo>
                  <a:pt x="471927" y="41752"/>
                </a:lnTo>
                <a:lnTo>
                  <a:pt x="522557" y="52374"/>
                </a:lnTo>
                <a:lnTo>
                  <a:pt x="570465" y="69478"/>
                </a:lnTo>
                <a:lnTo>
                  <a:pt x="615171" y="92573"/>
                </a:lnTo>
                <a:lnTo>
                  <a:pt x="656198" y="121170"/>
                </a:lnTo>
                <a:lnTo>
                  <a:pt x="693067" y="154777"/>
                </a:lnTo>
                <a:lnTo>
                  <a:pt x="693300" y="154506"/>
                </a:lnTo>
                <a:lnTo>
                  <a:pt x="718561" y="154506"/>
                </a:lnTo>
                <a:lnTo>
                  <a:pt x="719529" y="153846"/>
                </a:lnTo>
                <a:lnTo>
                  <a:pt x="723663" y="147499"/>
                </a:lnTo>
                <a:lnTo>
                  <a:pt x="725006" y="140319"/>
                </a:lnTo>
                <a:lnTo>
                  <a:pt x="723594" y="133320"/>
                </a:lnTo>
                <a:lnTo>
                  <a:pt x="723562" y="133161"/>
                </a:lnTo>
                <a:lnTo>
                  <a:pt x="719336" y="126880"/>
                </a:lnTo>
                <a:lnTo>
                  <a:pt x="718599" y="126181"/>
                </a:lnTo>
                <a:lnTo>
                  <a:pt x="717828" y="125924"/>
                </a:lnTo>
                <a:lnTo>
                  <a:pt x="716891" y="125327"/>
                </a:lnTo>
                <a:lnTo>
                  <a:pt x="682637" y="94085"/>
                </a:lnTo>
                <a:lnTo>
                  <a:pt x="645102" y="66731"/>
                </a:lnTo>
                <a:lnTo>
                  <a:pt x="604594" y="43600"/>
                </a:lnTo>
                <a:lnTo>
                  <a:pt x="591816" y="38102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9499" y="4137397"/>
            <a:ext cx="5543560" cy="55435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28923" y="1136773"/>
            <a:ext cx="887730" cy="887730"/>
          </a:xfrm>
          <a:custGeom>
            <a:avLst/>
            <a:gdLst/>
            <a:ahLst/>
            <a:cxnLst/>
            <a:rect l="l" t="t" r="r" b="b"/>
            <a:pathLst>
              <a:path w="887729" h="887730">
                <a:moveTo>
                  <a:pt x="459204" y="879826"/>
                </a:moveTo>
                <a:lnTo>
                  <a:pt x="428305" y="879826"/>
                </a:lnTo>
                <a:lnTo>
                  <a:pt x="432003" y="884427"/>
                </a:lnTo>
                <a:lnTo>
                  <a:pt x="437427" y="887509"/>
                </a:lnTo>
                <a:lnTo>
                  <a:pt x="450082" y="887509"/>
                </a:lnTo>
                <a:lnTo>
                  <a:pt x="455506" y="884427"/>
                </a:lnTo>
                <a:lnTo>
                  <a:pt x="459204" y="879826"/>
                </a:lnTo>
                <a:close/>
              </a:path>
              <a:path w="887729" h="887730">
                <a:moveTo>
                  <a:pt x="246078" y="8094"/>
                </a:moveTo>
                <a:lnTo>
                  <a:pt x="6821" y="247351"/>
                </a:lnTo>
                <a:lnTo>
                  <a:pt x="6244" y="247845"/>
                </a:lnTo>
                <a:lnTo>
                  <a:pt x="5299" y="248871"/>
                </a:lnTo>
                <a:lnTo>
                  <a:pt x="4027" y="250145"/>
                </a:lnTo>
                <a:lnTo>
                  <a:pt x="4314" y="250351"/>
                </a:lnTo>
                <a:lnTo>
                  <a:pt x="1766" y="253720"/>
                </a:lnTo>
                <a:lnTo>
                  <a:pt x="0" y="257706"/>
                </a:lnTo>
                <a:lnTo>
                  <a:pt x="0" y="267033"/>
                </a:lnTo>
                <a:lnTo>
                  <a:pt x="1889" y="271264"/>
                </a:lnTo>
                <a:lnTo>
                  <a:pt x="4724" y="274716"/>
                </a:lnTo>
                <a:lnTo>
                  <a:pt x="4478" y="274881"/>
                </a:lnTo>
                <a:lnTo>
                  <a:pt x="428059" y="880031"/>
                </a:lnTo>
                <a:lnTo>
                  <a:pt x="428305" y="879826"/>
                </a:lnTo>
                <a:lnTo>
                  <a:pt x="459594" y="879826"/>
                </a:lnTo>
                <a:lnTo>
                  <a:pt x="517402" y="797238"/>
                </a:lnTo>
                <a:lnTo>
                  <a:pt x="443754" y="797238"/>
                </a:lnTo>
                <a:lnTo>
                  <a:pt x="430577" y="753314"/>
                </a:lnTo>
                <a:lnTo>
                  <a:pt x="388531" y="753314"/>
                </a:lnTo>
                <a:lnTo>
                  <a:pt x="58838" y="282400"/>
                </a:lnTo>
                <a:lnTo>
                  <a:pt x="877768" y="282400"/>
                </a:lnTo>
                <a:lnTo>
                  <a:pt x="883030" y="274881"/>
                </a:lnTo>
                <a:lnTo>
                  <a:pt x="882784" y="274716"/>
                </a:lnTo>
                <a:lnTo>
                  <a:pt x="885578" y="271264"/>
                </a:lnTo>
                <a:lnTo>
                  <a:pt x="887509" y="267033"/>
                </a:lnTo>
                <a:lnTo>
                  <a:pt x="887509" y="257706"/>
                </a:lnTo>
                <a:lnTo>
                  <a:pt x="885742" y="253720"/>
                </a:lnTo>
                <a:lnTo>
                  <a:pt x="883195" y="250351"/>
                </a:lnTo>
                <a:lnTo>
                  <a:pt x="883482" y="250145"/>
                </a:lnTo>
                <a:lnTo>
                  <a:pt x="882209" y="248871"/>
                </a:lnTo>
                <a:lnTo>
                  <a:pt x="881263" y="247845"/>
                </a:lnTo>
                <a:lnTo>
                  <a:pt x="880688" y="247351"/>
                </a:lnTo>
                <a:lnTo>
                  <a:pt x="875388" y="242051"/>
                </a:lnTo>
                <a:lnTo>
                  <a:pt x="68576" y="242051"/>
                </a:lnTo>
                <a:lnTo>
                  <a:pt x="270279" y="40348"/>
                </a:lnTo>
                <a:lnTo>
                  <a:pt x="673685" y="40348"/>
                </a:lnTo>
                <a:lnTo>
                  <a:pt x="641595" y="8258"/>
                </a:lnTo>
                <a:lnTo>
                  <a:pt x="246365" y="8258"/>
                </a:lnTo>
                <a:lnTo>
                  <a:pt x="246078" y="8094"/>
                </a:lnTo>
                <a:close/>
              </a:path>
              <a:path w="887729" h="887730">
                <a:moveTo>
                  <a:pt x="459594" y="879826"/>
                </a:moveTo>
                <a:lnTo>
                  <a:pt x="459204" y="879826"/>
                </a:lnTo>
                <a:lnTo>
                  <a:pt x="459450" y="880031"/>
                </a:lnTo>
                <a:lnTo>
                  <a:pt x="459594" y="879826"/>
                </a:lnTo>
                <a:close/>
              </a:path>
              <a:path w="887729" h="887730">
                <a:moveTo>
                  <a:pt x="640280" y="282400"/>
                </a:moveTo>
                <a:lnTo>
                  <a:pt x="598206" y="282400"/>
                </a:lnTo>
                <a:lnTo>
                  <a:pt x="443754" y="797238"/>
                </a:lnTo>
                <a:lnTo>
                  <a:pt x="517402" y="797238"/>
                </a:lnTo>
                <a:lnTo>
                  <a:pt x="548146" y="753314"/>
                </a:lnTo>
                <a:lnTo>
                  <a:pt x="498977" y="753314"/>
                </a:lnTo>
                <a:lnTo>
                  <a:pt x="640280" y="282400"/>
                </a:lnTo>
                <a:close/>
              </a:path>
              <a:path w="887729" h="887730">
                <a:moveTo>
                  <a:pt x="289303" y="282400"/>
                </a:moveTo>
                <a:lnTo>
                  <a:pt x="247229" y="282400"/>
                </a:lnTo>
                <a:lnTo>
                  <a:pt x="388531" y="753314"/>
                </a:lnTo>
                <a:lnTo>
                  <a:pt x="430577" y="753314"/>
                </a:lnTo>
                <a:lnTo>
                  <a:pt x="289303" y="282400"/>
                </a:lnTo>
                <a:close/>
              </a:path>
              <a:path w="887729" h="887730">
                <a:moveTo>
                  <a:pt x="877768" y="282400"/>
                </a:moveTo>
                <a:lnTo>
                  <a:pt x="828671" y="282400"/>
                </a:lnTo>
                <a:lnTo>
                  <a:pt x="498977" y="753314"/>
                </a:lnTo>
                <a:lnTo>
                  <a:pt x="548146" y="753314"/>
                </a:lnTo>
                <a:lnTo>
                  <a:pt x="877768" y="282400"/>
                </a:lnTo>
                <a:close/>
              </a:path>
              <a:path w="887729" h="887730">
                <a:moveTo>
                  <a:pt x="395558" y="40348"/>
                </a:moveTo>
                <a:lnTo>
                  <a:pt x="350730" y="40348"/>
                </a:lnTo>
                <a:lnTo>
                  <a:pt x="249899" y="242051"/>
                </a:lnTo>
                <a:lnTo>
                  <a:pt x="294726" y="242051"/>
                </a:lnTo>
                <a:lnTo>
                  <a:pt x="395558" y="40348"/>
                </a:lnTo>
                <a:close/>
              </a:path>
              <a:path w="887729" h="887730">
                <a:moveTo>
                  <a:pt x="536778" y="40348"/>
                </a:moveTo>
                <a:lnTo>
                  <a:pt x="491951" y="40348"/>
                </a:lnTo>
                <a:lnTo>
                  <a:pt x="592782" y="242051"/>
                </a:lnTo>
                <a:lnTo>
                  <a:pt x="637610" y="242051"/>
                </a:lnTo>
                <a:lnTo>
                  <a:pt x="536778" y="40348"/>
                </a:lnTo>
                <a:close/>
              </a:path>
              <a:path w="887729" h="887730">
                <a:moveTo>
                  <a:pt x="673685" y="40348"/>
                </a:moveTo>
                <a:lnTo>
                  <a:pt x="617230" y="40348"/>
                </a:lnTo>
                <a:lnTo>
                  <a:pt x="818932" y="242051"/>
                </a:lnTo>
                <a:lnTo>
                  <a:pt x="875388" y="242051"/>
                </a:lnTo>
                <a:lnTo>
                  <a:pt x="673685" y="40348"/>
                </a:lnTo>
                <a:close/>
              </a:path>
              <a:path w="887729" h="887730">
                <a:moveTo>
                  <a:pt x="631898" y="0"/>
                </a:moveTo>
                <a:lnTo>
                  <a:pt x="255611" y="0"/>
                </a:lnTo>
                <a:lnTo>
                  <a:pt x="250063" y="3369"/>
                </a:lnTo>
                <a:lnTo>
                  <a:pt x="246490" y="8094"/>
                </a:lnTo>
                <a:lnTo>
                  <a:pt x="246365" y="8258"/>
                </a:lnTo>
                <a:lnTo>
                  <a:pt x="641143" y="8258"/>
                </a:lnTo>
                <a:lnTo>
                  <a:pt x="637445" y="3369"/>
                </a:lnTo>
                <a:lnTo>
                  <a:pt x="631898" y="0"/>
                </a:lnTo>
                <a:close/>
              </a:path>
              <a:path w="887729" h="887730">
                <a:moveTo>
                  <a:pt x="641430" y="8094"/>
                </a:moveTo>
                <a:lnTo>
                  <a:pt x="641143" y="8258"/>
                </a:lnTo>
                <a:lnTo>
                  <a:pt x="641595" y="8258"/>
                </a:lnTo>
                <a:lnTo>
                  <a:pt x="641430" y="8094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117" rIns="0" bIns="0" rtlCol="0" vert="horz">
            <a:spAutoFit/>
          </a:bodyPr>
          <a:lstStyle/>
          <a:p>
            <a:pPr marL="3773170">
              <a:lnSpc>
                <a:spcPct val="100000"/>
              </a:lnSpc>
              <a:spcBef>
                <a:spcPts val="110"/>
              </a:spcBef>
            </a:pPr>
            <a:r>
              <a:rPr dirty="0" sz="7000" spc="180"/>
              <a:t>Some</a:t>
            </a:r>
            <a:r>
              <a:rPr dirty="0" sz="7000" spc="445"/>
              <a:t> </a:t>
            </a:r>
            <a:r>
              <a:rPr dirty="0" sz="7000" spc="-575"/>
              <a:t>T</a:t>
            </a:r>
            <a:r>
              <a:rPr dirty="0" sz="7000" spc="200"/>
              <a:t>ool</a:t>
            </a:r>
            <a:r>
              <a:rPr dirty="0" sz="7000" spc="-45"/>
              <a:t>s</a:t>
            </a:r>
            <a:r>
              <a:rPr dirty="0" sz="7000" spc="580"/>
              <a:t> </a:t>
            </a:r>
            <a:r>
              <a:rPr dirty="0" sz="7000" spc="120"/>
              <a:t>to</a:t>
            </a:r>
            <a:r>
              <a:rPr dirty="0" sz="7000" spc="580"/>
              <a:t> </a:t>
            </a:r>
            <a:r>
              <a:rPr dirty="0" sz="7000" spc="235"/>
              <a:t>debug</a:t>
            </a:r>
            <a:endParaRPr sz="7000"/>
          </a:p>
        </p:txBody>
      </p:sp>
      <p:grpSp>
        <p:nvGrpSpPr>
          <p:cNvPr id="4" name="object 4" descr=""/>
          <p:cNvGrpSpPr/>
          <p:nvPr/>
        </p:nvGrpSpPr>
        <p:grpSpPr>
          <a:xfrm>
            <a:off x="2440118" y="2563663"/>
            <a:ext cx="16012160" cy="8587740"/>
            <a:chOff x="2440118" y="2563663"/>
            <a:chExt cx="16012160" cy="858774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0118" y="2563663"/>
              <a:ext cx="6798183" cy="482689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5513" y="3005979"/>
              <a:ext cx="8946688" cy="394226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5355" y="6185299"/>
              <a:ext cx="6495331" cy="496578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2354953" y="7655982"/>
            <a:ext cx="1247140" cy="4279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Timeline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003664" y="9698869"/>
            <a:ext cx="2219325" cy="4279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Heap</a:t>
            </a:r>
            <a:r>
              <a:rPr dirty="0" sz="260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Snapshot</a:t>
            </a:r>
            <a:endParaRPr sz="2600">
              <a:latin typeface="Lato Light"/>
              <a:cs typeface="Lato Ligh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973216" y="7278834"/>
            <a:ext cx="2590165" cy="4279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600" b="0">
                <a:solidFill>
                  <a:srgbClr val="FFFFFF"/>
                </a:solidFill>
                <a:latin typeface="Lato Light"/>
                <a:cs typeface="Lato Light"/>
              </a:rPr>
              <a:t>Allocation</a:t>
            </a:r>
            <a:r>
              <a:rPr dirty="0" sz="2600" spc="10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600" spc="-10" b="0">
                <a:solidFill>
                  <a:srgbClr val="FFFFFF"/>
                </a:solidFill>
                <a:latin typeface="Lato Light"/>
                <a:cs typeface="Lato Light"/>
              </a:rPr>
              <a:t>Profiler</a:t>
            </a:r>
            <a:endParaRPr sz="2600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24489" y="5892464"/>
            <a:ext cx="3580765" cy="1904364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1070"/>
              </a:spcBef>
            </a:pPr>
            <a:r>
              <a:rPr dirty="0" sz="3300" b="1">
                <a:solidFill>
                  <a:srgbClr val="FFFFFF"/>
                </a:solidFill>
                <a:latin typeface="Lato"/>
                <a:cs typeface="Lato"/>
              </a:rPr>
              <a:t>53%</a:t>
            </a:r>
            <a:r>
              <a:rPr dirty="0" sz="3300" spc="-140" b="1">
                <a:solidFill>
                  <a:srgbClr val="FFFFFF"/>
                </a:solidFill>
                <a:latin typeface="Lato"/>
                <a:cs typeface="Lato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of</a:t>
            </a:r>
            <a:r>
              <a:rPr dirty="0" sz="2450" spc="-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3300" b="1">
                <a:solidFill>
                  <a:srgbClr val="FFFFFF"/>
                </a:solidFill>
                <a:latin typeface="Lato"/>
                <a:cs typeface="Lato"/>
              </a:rPr>
              <a:t>visits</a:t>
            </a:r>
            <a:r>
              <a:rPr dirty="0" sz="3300" spc="-145" b="1">
                <a:solidFill>
                  <a:srgbClr val="FFFFFF"/>
                </a:solidFill>
                <a:latin typeface="Lato"/>
                <a:cs typeface="Lato"/>
              </a:rPr>
              <a:t> </a:t>
            </a:r>
            <a:r>
              <a:rPr dirty="0" sz="2450" spc="-25" b="0">
                <a:solidFill>
                  <a:srgbClr val="FFFFFF"/>
                </a:solidFill>
                <a:latin typeface="Lato Light"/>
                <a:cs typeface="Lato Light"/>
              </a:rPr>
              <a:t>are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abandoned if</a:t>
            </a:r>
            <a:r>
              <a:rPr dirty="0" sz="2450" spc="-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a</a:t>
            </a:r>
            <a:r>
              <a:rPr dirty="0" sz="2450" spc="1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mobile</a:t>
            </a:r>
            <a:r>
              <a:rPr dirty="0" sz="2450" spc="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20" b="0">
                <a:solidFill>
                  <a:srgbClr val="FFFFFF"/>
                </a:solidFill>
                <a:latin typeface="Lato Light"/>
                <a:cs typeface="Lato Light"/>
              </a:rPr>
              <a:t>site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takes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more</a:t>
            </a:r>
            <a:r>
              <a:rPr dirty="0" sz="2450" spc="-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than</a:t>
            </a:r>
            <a:r>
              <a:rPr dirty="0" sz="245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3300" spc="-50" b="1">
                <a:solidFill>
                  <a:srgbClr val="FFFFFF"/>
                </a:solidFill>
                <a:latin typeface="Lato"/>
                <a:cs typeface="Lato"/>
              </a:rPr>
              <a:t>3 </a:t>
            </a:r>
            <a:r>
              <a:rPr dirty="0" sz="3300" spc="-10" b="1">
                <a:solidFill>
                  <a:srgbClr val="FFFFFF"/>
                </a:solidFill>
                <a:latin typeface="Lato"/>
                <a:cs typeface="Lato"/>
              </a:rPr>
              <a:t>seconds</a:t>
            </a:r>
            <a:r>
              <a:rPr dirty="0" sz="3300" spc="-135" b="1">
                <a:solidFill>
                  <a:srgbClr val="FFFFFF"/>
                </a:solidFill>
                <a:latin typeface="Lato"/>
                <a:cs typeface="Lato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to</a:t>
            </a:r>
            <a:r>
              <a:rPr dirty="0" sz="2450" spc="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20" b="0">
                <a:solidFill>
                  <a:srgbClr val="FFFFFF"/>
                </a:solidFill>
                <a:latin typeface="Lato Light"/>
                <a:cs typeface="Lato Light"/>
              </a:rPr>
              <a:t>load</a:t>
            </a:r>
            <a:endParaRPr sz="2450">
              <a:latin typeface="Lato Light"/>
              <a:cs typeface="Lato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259843" y="6112468"/>
            <a:ext cx="3836670" cy="146431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3300" b="1">
                <a:solidFill>
                  <a:srgbClr val="FFFFFF"/>
                </a:solidFill>
                <a:latin typeface="Lato"/>
                <a:cs typeface="Lato"/>
              </a:rPr>
              <a:t>1</a:t>
            </a:r>
            <a:r>
              <a:rPr dirty="0" sz="3300" spc="-155" b="1">
                <a:solidFill>
                  <a:srgbClr val="FFFFFF"/>
                </a:solidFill>
                <a:latin typeface="Lato"/>
                <a:cs typeface="Lato"/>
              </a:rPr>
              <a:t> </a:t>
            </a:r>
            <a:r>
              <a:rPr dirty="0" sz="3300" b="1">
                <a:solidFill>
                  <a:srgbClr val="FFFFFF"/>
                </a:solidFill>
                <a:latin typeface="Lato"/>
                <a:cs typeface="Lato"/>
              </a:rPr>
              <a:t>out</a:t>
            </a:r>
            <a:r>
              <a:rPr dirty="0" sz="3300" spc="-30" b="1">
                <a:solidFill>
                  <a:srgbClr val="FFFFFF"/>
                </a:solidFill>
                <a:latin typeface="Lato"/>
                <a:cs typeface="Lato"/>
              </a:rPr>
              <a:t> </a:t>
            </a:r>
            <a:r>
              <a:rPr dirty="0" sz="3300" b="1">
                <a:solidFill>
                  <a:srgbClr val="FFFFFF"/>
                </a:solidFill>
                <a:latin typeface="Lato"/>
                <a:cs typeface="Lato"/>
              </a:rPr>
              <a:t>of</a:t>
            </a:r>
            <a:r>
              <a:rPr dirty="0" sz="3300" spc="-85" b="1">
                <a:solidFill>
                  <a:srgbClr val="FFFFFF"/>
                </a:solidFill>
                <a:latin typeface="Lato"/>
                <a:cs typeface="Lato"/>
              </a:rPr>
              <a:t> </a:t>
            </a:r>
            <a:r>
              <a:rPr dirty="0" sz="3300" b="1">
                <a:solidFill>
                  <a:srgbClr val="FFFFFF"/>
                </a:solidFill>
                <a:latin typeface="Lato"/>
                <a:cs typeface="Lato"/>
              </a:rPr>
              <a:t>2</a:t>
            </a:r>
            <a:r>
              <a:rPr dirty="0" sz="3300" spc="-30" b="1">
                <a:solidFill>
                  <a:srgbClr val="FFFFFF"/>
                </a:solidFill>
                <a:latin typeface="Lato"/>
                <a:cs typeface="Lato"/>
              </a:rPr>
              <a:t> </a:t>
            </a:r>
            <a:r>
              <a:rPr dirty="0" sz="3300" spc="-10" b="1">
                <a:solidFill>
                  <a:srgbClr val="FFFFFF"/>
                </a:solidFill>
                <a:latin typeface="Lato"/>
                <a:cs typeface="Lato"/>
              </a:rPr>
              <a:t>people</a:t>
            </a:r>
            <a:endParaRPr sz="3300">
              <a:latin typeface="Lato"/>
              <a:cs typeface="Lato"/>
            </a:endParaRPr>
          </a:p>
          <a:p>
            <a:pPr marL="12700" marR="5080">
              <a:lnSpc>
                <a:spcPts val="3460"/>
              </a:lnSpc>
              <a:spcBef>
                <a:spcPts val="35"/>
              </a:spcBef>
            </a:pP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expect</a:t>
            </a:r>
            <a:r>
              <a:rPr dirty="0" sz="2450" spc="1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a</a:t>
            </a:r>
            <a:r>
              <a:rPr dirty="0" sz="245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page</a:t>
            </a:r>
            <a:r>
              <a:rPr dirty="0" sz="245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to</a:t>
            </a:r>
            <a:r>
              <a:rPr dirty="0" sz="245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load</a:t>
            </a:r>
            <a:r>
              <a:rPr dirty="0" sz="24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in</a:t>
            </a:r>
            <a:r>
              <a:rPr dirty="0" sz="2450" spc="2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2450" spc="-20" b="0">
                <a:solidFill>
                  <a:srgbClr val="FFFFFF"/>
                </a:solidFill>
                <a:latin typeface="Lato Light"/>
                <a:cs typeface="Lato Light"/>
              </a:rPr>
              <a:t>less </a:t>
            </a:r>
            <a:r>
              <a:rPr dirty="0" sz="2450" b="0">
                <a:solidFill>
                  <a:srgbClr val="FFFFFF"/>
                </a:solidFill>
                <a:latin typeface="Lato Light"/>
                <a:cs typeface="Lato Light"/>
              </a:rPr>
              <a:t>than</a:t>
            </a:r>
            <a:r>
              <a:rPr dirty="0" sz="2450" spc="1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3300" b="1">
                <a:solidFill>
                  <a:srgbClr val="FFFFFF"/>
                </a:solidFill>
                <a:latin typeface="Lato"/>
                <a:cs typeface="Lato"/>
              </a:rPr>
              <a:t>2</a:t>
            </a:r>
            <a:r>
              <a:rPr dirty="0" sz="3300" spc="-5" b="1">
                <a:solidFill>
                  <a:srgbClr val="FFFFFF"/>
                </a:solidFill>
                <a:latin typeface="Lato"/>
                <a:cs typeface="Lato"/>
              </a:rPr>
              <a:t> </a:t>
            </a:r>
            <a:r>
              <a:rPr dirty="0" sz="3300" spc="-10" b="1">
                <a:solidFill>
                  <a:srgbClr val="FFFFFF"/>
                </a:solidFill>
                <a:latin typeface="Lato"/>
                <a:cs typeface="Lato"/>
              </a:rPr>
              <a:t>seconds</a:t>
            </a:r>
            <a:endParaRPr sz="3300">
              <a:latin typeface="Lato"/>
              <a:cs typeface="La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028923" y="1136773"/>
            <a:ext cx="887730" cy="887730"/>
          </a:xfrm>
          <a:custGeom>
            <a:avLst/>
            <a:gdLst/>
            <a:ahLst/>
            <a:cxnLst/>
            <a:rect l="l" t="t" r="r" b="b"/>
            <a:pathLst>
              <a:path w="887729" h="887730">
                <a:moveTo>
                  <a:pt x="459204" y="879826"/>
                </a:moveTo>
                <a:lnTo>
                  <a:pt x="428305" y="879826"/>
                </a:lnTo>
                <a:lnTo>
                  <a:pt x="432003" y="884427"/>
                </a:lnTo>
                <a:lnTo>
                  <a:pt x="437427" y="887509"/>
                </a:lnTo>
                <a:lnTo>
                  <a:pt x="450082" y="887509"/>
                </a:lnTo>
                <a:lnTo>
                  <a:pt x="455506" y="884427"/>
                </a:lnTo>
                <a:lnTo>
                  <a:pt x="459204" y="879826"/>
                </a:lnTo>
                <a:close/>
              </a:path>
              <a:path w="887729" h="887730">
                <a:moveTo>
                  <a:pt x="246078" y="8094"/>
                </a:moveTo>
                <a:lnTo>
                  <a:pt x="6821" y="247351"/>
                </a:lnTo>
                <a:lnTo>
                  <a:pt x="6244" y="247845"/>
                </a:lnTo>
                <a:lnTo>
                  <a:pt x="5299" y="248871"/>
                </a:lnTo>
                <a:lnTo>
                  <a:pt x="4027" y="250145"/>
                </a:lnTo>
                <a:lnTo>
                  <a:pt x="4314" y="250351"/>
                </a:lnTo>
                <a:lnTo>
                  <a:pt x="1766" y="253720"/>
                </a:lnTo>
                <a:lnTo>
                  <a:pt x="0" y="257706"/>
                </a:lnTo>
                <a:lnTo>
                  <a:pt x="0" y="267033"/>
                </a:lnTo>
                <a:lnTo>
                  <a:pt x="1889" y="271264"/>
                </a:lnTo>
                <a:lnTo>
                  <a:pt x="4724" y="274716"/>
                </a:lnTo>
                <a:lnTo>
                  <a:pt x="4478" y="274881"/>
                </a:lnTo>
                <a:lnTo>
                  <a:pt x="428059" y="880031"/>
                </a:lnTo>
                <a:lnTo>
                  <a:pt x="428305" y="879826"/>
                </a:lnTo>
                <a:lnTo>
                  <a:pt x="459594" y="879826"/>
                </a:lnTo>
                <a:lnTo>
                  <a:pt x="517402" y="797238"/>
                </a:lnTo>
                <a:lnTo>
                  <a:pt x="443754" y="797238"/>
                </a:lnTo>
                <a:lnTo>
                  <a:pt x="430577" y="753314"/>
                </a:lnTo>
                <a:lnTo>
                  <a:pt x="388531" y="753314"/>
                </a:lnTo>
                <a:lnTo>
                  <a:pt x="58838" y="282400"/>
                </a:lnTo>
                <a:lnTo>
                  <a:pt x="877768" y="282400"/>
                </a:lnTo>
                <a:lnTo>
                  <a:pt x="883030" y="274881"/>
                </a:lnTo>
                <a:lnTo>
                  <a:pt x="882784" y="274716"/>
                </a:lnTo>
                <a:lnTo>
                  <a:pt x="885578" y="271264"/>
                </a:lnTo>
                <a:lnTo>
                  <a:pt x="887509" y="267033"/>
                </a:lnTo>
                <a:lnTo>
                  <a:pt x="887509" y="257706"/>
                </a:lnTo>
                <a:lnTo>
                  <a:pt x="885742" y="253720"/>
                </a:lnTo>
                <a:lnTo>
                  <a:pt x="883195" y="250351"/>
                </a:lnTo>
                <a:lnTo>
                  <a:pt x="883482" y="250145"/>
                </a:lnTo>
                <a:lnTo>
                  <a:pt x="882209" y="248871"/>
                </a:lnTo>
                <a:lnTo>
                  <a:pt x="881263" y="247845"/>
                </a:lnTo>
                <a:lnTo>
                  <a:pt x="880688" y="247351"/>
                </a:lnTo>
                <a:lnTo>
                  <a:pt x="875388" y="242051"/>
                </a:lnTo>
                <a:lnTo>
                  <a:pt x="68576" y="242051"/>
                </a:lnTo>
                <a:lnTo>
                  <a:pt x="270279" y="40348"/>
                </a:lnTo>
                <a:lnTo>
                  <a:pt x="673685" y="40348"/>
                </a:lnTo>
                <a:lnTo>
                  <a:pt x="641595" y="8258"/>
                </a:lnTo>
                <a:lnTo>
                  <a:pt x="246365" y="8258"/>
                </a:lnTo>
                <a:lnTo>
                  <a:pt x="246078" y="8094"/>
                </a:lnTo>
                <a:close/>
              </a:path>
              <a:path w="887729" h="887730">
                <a:moveTo>
                  <a:pt x="459594" y="879826"/>
                </a:moveTo>
                <a:lnTo>
                  <a:pt x="459204" y="879826"/>
                </a:lnTo>
                <a:lnTo>
                  <a:pt x="459450" y="880031"/>
                </a:lnTo>
                <a:lnTo>
                  <a:pt x="459594" y="879826"/>
                </a:lnTo>
                <a:close/>
              </a:path>
              <a:path w="887729" h="887730">
                <a:moveTo>
                  <a:pt x="640280" y="282400"/>
                </a:moveTo>
                <a:lnTo>
                  <a:pt x="598206" y="282400"/>
                </a:lnTo>
                <a:lnTo>
                  <a:pt x="443754" y="797238"/>
                </a:lnTo>
                <a:lnTo>
                  <a:pt x="517402" y="797238"/>
                </a:lnTo>
                <a:lnTo>
                  <a:pt x="548146" y="753314"/>
                </a:lnTo>
                <a:lnTo>
                  <a:pt x="498977" y="753314"/>
                </a:lnTo>
                <a:lnTo>
                  <a:pt x="640280" y="282400"/>
                </a:lnTo>
                <a:close/>
              </a:path>
              <a:path w="887729" h="887730">
                <a:moveTo>
                  <a:pt x="289303" y="282400"/>
                </a:moveTo>
                <a:lnTo>
                  <a:pt x="247229" y="282400"/>
                </a:lnTo>
                <a:lnTo>
                  <a:pt x="388531" y="753314"/>
                </a:lnTo>
                <a:lnTo>
                  <a:pt x="430577" y="753314"/>
                </a:lnTo>
                <a:lnTo>
                  <a:pt x="289303" y="282400"/>
                </a:lnTo>
                <a:close/>
              </a:path>
              <a:path w="887729" h="887730">
                <a:moveTo>
                  <a:pt x="877768" y="282400"/>
                </a:moveTo>
                <a:lnTo>
                  <a:pt x="828671" y="282400"/>
                </a:lnTo>
                <a:lnTo>
                  <a:pt x="498977" y="753314"/>
                </a:lnTo>
                <a:lnTo>
                  <a:pt x="548146" y="753314"/>
                </a:lnTo>
                <a:lnTo>
                  <a:pt x="877768" y="282400"/>
                </a:lnTo>
                <a:close/>
              </a:path>
              <a:path w="887729" h="887730">
                <a:moveTo>
                  <a:pt x="395558" y="40348"/>
                </a:moveTo>
                <a:lnTo>
                  <a:pt x="350730" y="40348"/>
                </a:lnTo>
                <a:lnTo>
                  <a:pt x="249899" y="242051"/>
                </a:lnTo>
                <a:lnTo>
                  <a:pt x="294726" y="242051"/>
                </a:lnTo>
                <a:lnTo>
                  <a:pt x="395558" y="40348"/>
                </a:lnTo>
                <a:close/>
              </a:path>
              <a:path w="887729" h="887730">
                <a:moveTo>
                  <a:pt x="536778" y="40348"/>
                </a:moveTo>
                <a:lnTo>
                  <a:pt x="491951" y="40348"/>
                </a:lnTo>
                <a:lnTo>
                  <a:pt x="592782" y="242051"/>
                </a:lnTo>
                <a:lnTo>
                  <a:pt x="637610" y="242051"/>
                </a:lnTo>
                <a:lnTo>
                  <a:pt x="536778" y="40348"/>
                </a:lnTo>
                <a:close/>
              </a:path>
              <a:path w="887729" h="887730">
                <a:moveTo>
                  <a:pt x="673685" y="40348"/>
                </a:moveTo>
                <a:lnTo>
                  <a:pt x="617230" y="40348"/>
                </a:lnTo>
                <a:lnTo>
                  <a:pt x="818932" y="242051"/>
                </a:lnTo>
                <a:lnTo>
                  <a:pt x="875388" y="242051"/>
                </a:lnTo>
                <a:lnTo>
                  <a:pt x="673685" y="40348"/>
                </a:lnTo>
                <a:close/>
              </a:path>
              <a:path w="887729" h="887730">
                <a:moveTo>
                  <a:pt x="631898" y="0"/>
                </a:moveTo>
                <a:lnTo>
                  <a:pt x="255611" y="0"/>
                </a:lnTo>
                <a:lnTo>
                  <a:pt x="250063" y="3369"/>
                </a:lnTo>
                <a:lnTo>
                  <a:pt x="246490" y="8094"/>
                </a:lnTo>
                <a:lnTo>
                  <a:pt x="246365" y="8258"/>
                </a:lnTo>
                <a:lnTo>
                  <a:pt x="641143" y="8258"/>
                </a:lnTo>
                <a:lnTo>
                  <a:pt x="637445" y="3369"/>
                </a:lnTo>
                <a:lnTo>
                  <a:pt x="631898" y="0"/>
                </a:lnTo>
                <a:close/>
              </a:path>
              <a:path w="887729" h="887730">
                <a:moveTo>
                  <a:pt x="641430" y="8094"/>
                </a:moveTo>
                <a:lnTo>
                  <a:pt x="641143" y="8258"/>
                </a:lnTo>
                <a:lnTo>
                  <a:pt x="641595" y="8258"/>
                </a:lnTo>
                <a:lnTo>
                  <a:pt x="641430" y="8094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546" rIns="0" bIns="0" rtlCol="0" vert="horz">
            <a:spAutoFit/>
          </a:bodyPr>
          <a:lstStyle/>
          <a:p>
            <a:pPr marL="3773170">
              <a:lnSpc>
                <a:spcPct val="100000"/>
              </a:lnSpc>
              <a:spcBef>
                <a:spcPts val="110"/>
              </a:spcBef>
            </a:pPr>
            <a:r>
              <a:rPr dirty="0" sz="7000" spc="180"/>
              <a:t>Some</a:t>
            </a:r>
            <a:r>
              <a:rPr dirty="0" sz="7000" spc="509"/>
              <a:t> </a:t>
            </a:r>
            <a:r>
              <a:rPr dirty="0" sz="7000" spc="235"/>
              <a:t>Stats</a:t>
            </a:r>
            <a:endParaRPr sz="7000"/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8950" y="4581595"/>
            <a:ext cx="1047634" cy="104763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3224" y="4581595"/>
            <a:ext cx="1047633" cy="104763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4281" y="4439478"/>
            <a:ext cx="9299302" cy="51013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8773" y="2229236"/>
            <a:ext cx="13914119" cy="10941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0" spc="220"/>
              <a:t>Javascript</a:t>
            </a:r>
            <a:r>
              <a:rPr dirty="0" sz="7000" spc="505"/>
              <a:t> </a:t>
            </a:r>
            <a:r>
              <a:rPr dirty="0" sz="7000" spc="195"/>
              <a:t>after</a:t>
            </a:r>
            <a:r>
              <a:rPr dirty="0" sz="7000" spc="505"/>
              <a:t> </a:t>
            </a:r>
            <a:r>
              <a:rPr dirty="0" sz="7000" spc="180"/>
              <a:t>this</a:t>
            </a:r>
            <a:r>
              <a:rPr dirty="0" sz="7000" spc="505"/>
              <a:t> </a:t>
            </a:r>
            <a:r>
              <a:rPr dirty="0" sz="7000" spc="235"/>
              <a:t>presentation</a:t>
            </a:r>
            <a:endParaRPr sz="7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3581" y="2973057"/>
            <a:ext cx="7549515" cy="29464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19015"/>
              </a:lnSpc>
              <a:spcBef>
                <a:spcPts val="114"/>
              </a:spcBef>
            </a:pPr>
            <a:r>
              <a:rPr dirty="0" sz="16150" spc="235"/>
              <a:t>Thanks!</a:t>
            </a:r>
            <a:endParaRPr sz="16150"/>
          </a:p>
          <a:p>
            <a:pPr algn="ctr" marR="3175">
              <a:lnSpc>
                <a:spcPts val="3954"/>
              </a:lnSpc>
            </a:pPr>
            <a:r>
              <a:rPr dirty="0" sz="3600" spc="150">
                <a:solidFill>
                  <a:srgbClr val="FA6E89"/>
                </a:solidFill>
                <a:latin typeface="Lato"/>
                <a:cs typeface="Lato"/>
              </a:rPr>
              <a:t>Any</a:t>
            </a:r>
            <a:r>
              <a:rPr dirty="0" sz="3600" spc="415">
                <a:solidFill>
                  <a:srgbClr val="FA6E89"/>
                </a:solidFill>
                <a:latin typeface="Lato"/>
                <a:cs typeface="Lato"/>
              </a:rPr>
              <a:t> </a:t>
            </a:r>
            <a:r>
              <a:rPr dirty="0" sz="3600" spc="204">
                <a:solidFill>
                  <a:srgbClr val="FA6E89"/>
                </a:solidFill>
                <a:latin typeface="Lato"/>
                <a:cs typeface="Lato"/>
              </a:rPr>
              <a:t>questions?</a:t>
            </a:r>
            <a:endParaRPr sz="3600">
              <a:latin typeface="Lato"/>
              <a:cs typeface="Lato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144439" y="1041668"/>
            <a:ext cx="1857375" cy="2006600"/>
          </a:xfrm>
          <a:custGeom>
            <a:avLst/>
            <a:gdLst/>
            <a:ahLst/>
            <a:cxnLst/>
            <a:rect l="l" t="t" r="r" b="b"/>
            <a:pathLst>
              <a:path w="1857375" h="2006600">
                <a:moveTo>
                  <a:pt x="1343908" y="152400"/>
                </a:moveTo>
                <a:lnTo>
                  <a:pt x="1044763" y="152400"/>
                </a:lnTo>
                <a:lnTo>
                  <a:pt x="1098149" y="165100"/>
                </a:lnTo>
                <a:lnTo>
                  <a:pt x="1141873" y="165100"/>
                </a:lnTo>
                <a:lnTo>
                  <a:pt x="1175728" y="190500"/>
                </a:lnTo>
                <a:lnTo>
                  <a:pt x="1216399" y="241300"/>
                </a:lnTo>
                <a:lnTo>
                  <a:pt x="1228976" y="279400"/>
                </a:lnTo>
                <a:lnTo>
                  <a:pt x="1236826" y="330200"/>
                </a:lnTo>
                <a:lnTo>
                  <a:pt x="1239534" y="393700"/>
                </a:lnTo>
                <a:lnTo>
                  <a:pt x="1235806" y="431800"/>
                </a:lnTo>
                <a:lnTo>
                  <a:pt x="1224603" y="469900"/>
                </a:lnTo>
                <a:lnTo>
                  <a:pt x="1205895" y="520700"/>
                </a:lnTo>
                <a:lnTo>
                  <a:pt x="1179652" y="584200"/>
                </a:lnTo>
                <a:lnTo>
                  <a:pt x="1154868" y="635000"/>
                </a:lnTo>
                <a:lnTo>
                  <a:pt x="1136909" y="685800"/>
                </a:lnTo>
                <a:lnTo>
                  <a:pt x="1125982" y="736600"/>
                </a:lnTo>
                <a:lnTo>
                  <a:pt x="1122293" y="774700"/>
                </a:lnTo>
                <a:lnTo>
                  <a:pt x="1577663" y="774700"/>
                </a:lnTo>
                <a:lnTo>
                  <a:pt x="1605596" y="787400"/>
                </a:lnTo>
                <a:lnTo>
                  <a:pt x="1654605" y="825500"/>
                </a:lnTo>
                <a:lnTo>
                  <a:pt x="1690410" y="876300"/>
                </a:lnTo>
                <a:lnTo>
                  <a:pt x="1701874" y="927100"/>
                </a:lnTo>
                <a:lnTo>
                  <a:pt x="1700465" y="952500"/>
                </a:lnTo>
                <a:lnTo>
                  <a:pt x="1688314" y="1003300"/>
                </a:lnTo>
                <a:lnTo>
                  <a:pt x="1663024" y="1054100"/>
                </a:lnTo>
                <a:lnTo>
                  <a:pt x="1630267" y="1079500"/>
                </a:lnTo>
                <a:lnTo>
                  <a:pt x="1612060" y="1079500"/>
                </a:lnTo>
                <a:lnTo>
                  <a:pt x="1620990" y="1092200"/>
                </a:lnTo>
                <a:lnTo>
                  <a:pt x="1628915" y="1104900"/>
                </a:lnTo>
                <a:lnTo>
                  <a:pt x="1635896" y="1130300"/>
                </a:lnTo>
                <a:lnTo>
                  <a:pt x="1641991" y="1143000"/>
                </a:lnTo>
                <a:lnTo>
                  <a:pt x="1647153" y="1155700"/>
                </a:lnTo>
                <a:lnTo>
                  <a:pt x="1651134" y="1181100"/>
                </a:lnTo>
                <a:lnTo>
                  <a:pt x="1653697" y="1193800"/>
                </a:lnTo>
                <a:lnTo>
                  <a:pt x="1650399" y="1244600"/>
                </a:lnTo>
                <a:lnTo>
                  <a:pt x="1637980" y="1282700"/>
                </a:lnTo>
                <a:lnTo>
                  <a:pt x="1617643" y="1320800"/>
                </a:lnTo>
                <a:lnTo>
                  <a:pt x="1589683" y="1358900"/>
                </a:lnTo>
                <a:lnTo>
                  <a:pt x="1599429" y="1371600"/>
                </a:lnTo>
                <a:lnTo>
                  <a:pt x="1606427" y="1397000"/>
                </a:lnTo>
                <a:lnTo>
                  <a:pt x="1610647" y="1409700"/>
                </a:lnTo>
                <a:lnTo>
                  <a:pt x="1612060" y="1435100"/>
                </a:lnTo>
                <a:lnTo>
                  <a:pt x="1610681" y="1460500"/>
                </a:lnTo>
                <a:lnTo>
                  <a:pt x="1606702" y="1485900"/>
                </a:lnTo>
                <a:lnTo>
                  <a:pt x="1600357" y="1498600"/>
                </a:lnTo>
                <a:lnTo>
                  <a:pt x="1591883" y="1524000"/>
                </a:lnTo>
                <a:lnTo>
                  <a:pt x="1579818" y="1549400"/>
                </a:lnTo>
                <a:lnTo>
                  <a:pt x="1566040" y="1562100"/>
                </a:lnTo>
                <a:lnTo>
                  <a:pt x="1550844" y="1574800"/>
                </a:lnTo>
                <a:lnTo>
                  <a:pt x="1534525" y="1587500"/>
                </a:lnTo>
                <a:lnTo>
                  <a:pt x="1536377" y="1600200"/>
                </a:lnTo>
                <a:lnTo>
                  <a:pt x="1537991" y="1625600"/>
                </a:lnTo>
                <a:lnTo>
                  <a:pt x="1539132" y="1638300"/>
                </a:lnTo>
                <a:lnTo>
                  <a:pt x="1539564" y="1651000"/>
                </a:lnTo>
                <a:lnTo>
                  <a:pt x="1535931" y="1701800"/>
                </a:lnTo>
                <a:lnTo>
                  <a:pt x="1525033" y="1739900"/>
                </a:lnTo>
                <a:lnTo>
                  <a:pt x="1506874" y="1778000"/>
                </a:lnTo>
                <a:lnTo>
                  <a:pt x="1448789" y="1828800"/>
                </a:lnTo>
                <a:lnTo>
                  <a:pt x="1408869" y="1841500"/>
                </a:lnTo>
                <a:lnTo>
                  <a:pt x="1361703" y="1854200"/>
                </a:lnTo>
                <a:lnTo>
                  <a:pt x="502368" y="1854200"/>
                </a:lnTo>
                <a:lnTo>
                  <a:pt x="523908" y="1866900"/>
                </a:lnTo>
                <a:lnTo>
                  <a:pt x="558861" y="1866900"/>
                </a:lnTo>
                <a:lnTo>
                  <a:pt x="607406" y="1892300"/>
                </a:lnTo>
                <a:lnTo>
                  <a:pt x="669720" y="1905000"/>
                </a:lnTo>
                <a:lnTo>
                  <a:pt x="728186" y="1930400"/>
                </a:lnTo>
                <a:lnTo>
                  <a:pt x="783688" y="1943100"/>
                </a:lnTo>
                <a:lnTo>
                  <a:pt x="836209" y="1955800"/>
                </a:lnTo>
                <a:lnTo>
                  <a:pt x="885735" y="1968500"/>
                </a:lnTo>
                <a:lnTo>
                  <a:pt x="1023289" y="2006600"/>
                </a:lnTo>
                <a:lnTo>
                  <a:pt x="1422770" y="2006600"/>
                </a:lnTo>
                <a:lnTo>
                  <a:pt x="1470429" y="1993900"/>
                </a:lnTo>
                <a:lnTo>
                  <a:pt x="1514542" y="1968500"/>
                </a:lnTo>
                <a:lnTo>
                  <a:pt x="1555047" y="1943100"/>
                </a:lnTo>
                <a:lnTo>
                  <a:pt x="1591883" y="1917700"/>
                </a:lnTo>
                <a:lnTo>
                  <a:pt x="1623789" y="1879600"/>
                </a:lnTo>
                <a:lnTo>
                  <a:pt x="1649618" y="1841500"/>
                </a:lnTo>
                <a:lnTo>
                  <a:pt x="1669493" y="1803400"/>
                </a:lnTo>
                <a:lnTo>
                  <a:pt x="1683537" y="1752600"/>
                </a:lnTo>
                <a:lnTo>
                  <a:pt x="1691873" y="1701800"/>
                </a:lnTo>
                <a:lnTo>
                  <a:pt x="1694624" y="1651000"/>
                </a:lnTo>
                <a:lnTo>
                  <a:pt x="1720319" y="1612900"/>
                </a:lnTo>
                <a:lnTo>
                  <a:pt x="1740568" y="1574800"/>
                </a:lnTo>
                <a:lnTo>
                  <a:pt x="1755218" y="1524000"/>
                </a:lnTo>
                <a:lnTo>
                  <a:pt x="1764120" y="1485900"/>
                </a:lnTo>
                <a:lnTo>
                  <a:pt x="1767121" y="1435100"/>
                </a:lnTo>
                <a:lnTo>
                  <a:pt x="1766726" y="1422400"/>
                </a:lnTo>
                <a:lnTo>
                  <a:pt x="1764990" y="1397000"/>
                </a:lnTo>
                <a:lnTo>
                  <a:pt x="1764596" y="1384300"/>
                </a:lnTo>
                <a:lnTo>
                  <a:pt x="1784269" y="1346200"/>
                </a:lnTo>
                <a:lnTo>
                  <a:pt x="1798358" y="1295400"/>
                </a:lnTo>
                <a:lnTo>
                  <a:pt x="1806833" y="1257300"/>
                </a:lnTo>
                <a:lnTo>
                  <a:pt x="1809665" y="1206500"/>
                </a:lnTo>
                <a:lnTo>
                  <a:pt x="1808797" y="1181100"/>
                </a:lnTo>
                <a:lnTo>
                  <a:pt x="1806510" y="1168400"/>
                </a:lnTo>
                <a:lnTo>
                  <a:pt x="1803278" y="1143000"/>
                </a:lnTo>
                <a:lnTo>
                  <a:pt x="1799576" y="1130300"/>
                </a:lnTo>
                <a:lnTo>
                  <a:pt x="1824361" y="1079500"/>
                </a:lnTo>
                <a:lnTo>
                  <a:pt x="1842320" y="1028700"/>
                </a:lnTo>
                <a:lnTo>
                  <a:pt x="1853246" y="977900"/>
                </a:lnTo>
                <a:lnTo>
                  <a:pt x="1856934" y="927100"/>
                </a:lnTo>
                <a:lnTo>
                  <a:pt x="1853341" y="876300"/>
                </a:lnTo>
                <a:lnTo>
                  <a:pt x="1842563" y="838200"/>
                </a:lnTo>
                <a:lnTo>
                  <a:pt x="1824600" y="787400"/>
                </a:lnTo>
                <a:lnTo>
                  <a:pt x="1799452" y="749300"/>
                </a:lnTo>
                <a:lnTo>
                  <a:pt x="1767121" y="711200"/>
                </a:lnTo>
                <a:lnTo>
                  <a:pt x="1728295" y="673100"/>
                </a:lnTo>
                <a:lnTo>
                  <a:pt x="1687005" y="647700"/>
                </a:lnTo>
                <a:lnTo>
                  <a:pt x="1643129" y="635000"/>
                </a:lnTo>
                <a:lnTo>
                  <a:pt x="1596543" y="622300"/>
                </a:lnTo>
                <a:lnTo>
                  <a:pt x="1334395" y="622300"/>
                </a:lnTo>
                <a:lnTo>
                  <a:pt x="1356027" y="571500"/>
                </a:lnTo>
                <a:lnTo>
                  <a:pt x="1372878" y="520700"/>
                </a:lnTo>
                <a:lnTo>
                  <a:pt x="1384932" y="482600"/>
                </a:lnTo>
                <a:lnTo>
                  <a:pt x="1392175" y="431800"/>
                </a:lnTo>
                <a:lnTo>
                  <a:pt x="1394592" y="393700"/>
                </a:lnTo>
                <a:lnTo>
                  <a:pt x="1392800" y="330200"/>
                </a:lnTo>
                <a:lnTo>
                  <a:pt x="1387513" y="279400"/>
                </a:lnTo>
                <a:lnTo>
                  <a:pt x="1378867" y="241300"/>
                </a:lnTo>
                <a:lnTo>
                  <a:pt x="1367000" y="203200"/>
                </a:lnTo>
                <a:lnTo>
                  <a:pt x="1352048" y="165100"/>
                </a:lnTo>
                <a:lnTo>
                  <a:pt x="1343908" y="152400"/>
                </a:lnTo>
                <a:close/>
              </a:path>
              <a:path w="1857375" h="2006600">
                <a:moveTo>
                  <a:pt x="1094327" y="0"/>
                </a:moveTo>
                <a:lnTo>
                  <a:pt x="1015295" y="0"/>
                </a:lnTo>
                <a:lnTo>
                  <a:pt x="987246" y="12700"/>
                </a:lnTo>
                <a:lnTo>
                  <a:pt x="961087" y="25400"/>
                </a:lnTo>
                <a:lnTo>
                  <a:pt x="937293" y="50800"/>
                </a:lnTo>
                <a:lnTo>
                  <a:pt x="912897" y="76200"/>
                </a:lnTo>
                <a:lnTo>
                  <a:pt x="875334" y="139700"/>
                </a:lnTo>
                <a:lnTo>
                  <a:pt x="862284" y="177800"/>
                </a:lnTo>
                <a:lnTo>
                  <a:pt x="851416" y="215900"/>
                </a:lnTo>
                <a:lnTo>
                  <a:pt x="841523" y="254000"/>
                </a:lnTo>
                <a:lnTo>
                  <a:pt x="832634" y="292100"/>
                </a:lnTo>
                <a:lnTo>
                  <a:pt x="824780" y="330200"/>
                </a:lnTo>
                <a:lnTo>
                  <a:pt x="816359" y="368300"/>
                </a:lnTo>
                <a:lnTo>
                  <a:pt x="806343" y="393700"/>
                </a:lnTo>
                <a:lnTo>
                  <a:pt x="794908" y="419100"/>
                </a:lnTo>
                <a:lnTo>
                  <a:pt x="782233" y="431800"/>
                </a:lnTo>
                <a:lnTo>
                  <a:pt x="751707" y="469900"/>
                </a:lnTo>
                <a:lnTo>
                  <a:pt x="720028" y="508000"/>
                </a:lnTo>
                <a:lnTo>
                  <a:pt x="686990" y="546100"/>
                </a:lnTo>
                <a:lnTo>
                  <a:pt x="652386" y="584200"/>
                </a:lnTo>
                <a:lnTo>
                  <a:pt x="606135" y="647700"/>
                </a:lnTo>
                <a:lnTo>
                  <a:pt x="566480" y="698500"/>
                </a:lnTo>
                <a:lnTo>
                  <a:pt x="533436" y="736600"/>
                </a:lnTo>
                <a:lnTo>
                  <a:pt x="507018" y="762000"/>
                </a:lnTo>
                <a:lnTo>
                  <a:pt x="487241" y="774700"/>
                </a:lnTo>
                <a:lnTo>
                  <a:pt x="123996" y="774700"/>
                </a:lnTo>
                <a:lnTo>
                  <a:pt x="95257" y="787400"/>
                </a:lnTo>
                <a:lnTo>
                  <a:pt x="68764" y="800100"/>
                </a:lnTo>
                <a:lnTo>
                  <a:pt x="44752" y="825500"/>
                </a:lnTo>
                <a:lnTo>
                  <a:pt x="25129" y="838200"/>
                </a:lnTo>
                <a:lnTo>
                  <a:pt x="11148" y="876300"/>
                </a:lnTo>
                <a:lnTo>
                  <a:pt x="2782" y="901700"/>
                </a:lnTo>
                <a:lnTo>
                  <a:pt x="0" y="927100"/>
                </a:lnTo>
                <a:lnTo>
                  <a:pt x="0" y="1701800"/>
                </a:lnTo>
                <a:lnTo>
                  <a:pt x="2782" y="1739900"/>
                </a:lnTo>
                <a:lnTo>
                  <a:pt x="25129" y="1790700"/>
                </a:lnTo>
                <a:lnTo>
                  <a:pt x="68764" y="1828800"/>
                </a:lnTo>
                <a:lnTo>
                  <a:pt x="123996" y="1854200"/>
                </a:lnTo>
                <a:lnTo>
                  <a:pt x="1075748" y="1854200"/>
                </a:lnTo>
                <a:lnTo>
                  <a:pt x="1028336" y="1841500"/>
                </a:lnTo>
                <a:lnTo>
                  <a:pt x="978028" y="1841500"/>
                </a:lnTo>
                <a:lnTo>
                  <a:pt x="924795" y="1828800"/>
                </a:lnTo>
                <a:lnTo>
                  <a:pt x="868607" y="1803400"/>
                </a:lnTo>
                <a:lnTo>
                  <a:pt x="809435" y="1790700"/>
                </a:lnTo>
                <a:lnTo>
                  <a:pt x="747250" y="1765300"/>
                </a:lnTo>
                <a:lnTo>
                  <a:pt x="725755" y="1765300"/>
                </a:lnTo>
                <a:lnTo>
                  <a:pt x="712267" y="1752600"/>
                </a:lnTo>
                <a:lnTo>
                  <a:pt x="687329" y="1752600"/>
                </a:lnTo>
                <a:lnTo>
                  <a:pt x="677830" y="1739900"/>
                </a:lnTo>
                <a:lnTo>
                  <a:pt x="652228" y="1739900"/>
                </a:lnTo>
                <a:lnTo>
                  <a:pt x="640912" y="1727200"/>
                </a:lnTo>
                <a:lnTo>
                  <a:pt x="613178" y="1727200"/>
                </a:lnTo>
                <a:lnTo>
                  <a:pt x="601015" y="1714500"/>
                </a:lnTo>
                <a:lnTo>
                  <a:pt x="553257" y="1714500"/>
                </a:lnTo>
                <a:lnTo>
                  <a:pt x="542394" y="1701800"/>
                </a:lnTo>
                <a:lnTo>
                  <a:pt x="202964" y="1701800"/>
                </a:lnTo>
                <a:lnTo>
                  <a:pt x="189462" y="1689100"/>
                </a:lnTo>
                <a:lnTo>
                  <a:pt x="160417" y="1651000"/>
                </a:lnTo>
                <a:lnTo>
                  <a:pt x="154744" y="1625600"/>
                </a:lnTo>
                <a:lnTo>
                  <a:pt x="156163" y="1612900"/>
                </a:lnTo>
                <a:lnTo>
                  <a:pt x="177436" y="1574800"/>
                </a:lnTo>
                <a:lnTo>
                  <a:pt x="202964" y="1549400"/>
                </a:lnTo>
                <a:lnTo>
                  <a:pt x="464864" y="1549400"/>
                </a:lnTo>
                <a:lnTo>
                  <a:pt x="464864" y="927100"/>
                </a:lnTo>
                <a:lnTo>
                  <a:pt x="535077" y="927100"/>
                </a:lnTo>
                <a:lnTo>
                  <a:pt x="547437" y="914400"/>
                </a:lnTo>
                <a:lnTo>
                  <a:pt x="558635" y="914400"/>
                </a:lnTo>
                <a:lnTo>
                  <a:pt x="570129" y="901700"/>
                </a:lnTo>
                <a:lnTo>
                  <a:pt x="582095" y="901700"/>
                </a:lnTo>
                <a:lnTo>
                  <a:pt x="594711" y="889000"/>
                </a:lnTo>
                <a:lnTo>
                  <a:pt x="630965" y="850900"/>
                </a:lnTo>
                <a:lnTo>
                  <a:pt x="652440" y="825500"/>
                </a:lnTo>
                <a:lnTo>
                  <a:pt x="664086" y="812800"/>
                </a:lnTo>
                <a:lnTo>
                  <a:pt x="676737" y="800100"/>
                </a:lnTo>
                <a:lnTo>
                  <a:pt x="689891" y="787400"/>
                </a:lnTo>
                <a:lnTo>
                  <a:pt x="702428" y="774700"/>
                </a:lnTo>
                <a:lnTo>
                  <a:pt x="713843" y="762000"/>
                </a:lnTo>
                <a:lnTo>
                  <a:pt x="723839" y="749300"/>
                </a:lnTo>
                <a:lnTo>
                  <a:pt x="732122" y="736600"/>
                </a:lnTo>
                <a:lnTo>
                  <a:pt x="740154" y="723900"/>
                </a:lnTo>
                <a:lnTo>
                  <a:pt x="749101" y="711200"/>
                </a:lnTo>
                <a:lnTo>
                  <a:pt x="758935" y="698500"/>
                </a:lnTo>
                <a:lnTo>
                  <a:pt x="769626" y="685800"/>
                </a:lnTo>
                <a:lnTo>
                  <a:pt x="779987" y="673100"/>
                </a:lnTo>
                <a:lnTo>
                  <a:pt x="788221" y="660400"/>
                </a:lnTo>
                <a:lnTo>
                  <a:pt x="794091" y="660400"/>
                </a:lnTo>
                <a:lnTo>
                  <a:pt x="797361" y="647700"/>
                </a:lnTo>
                <a:lnTo>
                  <a:pt x="828188" y="609600"/>
                </a:lnTo>
                <a:lnTo>
                  <a:pt x="853696" y="584200"/>
                </a:lnTo>
                <a:lnTo>
                  <a:pt x="874123" y="558800"/>
                </a:lnTo>
                <a:lnTo>
                  <a:pt x="912597" y="520700"/>
                </a:lnTo>
                <a:lnTo>
                  <a:pt x="932447" y="482600"/>
                </a:lnTo>
                <a:lnTo>
                  <a:pt x="949047" y="444500"/>
                </a:lnTo>
                <a:lnTo>
                  <a:pt x="962191" y="406400"/>
                </a:lnTo>
                <a:lnTo>
                  <a:pt x="973015" y="368300"/>
                </a:lnTo>
                <a:lnTo>
                  <a:pt x="982834" y="330200"/>
                </a:lnTo>
                <a:lnTo>
                  <a:pt x="991707" y="292100"/>
                </a:lnTo>
                <a:lnTo>
                  <a:pt x="999695" y="254000"/>
                </a:lnTo>
                <a:lnTo>
                  <a:pt x="1008155" y="228600"/>
                </a:lnTo>
                <a:lnTo>
                  <a:pt x="1018447" y="190500"/>
                </a:lnTo>
                <a:lnTo>
                  <a:pt x="1030630" y="177800"/>
                </a:lnTo>
                <a:lnTo>
                  <a:pt x="1044763" y="152400"/>
                </a:lnTo>
                <a:lnTo>
                  <a:pt x="1343908" y="152400"/>
                </a:lnTo>
                <a:lnTo>
                  <a:pt x="1327627" y="127000"/>
                </a:lnTo>
                <a:lnTo>
                  <a:pt x="1298981" y="88900"/>
                </a:lnTo>
                <a:lnTo>
                  <a:pt x="1265668" y="63500"/>
                </a:lnTo>
                <a:lnTo>
                  <a:pt x="1227242" y="38100"/>
                </a:lnTo>
                <a:lnTo>
                  <a:pt x="1186010" y="25400"/>
                </a:lnTo>
                <a:lnTo>
                  <a:pt x="1141557" y="12700"/>
                </a:lnTo>
                <a:lnTo>
                  <a:pt x="1094327" y="0"/>
                </a:lnTo>
                <a:close/>
              </a:path>
              <a:path w="1857375" h="2006600">
                <a:moveTo>
                  <a:pt x="464864" y="1549400"/>
                </a:moveTo>
                <a:lnTo>
                  <a:pt x="262688" y="1549400"/>
                </a:lnTo>
                <a:lnTo>
                  <a:pt x="275620" y="1562100"/>
                </a:lnTo>
                <a:lnTo>
                  <a:pt x="287428" y="1574800"/>
                </a:lnTo>
                <a:lnTo>
                  <a:pt x="297174" y="1587500"/>
                </a:lnTo>
                <a:lnTo>
                  <a:pt x="304171" y="1600200"/>
                </a:lnTo>
                <a:lnTo>
                  <a:pt x="308392" y="1612900"/>
                </a:lnTo>
                <a:lnTo>
                  <a:pt x="309805" y="1625600"/>
                </a:lnTo>
                <a:lnTo>
                  <a:pt x="308392" y="1638300"/>
                </a:lnTo>
                <a:lnTo>
                  <a:pt x="287428" y="1676400"/>
                </a:lnTo>
                <a:lnTo>
                  <a:pt x="262688" y="1701800"/>
                </a:lnTo>
                <a:lnTo>
                  <a:pt x="464864" y="1701800"/>
                </a:lnTo>
                <a:lnTo>
                  <a:pt x="464864" y="1549400"/>
                </a:lnTo>
                <a:close/>
              </a:path>
            </a:pathLst>
          </a:custGeom>
          <a:solidFill>
            <a:srgbClr val="FA6E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9219558" y="8166112"/>
            <a:ext cx="1665605" cy="1749425"/>
            <a:chOff x="9219558" y="8166112"/>
            <a:chExt cx="1665605" cy="1749425"/>
          </a:xfrm>
        </p:grpSpPr>
        <p:sp>
          <p:nvSpPr>
            <p:cNvPr id="5" name="object 5" descr=""/>
            <p:cNvSpPr/>
            <p:nvPr/>
          </p:nvSpPr>
          <p:spPr>
            <a:xfrm>
              <a:off x="9219558" y="8166112"/>
              <a:ext cx="1665605" cy="1749425"/>
            </a:xfrm>
            <a:custGeom>
              <a:avLst/>
              <a:gdLst/>
              <a:ahLst/>
              <a:cxnLst/>
              <a:rect l="l" t="t" r="r" b="b"/>
              <a:pathLst>
                <a:path w="1665604" h="1749425">
                  <a:moveTo>
                    <a:pt x="854536" y="0"/>
                  </a:moveTo>
                  <a:lnTo>
                    <a:pt x="810445" y="0"/>
                  </a:lnTo>
                  <a:lnTo>
                    <a:pt x="766404" y="2437"/>
                  </a:lnTo>
                  <a:lnTo>
                    <a:pt x="722511" y="7311"/>
                  </a:lnTo>
                  <a:lnTo>
                    <a:pt x="678868" y="14623"/>
                  </a:lnTo>
                  <a:lnTo>
                    <a:pt x="635572" y="24372"/>
                  </a:lnTo>
                  <a:lnTo>
                    <a:pt x="592723" y="36559"/>
                  </a:lnTo>
                  <a:lnTo>
                    <a:pt x="550422" y="51182"/>
                  </a:lnTo>
                  <a:lnTo>
                    <a:pt x="508766" y="68243"/>
                  </a:lnTo>
                  <a:lnTo>
                    <a:pt x="467857" y="87742"/>
                  </a:lnTo>
                  <a:lnTo>
                    <a:pt x="427792" y="109677"/>
                  </a:lnTo>
                  <a:lnTo>
                    <a:pt x="388672" y="134050"/>
                  </a:lnTo>
                  <a:lnTo>
                    <a:pt x="350596" y="160860"/>
                  </a:lnTo>
                  <a:lnTo>
                    <a:pt x="313663" y="190108"/>
                  </a:lnTo>
                  <a:lnTo>
                    <a:pt x="277973" y="221792"/>
                  </a:lnTo>
                  <a:lnTo>
                    <a:pt x="243625" y="255914"/>
                  </a:lnTo>
                  <a:lnTo>
                    <a:pt x="211142" y="291995"/>
                  </a:lnTo>
                  <a:lnTo>
                    <a:pt x="180979" y="329485"/>
                  </a:lnTo>
                  <a:lnTo>
                    <a:pt x="153136" y="368281"/>
                  </a:lnTo>
                  <a:lnTo>
                    <a:pt x="127613" y="408278"/>
                  </a:lnTo>
                  <a:lnTo>
                    <a:pt x="104411" y="449371"/>
                  </a:lnTo>
                  <a:lnTo>
                    <a:pt x="83528" y="491457"/>
                  </a:lnTo>
                  <a:lnTo>
                    <a:pt x="64966" y="534430"/>
                  </a:lnTo>
                  <a:lnTo>
                    <a:pt x="48725" y="578187"/>
                  </a:lnTo>
                  <a:lnTo>
                    <a:pt x="34803" y="622622"/>
                  </a:lnTo>
                  <a:lnTo>
                    <a:pt x="23202" y="667632"/>
                  </a:lnTo>
                  <a:lnTo>
                    <a:pt x="13921" y="713111"/>
                  </a:lnTo>
                  <a:lnTo>
                    <a:pt x="6960" y="758957"/>
                  </a:lnTo>
                  <a:lnTo>
                    <a:pt x="2320" y="805063"/>
                  </a:lnTo>
                  <a:lnTo>
                    <a:pt x="0" y="851326"/>
                  </a:lnTo>
                  <a:lnTo>
                    <a:pt x="0" y="897642"/>
                  </a:lnTo>
                  <a:lnTo>
                    <a:pt x="2320" y="943905"/>
                  </a:lnTo>
                  <a:lnTo>
                    <a:pt x="6960" y="990011"/>
                  </a:lnTo>
                  <a:lnTo>
                    <a:pt x="13921" y="1035856"/>
                  </a:lnTo>
                  <a:lnTo>
                    <a:pt x="23202" y="1081336"/>
                  </a:lnTo>
                  <a:lnTo>
                    <a:pt x="34803" y="1126346"/>
                  </a:lnTo>
                  <a:lnTo>
                    <a:pt x="48725" y="1170781"/>
                  </a:lnTo>
                  <a:lnTo>
                    <a:pt x="64966" y="1214538"/>
                  </a:lnTo>
                  <a:lnTo>
                    <a:pt x="83528" y="1257511"/>
                  </a:lnTo>
                  <a:lnTo>
                    <a:pt x="104411" y="1299597"/>
                  </a:lnTo>
                  <a:lnTo>
                    <a:pt x="127613" y="1340690"/>
                  </a:lnTo>
                  <a:lnTo>
                    <a:pt x="153136" y="1380687"/>
                  </a:lnTo>
                  <a:lnTo>
                    <a:pt x="180979" y="1419483"/>
                  </a:lnTo>
                  <a:lnTo>
                    <a:pt x="211142" y="1456974"/>
                  </a:lnTo>
                  <a:lnTo>
                    <a:pt x="243625" y="1493054"/>
                  </a:lnTo>
                  <a:lnTo>
                    <a:pt x="277973" y="1527176"/>
                  </a:lnTo>
                  <a:lnTo>
                    <a:pt x="313663" y="1558861"/>
                  </a:lnTo>
                  <a:lnTo>
                    <a:pt x="350596" y="1588108"/>
                  </a:lnTo>
                  <a:lnTo>
                    <a:pt x="388672" y="1614918"/>
                  </a:lnTo>
                  <a:lnTo>
                    <a:pt x="427792" y="1639291"/>
                  </a:lnTo>
                  <a:lnTo>
                    <a:pt x="467857" y="1661227"/>
                  </a:lnTo>
                  <a:lnTo>
                    <a:pt x="508766" y="1680725"/>
                  </a:lnTo>
                  <a:lnTo>
                    <a:pt x="550422" y="1697786"/>
                  </a:lnTo>
                  <a:lnTo>
                    <a:pt x="592723" y="1712410"/>
                  </a:lnTo>
                  <a:lnTo>
                    <a:pt x="635572" y="1724596"/>
                  </a:lnTo>
                  <a:lnTo>
                    <a:pt x="678868" y="1734345"/>
                  </a:lnTo>
                  <a:lnTo>
                    <a:pt x="722511" y="1741657"/>
                  </a:lnTo>
                  <a:lnTo>
                    <a:pt x="766404" y="1746532"/>
                  </a:lnTo>
                  <a:lnTo>
                    <a:pt x="810445" y="1748969"/>
                  </a:lnTo>
                  <a:lnTo>
                    <a:pt x="854536" y="1748969"/>
                  </a:lnTo>
                  <a:lnTo>
                    <a:pt x="898578" y="1746532"/>
                  </a:lnTo>
                  <a:lnTo>
                    <a:pt x="942470" y="1741657"/>
                  </a:lnTo>
                  <a:lnTo>
                    <a:pt x="986114" y="1734345"/>
                  </a:lnTo>
                  <a:lnTo>
                    <a:pt x="1029410" y="1724596"/>
                  </a:lnTo>
                  <a:lnTo>
                    <a:pt x="1072258" y="1712410"/>
                  </a:lnTo>
                  <a:lnTo>
                    <a:pt x="1114559" y="1697786"/>
                  </a:lnTo>
                  <a:lnTo>
                    <a:pt x="1156215" y="1680725"/>
                  </a:lnTo>
                  <a:lnTo>
                    <a:pt x="1197124" y="1661227"/>
                  </a:lnTo>
                  <a:lnTo>
                    <a:pt x="1237189" y="1639291"/>
                  </a:lnTo>
                  <a:lnTo>
                    <a:pt x="1276309" y="1614918"/>
                  </a:lnTo>
                  <a:lnTo>
                    <a:pt x="1314385" y="1588108"/>
                  </a:lnTo>
                  <a:lnTo>
                    <a:pt x="1351318" y="1558861"/>
                  </a:lnTo>
                  <a:lnTo>
                    <a:pt x="1387008" y="1527176"/>
                  </a:lnTo>
                  <a:lnTo>
                    <a:pt x="1421356" y="1493054"/>
                  </a:lnTo>
                  <a:lnTo>
                    <a:pt x="1453839" y="1456974"/>
                  </a:lnTo>
                  <a:lnTo>
                    <a:pt x="1484002" y="1419483"/>
                  </a:lnTo>
                  <a:lnTo>
                    <a:pt x="1511844" y="1380687"/>
                  </a:lnTo>
                  <a:lnTo>
                    <a:pt x="1537367" y="1340690"/>
                  </a:lnTo>
                  <a:lnTo>
                    <a:pt x="1560569" y="1299597"/>
                  </a:lnTo>
                  <a:lnTo>
                    <a:pt x="1581451" y="1257511"/>
                  </a:lnTo>
                  <a:lnTo>
                    <a:pt x="1600013" y="1214538"/>
                  </a:lnTo>
                  <a:lnTo>
                    <a:pt x="1616254" y="1170781"/>
                  </a:lnTo>
                  <a:lnTo>
                    <a:pt x="1630175" y="1126346"/>
                  </a:lnTo>
                  <a:lnTo>
                    <a:pt x="1641776" y="1081336"/>
                  </a:lnTo>
                  <a:lnTo>
                    <a:pt x="1651057" y="1035856"/>
                  </a:lnTo>
                  <a:lnTo>
                    <a:pt x="1658018" y="990011"/>
                  </a:lnTo>
                  <a:lnTo>
                    <a:pt x="1662658" y="943905"/>
                  </a:lnTo>
                  <a:lnTo>
                    <a:pt x="1664979" y="897642"/>
                  </a:lnTo>
                  <a:lnTo>
                    <a:pt x="1664979" y="851326"/>
                  </a:lnTo>
                  <a:lnTo>
                    <a:pt x="1662658" y="805063"/>
                  </a:lnTo>
                  <a:lnTo>
                    <a:pt x="1658018" y="758957"/>
                  </a:lnTo>
                  <a:lnTo>
                    <a:pt x="1651057" y="713111"/>
                  </a:lnTo>
                  <a:lnTo>
                    <a:pt x="1641776" y="667632"/>
                  </a:lnTo>
                  <a:lnTo>
                    <a:pt x="1630175" y="622622"/>
                  </a:lnTo>
                  <a:lnTo>
                    <a:pt x="1616254" y="578187"/>
                  </a:lnTo>
                  <a:lnTo>
                    <a:pt x="1600013" y="534430"/>
                  </a:lnTo>
                  <a:lnTo>
                    <a:pt x="1581451" y="491457"/>
                  </a:lnTo>
                  <a:lnTo>
                    <a:pt x="1560569" y="449371"/>
                  </a:lnTo>
                  <a:lnTo>
                    <a:pt x="1537367" y="408278"/>
                  </a:lnTo>
                  <a:lnTo>
                    <a:pt x="1511844" y="368281"/>
                  </a:lnTo>
                  <a:lnTo>
                    <a:pt x="1484002" y="329485"/>
                  </a:lnTo>
                  <a:lnTo>
                    <a:pt x="1453839" y="291995"/>
                  </a:lnTo>
                  <a:lnTo>
                    <a:pt x="1421356" y="255914"/>
                  </a:lnTo>
                  <a:lnTo>
                    <a:pt x="1387008" y="221792"/>
                  </a:lnTo>
                  <a:lnTo>
                    <a:pt x="1351318" y="190108"/>
                  </a:lnTo>
                  <a:lnTo>
                    <a:pt x="1314385" y="160860"/>
                  </a:lnTo>
                  <a:lnTo>
                    <a:pt x="1276309" y="134050"/>
                  </a:lnTo>
                  <a:lnTo>
                    <a:pt x="1237189" y="109677"/>
                  </a:lnTo>
                  <a:lnTo>
                    <a:pt x="1197124" y="87742"/>
                  </a:lnTo>
                  <a:lnTo>
                    <a:pt x="1156215" y="68243"/>
                  </a:lnTo>
                  <a:lnTo>
                    <a:pt x="1114559" y="51182"/>
                  </a:lnTo>
                  <a:lnTo>
                    <a:pt x="1072258" y="36559"/>
                  </a:lnTo>
                  <a:lnTo>
                    <a:pt x="1029410" y="24372"/>
                  </a:lnTo>
                  <a:lnTo>
                    <a:pt x="986114" y="14623"/>
                  </a:lnTo>
                  <a:lnTo>
                    <a:pt x="942470" y="7311"/>
                  </a:lnTo>
                  <a:lnTo>
                    <a:pt x="898578" y="2437"/>
                  </a:lnTo>
                  <a:lnTo>
                    <a:pt x="854536" y="0"/>
                  </a:lnTo>
                  <a:close/>
                </a:path>
              </a:pathLst>
            </a:custGeom>
            <a:solidFill>
              <a:srgbClr val="65A2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2994" y="8765992"/>
              <a:ext cx="774312" cy="64115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9670137" y="8730920"/>
              <a:ext cx="763905" cy="619760"/>
            </a:xfrm>
            <a:custGeom>
              <a:avLst/>
              <a:gdLst/>
              <a:ahLst/>
              <a:cxnLst/>
              <a:rect l="l" t="t" r="r" b="b"/>
              <a:pathLst>
                <a:path w="763904" h="619759">
                  <a:moveTo>
                    <a:pt x="102945" y="377611"/>
                  </a:moveTo>
                  <a:lnTo>
                    <a:pt x="97374" y="377611"/>
                  </a:lnTo>
                  <a:lnTo>
                    <a:pt x="83851" y="377831"/>
                  </a:lnTo>
                  <a:lnTo>
                    <a:pt x="104810" y="419976"/>
                  </a:lnTo>
                  <a:lnTo>
                    <a:pt x="136731" y="451395"/>
                  </a:lnTo>
                  <a:lnTo>
                    <a:pt x="178636" y="473038"/>
                  </a:lnTo>
                  <a:lnTo>
                    <a:pt x="229547" y="485856"/>
                  </a:lnTo>
                  <a:lnTo>
                    <a:pt x="194435" y="511146"/>
                  </a:lnTo>
                  <a:lnTo>
                    <a:pt x="151380" y="530672"/>
                  </a:lnTo>
                  <a:lnTo>
                    <a:pt x="102927" y="544470"/>
                  </a:lnTo>
                  <a:lnTo>
                    <a:pt x="51618" y="552571"/>
                  </a:lnTo>
                  <a:lnTo>
                    <a:pt x="0" y="555012"/>
                  </a:lnTo>
                  <a:lnTo>
                    <a:pt x="40086" y="576512"/>
                  </a:lnTo>
                  <a:lnTo>
                    <a:pt x="81176" y="593531"/>
                  </a:lnTo>
                  <a:lnTo>
                    <a:pt x="122998" y="606205"/>
                  </a:lnTo>
                  <a:lnTo>
                    <a:pt x="165278" y="614666"/>
                  </a:lnTo>
                  <a:lnTo>
                    <a:pt x="207744" y="619048"/>
                  </a:lnTo>
                  <a:lnTo>
                    <a:pt x="250124" y="619486"/>
                  </a:lnTo>
                  <a:lnTo>
                    <a:pt x="292144" y="616113"/>
                  </a:lnTo>
                  <a:lnTo>
                    <a:pt x="333533" y="609062"/>
                  </a:lnTo>
                  <a:lnTo>
                    <a:pt x="374017" y="598469"/>
                  </a:lnTo>
                  <a:lnTo>
                    <a:pt x="413324" y="584466"/>
                  </a:lnTo>
                  <a:lnTo>
                    <a:pt x="451182" y="567188"/>
                  </a:lnTo>
                  <a:lnTo>
                    <a:pt x="487317" y="546768"/>
                  </a:lnTo>
                  <a:lnTo>
                    <a:pt x="521458" y="523341"/>
                  </a:lnTo>
                  <a:lnTo>
                    <a:pt x="553331" y="497039"/>
                  </a:lnTo>
                  <a:lnTo>
                    <a:pt x="582663" y="467998"/>
                  </a:lnTo>
                  <a:lnTo>
                    <a:pt x="609183" y="436350"/>
                  </a:lnTo>
                  <a:lnTo>
                    <a:pt x="632618" y="402230"/>
                  </a:lnTo>
                  <a:lnTo>
                    <a:pt x="645839" y="378221"/>
                  </a:lnTo>
                  <a:lnTo>
                    <a:pt x="119594" y="378221"/>
                  </a:lnTo>
                  <a:lnTo>
                    <a:pt x="102945" y="377611"/>
                  </a:lnTo>
                  <a:close/>
                </a:path>
                <a:path w="763904" h="619759">
                  <a:moveTo>
                    <a:pt x="26465" y="222203"/>
                  </a:moveTo>
                  <a:lnTo>
                    <a:pt x="37720" y="279264"/>
                  </a:lnTo>
                  <a:lnTo>
                    <a:pt x="64312" y="321310"/>
                  </a:lnTo>
                  <a:lnTo>
                    <a:pt x="102885" y="351622"/>
                  </a:lnTo>
                  <a:lnTo>
                    <a:pt x="150083" y="373483"/>
                  </a:lnTo>
                  <a:lnTo>
                    <a:pt x="136639" y="377611"/>
                  </a:lnTo>
                  <a:lnTo>
                    <a:pt x="119594" y="378221"/>
                  </a:lnTo>
                  <a:lnTo>
                    <a:pt x="645839" y="378221"/>
                  </a:lnTo>
                  <a:lnTo>
                    <a:pt x="669141" y="327108"/>
                  </a:lnTo>
                  <a:lnTo>
                    <a:pt x="681685" y="286373"/>
                  </a:lnTo>
                  <a:lnTo>
                    <a:pt x="690052" y="243702"/>
                  </a:lnTo>
                  <a:lnTo>
                    <a:pt x="690800" y="235209"/>
                  </a:lnTo>
                  <a:lnTo>
                    <a:pt x="92696" y="235209"/>
                  </a:lnTo>
                  <a:lnTo>
                    <a:pt x="73118" y="234911"/>
                  </a:lnTo>
                  <a:lnTo>
                    <a:pt x="57365" y="230879"/>
                  </a:lnTo>
                  <a:lnTo>
                    <a:pt x="42719" y="225761"/>
                  </a:lnTo>
                  <a:lnTo>
                    <a:pt x="26465" y="222203"/>
                  </a:lnTo>
                  <a:close/>
                </a:path>
                <a:path w="763904" h="619759">
                  <a:moveTo>
                    <a:pt x="44120" y="27742"/>
                  </a:moveTo>
                  <a:lnTo>
                    <a:pt x="27923" y="76063"/>
                  </a:lnTo>
                  <a:lnTo>
                    <a:pt x="29493" y="125942"/>
                  </a:lnTo>
                  <a:lnTo>
                    <a:pt x="44020" y="172407"/>
                  </a:lnTo>
                  <a:lnTo>
                    <a:pt x="66691" y="210486"/>
                  </a:lnTo>
                  <a:lnTo>
                    <a:pt x="92696" y="235209"/>
                  </a:lnTo>
                  <a:lnTo>
                    <a:pt x="690800" y="235209"/>
                  </a:lnTo>
                  <a:lnTo>
                    <a:pt x="693971" y="199228"/>
                  </a:lnTo>
                  <a:lnTo>
                    <a:pt x="693845" y="191991"/>
                  </a:lnTo>
                  <a:lnTo>
                    <a:pt x="375278" y="191991"/>
                  </a:lnTo>
                  <a:lnTo>
                    <a:pt x="320117" y="184935"/>
                  </a:lnTo>
                  <a:lnTo>
                    <a:pt x="269731" y="173209"/>
                  </a:lnTo>
                  <a:lnTo>
                    <a:pt x="223698" y="157224"/>
                  </a:lnTo>
                  <a:lnTo>
                    <a:pt x="181598" y="137388"/>
                  </a:lnTo>
                  <a:lnTo>
                    <a:pt x="143010" y="114113"/>
                  </a:lnTo>
                  <a:lnTo>
                    <a:pt x="107515" y="87806"/>
                  </a:lnTo>
                  <a:lnTo>
                    <a:pt x="74692" y="58880"/>
                  </a:lnTo>
                  <a:lnTo>
                    <a:pt x="44120" y="27742"/>
                  </a:lnTo>
                  <a:close/>
                </a:path>
                <a:path w="763904" h="619759">
                  <a:moveTo>
                    <a:pt x="550981" y="0"/>
                  </a:moveTo>
                  <a:lnTo>
                    <a:pt x="478599" y="10747"/>
                  </a:lnTo>
                  <a:lnTo>
                    <a:pt x="416252" y="49999"/>
                  </a:lnTo>
                  <a:lnTo>
                    <a:pt x="377344" y="112250"/>
                  </a:lnTo>
                  <a:lnTo>
                    <a:pt x="370868" y="150278"/>
                  </a:lnTo>
                  <a:lnTo>
                    <a:pt x="375278" y="191991"/>
                  </a:lnTo>
                  <a:lnTo>
                    <a:pt x="693845" y="191991"/>
                  </a:lnTo>
                  <a:lnTo>
                    <a:pt x="693241" y="157224"/>
                  </a:lnTo>
                  <a:lnTo>
                    <a:pt x="693169" y="153084"/>
                  </a:lnTo>
                  <a:lnTo>
                    <a:pt x="714368" y="135857"/>
                  </a:lnTo>
                  <a:lnTo>
                    <a:pt x="736616" y="116713"/>
                  </a:lnTo>
                  <a:lnTo>
                    <a:pt x="754273" y="96897"/>
                  </a:lnTo>
                  <a:lnTo>
                    <a:pt x="684359" y="96897"/>
                  </a:lnTo>
                  <a:lnTo>
                    <a:pt x="703928" y="79305"/>
                  </a:lnTo>
                  <a:lnTo>
                    <a:pt x="722371" y="60615"/>
                  </a:lnTo>
                  <a:lnTo>
                    <a:pt x="730904" y="49369"/>
                  </a:lnTo>
                  <a:lnTo>
                    <a:pt x="649050" y="49369"/>
                  </a:lnTo>
                  <a:lnTo>
                    <a:pt x="619995" y="23263"/>
                  </a:lnTo>
                  <a:lnTo>
                    <a:pt x="586747" y="7036"/>
                  </a:lnTo>
                  <a:lnTo>
                    <a:pt x="550981" y="0"/>
                  </a:lnTo>
                  <a:close/>
                </a:path>
                <a:path w="763904" h="619759">
                  <a:moveTo>
                    <a:pt x="763823" y="75270"/>
                  </a:moveTo>
                  <a:lnTo>
                    <a:pt x="746641" y="83295"/>
                  </a:lnTo>
                  <a:lnTo>
                    <a:pt x="726983" y="88912"/>
                  </a:lnTo>
                  <a:lnTo>
                    <a:pt x="705880" y="93116"/>
                  </a:lnTo>
                  <a:lnTo>
                    <a:pt x="684359" y="96897"/>
                  </a:lnTo>
                  <a:lnTo>
                    <a:pt x="754273" y="96897"/>
                  </a:lnTo>
                  <a:lnTo>
                    <a:pt x="754803" y="96302"/>
                  </a:lnTo>
                  <a:lnTo>
                    <a:pt x="763823" y="75270"/>
                  </a:lnTo>
                  <a:close/>
                </a:path>
                <a:path w="763904" h="619759">
                  <a:moveTo>
                    <a:pt x="750591" y="14772"/>
                  </a:moveTo>
                  <a:lnTo>
                    <a:pt x="726431" y="24610"/>
                  </a:lnTo>
                  <a:lnTo>
                    <a:pt x="701850" y="34050"/>
                  </a:lnTo>
                  <a:lnTo>
                    <a:pt x="676254" y="42500"/>
                  </a:lnTo>
                  <a:lnTo>
                    <a:pt x="649050" y="49369"/>
                  </a:lnTo>
                  <a:lnTo>
                    <a:pt x="730904" y="49369"/>
                  </a:lnTo>
                  <a:lnTo>
                    <a:pt x="738367" y="39535"/>
                  </a:lnTo>
                  <a:lnTo>
                    <a:pt x="750591" y="147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703616" y="10044588"/>
            <a:ext cx="271716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215">
                <a:solidFill>
                  <a:srgbClr val="FFFFFF"/>
                </a:solidFill>
                <a:latin typeface="Arial"/>
                <a:cs typeface="Arial"/>
              </a:rPr>
              <a:t>Ridhwana_K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4773" rIns="0" bIns="0" rtlCol="0" vert="horz">
            <a:spAutoFit/>
          </a:bodyPr>
          <a:lstStyle/>
          <a:p>
            <a:pPr marL="3092450">
              <a:lnSpc>
                <a:spcPct val="100000"/>
              </a:lnSpc>
              <a:spcBef>
                <a:spcPts val="120"/>
              </a:spcBef>
            </a:pPr>
            <a:r>
              <a:rPr dirty="0" spc="235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43559" y="4102406"/>
            <a:ext cx="9820910" cy="4876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294005">
              <a:lnSpc>
                <a:spcPct val="148100"/>
              </a:lnSpc>
              <a:spcBef>
                <a:spcPts val="90"/>
              </a:spcBef>
            </a:pP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These</a:t>
            </a:r>
            <a:r>
              <a:rPr dirty="0" sz="195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amazing</a:t>
            </a:r>
            <a:r>
              <a:rPr dirty="0" sz="195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articles,</a:t>
            </a:r>
            <a:r>
              <a:rPr dirty="0" sz="1950" spc="-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videos</a:t>
            </a:r>
            <a:r>
              <a:rPr dirty="0" sz="19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and</a:t>
            </a:r>
            <a:r>
              <a:rPr dirty="0" sz="195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tools</a:t>
            </a:r>
            <a:r>
              <a:rPr dirty="0" sz="19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made</a:t>
            </a:r>
            <a:r>
              <a:rPr dirty="0" sz="195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it</a:t>
            </a:r>
            <a:r>
              <a:rPr dirty="0" sz="19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possible</a:t>
            </a:r>
            <a:r>
              <a:rPr dirty="0" sz="195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for me</a:t>
            </a:r>
            <a:r>
              <a:rPr dirty="0" sz="195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to</a:t>
            </a:r>
            <a:r>
              <a:rPr dirty="0" sz="19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put</a:t>
            </a:r>
            <a:r>
              <a:rPr dirty="0" sz="1950" spc="4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this</a:t>
            </a:r>
            <a:r>
              <a:rPr dirty="0" sz="1950" spc="4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spc="-10" b="0">
                <a:solidFill>
                  <a:srgbClr val="FFFFFF"/>
                </a:solidFill>
                <a:latin typeface="Lato Light"/>
                <a:cs typeface="Lato Light"/>
              </a:rPr>
              <a:t>presentation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together</a:t>
            </a:r>
            <a:r>
              <a:rPr dirty="0" sz="1950" spc="-1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and</a:t>
            </a:r>
            <a:r>
              <a:rPr dirty="0" sz="19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learn</a:t>
            </a:r>
            <a:r>
              <a:rPr dirty="0" sz="19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so</a:t>
            </a:r>
            <a:r>
              <a:rPr dirty="0" sz="19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much</a:t>
            </a:r>
            <a:r>
              <a:rPr dirty="0" sz="19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more</a:t>
            </a:r>
            <a:r>
              <a:rPr dirty="0" sz="1950" spc="30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than</a:t>
            </a:r>
            <a:r>
              <a:rPr dirty="0" sz="19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b="0">
                <a:solidFill>
                  <a:srgbClr val="FFFFFF"/>
                </a:solidFill>
                <a:latin typeface="Lato Light"/>
                <a:cs typeface="Lato Light"/>
              </a:rPr>
              <a:t>I</a:t>
            </a:r>
            <a:r>
              <a:rPr dirty="0" sz="1950" spc="3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sz="1950" spc="-10" b="0">
                <a:solidFill>
                  <a:srgbClr val="FFFFFF"/>
                </a:solidFill>
                <a:latin typeface="Lato Light"/>
                <a:cs typeface="Lato Light"/>
              </a:rPr>
              <a:t>anticipated…</a:t>
            </a:r>
            <a:endParaRPr sz="1950">
              <a:latin typeface="Lato Light"/>
              <a:cs typeface="Lato Light"/>
            </a:endParaRPr>
          </a:p>
          <a:p>
            <a:pPr>
              <a:lnSpc>
                <a:spcPct val="100000"/>
              </a:lnSpc>
              <a:spcBef>
                <a:spcPts val="2330"/>
              </a:spcBef>
            </a:pPr>
            <a:endParaRPr sz="1950">
              <a:latin typeface="Lato Light"/>
              <a:cs typeface="Lato Light"/>
            </a:endParaRPr>
          </a:p>
          <a:p>
            <a:pPr marL="523875" indent="-197485">
              <a:lnSpc>
                <a:spcPct val="100000"/>
              </a:lnSpc>
              <a:spcBef>
                <a:spcPts val="5"/>
              </a:spcBef>
              <a:buChar char="•"/>
              <a:tabLst>
                <a:tab pos="523875" algn="l"/>
              </a:tabLst>
            </a:pP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2"/>
              </a:rPr>
              <a:t>https://developers.google.com/web/updates/2016/10/addeventlistener-</a:t>
            </a:r>
            <a:r>
              <a:rPr dirty="0" u="sng" baseline="2849" sz="2925" spc="-30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2"/>
              </a:rPr>
              <a:t>once</a:t>
            </a:r>
            <a:endParaRPr baseline="2849" sz="2925">
              <a:latin typeface="Lato Light"/>
              <a:cs typeface="Lato Light"/>
            </a:endParaRPr>
          </a:p>
          <a:p>
            <a:pPr marL="523875" indent="-197485">
              <a:lnSpc>
                <a:spcPct val="100000"/>
              </a:lnSpc>
              <a:spcBef>
                <a:spcPts val="1125"/>
              </a:spcBef>
              <a:buChar char="•"/>
              <a:tabLst>
                <a:tab pos="523875" algn="l"/>
              </a:tabLst>
            </a:pP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3"/>
              </a:rPr>
              <a:t>https://blog.sessionstack.com/how-</a:t>
            </a:r>
            <a:r>
              <a:rPr dirty="0" u="sng" baseline="2849" sz="292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3"/>
              </a:rPr>
              <a:t>does-javascript-actually-</a:t>
            </a: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3"/>
              </a:rPr>
              <a:t>work-</a:t>
            </a:r>
            <a:r>
              <a:rPr dirty="0" u="sng" baseline="2849" sz="292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3"/>
              </a:rPr>
              <a:t>part-1-</a:t>
            </a: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3"/>
              </a:rPr>
              <a:t>b0bacc073cf</a:t>
            </a:r>
            <a:endParaRPr baseline="2849" sz="2925">
              <a:latin typeface="Lato Light"/>
              <a:cs typeface="Lato Light"/>
            </a:endParaRPr>
          </a:p>
          <a:p>
            <a:pPr marL="523875" indent="-197485">
              <a:lnSpc>
                <a:spcPct val="100000"/>
              </a:lnSpc>
              <a:spcBef>
                <a:spcPts val="1125"/>
              </a:spcBef>
              <a:buChar char="•"/>
              <a:tabLst>
                <a:tab pos="523875" algn="l"/>
              </a:tabLst>
            </a:pP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4"/>
              </a:rPr>
              <a:t>https://www.youtube.com/watch?v=8aGhZQkoFbQ</a:t>
            </a:r>
            <a:endParaRPr baseline="2849" sz="2925">
              <a:latin typeface="Lato Light"/>
              <a:cs typeface="Lato Light"/>
            </a:endParaRPr>
          </a:p>
          <a:p>
            <a:pPr marL="523875" indent="-197485">
              <a:lnSpc>
                <a:spcPct val="100000"/>
              </a:lnSpc>
              <a:spcBef>
                <a:spcPts val="1120"/>
              </a:spcBef>
              <a:buChar char="•"/>
              <a:tabLst>
                <a:tab pos="523875" algn="l"/>
              </a:tabLst>
            </a:pP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5"/>
              </a:rPr>
              <a:t>http://latentflip.com/loupe/</a:t>
            </a:r>
            <a:endParaRPr baseline="2849" sz="2925">
              <a:latin typeface="Lato Light"/>
              <a:cs typeface="Lato Light"/>
            </a:endParaRPr>
          </a:p>
          <a:p>
            <a:pPr marL="523875" marR="699135" indent="-197485">
              <a:lnSpc>
                <a:spcPct val="144500"/>
              </a:lnSpc>
              <a:spcBef>
                <a:spcPts val="85"/>
              </a:spcBef>
              <a:buChar char="•"/>
              <a:tabLst>
                <a:tab pos="525780" algn="l"/>
              </a:tabLst>
            </a:pPr>
            <a:r>
              <a:rPr dirty="0" u="sng" baseline="2849" sz="2925" spc="-30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6"/>
              </a:rPr>
              <a:t>https://www.google.com/url?q=https://developer.mozilla.org/en-</a:t>
            </a: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6"/>
              </a:rPr>
              <a:t>US/docs/Web/</a:t>
            </a:r>
            <a:r>
              <a:rPr dirty="0" u="none" baseline="2849" sz="2925" spc="-15" b="0">
                <a:solidFill>
                  <a:srgbClr val="FFFFFF"/>
                </a:solidFill>
                <a:latin typeface="Lato Light"/>
                <a:cs typeface="Lato Light"/>
              </a:rPr>
              <a:t> </a:t>
            </a:r>
            <a:r>
              <a:rPr dirty="0" u="none" baseline="2849" sz="2925" spc="-15" b="0">
                <a:solidFill>
                  <a:srgbClr val="FFFFFF"/>
                </a:solidFill>
                <a:latin typeface="Lato Light"/>
                <a:cs typeface="Lato Light"/>
              </a:rPr>
              <a:t>	</a:t>
            </a:r>
            <a:r>
              <a:rPr dirty="0" u="sng" sz="1950" spc="-10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</a:rPr>
              <a:t>JavaScript/EventLoop</a:t>
            </a:r>
            <a:endParaRPr sz="1950">
              <a:latin typeface="Lato Light"/>
              <a:cs typeface="Lato Light"/>
            </a:endParaRPr>
          </a:p>
          <a:p>
            <a:pPr marL="523875" indent="-197485">
              <a:lnSpc>
                <a:spcPct val="100000"/>
              </a:lnSpc>
              <a:spcBef>
                <a:spcPts val="1210"/>
              </a:spcBef>
              <a:buChar char="•"/>
              <a:tabLst>
                <a:tab pos="523875" algn="l"/>
              </a:tabLst>
            </a:pP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7"/>
              </a:rPr>
              <a:t>http://www.competa.com/blog/memory-</a:t>
            </a:r>
            <a:r>
              <a:rPr dirty="0" u="sng" baseline="2849" sz="292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7"/>
              </a:rPr>
              <a:t>leaks-in-</a:t>
            </a: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7"/>
              </a:rPr>
              <a:t>javascript/</a:t>
            </a:r>
            <a:endParaRPr baseline="2849" sz="2925">
              <a:latin typeface="Lato Light"/>
              <a:cs typeface="Lato Light"/>
            </a:endParaRPr>
          </a:p>
          <a:p>
            <a:pPr marL="523875" indent="-197485">
              <a:lnSpc>
                <a:spcPct val="100000"/>
              </a:lnSpc>
              <a:spcBef>
                <a:spcPts val="1120"/>
              </a:spcBef>
              <a:buChar char="•"/>
              <a:tabLst>
                <a:tab pos="523875" algn="l"/>
              </a:tabLst>
            </a:pPr>
            <a:r>
              <a:rPr dirty="0" u="sng" baseline="2849" sz="2925" spc="-15" b="0">
                <a:solidFill>
                  <a:srgbClr val="FFFFFF"/>
                </a:solidFill>
                <a:uFill>
                  <a:solidFill>
                    <a:srgbClr val="F33B48"/>
                  </a:solidFill>
                </a:uFill>
                <a:latin typeface="Lato Light"/>
                <a:cs typeface="Lato Light"/>
                <a:hlinkClick r:id="rId8"/>
              </a:rPr>
              <a:t>https://en.wikipedia.org/wiki/JavaScript_engine</a:t>
            </a:r>
            <a:endParaRPr baseline="2849" sz="2925">
              <a:latin typeface="Lato Light"/>
              <a:cs typeface="Lato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2025-06-21T22:01:57Z</dcterms:created>
  <dcterms:modified xsi:type="dcterms:W3CDTF">2025-06-21T22:01:57Z</dcterms:modified>
</cp:coreProperties>
</file>
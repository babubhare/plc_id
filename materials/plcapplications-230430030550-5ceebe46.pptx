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</p:sldIdLst>
  <p:sldSz cx="10058400" cy="10693400"/>
  <p:notesSz cx="100584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0" Type="http://schemas.openxmlformats.org/officeDocument/2006/relationships/slide" Target="slides/slide12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3300"/>
                </a:solidFill>
                <a:latin typeface="Berlin Sans FB Demi"/>
                <a:cs typeface="Berlin Sans FB Dem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9A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6-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39" y="-1651"/>
            <a:ext cx="609600" cy="4876800"/>
          </a:xfrm>
          <a:custGeom>
            <a:avLst/>
            <a:gdLst/>
            <a:ahLst/>
            <a:cxnLst/>
            <a:rect l="l" t="t" r="r" b="b"/>
            <a:pathLst>
              <a:path w="609600" h="4876800">
                <a:moveTo>
                  <a:pt x="609600" y="4876800"/>
                </a:moveTo>
                <a:lnTo>
                  <a:pt x="609599" y="0"/>
                </a:lnTo>
                <a:lnTo>
                  <a:pt x="0" y="0"/>
                </a:lnTo>
                <a:lnTo>
                  <a:pt x="0" y="4876800"/>
                </a:lnTo>
                <a:lnTo>
                  <a:pt x="609600" y="4876800"/>
                </a:lnTo>
                <a:close/>
              </a:path>
            </a:pathLst>
          </a:custGeom>
          <a:solidFill>
            <a:srgbClr val="CC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858126" y="1415669"/>
            <a:ext cx="1828800" cy="182880"/>
          </a:xfrm>
          <a:custGeom>
            <a:avLst/>
            <a:gdLst/>
            <a:ahLst/>
            <a:cxnLst/>
            <a:rect l="l" t="t" r="r" b="b"/>
            <a:pathLst>
              <a:path w="1828800" h="182880">
                <a:moveTo>
                  <a:pt x="1828800" y="182880"/>
                </a:moveTo>
                <a:lnTo>
                  <a:pt x="1828800" y="0"/>
                </a:lnTo>
                <a:lnTo>
                  <a:pt x="0" y="0"/>
                </a:lnTo>
                <a:lnTo>
                  <a:pt x="0" y="182880"/>
                </a:lnTo>
                <a:lnTo>
                  <a:pt x="1828800" y="182880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81139" y="1491869"/>
            <a:ext cx="8305800" cy="0"/>
          </a:xfrm>
          <a:custGeom>
            <a:avLst/>
            <a:gdLst/>
            <a:ahLst/>
            <a:cxnLst/>
            <a:rect l="l" t="t" r="r" b="b"/>
            <a:pathLst>
              <a:path w="8305800" h="0">
                <a:moveTo>
                  <a:pt x="0" y="0"/>
                </a:moveTo>
                <a:lnTo>
                  <a:pt x="8305800" y="0"/>
                </a:lnTo>
              </a:path>
            </a:pathLst>
          </a:custGeom>
          <a:ln w="19050">
            <a:solidFill>
              <a:srgbClr val="33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3300"/>
                </a:solidFill>
                <a:latin typeface="Berlin Sans FB Demi"/>
                <a:cs typeface="Berlin Sans FB Dem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009A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6-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3300"/>
                </a:solidFill>
                <a:latin typeface="Berlin Sans FB Demi"/>
                <a:cs typeface="Berlin Sans FB Dem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6-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3300"/>
                </a:solidFill>
                <a:latin typeface="Berlin Sans FB Demi"/>
                <a:cs typeface="Berlin Sans FB Dem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6-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6-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5435" y="609727"/>
            <a:ext cx="7719695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3300"/>
                </a:solidFill>
                <a:latin typeface="Berlin Sans FB Demi"/>
                <a:cs typeface="Berlin Sans FB Dem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1649" y="2088768"/>
            <a:ext cx="5063490" cy="274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9A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813319" y="10079396"/>
            <a:ext cx="292734" cy="154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6-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jpg"/><Relationship Id="rId8" Type="http://schemas.openxmlformats.org/officeDocument/2006/relationships/image" Target="../media/image4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10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jp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35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jp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png"/><Relationship Id="rId3" Type="http://schemas.openxmlformats.org/officeDocument/2006/relationships/image" Target="../media/image50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35.png"/><Relationship Id="rId8" Type="http://schemas.openxmlformats.org/officeDocument/2006/relationships/image" Target="../media/image56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png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4.png"/><Relationship Id="rId9" Type="http://schemas.openxmlformats.org/officeDocument/2006/relationships/image" Target="../media/image61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12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64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32.png"/><Relationship Id="rId9" Type="http://schemas.openxmlformats.org/officeDocument/2006/relationships/image" Target="../media/image71.png"/><Relationship Id="rId10" Type="http://schemas.openxmlformats.org/officeDocument/2006/relationships/image" Target="../media/image72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jpg"/><Relationship Id="rId6" Type="http://schemas.openxmlformats.org/officeDocument/2006/relationships/image" Target="../media/image79.png"/><Relationship Id="rId7" Type="http://schemas.openxmlformats.org/officeDocument/2006/relationships/image" Target="../media/image80.jpg"/><Relationship Id="rId8" Type="http://schemas.openxmlformats.org/officeDocument/2006/relationships/image" Target="../media/image81.png"/><Relationship Id="rId9" Type="http://schemas.openxmlformats.org/officeDocument/2006/relationships/image" Target="../media/image82.jpg"/><Relationship Id="rId10" Type="http://schemas.openxmlformats.org/officeDocument/2006/relationships/image" Target="../media/image83.png"/><Relationship Id="rId11" Type="http://schemas.openxmlformats.org/officeDocument/2006/relationships/image" Target="../media/image84.png"/><Relationship Id="rId12" Type="http://schemas.openxmlformats.org/officeDocument/2006/relationships/image" Target="../media/image85.png"/><Relationship Id="rId13" Type="http://schemas.openxmlformats.org/officeDocument/2006/relationships/image" Target="../media/image86.png"/><Relationship Id="rId14" Type="http://schemas.openxmlformats.org/officeDocument/2006/relationships/image" Target="../media/image87.png"/><Relationship Id="rId15" Type="http://schemas.openxmlformats.org/officeDocument/2006/relationships/image" Target="../media/image88.png"/><Relationship Id="rId16" Type="http://schemas.openxmlformats.org/officeDocument/2006/relationships/image" Target="../media/image12.png"/><Relationship Id="rId17" Type="http://schemas.openxmlformats.org/officeDocument/2006/relationships/image" Target="../media/image54.png"/><Relationship Id="rId18" Type="http://schemas.openxmlformats.org/officeDocument/2006/relationships/image" Target="../media/image89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35.png"/><Relationship Id="rId7" Type="http://schemas.openxmlformats.org/officeDocument/2006/relationships/image" Target="../media/image13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png"/><Relationship Id="rId3" Type="http://schemas.openxmlformats.org/officeDocument/2006/relationships/image" Target="../media/image94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5.png"/><Relationship Id="rId3" Type="http://schemas.openxmlformats.org/officeDocument/2006/relationships/image" Target="../media/image59.png"/><Relationship Id="rId4" Type="http://schemas.openxmlformats.org/officeDocument/2006/relationships/image" Target="../media/image96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36.png"/><Relationship Id="rId8" Type="http://schemas.openxmlformats.org/officeDocument/2006/relationships/image" Target="../media/image102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3.png"/><Relationship Id="rId3" Type="http://schemas.openxmlformats.org/officeDocument/2006/relationships/image" Target="../media/image104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5.png"/><Relationship Id="rId3" Type="http://schemas.openxmlformats.org/officeDocument/2006/relationships/image" Target="../media/image50.png"/><Relationship Id="rId4" Type="http://schemas.openxmlformats.org/officeDocument/2006/relationships/image" Target="../media/image106.png"/><Relationship Id="rId5" Type="http://schemas.openxmlformats.org/officeDocument/2006/relationships/image" Target="../media/image10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Relationship Id="rId3" Type="http://schemas.openxmlformats.org/officeDocument/2006/relationships/image" Target="../media/image107.png"/><Relationship Id="rId4" Type="http://schemas.openxmlformats.org/officeDocument/2006/relationships/image" Target="../media/image108.png"/><Relationship Id="rId5" Type="http://schemas.openxmlformats.org/officeDocument/2006/relationships/image" Target="../media/image109.png"/><Relationship Id="rId6" Type="http://schemas.openxmlformats.org/officeDocument/2006/relationships/image" Target="../media/image110.png"/><Relationship Id="rId7" Type="http://schemas.openxmlformats.org/officeDocument/2006/relationships/image" Target="../media/image111.png"/><Relationship Id="rId8" Type="http://schemas.openxmlformats.org/officeDocument/2006/relationships/image" Target="../media/image112.png"/><Relationship Id="rId9" Type="http://schemas.openxmlformats.org/officeDocument/2006/relationships/image" Target="../media/image113.png"/><Relationship Id="rId10" Type="http://schemas.openxmlformats.org/officeDocument/2006/relationships/image" Target="../media/image114.png"/><Relationship Id="rId11" Type="http://schemas.openxmlformats.org/officeDocument/2006/relationships/image" Target="../media/image115.png"/><Relationship Id="rId12" Type="http://schemas.openxmlformats.org/officeDocument/2006/relationships/image" Target="../media/image116.png"/><Relationship Id="rId13" Type="http://schemas.openxmlformats.org/officeDocument/2006/relationships/image" Target="../media/image117.png"/><Relationship Id="rId14" Type="http://schemas.openxmlformats.org/officeDocument/2006/relationships/image" Target="../media/image118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9.png"/><Relationship Id="rId3" Type="http://schemas.openxmlformats.org/officeDocument/2006/relationships/image" Target="../media/image120.png"/><Relationship Id="rId4" Type="http://schemas.openxmlformats.org/officeDocument/2006/relationships/image" Target="../media/image54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1.png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jpg"/><Relationship Id="rId10" Type="http://schemas.openxmlformats.org/officeDocument/2006/relationships/image" Target="../media/image118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9.png"/><Relationship Id="rId3" Type="http://schemas.openxmlformats.org/officeDocument/2006/relationships/image" Target="../media/image130.png"/><Relationship Id="rId4" Type="http://schemas.openxmlformats.org/officeDocument/2006/relationships/image" Target="../media/image96.png"/><Relationship Id="rId5" Type="http://schemas.openxmlformats.org/officeDocument/2006/relationships/image" Target="../media/image131.png"/><Relationship Id="rId6" Type="http://schemas.openxmlformats.org/officeDocument/2006/relationships/image" Target="../media/image49.png"/><Relationship Id="rId7" Type="http://schemas.openxmlformats.org/officeDocument/2006/relationships/image" Target="../media/image73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2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35.png"/><Relationship Id="rId6" Type="http://schemas.openxmlformats.org/officeDocument/2006/relationships/image" Target="../media/image136.png"/><Relationship Id="rId7" Type="http://schemas.openxmlformats.org/officeDocument/2006/relationships/image" Target="../media/image137.png"/><Relationship Id="rId8" Type="http://schemas.openxmlformats.org/officeDocument/2006/relationships/image" Target="../media/image138.png"/><Relationship Id="rId9" Type="http://schemas.openxmlformats.org/officeDocument/2006/relationships/image" Target="../media/image139.png"/><Relationship Id="rId10" Type="http://schemas.openxmlformats.org/officeDocument/2006/relationships/image" Target="../media/image140.png"/><Relationship Id="rId11" Type="http://schemas.openxmlformats.org/officeDocument/2006/relationships/image" Target="../media/image141.png"/><Relationship Id="rId12" Type="http://schemas.openxmlformats.org/officeDocument/2006/relationships/image" Target="../media/image107.png"/><Relationship Id="rId13" Type="http://schemas.openxmlformats.org/officeDocument/2006/relationships/image" Target="../media/image142.png"/><Relationship Id="rId14" Type="http://schemas.openxmlformats.org/officeDocument/2006/relationships/image" Target="../media/image143.png"/><Relationship Id="rId15" Type="http://schemas.openxmlformats.org/officeDocument/2006/relationships/image" Target="../media/image144.png"/><Relationship Id="rId16" Type="http://schemas.openxmlformats.org/officeDocument/2006/relationships/image" Target="../media/image145.png"/><Relationship Id="rId17" Type="http://schemas.openxmlformats.org/officeDocument/2006/relationships/image" Target="../media/image146.png"/><Relationship Id="rId18" Type="http://schemas.openxmlformats.org/officeDocument/2006/relationships/image" Target="../media/image147.png"/><Relationship Id="rId19" Type="http://schemas.openxmlformats.org/officeDocument/2006/relationships/image" Target="../media/image148.png"/><Relationship Id="rId20" Type="http://schemas.openxmlformats.org/officeDocument/2006/relationships/image" Target="../media/image149.png"/><Relationship Id="rId21" Type="http://schemas.openxmlformats.org/officeDocument/2006/relationships/image" Target="../media/image54.png"/><Relationship Id="rId22" Type="http://schemas.openxmlformats.org/officeDocument/2006/relationships/image" Target="../media/image150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1.png"/><Relationship Id="rId3" Type="http://schemas.openxmlformats.org/officeDocument/2006/relationships/image" Target="../media/image152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3.png"/><Relationship Id="rId3" Type="http://schemas.openxmlformats.org/officeDocument/2006/relationships/image" Target="../media/image154.png"/><Relationship Id="rId4" Type="http://schemas.openxmlformats.org/officeDocument/2006/relationships/image" Target="../media/image155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6.png"/><Relationship Id="rId3" Type="http://schemas.openxmlformats.org/officeDocument/2006/relationships/image" Target="../media/image156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7.jpg"/><Relationship Id="rId3" Type="http://schemas.openxmlformats.org/officeDocument/2006/relationships/image" Target="../media/image158.png"/><Relationship Id="rId4" Type="http://schemas.openxmlformats.org/officeDocument/2006/relationships/image" Target="../media/image159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1.png"/><Relationship Id="rId3" Type="http://schemas.openxmlformats.org/officeDocument/2006/relationships/image" Target="../media/image160.jp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jpg"/><Relationship Id="rId3" Type="http://schemas.openxmlformats.org/officeDocument/2006/relationships/image" Target="../media/image162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jpg"/><Relationship Id="rId3" Type="http://schemas.openxmlformats.org/officeDocument/2006/relationships/image" Target="../media/image163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jpg"/><Relationship Id="rId3" Type="http://schemas.openxmlformats.org/officeDocument/2006/relationships/image" Target="../media/image164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5.png"/><Relationship Id="rId3" Type="http://schemas.openxmlformats.org/officeDocument/2006/relationships/image" Target="../media/image160.jp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jpg"/><Relationship Id="rId3" Type="http://schemas.openxmlformats.org/officeDocument/2006/relationships/image" Target="../media/image164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jpg"/><Relationship Id="rId3" Type="http://schemas.openxmlformats.org/officeDocument/2006/relationships/image" Target="../media/image166.jpg"/><Relationship Id="rId4" Type="http://schemas.openxmlformats.org/officeDocument/2006/relationships/image" Target="../media/image167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jpg"/><Relationship Id="rId3" Type="http://schemas.openxmlformats.org/officeDocument/2006/relationships/image" Target="../media/image168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9.png"/><Relationship Id="rId3" Type="http://schemas.openxmlformats.org/officeDocument/2006/relationships/image" Target="../media/image160.jp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jpg"/><Relationship Id="rId3" Type="http://schemas.openxmlformats.org/officeDocument/2006/relationships/image" Target="../media/image170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jpg"/><Relationship Id="rId3" Type="http://schemas.openxmlformats.org/officeDocument/2006/relationships/image" Target="../media/image171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2.png"/><Relationship Id="rId3" Type="http://schemas.openxmlformats.org/officeDocument/2006/relationships/image" Target="../media/image160.jp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3.png"/><Relationship Id="rId3" Type="http://schemas.openxmlformats.org/officeDocument/2006/relationships/image" Target="../media/image160.jp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jpg"/><Relationship Id="rId3" Type="http://schemas.openxmlformats.org/officeDocument/2006/relationships/image" Target="../media/image171.pn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jpg"/><Relationship Id="rId3" Type="http://schemas.openxmlformats.org/officeDocument/2006/relationships/image" Target="../media/image174.png"/><Relationship Id="rId4" Type="http://schemas.openxmlformats.org/officeDocument/2006/relationships/image" Target="../media/image175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6.png"/><Relationship Id="rId3" Type="http://schemas.openxmlformats.org/officeDocument/2006/relationships/image" Target="../media/image160.jpg"/><Relationship Id="rId4" Type="http://schemas.openxmlformats.org/officeDocument/2006/relationships/image" Target="../media/image177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jpg"/><Relationship Id="rId3" Type="http://schemas.openxmlformats.org/officeDocument/2006/relationships/image" Target="../media/image178.pn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9.png"/><Relationship Id="rId3" Type="http://schemas.openxmlformats.org/officeDocument/2006/relationships/image" Target="../media/image160.jp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jpg"/><Relationship Id="rId3" Type="http://schemas.openxmlformats.org/officeDocument/2006/relationships/image" Target="../media/image180.pn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1.png"/><Relationship Id="rId3" Type="http://schemas.openxmlformats.org/officeDocument/2006/relationships/image" Target="../media/image160.jp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9.png"/><Relationship Id="rId3" Type="http://schemas.openxmlformats.org/officeDocument/2006/relationships/image" Target="../media/image160.jp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jpg"/><Relationship Id="rId3" Type="http://schemas.openxmlformats.org/officeDocument/2006/relationships/image" Target="../media/image182.png"/><Relationship Id="rId4" Type="http://schemas.openxmlformats.org/officeDocument/2006/relationships/image" Target="../media/image183.png"/><Relationship Id="rId5" Type="http://schemas.openxmlformats.org/officeDocument/2006/relationships/image" Target="../media/image184.pn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jpg"/><Relationship Id="rId3" Type="http://schemas.openxmlformats.org/officeDocument/2006/relationships/image" Target="../media/image185.png"/><Relationship Id="rId4" Type="http://schemas.openxmlformats.org/officeDocument/2006/relationships/image" Target="../media/image186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7.png"/><Relationship Id="rId3" Type="http://schemas.openxmlformats.org/officeDocument/2006/relationships/image" Target="../media/image160.jp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jpg"/><Relationship Id="rId3" Type="http://schemas.openxmlformats.org/officeDocument/2006/relationships/image" Target="../media/image188.pn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9.jp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0.png"/><Relationship Id="rId3" Type="http://schemas.openxmlformats.org/officeDocument/2006/relationships/image" Target="../media/image191.png"/><Relationship Id="rId4" Type="http://schemas.openxmlformats.org/officeDocument/2006/relationships/image" Target="../media/image192.png"/><Relationship Id="rId5" Type="http://schemas.openxmlformats.org/officeDocument/2006/relationships/image" Target="../media/image193.png"/><Relationship Id="rId6" Type="http://schemas.openxmlformats.org/officeDocument/2006/relationships/image" Target="../media/image194.png"/><Relationship Id="rId7" Type="http://schemas.openxmlformats.org/officeDocument/2006/relationships/image" Target="../media/image195.pn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2.png"/><Relationship Id="rId3" Type="http://schemas.openxmlformats.org/officeDocument/2006/relationships/image" Target="../media/image74.png"/><Relationship Id="rId4" Type="http://schemas.openxmlformats.org/officeDocument/2006/relationships/image" Target="../media/image196.pn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7.png"/><Relationship Id="rId3" Type="http://schemas.openxmlformats.org/officeDocument/2006/relationships/image" Target="../media/image198.png"/><Relationship Id="rId4" Type="http://schemas.openxmlformats.org/officeDocument/2006/relationships/image" Target="../media/image199.png"/><Relationship Id="rId5" Type="http://schemas.openxmlformats.org/officeDocument/2006/relationships/image" Target="../media/image200.png"/><Relationship Id="rId6" Type="http://schemas.openxmlformats.org/officeDocument/2006/relationships/image" Target="../media/image65.png"/><Relationship Id="rId7" Type="http://schemas.openxmlformats.org/officeDocument/2006/relationships/image" Target="../media/image201.png"/><Relationship Id="rId8" Type="http://schemas.openxmlformats.org/officeDocument/2006/relationships/image" Target="../media/image202.png"/><Relationship Id="rId9" Type="http://schemas.openxmlformats.org/officeDocument/2006/relationships/image" Target="../media/image7.png"/><Relationship Id="rId10" Type="http://schemas.openxmlformats.org/officeDocument/2006/relationships/image" Target="../media/image150.png"/><Relationship Id="rId11" Type="http://schemas.openxmlformats.org/officeDocument/2006/relationships/image" Target="../media/image203.pn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4.png"/><Relationship Id="rId3" Type="http://schemas.openxmlformats.org/officeDocument/2006/relationships/image" Target="../media/image50.png"/><Relationship Id="rId4" Type="http://schemas.openxmlformats.org/officeDocument/2006/relationships/image" Target="../media/image35.png"/><Relationship Id="rId5" Type="http://schemas.openxmlformats.org/officeDocument/2006/relationships/image" Target="../media/image205.pn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6.png"/><Relationship Id="rId3" Type="http://schemas.openxmlformats.org/officeDocument/2006/relationships/image" Target="../media/image207.png"/><Relationship Id="rId4" Type="http://schemas.openxmlformats.org/officeDocument/2006/relationships/image" Target="../media/image208.png"/><Relationship Id="rId5" Type="http://schemas.openxmlformats.org/officeDocument/2006/relationships/image" Target="../media/image12.png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9.png"/><Relationship Id="rId3" Type="http://schemas.openxmlformats.org/officeDocument/2006/relationships/image" Target="../media/image210.png"/><Relationship Id="rId4" Type="http://schemas.openxmlformats.org/officeDocument/2006/relationships/image" Target="../media/image150.pn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1.png"/><Relationship Id="rId3" Type="http://schemas.openxmlformats.org/officeDocument/2006/relationships/image" Target="../media/image212.png"/><Relationship Id="rId4" Type="http://schemas.openxmlformats.org/officeDocument/2006/relationships/image" Target="../media/image213.pn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4.jpg"/><Relationship Id="rId3" Type="http://schemas.openxmlformats.org/officeDocument/2006/relationships/image" Target="../media/image100.png"/><Relationship Id="rId4" Type="http://schemas.openxmlformats.org/officeDocument/2006/relationships/image" Target="../media/image19.png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5.png"/><Relationship Id="rId3" Type="http://schemas.openxmlformats.org/officeDocument/2006/relationships/image" Target="../media/image216.png"/><Relationship Id="rId4" Type="http://schemas.openxmlformats.org/officeDocument/2006/relationships/image" Target="../media/image217.png"/><Relationship Id="rId5" Type="http://schemas.openxmlformats.org/officeDocument/2006/relationships/image" Target="../media/image218.png"/><Relationship Id="rId6" Type="http://schemas.openxmlformats.org/officeDocument/2006/relationships/image" Target="../media/image219.png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0.png"/><Relationship Id="rId3" Type="http://schemas.openxmlformats.org/officeDocument/2006/relationships/image" Target="../media/image221.png"/><Relationship Id="rId4" Type="http://schemas.openxmlformats.org/officeDocument/2006/relationships/image" Target="../media/image222.png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3.png"/><Relationship Id="rId3" Type="http://schemas.openxmlformats.org/officeDocument/2006/relationships/image" Target="../media/image224.png"/><Relationship Id="rId4" Type="http://schemas.openxmlformats.org/officeDocument/2006/relationships/image" Target="../media/image225.png"/><Relationship Id="rId5" Type="http://schemas.openxmlformats.org/officeDocument/2006/relationships/image" Target="../media/image226.png"/><Relationship Id="rId6" Type="http://schemas.openxmlformats.org/officeDocument/2006/relationships/image" Target="../media/image227.png"/><Relationship Id="rId7" Type="http://schemas.openxmlformats.org/officeDocument/2006/relationships/image" Target="../media/image228.png"/><Relationship Id="rId8" Type="http://schemas.openxmlformats.org/officeDocument/2006/relationships/image" Target="../media/image229.png"/><Relationship Id="rId9" Type="http://schemas.openxmlformats.org/officeDocument/2006/relationships/image" Target="../media/image230.png"/><Relationship Id="rId10" Type="http://schemas.openxmlformats.org/officeDocument/2006/relationships/image" Target="../media/image231.png"/><Relationship Id="rId11" Type="http://schemas.openxmlformats.org/officeDocument/2006/relationships/image" Target="../media/image232.png"/><Relationship Id="rId12" Type="http://schemas.openxmlformats.org/officeDocument/2006/relationships/image" Target="../media/image233.png"/><Relationship Id="rId13" Type="http://schemas.openxmlformats.org/officeDocument/2006/relationships/image" Target="../media/image234.png"/><Relationship Id="rId14" Type="http://schemas.openxmlformats.org/officeDocument/2006/relationships/image" Target="../media/image235.png"/><Relationship Id="rId15" Type="http://schemas.openxmlformats.org/officeDocument/2006/relationships/image" Target="../media/image236.png"/><Relationship Id="rId16" Type="http://schemas.openxmlformats.org/officeDocument/2006/relationships/image" Target="../media/image237.png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8.png"/><Relationship Id="rId3" Type="http://schemas.openxmlformats.org/officeDocument/2006/relationships/image" Target="../media/image239.png"/><Relationship Id="rId4" Type="http://schemas.openxmlformats.org/officeDocument/2006/relationships/image" Target="../media/image240.png"/><Relationship Id="rId5" Type="http://schemas.openxmlformats.org/officeDocument/2006/relationships/image" Target="../media/image241.png"/><Relationship Id="rId6" Type="http://schemas.openxmlformats.org/officeDocument/2006/relationships/image" Target="../media/image242.png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3.png"/><Relationship Id="rId3" Type="http://schemas.openxmlformats.org/officeDocument/2006/relationships/image" Target="../media/image244.png"/><Relationship Id="rId4" Type="http://schemas.openxmlformats.org/officeDocument/2006/relationships/image" Target="../media/image245.png"/><Relationship Id="rId5" Type="http://schemas.openxmlformats.org/officeDocument/2006/relationships/image" Target="../media/image246.png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7.png"/><Relationship Id="rId3" Type="http://schemas.openxmlformats.org/officeDocument/2006/relationships/image" Target="../media/image248.png"/><Relationship Id="rId4" Type="http://schemas.openxmlformats.org/officeDocument/2006/relationships/image" Target="../media/image249.png"/><Relationship Id="rId5" Type="http://schemas.openxmlformats.org/officeDocument/2006/relationships/image" Target="../media/image250.png"/><Relationship Id="rId6" Type="http://schemas.openxmlformats.org/officeDocument/2006/relationships/image" Target="../media/image251.png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2.png"/><Relationship Id="rId3" Type="http://schemas.openxmlformats.org/officeDocument/2006/relationships/image" Target="../media/image253.png"/><Relationship Id="rId4" Type="http://schemas.openxmlformats.org/officeDocument/2006/relationships/image" Target="../media/image254.png"/><Relationship Id="rId5" Type="http://schemas.openxmlformats.org/officeDocument/2006/relationships/image" Target="../media/image255.png"/><Relationship Id="rId6" Type="http://schemas.openxmlformats.org/officeDocument/2006/relationships/image" Target="../media/image256.png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7.png"/><Relationship Id="rId3" Type="http://schemas.openxmlformats.org/officeDocument/2006/relationships/image" Target="../media/image258.png"/><Relationship Id="rId4" Type="http://schemas.openxmlformats.org/officeDocument/2006/relationships/image" Target="../media/image259.png"/><Relationship Id="rId5" Type="http://schemas.openxmlformats.org/officeDocument/2006/relationships/image" Target="../media/image260.png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1.png"/><Relationship Id="rId3" Type="http://schemas.openxmlformats.org/officeDocument/2006/relationships/image" Target="../media/image262.png"/></Relationships>
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3.png"/></Relationships>
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4.png"/><Relationship Id="rId3" Type="http://schemas.openxmlformats.org/officeDocument/2006/relationships/image" Target="../media/image265.png"/><Relationship Id="rId4" Type="http://schemas.openxmlformats.org/officeDocument/2006/relationships/image" Target="../media/image266.png"/><Relationship Id="rId5" Type="http://schemas.openxmlformats.org/officeDocument/2006/relationships/image" Target="../media/image267.png"/><Relationship Id="rId6" Type="http://schemas.openxmlformats.org/officeDocument/2006/relationships/image" Target="../media/image268.png"/><Relationship Id="rId7" Type="http://schemas.openxmlformats.org/officeDocument/2006/relationships/image" Target="../media/image269.png"/><Relationship Id="rId8" Type="http://schemas.openxmlformats.org/officeDocument/2006/relationships/image" Target="../media/image270.png"/><Relationship Id="rId9" Type="http://schemas.openxmlformats.org/officeDocument/2006/relationships/image" Target="../media/image271.png"/><Relationship Id="rId10" Type="http://schemas.openxmlformats.org/officeDocument/2006/relationships/image" Target="../media/image272.png"/></Relationships>
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3.png"/></Relationships>
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4.png"/><Relationship Id="rId3" Type="http://schemas.openxmlformats.org/officeDocument/2006/relationships/image" Target="../media/image275.png"/><Relationship Id="rId4" Type="http://schemas.openxmlformats.org/officeDocument/2006/relationships/image" Target="../media/image276.png"/></Relationships>
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7.png"/><Relationship Id="rId3" Type="http://schemas.openxmlformats.org/officeDocument/2006/relationships/image" Target="../media/image278.png"/></Relationships>
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9.png"/></Relationships>
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0.png"/><Relationship Id="rId3" Type="http://schemas.openxmlformats.org/officeDocument/2006/relationships/image" Target="../media/image281.png"/><Relationship Id="rId4" Type="http://schemas.openxmlformats.org/officeDocument/2006/relationships/image" Target="../media/image282.png"/><Relationship Id="rId5" Type="http://schemas.openxmlformats.org/officeDocument/2006/relationships/image" Target="../media/image283.png"/></Relationships>
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4.png"/><Relationship Id="rId3" Type="http://schemas.openxmlformats.org/officeDocument/2006/relationships/image" Target="../media/image285.png"/><Relationship Id="rId4" Type="http://schemas.openxmlformats.org/officeDocument/2006/relationships/image" Target="../media/image286.png"/><Relationship Id="rId5" Type="http://schemas.openxmlformats.org/officeDocument/2006/relationships/image" Target="../media/image287.png"/><Relationship Id="rId6" Type="http://schemas.openxmlformats.org/officeDocument/2006/relationships/image" Target="../media/image288.png"/><Relationship Id="rId7" Type="http://schemas.openxmlformats.org/officeDocument/2006/relationships/image" Target="../media/image289.png"/></Relationships>
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0.png"/><Relationship Id="rId3" Type="http://schemas.openxmlformats.org/officeDocument/2006/relationships/image" Target="../media/image291.png"/><Relationship Id="rId4" Type="http://schemas.openxmlformats.org/officeDocument/2006/relationships/image" Target="../media/image292.png"/><Relationship Id="rId5" Type="http://schemas.openxmlformats.org/officeDocument/2006/relationships/image" Target="../media/image293.png"/><Relationship Id="rId6" Type="http://schemas.openxmlformats.org/officeDocument/2006/relationships/image" Target="../media/image294.png"/><Relationship Id="rId7" Type="http://schemas.openxmlformats.org/officeDocument/2006/relationships/image" Target="../media/image295.png"/><Relationship Id="rId8" Type="http://schemas.openxmlformats.org/officeDocument/2006/relationships/image" Target="../media/image296.png"/><Relationship Id="rId9" Type="http://schemas.openxmlformats.org/officeDocument/2006/relationships/image" Target="../media/image297.png"/><Relationship Id="rId10" Type="http://schemas.openxmlformats.org/officeDocument/2006/relationships/image" Target="../media/image298.png"/><Relationship Id="rId11" Type="http://schemas.openxmlformats.org/officeDocument/2006/relationships/image" Target="../media/image299.png"/><Relationship Id="rId12" Type="http://schemas.openxmlformats.org/officeDocument/2006/relationships/image" Target="../media/image300.png"/><Relationship Id="rId13" Type="http://schemas.openxmlformats.org/officeDocument/2006/relationships/image" Target="../media/image301.png"/><Relationship Id="rId14" Type="http://schemas.openxmlformats.org/officeDocument/2006/relationships/image" Target="../media/image302.png"/><Relationship Id="rId15" Type="http://schemas.openxmlformats.org/officeDocument/2006/relationships/image" Target="../media/image303.png"/><Relationship Id="rId16" Type="http://schemas.openxmlformats.org/officeDocument/2006/relationships/image" Target="../media/image304.png"/><Relationship Id="rId17" Type="http://schemas.openxmlformats.org/officeDocument/2006/relationships/image" Target="../media/image305.png"/><Relationship Id="rId18" Type="http://schemas.openxmlformats.org/officeDocument/2006/relationships/image" Target="../media/image306.png"/><Relationship Id="rId19" Type="http://schemas.openxmlformats.org/officeDocument/2006/relationships/image" Target="../media/image307.png"/><Relationship Id="rId20" Type="http://schemas.openxmlformats.org/officeDocument/2006/relationships/image" Target="../media/image308.png"/><Relationship Id="rId21" Type="http://schemas.openxmlformats.org/officeDocument/2006/relationships/image" Target="../media/image309.png"/></Relationships>
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0.png"/><Relationship Id="rId3" Type="http://schemas.openxmlformats.org/officeDocument/2006/relationships/image" Target="../media/image311.png"/></Relationships>
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2.png"/><Relationship Id="rId3" Type="http://schemas.openxmlformats.org/officeDocument/2006/relationships/image" Target="../media/image313.png"/></Relationships>
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4.png"/></Relationships>
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5.png"/><Relationship Id="rId3" Type="http://schemas.openxmlformats.org/officeDocument/2006/relationships/image" Target="../media/image316.png"/><Relationship Id="rId4" Type="http://schemas.openxmlformats.org/officeDocument/2006/relationships/image" Target="../media/image317.png"/><Relationship Id="rId5" Type="http://schemas.openxmlformats.org/officeDocument/2006/relationships/image" Target="../media/image318.png"/></Relationships>
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9.png"/><Relationship Id="rId3" Type="http://schemas.openxmlformats.org/officeDocument/2006/relationships/image" Target="../media/image320.png"/><Relationship Id="rId4" Type="http://schemas.openxmlformats.org/officeDocument/2006/relationships/image" Target="../media/image321.png"/><Relationship Id="rId5" Type="http://schemas.openxmlformats.org/officeDocument/2006/relationships/image" Target="../media/image322.png"/><Relationship Id="rId6" Type="http://schemas.openxmlformats.org/officeDocument/2006/relationships/image" Target="../media/image323.png"/><Relationship Id="rId7" Type="http://schemas.openxmlformats.org/officeDocument/2006/relationships/image" Target="../media/image324.png"/><Relationship Id="rId8" Type="http://schemas.openxmlformats.org/officeDocument/2006/relationships/image" Target="../media/image325.png"/><Relationship Id="rId9" Type="http://schemas.openxmlformats.org/officeDocument/2006/relationships/image" Target="../media/image326.png"/><Relationship Id="rId10" Type="http://schemas.openxmlformats.org/officeDocument/2006/relationships/image" Target="../media/image327.png"/><Relationship Id="rId11" Type="http://schemas.openxmlformats.org/officeDocument/2006/relationships/image" Target="../media/image328.png"/><Relationship Id="rId12" Type="http://schemas.openxmlformats.org/officeDocument/2006/relationships/image" Target="../media/image329.png"/><Relationship Id="rId13" Type="http://schemas.openxmlformats.org/officeDocument/2006/relationships/image" Target="../media/image330.png"/><Relationship Id="rId14" Type="http://schemas.openxmlformats.org/officeDocument/2006/relationships/image" Target="../media/image331.png"/><Relationship Id="rId15" Type="http://schemas.openxmlformats.org/officeDocument/2006/relationships/image" Target="../media/image332.png"/><Relationship Id="rId16" Type="http://schemas.openxmlformats.org/officeDocument/2006/relationships/image" Target="../media/image333.png"/></Relationships>
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4.png"/><Relationship Id="rId3" Type="http://schemas.openxmlformats.org/officeDocument/2006/relationships/image" Target="../media/image335.png"/><Relationship Id="rId4" Type="http://schemas.openxmlformats.org/officeDocument/2006/relationships/image" Target="../media/image336.png"/><Relationship Id="rId5" Type="http://schemas.openxmlformats.org/officeDocument/2006/relationships/image" Target="../media/image337.png"/><Relationship Id="rId6" Type="http://schemas.openxmlformats.org/officeDocument/2006/relationships/image" Target="../media/image250.png"/><Relationship Id="rId7" Type="http://schemas.openxmlformats.org/officeDocument/2006/relationships/image" Target="../media/image338.png"/></Relationships>
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9.png"/><Relationship Id="rId3" Type="http://schemas.openxmlformats.org/officeDocument/2006/relationships/image" Target="../media/image340.png"/><Relationship Id="rId4" Type="http://schemas.openxmlformats.org/officeDocument/2006/relationships/image" Target="../media/image341.png"/><Relationship Id="rId5" Type="http://schemas.openxmlformats.org/officeDocument/2006/relationships/image" Target="../media/image342.png"/><Relationship Id="rId6" Type="http://schemas.openxmlformats.org/officeDocument/2006/relationships/image" Target="../media/image343.png"/><Relationship Id="rId7" Type="http://schemas.openxmlformats.org/officeDocument/2006/relationships/image" Target="../media/image344.png"/><Relationship Id="rId8" Type="http://schemas.openxmlformats.org/officeDocument/2006/relationships/image" Target="../media/image345.png"/><Relationship Id="rId9" Type="http://schemas.openxmlformats.org/officeDocument/2006/relationships/image" Target="../media/image346.png"/><Relationship Id="rId10" Type="http://schemas.openxmlformats.org/officeDocument/2006/relationships/image" Target="../media/image347.png"/><Relationship Id="rId11" Type="http://schemas.openxmlformats.org/officeDocument/2006/relationships/image" Target="../media/image348.png"/><Relationship Id="rId12" Type="http://schemas.openxmlformats.org/officeDocument/2006/relationships/image" Target="../media/image349.png"/><Relationship Id="rId13" Type="http://schemas.openxmlformats.org/officeDocument/2006/relationships/image" Target="../media/image350.png"/><Relationship Id="rId14" Type="http://schemas.openxmlformats.org/officeDocument/2006/relationships/image" Target="../media/image351.png"/><Relationship Id="rId15" Type="http://schemas.openxmlformats.org/officeDocument/2006/relationships/image" Target="../media/image352.png"/><Relationship Id="rId16" Type="http://schemas.openxmlformats.org/officeDocument/2006/relationships/image" Target="../media/image353.png"/><Relationship Id="rId17" Type="http://schemas.openxmlformats.org/officeDocument/2006/relationships/image" Target="../media/image354.png"/></Relationships>
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5.png"/><Relationship Id="rId3" Type="http://schemas.openxmlformats.org/officeDocument/2006/relationships/image" Target="../media/image356.png"/><Relationship Id="rId4" Type="http://schemas.openxmlformats.org/officeDocument/2006/relationships/image" Target="../media/image357.png"/><Relationship Id="rId5" Type="http://schemas.openxmlformats.org/officeDocument/2006/relationships/image" Target="../media/image358.png"/><Relationship Id="rId6" Type="http://schemas.openxmlformats.org/officeDocument/2006/relationships/image" Target="../media/image359.png"/><Relationship Id="rId7" Type="http://schemas.openxmlformats.org/officeDocument/2006/relationships/image" Target="../media/image360.png"/><Relationship Id="rId8" Type="http://schemas.openxmlformats.org/officeDocument/2006/relationships/image" Target="../media/image361.png"/></Relationships>
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2.png"/><Relationship Id="rId3" Type="http://schemas.openxmlformats.org/officeDocument/2006/relationships/image" Target="../media/image363.png"/><Relationship Id="rId4" Type="http://schemas.openxmlformats.org/officeDocument/2006/relationships/image" Target="../media/image364.png"/><Relationship Id="rId5" Type="http://schemas.openxmlformats.org/officeDocument/2006/relationships/image" Target="../media/image365.png"/><Relationship Id="rId6" Type="http://schemas.openxmlformats.org/officeDocument/2006/relationships/image" Target="../media/image366.png"/><Relationship Id="rId7" Type="http://schemas.openxmlformats.org/officeDocument/2006/relationships/image" Target="../media/image367.png"/><Relationship Id="rId8" Type="http://schemas.openxmlformats.org/officeDocument/2006/relationships/image" Target="../media/image368.png"/><Relationship Id="rId9" Type="http://schemas.openxmlformats.org/officeDocument/2006/relationships/image" Target="../media/image369.png"/><Relationship Id="rId10" Type="http://schemas.openxmlformats.org/officeDocument/2006/relationships/image" Target="../media/image370.png"/><Relationship Id="rId11" Type="http://schemas.openxmlformats.org/officeDocument/2006/relationships/image" Target="../media/image371.png"/><Relationship Id="rId12" Type="http://schemas.openxmlformats.org/officeDocument/2006/relationships/image" Target="../media/image372.png"/><Relationship Id="rId13" Type="http://schemas.openxmlformats.org/officeDocument/2006/relationships/image" Target="../media/image373.png"/><Relationship Id="rId14" Type="http://schemas.openxmlformats.org/officeDocument/2006/relationships/image" Target="../media/image374.png"/><Relationship Id="rId15" Type="http://schemas.openxmlformats.org/officeDocument/2006/relationships/image" Target="../media/image375.png"/><Relationship Id="rId16" Type="http://schemas.openxmlformats.org/officeDocument/2006/relationships/image" Target="../media/image376.png"/><Relationship Id="rId17" Type="http://schemas.openxmlformats.org/officeDocument/2006/relationships/image" Target="../media/image377.png"/><Relationship Id="rId18" Type="http://schemas.openxmlformats.org/officeDocument/2006/relationships/image" Target="../media/image378.png"/><Relationship Id="rId19" Type="http://schemas.openxmlformats.org/officeDocument/2006/relationships/image" Target="../media/image379.png"/><Relationship Id="rId20" Type="http://schemas.openxmlformats.org/officeDocument/2006/relationships/image" Target="../media/image380.png"/><Relationship Id="rId21" Type="http://schemas.openxmlformats.org/officeDocument/2006/relationships/image" Target="../media/image381.png"/></Relationships>
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2.png"/><Relationship Id="rId3" Type="http://schemas.openxmlformats.org/officeDocument/2006/relationships/image" Target="../media/image383.png"/><Relationship Id="rId4" Type="http://schemas.openxmlformats.org/officeDocument/2006/relationships/image" Target="../media/image384.png"/></Relationships>
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5.png"/><Relationship Id="rId3" Type="http://schemas.openxmlformats.org/officeDocument/2006/relationships/image" Target="../media/image386.png"/><Relationship Id="rId4" Type="http://schemas.openxmlformats.org/officeDocument/2006/relationships/image" Target="../media/image387.png"/></Relationships>
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8.png"/></Relationships>
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9.png"/><Relationship Id="rId3" Type="http://schemas.openxmlformats.org/officeDocument/2006/relationships/image" Target="../media/image390.png"/><Relationship Id="rId4" Type="http://schemas.openxmlformats.org/officeDocument/2006/relationships/image" Target="../media/image391.png"/><Relationship Id="rId5" Type="http://schemas.openxmlformats.org/officeDocument/2006/relationships/image" Target="../media/image392.png"/></Relationships>
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3.png"/><Relationship Id="rId3" Type="http://schemas.openxmlformats.org/officeDocument/2006/relationships/image" Target="../media/image394.png"/><Relationship Id="rId4" Type="http://schemas.openxmlformats.org/officeDocument/2006/relationships/image" Target="../media/image395.png"/><Relationship Id="rId5" Type="http://schemas.openxmlformats.org/officeDocument/2006/relationships/image" Target="../media/image396.png"/></Relationships>
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7.png"/><Relationship Id="rId3" Type="http://schemas.openxmlformats.org/officeDocument/2006/relationships/image" Target="../media/image398.png"/><Relationship Id="rId4" Type="http://schemas.openxmlformats.org/officeDocument/2006/relationships/image" Target="../media/image399.png"/><Relationship Id="rId5" Type="http://schemas.openxmlformats.org/officeDocument/2006/relationships/image" Target="../media/image400.png"/><Relationship Id="rId6" Type="http://schemas.openxmlformats.org/officeDocument/2006/relationships/image" Target="../media/image401.png"/><Relationship Id="rId7" Type="http://schemas.openxmlformats.org/officeDocument/2006/relationships/image" Target="../media/image402.png"/><Relationship Id="rId8" Type="http://schemas.openxmlformats.org/officeDocument/2006/relationships/image" Target="../media/image403.png"/><Relationship Id="rId9" Type="http://schemas.openxmlformats.org/officeDocument/2006/relationships/image" Target="../media/image404.png"/></Relationships>
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5.png"/></Relationships>
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6.png"/><Relationship Id="rId3" Type="http://schemas.openxmlformats.org/officeDocument/2006/relationships/image" Target="../media/image407.png"/><Relationship Id="rId4" Type="http://schemas.openxmlformats.org/officeDocument/2006/relationships/image" Target="../media/image408.png"/></Relationships>
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9.png"/><Relationship Id="rId3" Type="http://schemas.openxmlformats.org/officeDocument/2006/relationships/image" Target="../media/image410.png"/><Relationship Id="rId4" Type="http://schemas.openxmlformats.org/officeDocument/2006/relationships/image" Target="../media/image411.png"/><Relationship Id="rId5" Type="http://schemas.openxmlformats.org/officeDocument/2006/relationships/image" Target="../media/image412.png"/><Relationship Id="rId6" Type="http://schemas.openxmlformats.org/officeDocument/2006/relationships/image" Target="../media/image413.png"/><Relationship Id="rId7" Type="http://schemas.openxmlformats.org/officeDocument/2006/relationships/hyperlink" Target="mailto:Ing_0100@yahoo.co.uk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108965"/>
            <a:ext cx="10064115" cy="7554595"/>
            <a:chOff x="0" y="108965"/>
            <a:chExt cx="10064115" cy="7554595"/>
          </a:xfrm>
        </p:grpSpPr>
        <p:sp>
          <p:nvSpPr>
            <p:cNvPr id="3" name="object 3" descr=""/>
            <p:cNvSpPr/>
            <p:nvPr/>
          </p:nvSpPr>
          <p:spPr>
            <a:xfrm>
              <a:off x="0" y="114299"/>
              <a:ext cx="4794885" cy="7543800"/>
            </a:xfrm>
            <a:custGeom>
              <a:avLst/>
              <a:gdLst/>
              <a:ahLst/>
              <a:cxnLst/>
              <a:rect l="l" t="t" r="r" b="b"/>
              <a:pathLst>
                <a:path w="4794885" h="7543800">
                  <a:moveTo>
                    <a:pt x="0" y="7543800"/>
                  </a:moveTo>
                  <a:lnTo>
                    <a:pt x="4794503" y="7543800"/>
                  </a:lnTo>
                  <a:lnTo>
                    <a:pt x="4794503" y="0"/>
                  </a:lnTo>
                  <a:lnTo>
                    <a:pt x="0" y="0"/>
                  </a:lnTo>
                  <a:lnTo>
                    <a:pt x="0" y="7543800"/>
                  </a:lnTo>
                  <a:close/>
                </a:path>
              </a:pathLst>
            </a:custGeom>
            <a:solidFill>
              <a:srgbClr val="BFC1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794503" y="114299"/>
              <a:ext cx="5264150" cy="7543800"/>
            </a:xfrm>
            <a:custGeom>
              <a:avLst/>
              <a:gdLst/>
              <a:ahLst/>
              <a:cxnLst/>
              <a:rect l="l" t="t" r="r" b="b"/>
              <a:pathLst>
                <a:path w="5264150" h="7543800">
                  <a:moveTo>
                    <a:pt x="5263896" y="7543800"/>
                  </a:moveTo>
                  <a:lnTo>
                    <a:pt x="0" y="7543800"/>
                  </a:lnTo>
                  <a:lnTo>
                    <a:pt x="0" y="0"/>
                  </a:lnTo>
                  <a:lnTo>
                    <a:pt x="5263896" y="0"/>
                  </a:lnTo>
                  <a:lnTo>
                    <a:pt x="5263896" y="7543800"/>
                  </a:lnTo>
                  <a:close/>
                </a:path>
              </a:pathLst>
            </a:custGeom>
            <a:solidFill>
              <a:srgbClr val="DDE8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794503" y="114299"/>
              <a:ext cx="5264150" cy="7543800"/>
            </a:xfrm>
            <a:custGeom>
              <a:avLst/>
              <a:gdLst/>
              <a:ahLst/>
              <a:cxnLst/>
              <a:rect l="l" t="t" r="r" b="b"/>
              <a:pathLst>
                <a:path w="5264150" h="7543800">
                  <a:moveTo>
                    <a:pt x="5263896" y="7543800"/>
                  </a:moveTo>
                  <a:lnTo>
                    <a:pt x="0" y="7543800"/>
                  </a:lnTo>
                  <a:lnTo>
                    <a:pt x="0" y="0"/>
                  </a:lnTo>
                  <a:lnTo>
                    <a:pt x="5263896" y="0"/>
                  </a:lnTo>
                </a:path>
              </a:pathLst>
            </a:custGeom>
            <a:ln w="10668">
              <a:solidFill>
                <a:srgbClr val="494B4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5370122" y="2326731"/>
            <a:ext cx="4129404" cy="3042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7920"/>
              </a:lnSpc>
              <a:spcBef>
                <a:spcPts val="100"/>
              </a:spcBef>
            </a:pPr>
            <a:r>
              <a:rPr dirty="0" sz="6600" spc="-25">
                <a:solidFill>
                  <a:srgbClr val="A0003B"/>
                </a:solidFill>
                <a:latin typeface="Arial"/>
                <a:cs typeface="Arial"/>
              </a:rPr>
              <a:t>PLC</a:t>
            </a:r>
            <a:endParaRPr sz="6600">
              <a:latin typeface="Arial"/>
              <a:cs typeface="Arial"/>
            </a:endParaRPr>
          </a:p>
          <a:p>
            <a:pPr algn="ctr" marL="12065" marR="5080">
              <a:lnSpc>
                <a:spcPct val="100000"/>
              </a:lnSpc>
            </a:pPr>
            <a:r>
              <a:rPr dirty="0" sz="6600" spc="-10">
                <a:solidFill>
                  <a:srgbClr val="A0003B"/>
                </a:solidFill>
                <a:latin typeface="Arial"/>
                <a:cs typeface="Arial"/>
              </a:rPr>
              <a:t>Application Exercises</a:t>
            </a:r>
            <a:endParaRPr sz="6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93284" y="188496"/>
            <a:ext cx="3221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922019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26088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22019" y="9677400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892574" y="9721129"/>
            <a:ext cx="19685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50"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543812" y="1438655"/>
            <a:ext cx="4953000" cy="2897505"/>
            <a:chOff x="1543812" y="1438655"/>
            <a:chExt cx="4953000" cy="2897505"/>
          </a:xfrm>
        </p:grpSpPr>
        <p:sp>
          <p:nvSpPr>
            <p:cNvPr id="8" name="object 8" descr=""/>
            <p:cNvSpPr/>
            <p:nvPr/>
          </p:nvSpPr>
          <p:spPr>
            <a:xfrm>
              <a:off x="2743200" y="3336035"/>
              <a:ext cx="1217930" cy="593090"/>
            </a:xfrm>
            <a:custGeom>
              <a:avLst/>
              <a:gdLst/>
              <a:ahLst/>
              <a:cxnLst/>
              <a:rect l="l" t="t" r="r" b="b"/>
              <a:pathLst>
                <a:path w="1217929" h="593089">
                  <a:moveTo>
                    <a:pt x="132340" y="530352"/>
                  </a:moveTo>
                  <a:lnTo>
                    <a:pt x="6096" y="530352"/>
                  </a:lnTo>
                  <a:lnTo>
                    <a:pt x="6096" y="528828"/>
                  </a:lnTo>
                  <a:lnTo>
                    <a:pt x="0" y="527304"/>
                  </a:lnTo>
                  <a:lnTo>
                    <a:pt x="97536" y="6096"/>
                  </a:lnTo>
                  <a:lnTo>
                    <a:pt x="103632" y="0"/>
                  </a:lnTo>
                  <a:lnTo>
                    <a:pt x="103632" y="6096"/>
                  </a:lnTo>
                  <a:lnTo>
                    <a:pt x="223574" y="6096"/>
                  </a:lnTo>
                  <a:lnTo>
                    <a:pt x="343517" y="12191"/>
                  </a:lnTo>
                  <a:lnTo>
                    <a:pt x="108204" y="12191"/>
                  </a:lnTo>
                  <a:lnTo>
                    <a:pt x="13716" y="524256"/>
                  </a:lnTo>
                  <a:lnTo>
                    <a:pt x="132340" y="530352"/>
                  </a:lnTo>
                  <a:close/>
                </a:path>
                <a:path w="1217929" h="593089">
                  <a:moveTo>
                    <a:pt x="223574" y="6096"/>
                  </a:moveTo>
                  <a:lnTo>
                    <a:pt x="103632" y="6096"/>
                  </a:lnTo>
                  <a:lnTo>
                    <a:pt x="103632" y="0"/>
                  </a:lnTo>
                  <a:lnTo>
                    <a:pt x="223574" y="6096"/>
                  </a:lnTo>
                  <a:close/>
                </a:path>
                <a:path w="1217929" h="593089">
                  <a:moveTo>
                    <a:pt x="1121841" y="580644"/>
                  </a:moveTo>
                  <a:lnTo>
                    <a:pt x="1110996" y="580644"/>
                  </a:lnTo>
                  <a:lnTo>
                    <a:pt x="1205484" y="68580"/>
                  </a:lnTo>
                  <a:lnTo>
                    <a:pt x="108204" y="12191"/>
                  </a:lnTo>
                  <a:lnTo>
                    <a:pt x="343517" y="12191"/>
                  </a:lnTo>
                  <a:lnTo>
                    <a:pt x="1213104" y="56387"/>
                  </a:lnTo>
                  <a:lnTo>
                    <a:pt x="1213104" y="64008"/>
                  </a:lnTo>
                  <a:lnTo>
                    <a:pt x="1217676" y="65532"/>
                  </a:lnTo>
                  <a:lnTo>
                    <a:pt x="1121841" y="580644"/>
                  </a:lnTo>
                  <a:close/>
                </a:path>
                <a:path w="1217929" h="593089">
                  <a:moveTo>
                    <a:pt x="1217676" y="65532"/>
                  </a:moveTo>
                  <a:lnTo>
                    <a:pt x="1213104" y="62484"/>
                  </a:lnTo>
                  <a:lnTo>
                    <a:pt x="1213104" y="56387"/>
                  </a:lnTo>
                  <a:lnTo>
                    <a:pt x="1217676" y="65532"/>
                  </a:lnTo>
                  <a:close/>
                </a:path>
                <a:path w="1217929" h="593089">
                  <a:moveTo>
                    <a:pt x="1115568" y="592836"/>
                  </a:moveTo>
                  <a:lnTo>
                    <a:pt x="6096" y="534924"/>
                  </a:lnTo>
                  <a:lnTo>
                    <a:pt x="0" y="527304"/>
                  </a:lnTo>
                  <a:lnTo>
                    <a:pt x="6096" y="530352"/>
                  </a:lnTo>
                  <a:lnTo>
                    <a:pt x="132340" y="530352"/>
                  </a:lnTo>
                  <a:lnTo>
                    <a:pt x="1110996" y="580644"/>
                  </a:lnTo>
                  <a:lnTo>
                    <a:pt x="1121841" y="580644"/>
                  </a:lnTo>
                  <a:lnTo>
                    <a:pt x="1120140" y="589788"/>
                  </a:lnTo>
                  <a:lnTo>
                    <a:pt x="1115568" y="592836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858768" y="3398519"/>
              <a:ext cx="99060" cy="931544"/>
            </a:xfrm>
            <a:custGeom>
              <a:avLst/>
              <a:gdLst/>
              <a:ahLst/>
              <a:cxnLst/>
              <a:rect l="l" t="t" r="r" b="b"/>
              <a:pathLst>
                <a:path w="99060" h="931545">
                  <a:moveTo>
                    <a:pt x="3048" y="931164"/>
                  </a:moveTo>
                  <a:lnTo>
                    <a:pt x="0" y="524256"/>
                  </a:lnTo>
                  <a:lnTo>
                    <a:pt x="97535" y="0"/>
                  </a:lnTo>
                  <a:lnTo>
                    <a:pt x="99059" y="406908"/>
                  </a:lnTo>
                  <a:lnTo>
                    <a:pt x="3048" y="9311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852671" y="3398519"/>
              <a:ext cx="111760" cy="931544"/>
            </a:xfrm>
            <a:custGeom>
              <a:avLst/>
              <a:gdLst/>
              <a:ahLst/>
              <a:cxnLst/>
              <a:rect l="l" t="t" r="r" b="b"/>
              <a:pathLst>
                <a:path w="111760" h="931545">
                  <a:moveTo>
                    <a:pt x="13716" y="931164"/>
                  </a:moveTo>
                  <a:lnTo>
                    <a:pt x="3048" y="931164"/>
                  </a:lnTo>
                  <a:lnTo>
                    <a:pt x="22" y="527304"/>
                  </a:lnTo>
                  <a:lnTo>
                    <a:pt x="0" y="524256"/>
                  </a:lnTo>
                  <a:lnTo>
                    <a:pt x="97536" y="0"/>
                  </a:lnTo>
                  <a:lnTo>
                    <a:pt x="108204" y="0"/>
                  </a:lnTo>
                  <a:lnTo>
                    <a:pt x="108672" y="62484"/>
                  </a:lnTo>
                  <a:lnTo>
                    <a:pt x="97536" y="62484"/>
                  </a:lnTo>
                  <a:lnTo>
                    <a:pt x="10668" y="527304"/>
                  </a:lnTo>
                  <a:lnTo>
                    <a:pt x="13716" y="870204"/>
                  </a:lnTo>
                  <a:lnTo>
                    <a:pt x="25057" y="870204"/>
                  </a:lnTo>
                  <a:lnTo>
                    <a:pt x="13716" y="931164"/>
                  </a:lnTo>
                  <a:close/>
                </a:path>
                <a:path w="111760" h="931545">
                  <a:moveTo>
                    <a:pt x="25057" y="870204"/>
                  </a:moveTo>
                  <a:lnTo>
                    <a:pt x="13716" y="870204"/>
                  </a:lnTo>
                  <a:lnTo>
                    <a:pt x="100584" y="406908"/>
                  </a:lnTo>
                  <a:lnTo>
                    <a:pt x="97536" y="62484"/>
                  </a:lnTo>
                  <a:lnTo>
                    <a:pt x="108672" y="62484"/>
                  </a:lnTo>
                  <a:lnTo>
                    <a:pt x="111252" y="406908"/>
                  </a:lnTo>
                  <a:lnTo>
                    <a:pt x="25057" y="87020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749296" y="3342132"/>
              <a:ext cx="1207135" cy="581025"/>
            </a:xfrm>
            <a:custGeom>
              <a:avLst/>
              <a:gdLst/>
              <a:ahLst/>
              <a:cxnLst/>
              <a:rect l="l" t="t" r="r" b="b"/>
              <a:pathLst>
                <a:path w="1207135" h="581025">
                  <a:moveTo>
                    <a:pt x="1109471" y="580643"/>
                  </a:moveTo>
                  <a:lnTo>
                    <a:pt x="0" y="524256"/>
                  </a:lnTo>
                  <a:lnTo>
                    <a:pt x="97535" y="0"/>
                  </a:lnTo>
                  <a:lnTo>
                    <a:pt x="1207007" y="56387"/>
                  </a:lnTo>
                  <a:lnTo>
                    <a:pt x="1109471" y="5806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743200" y="3336035"/>
              <a:ext cx="1217930" cy="593090"/>
            </a:xfrm>
            <a:custGeom>
              <a:avLst/>
              <a:gdLst/>
              <a:ahLst/>
              <a:cxnLst/>
              <a:rect l="l" t="t" r="r" b="b"/>
              <a:pathLst>
                <a:path w="1217929" h="593089">
                  <a:moveTo>
                    <a:pt x="132340" y="530352"/>
                  </a:moveTo>
                  <a:lnTo>
                    <a:pt x="6096" y="530352"/>
                  </a:lnTo>
                  <a:lnTo>
                    <a:pt x="6096" y="528828"/>
                  </a:lnTo>
                  <a:lnTo>
                    <a:pt x="0" y="527304"/>
                  </a:lnTo>
                  <a:lnTo>
                    <a:pt x="97536" y="6096"/>
                  </a:lnTo>
                  <a:lnTo>
                    <a:pt x="103632" y="0"/>
                  </a:lnTo>
                  <a:lnTo>
                    <a:pt x="103632" y="6096"/>
                  </a:lnTo>
                  <a:lnTo>
                    <a:pt x="223574" y="6096"/>
                  </a:lnTo>
                  <a:lnTo>
                    <a:pt x="343517" y="12191"/>
                  </a:lnTo>
                  <a:lnTo>
                    <a:pt x="108204" y="12191"/>
                  </a:lnTo>
                  <a:lnTo>
                    <a:pt x="13716" y="524256"/>
                  </a:lnTo>
                  <a:lnTo>
                    <a:pt x="132340" y="530352"/>
                  </a:lnTo>
                  <a:close/>
                </a:path>
                <a:path w="1217929" h="593089">
                  <a:moveTo>
                    <a:pt x="223574" y="6096"/>
                  </a:moveTo>
                  <a:lnTo>
                    <a:pt x="103632" y="6096"/>
                  </a:lnTo>
                  <a:lnTo>
                    <a:pt x="103632" y="0"/>
                  </a:lnTo>
                  <a:lnTo>
                    <a:pt x="223574" y="6096"/>
                  </a:lnTo>
                  <a:close/>
                </a:path>
                <a:path w="1217929" h="593089">
                  <a:moveTo>
                    <a:pt x="1121841" y="580644"/>
                  </a:moveTo>
                  <a:lnTo>
                    <a:pt x="1110996" y="580644"/>
                  </a:lnTo>
                  <a:lnTo>
                    <a:pt x="1205484" y="68580"/>
                  </a:lnTo>
                  <a:lnTo>
                    <a:pt x="108204" y="12191"/>
                  </a:lnTo>
                  <a:lnTo>
                    <a:pt x="343517" y="12191"/>
                  </a:lnTo>
                  <a:lnTo>
                    <a:pt x="1213104" y="56387"/>
                  </a:lnTo>
                  <a:lnTo>
                    <a:pt x="1213104" y="64008"/>
                  </a:lnTo>
                  <a:lnTo>
                    <a:pt x="1217676" y="65532"/>
                  </a:lnTo>
                  <a:lnTo>
                    <a:pt x="1121841" y="580644"/>
                  </a:lnTo>
                  <a:close/>
                </a:path>
                <a:path w="1217929" h="593089">
                  <a:moveTo>
                    <a:pt x="1217676" y="65532"/>
                  </a:moveTo>
                  <a:lnTo>
                    <a:pt x="1213104" y="62484"/>
                  </a:lnTo>
                  <a:lnTo>
                    <a:pt x="1213104" y="56387"/>
                  </a:lnTo>
                  <a:lnTo>
                    <a:pt x="1217676" y="65532"/>
                  </a:lnTo>
                  <a:close/>
                </a:path>
                <a:path w="1217929" h="593089">
                  <a:moveTo>
                    <a:pt x="1115568" y="592836"/>
                  </a:moveTo>
                  <a:lnTo>
                    <a:pt x="6096" y="534924"/>
                  </a:lnTo>
                  <a:lnTo>
                    <a:pt x="0" y="527304"/>
                  </a:lnTo>
                  <a:lnTo>
                    <a:pt x="6096" y="530352"/>
                  </a:lnTo>
                  <a:lnTo>
                    <a:pt x="132340" y="530352"/>
                  </a:lnTo>
                  <a:lnTo>
                    <a:pt x="1110996" y="580644"/>
                  </a:lnTo>
                  <a:lnTo>
                    <a:pt x="1121841" y="580644"/>
                  </a:lnTo>
                  <a:lnTo>
                    <a:pt x="1120140" y="589788"/>
                  </a:lnTo>
                  <a:lnTo>
                    <a:pt x="1115568" y="592836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858768" y="3398519"/>
              <a:ext cx="99060" cy="931544"/>
            </a:xfrm>
            <a:custGeom>
              <a:avLst/>
              <a:gdLst/>
              <a:ahLst/>
              <a:cxnLst/>
              <a:rect l="l" t="t" r="r" b="b"/>
              <a:pathLst>
                <a:path w="99060" h="931545">
                  <a:moveTo>
                    <a:pt x="3048" y="931164"/>
                  </a:moveTo>
                  <a:lnTo>
                    <a:pt x="0" y="524256"/>
                  </a:lnTo>
                  <a:lnTo>
                    <a:pt x="97535" y="0"/>
                  </a:lnTo>
                  <a:lnTo>
                    <a:pt x="99059" y="406908"/>
                  </a:lnTo>
                  <a:lnTo>
                    <a:pt x="3048" y="9311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52671" y="3398519"/>
              <a:ext cx="111760" cy="931544"/>
            </a:xfrm>
            <a:custGeom>
              <a:avLst/>
              <a:gdLst/>
              <a:ahLst/>
              <a:cxnLst/>
              <a:rect l="l" t="t" r="r" b="b"/>
              <a:pathLst>
                <a:path w="111760" h="931545">
                  <a:moveTo>
                    <a:pt x="13716" y="931164"/>
                  </a:moveTo>
                  <a:lnTo>
                    <a:pt x="3048" y="931164"/>
                  </a:lnTo>
                  <a:lnTo>
                    <a:pt x="22" y="527304"/>
                  </a:lnTo>
                  <a:lnTo>
                    <a:pt x="0" y="524256"/>
                  </a:lnTo>
                  <a:lnTo>
                    <a:pt x="97536" y="0"/>
                  </a:lnTo>
                  <a:lnTo>
                    <a:pt x="108204" y="0"/>
                  </a:lnTo>
                  <a:lnTo>
                    <a:pt x="108672" y="62484"/>
                  </a:lnTo>
                  <a:lnTo>
                    <a:pt x="97536" y="62484"/>
                  </a:lnTo>
                  <a:lnTo>
                    <a:pt x="10668" y="527304"/>
                  </a:lnTo>
                  <a:lnTo>
                    <a:pt x="13716" y="870204"/>
                  </a:lnTo>
                  <a:lnTo>
                    <a:pt x="25057" y="870204"/>
                  </a:lnTo>
                  <a:lnTo>
                    <a:pt x="13716" y="931164"/>
                  </a:lnTo>
                  <a:close/>
                </a:path>
                <a:path w="111760" h="931545">
                  <a:moveTo>
                    <a:pt x="25057" y="870204"/>
                  </a:moveTo>
                  <a:lnTo>
                    <a:pt x="13716" y="870204"/>
                  </a:lnTo>
                  <a:lnTo>
                    <a:pt x="100584" y="406908"/>
                  </a:lnTo>
                  <a:lnTo>
                    <a:pt x="97536" y="62484"/>
                  </a:lnTo>
                  <a:lnTo>
                    <a:pt x="108672" y="62484"/>
                  </a:lnTo>
                  <a:lnTo>
                    <a:pt x="111252" y="406908"/>
                  </a:lnTo>
                  <a:lnTo>
                    <a:pt x="25057" y="87020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749296" y="3866388"/>
              <a:ext cx="1112520" cy="463550"/>
            </a:xfrm>
            <a:custGeom>
              <a:avLst/>
              <a:gdLst/>
              <a:ahLst/>
              <a:cxnLst/>
              <a:rect l="l" t="t" r="r" b="b"/>
              <a:pathLst>
                <a:path w="1112520" h="463550">
                  <a:moveTo>
                    <a:pt x="1112519" y="463295"/>
                  </a:moveTo>
                  <a:lnTo>
                    <a:pt x="3047" y="403859"/>
                  </a:lnTo>
                  <a:lnTo>
                    <a:pt x="0" y="0"/>
                  </a:lnTo>
                  <a:lnTo>
                    <a:pt x="1109471" y="56387"/>
                  </a:lnTo>
                  <a:lnTo>
                    <a:pt x="1112519" y="4632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743199" y="3860291"/>
              <a:ext cx="1123315" cy="475615"/>
            </a:xfrm>
            <a:custGeom>
              <a:avLst/>
              <a:gdLst/>
              <a:ahLst/>
              <a:cxnLst/>
              <a:rect l="l" t="t" r="r" b="b"/>
              <a:pathLst>
                <a:path w="1123314" h="475614">
                  <a:moveTo>
                    <a:pt x="1118616" y="475488"/>
                  </a:moveTo>
                  <a:lnTo>
                    <a:pt x="9144" y="416052"/>
                  </a:lnTo>
                  <a:lnTo>
                    <a:pt x="10668" y="409956"/>
                  </a:lnTo>
                  <a:lnTo>
                    <a:pt x="3048" y="409956"/>
                  </a:lnTo>
                  <a:lnTo>
                    <a:pt x="46" y="12191"/>
                  </a:lnTo>
                  <a:lnTo>
                    <a:pt x="0" y="6095"/>
                  </a:lnTo>
                  <a:lnTo>
                    <a:pt x="6096" y="0"/>
                  </a:lnTo>
                  <a:lnTo>
                    <a:pt x="239668" y="12191"/>
                  </a:lnTo>
                  <a:lnTo>
                    <a:pt x="12192" y="12191"/>
                  </a:lnTo>
                  <a:lnTo>
                    <a:pt x="18288" y="403860"/>
                  </a:lnTo>
                  <a:lnTo>
                    <a:pt x="130516" y="409956"/>
                  </a:lnTo>
                  <a:lnTo>
                    <a:pt x="9144" y="409956"/>
                  </a:lnTo>
                  <a:lnTo>
                    <a:pt x="9144" y="416052"/>
                  </a:lnTo>
                  <a:lnTo>
                    <a:pt x="242745" y="416052"/>
                  </a:lnTo>
                  <a:lnTo>
                    <a:pt x="1112519" y="463296"/>
                  </a:lnTo>
                  <a:lnTo>
                    <a:pt x="1123142" y="463296"/>
                  </a:lnTo>
                  <a:lnTo>
                    <a:pt x="1123188" y="469392"/>
                  </a:lnTo>
                  <a:lnTo>
                    <a:pt x="1118616" y="475488"/>
                  </a:lnTo>
                  <a:close/>
                </a:path>
                <a:path w="1123314" h="475614">
                  <a:moveTo>
                    <a:pt x="1123142" y="463296"/>
                  </a:moveTo>
                  <a:lnTo>
                    <a:pt x="1112519" y="463296"/>
                  </a:lnTo>
                  <a:lnTo>
                    <a:pt x="1109472" y="68580"/>
                  </a:lnTo>
                  <a:lnTo>
                    <a:pt x="12192" y="12191"/>
                  </a:lnTo>
                  <a:lnTo>
                    <a:pt x="239668" y="12191"/>
                  </a:lnTo>
                  <a:lnTo>
                    <a:pt x="1115568" y="57912"/>
                  </a:lnTo>
                  <a:lnTo>
                    <a:pt x="1115568" y="62484"/>
                  </a:lnTo>
                  <a:lnTo>
                    <a:pt x="1120140" y="62484"/>
                  </a:lnTo>
                  <a:lnTo>
                    <a:pt x="1123142" y="463296"/>
                  </a:lnTo>
                  <a:close/>
                </a:path>
                <a:path w="1123314" h="475614">
                  <a:moveTo>
                    <a:pt x="1120140" y="62484"/>
                  </a:moveTo>
                  <a:lnTo>
                    <a:pt x="1115568" y="62484"/>
                  </a:lnTo>
                  <a:lnTo>
                    <a:pt x="1115568" y="57912"/>
                  </a:lnTo>
                  <a:lnTo>
                    <a:pt x="1120140" y="6248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680972" y="3052572"/>
              <a:ext cx="1384300" cy="1195070"/>
            </a:xfrm>
            <a:custGeom>
              <a:avLst/>
              <a:gdLst/>
              <a:ahLst/>
              <a:cxnLst/>
              <a:rect l="l" t="t" r="r" b="b"/>
              <a:pathLst>
                <a:path w="1384300" h="1195070">
                  <a:moveTo>
                    <a:pt x="140208" y="1194815"/>
                  </a:moveTo>
                  <a:lnTo>
                    <a:pt x="22860" y="1178052"/>
                  </a:lnTo>
                  <a:lnTo>
                    <a:pt x="0" y="0"/>
                  </a:lnTo>
                  <a:lnTo>
                    <a:pt x="1226820" y="62483"/>
                  </a:lnTo>
                  <a:lnTo>
                    <a:pt x="1363980" y="68579"/>
                  </a:lnTo>
                  <a:lnTo>
                    <a:pt x="1286255" y="124968"/>
                  </a:lnTo>
                  <a:lnTo>
                    <a:pt x="1383792" y="222503"/>
                  </a:lnTo>
                  <a:lnTo>
                    <a:pt x="1197864" y="214883"/>
                  </a:lnTo>
                  <a:lnTo>
                    <a:pt x="120396" y="156972"/>
                  </a:lnTo>
                  <a:lnTo>
                    <a:pt x="140208" y="1194815"/>
                  </a:lnTo>
                  <a:close/>
                </a:path>
              </a:pathLst>
            </a:custGeom>
            <a:solidFill>
              <a:srgbClr val="7270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674876" y="3046475"/>
              <a:ext cx="1407160" cy="1207135"/>
            </a:xfrm>
            <a:custGeom>
              <a:avLst/>
              <a:gdLst/>
              <a:ahLst/>
              <a:cxnLst/>
              <a:rect l="l" t="t" r="r" b="b"/>
              <a:pathLst>
                <a:path w="1407160" h="1207135">
                  <a:moveTo>
                    <a:pt x="0" y="9143"/>
                  </a:moveTo>
                  <a:lnTo>
                    <a:pt x="0" y="0"/>
                  </a:lnTo>
                  <a:lnTo>
                    <a:pt x="6096" y="0"/>
                  </a:lnTo>
                  <a:lnTo>
                    <a:pt x="125785" y="6095"/>
                  </a:lnTo>
                  <a:lnTo>
                    <a:pt x="6096" y="6095"/>
                  </a:lnTo>
                  <a:lnTo>
                    <a:pt x="0" y="9143"/>
                  </a:lnTo>
                  <a:close/>
                </a:path>
                <a:path w="1407160" h="1207135">
                  <a:moveTo>
                    <a:pt x="28956" y="1188720"/>
                  </a:moveTo>
                  <a:lnTo>
                    <a:pt x="22860" y="1188720"/>
                  </a:lnTo>
                  <a:lnTo>
                    <a:pt x="22741" y="1178052"/>
                  </a:lnTo>
                  <a:lnTo>
                    <a:pt x="118" y="15239"/>
                  </a:lnTo>
                  <a:lnTo>
                    <a:pt x="0" y="9143"/>
                  </a:lnTo>
                  <a:lnTo>
                    <a:pt x="6096" y="7620"/>
                  </a:lnTo>
                  <a:lnTo>
                    <a:pt x="6096" y="6095"/>
                  </a:lnTo>
                  <a:lnTo>
                    <a:pt x="125785" y="6095"/>
                  </a:lnTo>
                  <a:lnTo>
                    <a:pt x="305320" y="15239"/>
                  </a:lnTo>
                  <a:lnTo>
                    <a:pt x="12192" y="15239"/>
                  </a:lnTo>
                  <a:lnTo>
                    <a:pt x="35052" y="1178052"/>
                  </a:lnTo>
                  <a:lnTo>
                    <a:pt x="77114" y="1184148"/>
                  </a:lnTo>
                  <a:lnTo>
                    <a:pt x="28956" y="1184148"/>
                  </a:lnTo>
                  <a:lnTo>
                    <a:pt x="28956" y="1188720"/>
                  </a:lnTo>
                  <a:close/>
                </a:path>
                <a:path w="1407160" h="1207135">
                  <a:moveTo>
                    <a:pt x="1232916" y="74676"/>
                  </a:moveTo>
                  <a:lnTo>
                    <a:pt x="12192" y="15239"/>
                  </a:lnTo>
                  <a:lnTo>
                    <a:pt x="305320" y="15239"/>
                  </a:lnTo>
                  <a:lnTo>
                    <a:pt x="1232916" y="62483"/>
                  </a:lnTo>
                  <a:lnTo>
                    <a:pt x="1232916" y="74676"/>
                  </a:lnTo>
                  <a:close/>
                </a:path>
                <a:path w="1407160" h="1207135">
                  <a:moveTo>
                    <a:pt x="1289304" y="137160"/>
                  </a:moveTo>
                  <a:lnTo>
                    <a:pt x="1283208" y="131064"/>
                  </a:lnTo>
                  <a:lnTo>
                    <a:pt x="1289304" y="129539"/>
                  </a:lnTo>
                  <a:lnTo>
                    <a:pt x="1356360" y="79247"/>
                  </a:lnTo>
                  <a:lnTo>
                    <a:pt x="1232916" y="74676"/>
                  </a:lnTo>
                  <a:lnTo>
                    <a:pt x="1232916" y="62483"/>
                  </a:lnTo>
                  <a:lnTo>
                    <a:pt x="1370076" y="68580"/>
                  </a:lnTo>
                  <a:lnTo>
                    <a:pt x="1386840" y="71628"/>
                  </a:lnTo>
                  <a:lnTo>
                    <a:pt x="1383284" y="74676"/>
                  </a:lnTo>
                  <a:lnTo>
                    <a:pt x="1370076" y="74676"/>
                  </a:lnTo>
                  <a:lnTo>
                    <a:pt x="1376172" y="80772"/>
                  </a:lnTo>
                  <a:lnTo>
                    <a:pt x="1307200" y="131064"/>
                  </a:lnTo>
                  <a:lnTo>
                    <a:pt x="1292352" y="131064"/>
                  </a:lnTo>
                  <a:lnTo>
                    <a:pt x="1289304" y="137160"/>
                  </a:lnTo>
                  <a:close/>
                </a:path>
                <a:path w="1407160" h="1207135">
                  <a:moveTo>
                    <a:pt x="1376172" y="80772"/>
                  </a:moveTo>
                  <a:lnTo>
                    <a:pt x="1370076" y="74676"/>
                  </a:lnTo>
                  <a:lnTo>
                    <a:pt x="1383284" y="74676"/>
                  </a:lnTo>
                  <a:lnTo>
                    <a:pt x="1376172" y="80772"/>
                  </a:lnTo>
                  <a:close/>
                </a:path>
                <a:path w="1407160" h="1207135">
                  <a:moveTo>
                    <a:pt x="1392885" y="222504"/>
                  </a:moveTo>
                  <a:lnTo>
                    <a:pt x="1374648" y="222504"/>
                  </a:lnTo>
                  <a:lnTo>
                    <a:pt x="1289304" y="137160"/>
                  </a:lnTo>
                  <a:lnTo>
                    <a:pt x="1293876" y="132587"/>
                  </a:lnTo>
                  <a:lnTo>
                    <a:pt x="1292352" y="131064"/>
                  </a:lnTo>
                  <a:lnTo>
                    <a:pt x="1307200" y="131064"/>
                  </a:lnTo>
                  <a:lnTo>
                    <a:pt x="1303020" y="134112"/>
                  </a:lnTo>
                  <a:lnTo>
                    <a:pt x="1392885" y="222504"/>
                  </a:lnTo>
                  <a:close/>
                </a:path>
                <a:path w="1407160" h="1207135">
                  <a:moveTo>
                    <a:pt x="152253" y="1193292"/>
                  </a:moveTo>
                  <a:lnTo>
                    <a:pt x="140208" y="1193292"/>
                  </a:lnTo>
                  <a:lnTo>
                    <a:pt x="120513" y="169164"/>
                  </a:lnTo>
                  <a:lnTo>
                    <a:pt x="120396" y="153924"/>
                  </a:lnTo>
                  <a:lnTo>
                    <a:pt x="126492" y="156972"/>
                  </a:lnTo>
                  <a:lnTo>
                    <a:pt x="126492" y="163068"/>
                  </a:lnTo>
                  <a:lnTo>
                    <a:pt x="240230" y="163068"/>
                  </a:lnTo>
                  <a:lnTo>
                    <a:pt x="353969" y="169164"/>
                  </a:lnTo>
                  <a:lnTo>
                    <a:pt x="132588" y="169164"/>
                  </a:lnTo>
                  <a:lnTo>
                    <a:pt x="151961" y="1178052"/>
                  </a:lnTo>
                  <a:lnTo>
                    <a:pt x="152078" y="1184148"/>
                  </a:lnTo>
                  <a:lnTo>
                    <a:pt x="152165" y="1188720"/>
                  </a:lnTo>
                  <a:lnTo>
                    <a:pt x="152253" y="1193292"/>
                  </a:lnTo>
                  <a:close/>
                </a:path>
                <a:path w="1407160" h="1207135">
                  <a:moveTo>
                    <a:pt x="240230" y="163068"/>
                  </a:moveTo>
                  <a:lnTo>
                    <a:pt x="126492" y="163068"/>
                  </a:lnTo>
                  <a:lnTo>
                    <a:pt x="126492" y="156972"/>
                  </a:lnTo>
                  <a:lnTo>
                    <a:pt x="240230" y="163068"/>
                  </a:lnTo>
                  <a:close/>
                </a:path>
                <a:path w="1407160" h="1207135">
                  <a:moveTo>
                    <a:pt x="1203960" y="225552"/>
                  </a:moveTo>
                  <a:lnTo>
                    <a:pt x="132588" y="169164"/>
                  </a:lnTo>
                  <a:lnTo>
                    <a:pt x="353969" y="169164"/>
                  </a:lnTo>
                  <a:lnTo>
                    <a:pt x="1207008" y="214883"/>
                  </a:lnTo>
                  <a:lnTo>
                    <a:pt x="1203960" y="225552"/>
                  </a:lnTo>
                  <a:close/>
                </a:path>
                <a:path w="1407160" h="1207135">
                  <a:moveTo>
                    <a:pt x="1389888" y="234695"/>
                  </a:moveTo>
                  <a:lnTo>
                    <a:pt x="1386840" y="234695"/>
                  </a:lnTo>
                  <a:lnTo>
                    <a:pt x="1203960" y="225552"/>
                  </a:lnTo>
                  <a:lnTo>
                    <a:pt x="1207008" y="214883"/>
                  </a:lnTo>
                  <a:lnTo>
                    <a:pt x="1374648" y="222504"/>
                  </a:lnTo>
                  <a:lnTo>
                    <a:pt x="1392885" y="222504"/>
                  </a:lnTo>
                  <a:lnTo>
                    <a:pt x="1395984" y="225552"/>
                  </a:lnTo>
                  <a:lnTo>
                    <a:pt x="1401318" y="231647"/>
                  </a:lnTo>
                  <a:lnTo>
                    <a:pt x="1389888" y="231647"/>
                  </a:lnTo>
                  <a:lnTo>
                    <a:pt x="1389888" y="234695"/>
                  </a:lnTo>
                  <a:close/>
                </a:path>
                <a:path w="1407160" h="1207135">
                  <a:moveTo>
                    <a:pt x="1406652" y="237743"/>
                  </a:moveTo>
                  <a:lnTo>
                    <a:pt x="1389888" y="234695"/>
                  </a:lnTo>
                  <a:lnTo>
                    <a:pt x="1389888" y="231647"/>
                  </a:lnTo>
                  <a:lnTo>
                    <a:pt x="1401318" y="231647"/>
                  </a:lnTo>
                  <a:lnTo>
                    <a:pt x="1406652" y="237743"/>
                  </a:lnTo>
                  <a:close/>
                </a:path>
                <a:path w="1407160" h="1207135">
                  <a:moveTo>
                    <a:pt x="143256" y="1207008"/>
                  </a:moveTo>
                  <a:lnTo>
                    <a:pt x="28956" y="1188720"/>
                  </a:lnTo>
                  <a:lnTo>
                    <a:pt x="30480" y="1184148"/>
                  </a:lnTo>
                  <a:lnTo>
                    <a:pt x="77114" y="1184148"/>
                  </a:lnTo>
                  <a:lnTo>
                    <a:pt x="140208" y="1193292"/>
                  </a:lnTo>
                  <a:lnTo>
                    <a:pt x="152253" y="1193292"/>
                  </a:lnTo>
                  <a:lnTo>
                    <a:pt x="152400" y="1200912"/>
                  </a:lnTo>
                  <a:lnTo>
                    <a:pt x="144780" y="1200912"/>
                  </a:lnTo>
                  <a:lnTo>
                    <a:pt x="143256" y="1207008"/>
                  </a:lnTo>
                  <a:close/>
                </a:path>
                <a:path w="1407160" h="1207135">
                  <a:moveTo>
                    <a:pt x="152400" y="1207008"/>
                  </a:moveTo>
                  <a:lnTo>
                    <a:pt x="143256" y="1207008"/>
                  </a:lnTo>
                  <a:lnTo>
                    <a:pt x="146304" y="1200912"/>
                  </a:lnTo>
                  <a:lnTo>
                    <a:pt x="152400" y="1200912"/>
                  </a:lnTo>
                  <a:lnTo>
                    <a:pt x="152400" y="120700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51432" y="2261616"/>
              <a:ext cx="4945380" cy="1054735"/>
            </a:xfrm>
            <a:custGeom>
              <a:avLst/>
              <a:gdLst/>
              <a:ahLst/>
              <a:cxnLst/>
              <a:rect l="l" t="t" r="r" b="b"/>
              <a:pathLst>
                <a:path w="4945380" h="1054735">
                  <a:moveTo>
                    <a:pt x="4681728" y="1054608"/>
                  </a:moveTo>
                  <a:lnTo>
                    <a:pt x="0" y="801624"/>
                  </a:lnTo>
                  <a:lnTo>
                    <a:pt x="266700" y="0"/>
                  </a:lnTo>
                  <a:lnTo>
                    <a:pt x="4945380" y="251459"/>
                  </a:lnTo>
                  <a:lnTo>
                    <a:pt x="4681728" y="105460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543812" y="2255519"/>
              <a:ext cx="4953000" cy="1065530"/>
            </a:xfrm>
            <a:custGeom>
              <a:avLst/>
              <a:gdLst/>
              <a:ahLst/>
              <a:cxnLst/>
              <a:rect l="l" t="t" r="r" b="b"/>
              <a:pathLst>
                <a:path w="4953000" h="1065529">
                  <a:moveTo>
                    <a:pt x="387742" y="6095"/>
                  </a:moveTo>
                  <a:lnTo>
                    <a:pt x="274320" y="6095"/>
                  </a:lnTo>
                  <a:lnTo>
                    <a:pt x="268224" y="3047"/>
                  </a:lnTo>
                  <a:lnTo>
                    <a:pt x="271272" y="0"/>
                  </a:lnTo>
                  <a:lnTo>
                    <a:pt x="274320" y="0"/>
                  </a:lnTo>
                  <a:lnTo>
                    <a:pt x="387742" y="6095"/>
                  </a:lnTo>
                  <a:close/>
                </a:path>
                <a:path w="4953000" h="1065529">
                  <a:moveTo>
                    <a:pt x="7620" y="813816"/>
                  </a:moveTo>
                  <a:lnTo>
                    <a:pt x="0" y="813816"/>
                  </a:lnTo>
                  <a:lnTo>
                    <a:pt x="3048" y="807720"/>
                  </a:lnTo>
                  <a:lnTo>
                    <a:pt x="268224" y="3047"/>
                  </a:lnTo>
                  <a:lnTo>
                    <a:pt x="274320" y="6095"/>
                  </a:lnTo>
                  <a:lnTo>
                    <a:pt x="387742" y="6095"/>
                  </a:lnTo>
                  <a:lnTo>
                    <a:pt x="501164" y="12191"/>
                  </a:lnTo>
                  <a:lnTo>
                    <a:pt x="278892" y="12191"/>
                  </a:lnTo>
                  <a:lnTo>
                    <a:pt x="16764" y="803148"/>
                  </a:lnTo>
                  <a:lnTo>
                    <a:pt x="130038" y="809244"/>
                  </a:lnTo>
                  <a:lnTo>
                    <a:pt x="7620" y="809244"/>
                  </a:lnTo>
                  <a:lnTo>
                    <a:pt x="7620" y="813816"/>
                  </a:lnTo>
                  <a:close/>
                </a:path>
                <a:path w="4953000" h="1065529">
                  <a:moveTo>
                    <a:pt x="4953000" y="263652"/>
                  </a:moveTo>
                  <a:lnTo>
                    <a:pt x="278892" y="12191"/>
                  </a:lnTo>
                  <a:lnTo>
                    <a:pt x="501164" y="12191"/>
                  </a:lnTo>
                  <a:lnTo>
                    <a:pt x="4953000" y="251460"/>
                  </a:lnTo>
                  <a:lnTo>
                    <a:pt x="4953000" y="263652"/>
                  </a:lnTo>
                  <a:close/>
                </a:path>
                <a:path w="4953000" h="1065529">
                  <a:moveTo>
                    <a:pt x="4686300" y="1065276"/>
                  </a:moveTo>
                  <a:lnTo>
                    <a:pt x="7620" y="813816"/>
                  </a:lnTo>
                  <a:lnTo>
                    <a:pt x="7620" y="809244"/>
                  </a:lnTo>
                  <a:lnTo>
                    <a:pt x="130038" y="809244"/>
                  </a:lnTo>
                  <a:lnTo>
                    <a:pt x="4689348" y="1054608"/>
                  </a:lnTo>
                  <a:lnTo>
                    <a:pt x="4686300" y="1065276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804416" y="3206508"/>
              <a:ext cx="59690" cy="1051560"/>
            </a:xfrm>
            <a:custGeom>
              <a:avLst/>
              <a:gdLst/>
              <a:ahLst/>
              <a:cxnLst/>
              <a:rect l="l" t="t" r="r" b="b"/>
              <a:pathLst>
                <a:path w="59689" h="1051560">
                  <a:moveTo>
                    <a:pt x="59436" y="15240"/>
                  </a:moveTo>
                  <a:lnTo>
                    <a:pt x="54864" y="15240"/>
                  </a:lnTo>
                  <a:lnTo>
                    <a:pt x="54864" y="19812"/>
                  </a:lnTo>
                  <a:lnTo>
                    <a:pt x="53441" y="19507"/>
                  </a:lnTo>
                  <a:lnTo>
                    <a:pt x="54356" y="16764"/>
                  </a:lnTo>
                  <a:lnTo>
                    <a:pt x="54864" y="15240"/>
                  </a:lnTo>
                  <a:lnTo>
                    <a:pt x="6096" y="3048"/>
                  </a:lnTo>
                  <a:lnTo>
                    <a:pt x="0" y="0"/>
                  </a:lnTo>
                  <a:lnTo>
                    <a:pt x="114" y="25908"/>
                  </a:lnTo>
                  <a:lnTo>
                    <a:pt x="7620" y="1028700"/>
                  </a:lnTo>
                  <a:lnTo>
                    <a:pt x="7620" y="1051560"/>
                  </a:lnTo>
                  <a:lnTo>
                    <a:pt x="19812" y="1031748"/>
                  </a:lnTo>
                  <a:lnTo>
                    <a:pt x="21361" y="1028700"/>
                  </a:lnTo>
                  <a:lnTo>
                    <a:pt x="33807" y="1004316"/>
                  </a:lnTo>
                  <a:lnTo>
                    <a:pt x="56388" y="960120"/>
                  </a:lnTo>
                  <a:lnTo>
                    <a:pt x="56388" y="957072"/>
                  </a:lnTo>
                  <a:lnTo>
                    <a:pt x="56388" y="954024"/>
                  </a:lnTo>
                  <a:lnTo>
                    <a:pt x="59436" y="19812"/>
                  </a:lnTo>
                  <a:lnTo>
                    <a:pt x="59436" y="15240"/>
                  </a:lnTo>
                  <a:close/>
                </a:path>
              </a:pathLst>
            </a:custGeom>
            <a:solidFill>
              <a:srgbClr val="38343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3156" y="1438655"/>
              <a:ext cx="716279" cy="1243584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926079" y="1014494"/>
            <a:ext cx="3436620" cy="13957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latin typeface="Arial"/>
                <a:cs typeface="Arial"/>
              </a:rPr>
              <a:t>1.1</a:t>
            </a:r>
            <a:r>
              <a:rPr dirty="0" sz="1100" spc="7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Normally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Closed</a:t>
            </a:r>
            <a:r>
              <a:rPr dirty="0" sz="1100" spc="7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Contact</a:t>
            </a:r>
            <a:r>
              <a:rPr dirty="0" sz="1100" spc="6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in</a:t>
            </a:r>
            <a:r>
              <a:rPr dirty="0" sz="1100" spc="7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Series</a:t>
            </a:r>
            <a:r>
              <a:rPr dirty="0" sz="1100" spc="9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Connection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100">
              <a:latin typeface="Arial"/>
              <a:cs typeface="Arial"/>
            </a:endParaRPr>
          </a:p>
          <a:p>
            <a:pPr algn="r" marR="394970">
              <a:lnSpc>
                <a:spcPct val="100000"/>
              </a:lnSpc>
            </a:pP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Y0</a:t>
            </a:r>
            <a:endParaRPr sz="950">
              <a:latin typeface="Arial"/>
              <a:cs typeface="Arial"/>
            </a:endParaRPr>
          </a:p>
          <a:p>
            <a:pPr algn="r" marL="2682240" marR="573405" indent="19685">
              <a:lnSpc>
                <a:spcPct val="207399"/>
              </a:lnSpc>
              <a:spcBef>
                <a:spcPts val="755"/>
              </a:spcBef>
            </a:pP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X1 X0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2068067" y="1985772"/>
            <a:ext cx="4208145" cy="2359660"/>
            <a:chOff x="2068067" y="1985772"/>
            <a:chExt cx="4208145" cy="2359660"/>
          </a:xfrm>
        </p:grpSpPr>
        <p:sp>
          <p:nvSpPr>
            <p:cNvPr id="25" name="object 25" descr=""/>
            <p:cNvSpPr/>
            <p:nvPr/>
          </p:nvSpPr>
          <p:spPr>
            <a:xfrm>
              <a:off x="2074163" y="2404872"/>
              <a:ext cx="203200" cy="62865"/>
            </a:xfrm>
            <a:custGeom>
              <a:avLst/>
              <a:gdLst/>
              <a:ahLst/>
              <a:cxnLst/>
              <a:rect l="l" t="t" r="r" b="b"/>
              <a:pathLst>
                <a:path w="203200" h="62864">
                  <a:moveTo>
                    <a:pt x="182880" y="62483"/>
                  </a:moveTo>
                  <a:lnTo>
                    <a:pt x="19812" y="62483"/>
                  </a:lnTo>
                  <a:lnTo>
                    <a:pt x="10668" y="59435"/>
                  </a:lnTo>
                  <a:lnTo>
                    <a:pt x="4572" y="56387"/>
                  </a:lnTo>
                  <a:lnTo>
                    <a:pt x="1524" y="51815"/>
                  </a:lnTo>
                  <a:lnTo>
                    <a:pt x="0" y="45719"/>
                  </a:lnTo>
                  <a:lnTo>
                    <a:pt x="0" y="13715"/>
                  </a:lnTo>
                  <a:lnTo>
                    <a:pt x="1524" y="7619"/>
                  </a:lnTo>
                  <a:lnTo>
                    <a:pt x="4572" y="4571"/>
                  </a:lnTo>
                  <a:lnTo>
                    <a:pt x="10668" y="0"/>
                  </a:lnTo>
                  <a:lnTo>
                    <a:pt x="190500" y="0"/>
                  </a:lnTo>
                  <a:lnTo>
                    <a:pt x="196595" y="4571"/>
                  </a:lnTo>
                  <a:lnTo>
                    <a:pt x="199643" y="7619"/>
                  </a:lnTo>
                  <a:lnTo>
                    <a:pt x="202692" y="13715"/>
                  </a:lnTo>
                  <a:lnTo>
                    <a:pt x="202692" y="45719"/>
                  </a:lnTo>
                  <a:lnTo>
                    <a:pt x="199643" y="51815"/>
                  </a:lnTo>
                  <a:lnTo>
                    <a:pt x="196595" y="56387"/>
                  </a:lnTo>
                  <a:lnTo>
                    <a:pt x="190500" y="59435"/>
                  </a:lnTo>
                  <a:lnTo>
                    <a:pt x="182880" y="624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068067" y="2398775"/>
              <a:ext cx="215265" cy="74930"/>
            </a:xfrm>
            <a:custGeom>
              <a:avLst/>
              <a:gdLst/>
              <a:ahLst/>
              <a:cxnLst/>
              <a:rect l="l" t="t" r="r" b="b"/>
              <a:pathLst>
                <a:path w="215264" h="74930">
                  <a:moveTo>
                    <a:pt x="188976" y="74676"/>
                  </a:moveTo>
                  <a:lnTo>
                    <a:pt x="25908" y="74676"/>
                  </a:lnTo>
                  <a:lnTo>
                    <a:pt x="13716" y="71628"/>
                  </a:lnTo>
                  <a:lnTo>
                    <a:pt x="7620" y="68580"/>
                  </a:lnTo>
                  <a:lnTo>
                    <a:pt x="3048" y="59436"/>
                  </a:lnTo>
                  <a:lnTo>
                    <a:pt x="0" y="51816"/>
                  </a:lnTo>
                  <a:lnTo>
                    <a:pt x="0" y="19812"/>
                  </a:lnTo>
                  <a:lnTo>
                    <a:pt x="3048" y="10668"/>
                  </a:lnTo>
                  <a:lnTo>
                    <a:pt x="13716" y="0"/>
                  </a:lnTo>
                  <a:lnTo>
                    <a:pt x="22860" y="0"/>
                  </a:lnTo>
                  <a:lnTo>
                    <a:pt x="22860" y="10668"/>
                  </a:lnTo>
                  <a:lnTo>
                    <a:pt x="19812" y="10668"/>
                  </a:lnTo>
                  <a:lnTo>
                    <a:pt x="13716" y="13716"/>
                  </a:lnTo>
                  <a:lnTo>
                    <a:pt x="13716" y="16764"/>
                  </a:lnTo>
                  <a:lnTo>
                    <a:pt x="10668" y="19812"/>
                  </a:lnTo>
                  <a:lnTo>
                    <a:pt x="10668" y="51816"/>
                  </a:lnTo>
                  <a:lnTo>
                    <a:pt x="13716" y="54864"/>
                  </a:lnTo>
                  <a:lnTo>
                    <a:pt x="13716" y="59436"/>
                  </a:lnTo>
                  <a:lnTo>
                    <a:pt x="19812" y="59436"/>
                  </a:lnTo>
                  <a:lnTo>
                    <a:pt x="25908" y="62484"/>
                  </a:lnTo>
                  <a:lnTo>
                    <a:pt x="199644" y="62484"/>
                  </a:lnTo>
                  <a:lnTo>
                    <a:pt x="205739" y="68580"/>
                  </a:lnTo>
                  <a:lnTo>
                    <a:pt x="199644" y="71628"/>
                  </a:lnTo>
                  <a:lnTo>
                    <a:pt x="188976" y="74676"/>
                  </a:lnTo>
                  <a:close/>
                </a:path>
                <a:path w="215264" h="74930">
                  <a:moveTo>
                    <a:pt x="188976" y="10668"/>
                  </a:moveTo>
                  <a:lnTo>
                    <a:pt x="22860" y="10668"/>
                  </a:lnTo>
                  <a:lnTo>
                    <a:pt x="22860" y="0"/>
                  </a:lnTo>
                  <a:lnTo>
                    <a:pt x="188976" y="0"/>
                  </a:lnTo>
                  <a:lnTo>
                    <a:pt x="188976" y="10668"/>
                  </a:lnTo>
                  <a:close/>
                </a:path>
                <a:path w="215264" h="74930">
                  <a:moveTo>
                    <a:pt x="196596" y="13716"/>
                  </a:moveTo>
                  <a:lnTo>
                    <a:pt x="195072" y="10668"/>
                  </a:lnTo>
                  <a:lnTo>
                    <a:pt x="200253" y="10668"/>
                  </a:lnTo>
                  <a:lnTo>
                    <a:pt x="196596" y="13716"/>
                  </a:lnTo>
                  <a:close/>
                </a:path>
                <a:path w="215264" h="74930">
                  <a:moveTo>
                    <a:pt x="205739" y="68580"/>
                  </a:moveTo>
                  <a:lnTo>
                    <a:pt x="196596" y="59436"/>
                  </a:lnTo>
                  <a:lnTo>
                    <a:pt x="199644" y="54864"/>
                  </a:lnTo>
                  <a:lnTo>
                    <a:pt x="202691" y="51816"/>
                  </a:lnTo>
                  <a:lnTo>
                    <a:pt x="202691" y="19812"/>
                  </a:lnTo>
                  <a:lnTo>
                    <a:pt x="196596" y="13716"/>
                  </a:lnTo>
                  <a:lnTo>
                    <a:pt x="200253" y="10668"/>
                  </a:lnTo>
                  <a:lnTo>
                    <a:pt x="211836" y="10668"/>
                  </a:lnTo>
                  <a:lnTo>
                    <a:pt x="214884" y="19812"/>
                  </a:lnTo>
                  <a:lnTo>
                    <a:pt x="214884" y="51816"/>
                  </a:lnTo>
                  <a:lnTo>
                    <a:pt x="211836" y="59436"/>
                  </a:lnTo>
                  <a:lnTo>
                    <a:pt x="205739" y="68580"/>
                  </a:lnTo>
                  <a:close/>
                </a:path>
                <a:path w="215264" h="74930">
                  <a:moveTo>
                    <a:pt x="199644" y="62484"/>
                  </a:moveTo>
                  <a:lnTo>
                    <a:pt x="188976" y="62484"/>
                  </a:lnTo>
                  <a:lnTo>
                    <a:pt x="195072" y="59436"/>
                  </a:lnTo>
                  <a:lnTo>
                    <a:pt x="196596" y="59436"/>
                  </a:lnTo>
                  <a:lnTo>
                    <a:pt x="199644" y="6248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074163" y="2464308"/>
              <a:ext cx="203200" cy="64135"/>
            </a:xfrm>
            <a:custGeom>
              <a:avLst/>
              <a:gdLst/>
              <a:ahLst/>
              <a:cxnLst/>
              <a:rect l="l" t="t" r="r" b="b"/>
              <a:pathLst>
                <a:path w="203200" h="64135">
                  <a:moveTo>
                    <a:pt x="190499" y="64007"/>
                  </a:moveTo>
                  <a:lnTo>
                    <a:pt x="185927" y="64007"/>
                  </a:lnTo>
                  <a:lnTo>
                    <a:pt x="10667" y="64007"/>
                  </a:lnTo>
                  <a:lnTo>
                    <a:pt x="4571" y="60959"/>
                  </a:lnTo>
                  <a:lnTo>
                    <a:pt x="1523" y="54863"/>
                  </a:lnTo>
                  <a:lnTo>
                    <a:pt x="0" y="48767"/>
                  </a:lnTo>
                  <a:lnTo>
                    <a:pt x="0" y="15239"/>
                  </a:lnTo>
                  <a:lnTo>
                    <a:pt x="1523" y="9143"/>
                  </a:lnTo>
                  <a:lnTo>
                    <a:pt x="4571" y="6095"/>
                  </a:lnTo>
                  <a:lnTo>
                    <a:pt x="16763" y="0"/>
                  </a:lnTo>
                  <a:lnTo>
                    <a:pt x="185927" y="0"/>
                  </a:lnTo>
                  <a:lnTo>
                    <a:pt x="190499" y="3047"/>
                  </a:lnTo>
                  <a:lnTo>
                    <a:pt x="196595" y="6095"/>
                  </a:lnTo>
                  <a:lnTo>
                    <a:pt x="199643" y="9143"/>
                  </a:lnTo>
                  <a:lnTo>
                    <a:pt x="202691" y="15239"/>
                  </a:lnTo>
                  <a:lnTo>
                    <a:pt x="202691" y="48767"/>
                  </a:lnTo>
                  <a:lnTo>
                    <a:pt x="196595" y="60959"/>
                  </a:lnTo>
                  <a:lnTo>
                    <a:pt x="190499" y="640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068067" y="2458212"/>
              <a:ext cx="215265" cy="74930"/>
            </a:xfrm>
            <a:custGeom>
              <a:avLst/>
              <a:gdLst/>
              <a:ahLst/>
              <a:cxnLst/>
              <a:rect l="l" t="t" r="r" b="b"/>
              <a:pathLst>
                <a:path w="215264" h="74930">
                  <a:moveTo>
                    <a:pt x="199644" y="74676"/>
                  </a:moveTo>
                  <a:lnTo>
                    <a:pt x="13716" y="74676"/>
                  </a:lnTo>
                  <a:lnTo>
                    <a:pt x="7619" y="70104"/>
                  </a:lnTo>
                  <a:lnTo>
                    <a:pt x="3048" y="64008"/>
                  </a:lnTo>
                  <a:lnTo>
                    <a:pt x="0" y="54864"/>
                  </a:lnTo>
                  <a:lnTo>
                    <a:pt x="0" y="21336"/>
                  </a:lnTo>
                  <a:lnTo>
                    <a:pt x="7619" y="6096"/>
                  </a:lnTo>
                  <a:lnTo>
                    <a:pt x="13716" y="3048"/>
                  </a:lnTo>
                  <a:lnTo>
                    <a:pt x="22860" y="0"/>
                  </a:lnTo>
                  <a:lnTo>
                    <a:pt x="192024" y="0"/>
                  </a:lnTo>
                  <a:lnTo>
                    <a:pt x="192024" y="12192"/>
                  </a:lnTo>
                  <a:lnTo>
                    <a:pt x="22860" y="12192"/>
                  </a:lnTo>
                  <a:lnTo>
                    <a:pt x="19812" y="15240"/>
                  </a:lnTo>
                  <a:lnTo>
                    <a:pt x="13716" y="15240"/>
                  </a:lnTo>
                  <a:lnTo>
                    <a:pt x="13716" y="18288"/>
                  </a:lnTo>
                  <a:lnTo>
                    <a:pt x="10667" y="21336"/>
                  </a:lnTo>
                  <a:lnTo>
                    <a:pt x="10667" y="54864"/>
                  </a:lnTo>
                  <a:lnTo>
                    <a:pt x="13716" y="57912"/>
                  </a:lnTo>
                  <a:lnTo>
                    <a:pt x="13716" y="60960"/>
                  </a:lnTo>
                  <a:lnTo>
                    <a:pt x="19812" y="64008"/>
                  </a:lnTo>
                  <a:lnTo>
                    <a:pt x="201676" y="64008"/>
                  </a:lnTo>
                  <a:lnTo>
                    <a:pt x="205740" y="70104"/>
                  </a:lnTo>
                  <a:lnTo>
                    <a:pt x="199644" y="74676"/>
                  </a:lnTo>
                  <a:close/>
                </a:path>
                <a:path w="215264" h="74930">
                  <a:moveTo>
                    <a:pt x="199644" y="15240"/>
                  </a:moveTo>
                  <a:lnTo>
                    <a:pt x="195072" y="15240"/>
                  </a:lnTo>
                  <a:lnTo>
                    <a:pt x="192024" y="12192"/>
                  </a:lnTo>
                  <a:lnTo>
                    <a:pt x="201676" y="12192"/>
                  </a:lnTo>
                  <a:lnTo>
                    <a:pt x="199644" y="15240"/>
                  </a:lnTo>
                  <a:close/>
                </a:path>
                <a:path w="215264" h="74930">
                  <a:moveTo>
                    <a:pt x="205740" y="70104"/>
                  </a:moveTo>
                  <a:lnTo>
                    <a:pt x="199644" y="60960"/>
                  </a:lnTo>
                  <a:lnTo>
                    <a:pt x="199644" y="57912"/>
                  </a:lnTo>
                  <a:lnTo>
                    <a:pt x="202692" y="54864"/>
                  </a:lnTo>
                  <a:lnTo>
                    <a:pt x="202692" y="21336"/>
                  </a:lnTo>
                  <a:lnTo>
                    <a:pt x="199644" y="18288"/>
                  </a:lnTo>
                  <a:lnTo>
                    <a:pt x="199644" y="15240"/>
                  </a:lnTo>
                  <a:lnTo>
                    <a:pt x="201676" y="12192"/>
                  </a:lnTo>
                  <a:lnTo>
                    <a:pt x="209804" y="12192"/>
                  </a:lnTo>
                  <a:lnTo>
                    <a:pt x="211836" y="15240"/>
                  </a:lnTo>
                  <a:lnTo>
                    <a:pt x="214884" y="21336"/>
                  </a:lnTo>
                  <a:lnTo>
                    <a:pt x="214884" y="54864"/>
                  </a:lnTo>
                  <a:lnTo>
                    <a:pt x="211836" y="64008"/>
                  </a:lnTo>
                  <a:lnTo>
                    <a:pt x="205740" y="70104"/>
                  </a:lnTo>
                  <a:close/>
                </a:path>
                <a:path w="215264" h="74930">
                  <a:moveTo>
                    <a:pt x="201676" y="64008"/>
                  </a:moveTo>
                  <a:lnTo>
                    <a:pt x="195072" y="64008"/>
                  </a:lnTo>
                  <a:lnTo>
                    <a:pt x="199644" y="60960"/>
                  </a:lnTo>
                  <a:lnTo>
                    <a:pt x="201676" y="6400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074163" y="2528316"/>
              <a:ext cx="203200" cy="62865"/>
            </a:xfrm>
            <a:custGeom>
              <a:avLst/>
              <a:gdLst/>
              <a:ahLst/>
              <a:cxnLst/>
              <a:rect l="l" t="t" r="r" b="b"/>
              <a:pathLst>
                <a:path w="203200" h="62864">
                  <a:moveTo>
                    <a:pt x="188976" y="62483"/>
                  </a:moveTo>
                  <a:lnTo>
                    <a:pt x="13716" y="62483"/>
                  </a:lnTo>
                  <a:lnTo>
                    <a:pt x="7620" y="59435"/>
                  </a:lnTo>
                  <a:lnTo>
                    <a:pt x="1524" y="53339"/>
                  </a:lnTo>
                  <a:lnTo>
                    <a:pt x="0" y="50291"/>
                  </a:lnTo>
                  <a:lnTo>
                    <a:pt x="0" y="10667"/>
                  </a:lnTo>
                  <a:lnTo>
                    <a:pt x="1524" y="4571"/>
                  </a:lnTo>
                  <a:lnTo>
                    <a:pt x="4572" y="1523"/>
                  </a:lnTo>
                  <a:lnTo>
                    <a:pt x="7620" y="0"/>
                  </a:lnTo>
                  <a:lnTo>
                    <a:pt x="193547" y="0"/>
                  </a:lnTo>
                  <a:lnTo>
                    <a:pt x="196596" y="1523"/>
                  </a:lnTo>
                  <a:lnTo>
                    <a:pt x="199644" y="4571"/>
                  </a:lnTo>
                  <a:lnTo>
                    <a:pt x="202692" y="10667"/>
                  </a:lnTo>
                  <a:lnTo>
                    <a:pt x="202692" y="50291"/>
                  </a:lnTo>
                  <a:lnTo>
                    <a:pt x="193547" y="59435"/>
                  </a:lnTo>
                  <a:lnTo>
                    <a:pt x="188976" y="624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068067" y="2522220"/>
              <a:ext cx="215265" cy="74930"/>
            </a:xfrm>
            <a:custGeom>
              <a:avLst/>
              <a:gdLst/>
              <a:ahLst/>
              <a:cxnLst/>
              <a:rect l="l" t="t" r="r" b="b"/>
              <a:pathLst>
                <a:path w="215264" h="74930">
                  <a:moveTo>
                    <a:pt x="195072" y="74676"/>
                  </a:moveTo>
                  <a:lnTo>
                    <a:pt x="19812" y="74676"/>
                  </a:lnTo>
                  <a:lnTo>
                    <a:pt x="10668" y="71628"/>
                  </a:lnTo>
                  <a:lnTo>
                    <a:pt x="6096" y="68580"/>
                  </a:lnTo>
                  <a:lnTo>
                    <a:pt x="0" y="56388"/>
                  </a:lnTo>
                  <a:lnTo>
                    <a:pt x="0" y="16764"/>
                  </a:lnTo>
                  <a:lnTo>
                    <a:pt x="3048" y="10668"/>
                  </a:lnTo>
                  <a:lnTo>
                    <a:pt x="6096" y="6096"/>
                  </a:lnTo>
                  <a:lnTo>
                    <a:pt x="10668" y="0"/>
                  </a:lnTo>
                  <a:lnTo>
                    <a:pt x="195072" y="0"/>
                  </a:lnTo>
                  <a:lnTo>
                    <a:pt x="195072" y="10668"/>
                  </a:lnTo>
                  <a:lnTo>
                    <a:pt x="16764" y="10668"/>
                  </a:lnTo>
                  <a:lnTo>
                    <a:pt x="13716" y="13716"/>
                  </a:lnTo>
                  <a:lnTo>
                    <a:pt x="10668" y="13716"/>
                  </a:lnTo>
                  <a:lnTo>
                    <a:pt x="10668" y="56388"/>
                  </a:lnTo>
                  <a:lnTo>
                    <a:pt x="13716" y="59436"/>
                  </a:lnTo>
                  <a:lnTo>
                    <a:pt x="16764" y="59436"/>
                  </a:lnTo>
                  <a:lnTo>
                    <a:pt x="19812" y="62484"/>
                  </a:lnTo>
                  <a:lnTo>
                    <a:pt x="202691" y="62484"/>
                  </a:lnTo>
                  <a:lnTo>
                    <a:pt x="208788" y="68580"/>
                  </a:lnTo>
                  <a:lnTo>
                    <a:pt x="202692" y="71628"/>
                  </a:lnTo>
                  <a:lnTo>
                    <a:pt x="195072" y="74676"/>
                  </a:lnTo>
                  <a:close/>
                </a:path>
                <a:path w="215264" h="74930">
                  <a:moveTo>
                    <a:pt x="199643" y="13716"/>
                  </a:moveTo>
                  <a:lnTo>
                    <a:pt x="196595" y="10668"/>
                  </a:lnTo>
                  <a:lnTo>
                    <a:pt x="203301" y="10668"/>
                  </a:lnTo>
                  <a:lnTo>
                    <a:pt x="199643" y="13716"/>
                  </a:lnTo>
                  <a:close/>
                </a:path>
                <a:path w="215264" h="74930">
                  <a:moveTo>
                    <a:pt x="208788" y="68580"/>
                  </a:moveTo>
                  <a:lnTo>
                    <a:pt x="199643" y="59436"/>
                  </a:lnTo>
                  <a:lnTo>
                    <a:pt x="199643" y="56388"/>
                  </a:lnTo>
                  <a:lnTo>
                    <a:pt x="202692" y="56388"/>
                  </a:lnTo>
                  <a:lnTo>
                    <a:pt x="202692" y="16764"/>
                  </a:lnTo>
                  <a:lnTo>
                    <a:pt x="199643" y="13716"/>
                  </a:lnTo>
                  <a:lnTo>
                    <a:pt x="203301" y="10668"/>
                  </a:lnTo>
                  <a:lnTo>
                    <a:pt x="211836" y="10668"/>
                  </a:lnTo>
                  <a:lnTo>
                    <a:pt x="214884" y="16764"/>
                  </a:lnTo>
                  <a:lnTo>
                    <a:pt x="214884" y="56388"/>
                  </a:lnTo>
                  <a:lnTo>
                    <a:pt x="208788" y="68580"/>
                  </a:lnTo>
                  <a:close/>
                </a:path>
                <a:path w="215264" h="74930">
                  <a:moveTo>
                    <a:pt x="202691" y="62484"/>
                  </a:moveTo>
                  <a:lnTo>
                    <a:pt x="195072" y="62484"/>
                  </a:lnTo>
                  <a:lnTo>
                    <a:pt x="196595" y="59436"/>
                  </a:lnTo>
                  <a:lnTo>
                    <a:pt x="199643" y="59436"/>
                  </a:lnTo>
                  <a:lnTo>
                    <a:pt x="202691" y="6248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074164" y="2590800"/>
              <a:ext cx="203200" cy="100965"/>
            </a:xfrm>
            <a:custGeom>
              <a:avLst/>
              <a:gdLst/>
              <a:ahLst/>
              <a:cxnLst/>
              <a:rect l="l" t="t" r="r" b="b"/>
              <a:pathLst>
                <a:path w="203200" h="100964">
                  <a:moveTo>
                    <a:pt x="193547" y="100583"/>
                  </a:moveTo>
                  <a:lnTo>
                    <a:pt x="188975" y="100583"/>
                  </a:lnTo>
                  <a:lnTo>
                    <a:pt x="7619" y="100583"/>
                  </a:lnTo>
                  <a:lnTo>
                    <a:pt x="1523" y="88391"/>
                  </a:lnTo>
                  <a:lnTo>
                    <a:pt x="0" y="80771"/>
                  </a:lnTo>
                  <a:lnTo>
                    <a:pt x="0" y="19811"/>
                  </a:lnTo>
                  <a:lnTo>
                    <a:pt x="1523" y="10667"/>
                  </a:lnTo>
                  <a:lnTo>
                    <a:pt x="4571" y="6095"/>
                  </a:lnTo>
                  <a:lnTo>
                    <a:pt x="7619" y="0"/>
                  </a:lnTo>
                  <a:lnTo>
                    <a:pt x="193547" y="0"/>
                  </a:lnTo>
                  <a:lnTo>
                    <a:pt x="196595" y="6095"/>
                  </a:lnTo>
                  <a:lnTo>
                    <a:pt x="199643" y="10667"/>
                  </a:lnTo>
                  <a:lnTo>
                    <a:pt x="202691" y="19811"/>
                  </a:lnTo>
                  <a:lnTo>
                    <a:pt x="202691" y="80771"/>
                  </a:lnTo>
                  <a:lnTo>
                    <a:pt x="199643" y="88391"/>
                  </a:lnTo>
                  <a:lnTo>
                    <a:pt x="193547" y="1005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068067" y="2584703"/>
              <a:ext cx="215265" cy="114300"/>
            </a:xfrm>
            <a:custGeom>
              <a:avLst/>
              <a:gdLst/>
              <a:ahLst/>
              <a:cxnLst/>
              <a:rect l="l" t="t" r="r" b="b"/>
              <a:pathLst>
                <a:path w="215264" h="114300">
                  <a:moveTo>
                    <a:pt x="195072" y="114300"/>
                  </a:moveTo>
                  <a:lnTo>
                    <a:pt x="19812" y="114300"/>
                  </a:lnTo>
                  <a:lnTo>
                    <a:pt x="10668" y="112776"/>
                  </a:lnTo>
                  <a:lnTo>
                    <a:pt x="6096" y="106680"/>
                  </a:lnTo>
                  <a:lnTo>
                    <a:pt x="3048" y="97536"/>
                  </a:lnTo>
                  <a:lnTo>
                    <a:pt x="0" y="86868"/>
                  </a:lnTo>
                  <a:lnTo>
                    <a:pt x="0" y="25908"/>
                  </a:lnTo>
                  <a:lnTo>
                    <a:pt x="3048" y="16764"/>
                  </a:lnTo>
                  <a:lnTo>
                    <a:pt x="6096" y="9144"/>
                  </a:lnTo>
                  <a:lnTo>
                    <a:pt x="10668" y="3048"/>
                  </a:lnTo>
                  <a:lnTo>
                    <a:pt x="19812" y="0"/>
                  </a:lnTo>
                  <a:lnTo>
                    <a:pt x="195072" y="0"/>
                  </a:lnTo>
                  <a:lnTo>
                    <a:pt x="195072" y="12192"/>
                  </a:lnTo>
                  <a:lnTo>
                    <a:pt x="10668" y="12192"/>
                  </a:lnTo>
                  <a:lnTo>
                    <a:pt x="13716" y="15240"/>
                  </a:lnTo>
                  <a:lnTo>
                    <a:pt x="13716" y="19812"/>
                  </a:lnTo>
                  <a:lnTo>
                    <a:pt x="10668" y="25908"/>
                  </a:lnTo>
                  <a:lnTo>
                    <a:pt x="10668" y="86868"/>
                  </a:lnTo>
                  <a:lnTo>
                    <a:pt x="13716" y="91440"/>
                  </a:lnTo>
                  <a:lnTo>
                    <a:pt x="13716" y="97536"/>
                  </a:lnTo>
                  <a:lnTo>
                    <a:pt x="16764" y="100584"/>
                  </a:lnTo>
                  <a:lnTo>
                    <a:pt x="200659" y="100584"/>
                  </a:lnTo>
                  <a:lnTo>
                    <a:pt x="208788" y="106680"/>
                  </a:lnTo>
                  <a:lnTo>
                    <a:pt x="202692" y="112776"/>
                  </a:lnTo>
                  <a:lnTo>
                    <a:pt x="195072" y="114300"/>
                  </a:lnTo>
                  <a:close/>
                </a:path>
                <a:path w="215264" h="114300">
                  <a:moveTo>
                    <a:pt x="13716" y="15240"/>
                  </a:moveTo>
                  <a:lnTo>
                    <a:pt x="10668" y="12192"/>
                  </a:lnTo>
                  <a:lnTo>
                    <a:pt x="16764" y="12192"/>
                  </a:lnTo>
                  <a:lnTo>
                    <a:pt x="13716" y="15240"/>
                  </a:lnTo>
                  <a:close/>
                </a:path>
                <a:path w="215264" h="114300">
                  <a:moveTo>
                    <a:pt x="196595" y="15240"/>
                  </a:moveTo>
                  <a:lnTo>
                    <a:pt x="13716" y="15240"/>
                  </a:lnTo>
                  <a:lnTo>
                    <a:pt x="16764" y="12192"/>
                  </a:lnTo>
                  <a:lnTo>
                    <a:pt x="196595" y="12192"/>
                  </a:lnTo>
                  <a:lnTo>
                    <a:pt x="196595" y="15240"/>
                  </a:lnTo>
                  <a:close/>
                </a:path>
                <a:path w="215264" h="114300">
                  <a:moveTo>
                    <a:pt x="196595" y="15240"/>
                  </a:moveTo>
                  <a:lnTo>
                    <a:pt x="196595" y="12192"/>
                  </a:lnTo>
                  <a:lnTo>
                    <a:pt x="202692" y="12192"/>
                  </a:lnTo>
                  <a:lnTo>
                    <a:pt x="196595" y="15240"/>
                  </a:lnTo>
                  <a:close/>
                </a:path>
                <a:path w="215264" h="114300">
                  <a:moveTo>
                    <a:pt x="210820" y="100584"/>
                  </a:moveTo>
                  <a:lnTo>
                    <a:pt x="202692" y="100584"/>
                  </a:lnTo>
                  <a:lnTo>
                    <a:pt x="196595" y="97536"/>
                  </a:lnTo>
                  <a:lnTo>
                    <a:pt x="199643" y="91440"/>
                  </a:lnTo>
                  <a:lnTo>
                    <a:pt x="202692" y="86868"/>
                  </a:lnTo>
                  <a:lnTo>
                    <a:pt x="202692" y="25908"/>
                  </a:lnTo>
                  <a:lnTo>
                    <a:pt x="199643" y="19812"/>
                  </a:lnTo>
                  <a:lnTo>
                    <a:pt x="196595" y="15240"/>
                  </a:lnTo>
                  <a:lnTo>
                    <a:pt x="202692" y="12192"/>
                  </a:lnTo>
                  <a:lnTo>
                    <a:pt x="210007" y="12192"/>
                  </a:lnTo>
                  <a:lnTo>
                    <a:pt x="211836" y="16764"/>
                  </a:lnTo>
                  <a:lnTo>
                    <a:pt x="214884" y="25908"/>
                  </a:lnTo>
                  <a:lnTo>
                    <a:pt x="214884" y="86868"/>
                  </a:lnTo>
                  <a:lnTo>
                    <a:pt x="211836" y="97536"/>
                  </a:lnTo>
                  <a:lnTo>
                    <a:pt x="210820" y="100584"/>
                  </a:lnTo>
                  <a:close/>
                </a:path>
                <a:path w="215264" h="114300">
                  <a:moveTo>
                    <a:pt x="200659" y="100584"/>
                  </a:moveTo>
                  <a:lnTo>
                    <a:pt x="196595" y="100584"/>
                  </a:lnTo>
                  <a:lnTo>
                    <a:pt x="196595" y="97536"/>
                  </a:lnTo>
                  <a:lnTo>
                    <a:pt x="200659" y="100584"/>
                  </a:lnTo>
                  <a:close/>
                </a:path>
                <a:path w="215264" h="114300">
                  <a:moveTo>
                    <a:pt x="208788" y="106680"/>
                  </a:moveTo>
                  <a:lnTo>
                    <a:pt x="196595" y="97536"/>
                  </a:lnTo>
                  <a:lnTo>
                    <a:pt x="202692" y="100584"/>
                  </a:lnTo>
                  <a:lnTo>
                    <a:pt x="210820" y="100584"/>
                  </a:lnTo>
                  <a:lnTo>
                    <a:pt x="208788" y="10668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074163" y="2212847"/>
              <a:ext cx="203200" cy="192405"/>
            </a:xfrm>
            <a:custGeom>
              <a:avLst/>
              <a:gdLst/>
              <a:ahLst/>
              <a:cxnLst/>
              <a:rect l="l" t="t" r="r" b="b"/>
              <a:pathLst>
                <a:path w="203200" h="192405">
                  <a:moveTo>
                    <a:pt x="188976" y="192024"/>
                  </a:moveTo>
                  <a:lnTo>
                    <a:pt x="13716" y="192024"/>
                  </a:lnTo>
                  <a:lnTo>
                    <a:pt x="7620" y="188976"/>
                  </a:lnTo>
                  <a:lnTo>
                    <a:pt x="4572" y="179832"/>
                  </a:lnTo>
                  <a:lnTo>
                    <a:pt x="1524" y="169164"/>
                  </a:lnTo>
                  <a:lnTo>
                    <a:pt x="0" y="153924"/>
                  </a:lnTo>
                  <a:lnTo>
                    <a:pt x="0" y="36576"/>
                  </a:lnTo>
                  <a:lnTo>
                    <a:pt x="1524" y="22860"/>
                  </a:lnTo>
                  <a:lnTo>
                    <a:pt x="4572" y="10667"/>
                  </a:lnTo>
                  <a:lnTo>
                    <a:pt x="7620" y="3048"/>
                  </a:lnTo>
                  <a:lnTo>
                    <a:pt x="13716" y="0"/>
                  </a:lnTo>
                  <a:lnTo>
                    <a:pt x="188976" y="0"/>
                  </a:lnTo>
                  <a:lnTo>
                    <a:pt x="193547" y="3048"/>
                  </a:lnTo>
                  <a:lnTo>
                    <a:pt x="196596" y="10667"/>
                  </a:lnTo>
                  <a:lnTo>
                    <a:pt x="199644" y="22860"/>
                  </a:lnTo>
                  <a:lnTo>
                    <a:pt x="202692" y="36576"/>
                  </a:lnTo>
                  <a:lnTo>
                    <a:pt x="202692" y="153924"/>
                  </a:lnTo>
                  <a:lnTo>
                    <a:pt x="199644" y="169164"/>
                  </a:lnTo>
                  <a:lnTo>
                    <a:pt x="196596" y="179832"/>
                  </a:lnTo>
                  <a:lnTo>
                    <a:pt x="193547" y="188976"/>
                  </a:lnTo>
                  <a:lnTo>
                    <a:pt x="188976" y="192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068068" y="1985771"/>
              <a:ext cx="215265" cy="424180"/>
            </a:xfrm>
            <a:custGeom>
              <a:avLst/>
              <a:gdLst/>
              <a:ahLst/>
              <a:cxnLst/>
              <a:rect l="l" t="t" r="r" b="b"/>
              <a:pathLst>
                <a:path w="215264" h="424180">
                  <a:moveTo>
                    <a:pt x="214884" y="263664"/>
                  </a:moveTo>
                  <a:lnTo>
                    <a:pt x="211836" y="249948"/>
                  </a:lnTo>
                  <a:lnTo>
                    <a:pt x="208788" y="234708"/>
                  </a:lnTo>
                  <a:lnTo>
                    <a:pt x="207772" y="233184"/>
                  </a:lnTo>
                  <a:lnTo>
                    <a:pt x="202692" y="233184"/>
                  </a:lnTo>
                  <a:lnTo>
                    <a:pt x="202692" y="263664"/>
                  </a:lnTo>
                  <a:lnTo>
                    <a:pt x="202692" y="381012"/>
                  </a:lnTo>
                  <a:lnTo>
                    <a:pt x="199644" y="396252"/>
                  </a:lnTo>
                  <a:lnTo>
                    <a:pt x="196596" y="403872"/>
                  </a:lnTo>
                  <a:lnTo>
                    <a:pt x="196596" y="409968"/>
                  </a:lnTo>
                  <a:lnTo>
                    <a:pt x="195072" y="413016"/>
                  </a:lnTo>
                  <a:lnTo>
                    <a:pt x="19812" y="413016"/>
                  </a:lnTo>
                  <a:lnTo>
                    <a:pt x="16764" y="409968"/>
                  </a:lnTo>
                  <a:lnTo>
                    <a:pt x="16764" y="403872"/>
                  </a:lnTo>
                  <a:lnTo>
                    <a:pt x="13716" y="396252"/>
                  </a:lnTo>
                  <a:lnTo>
                    <a:pt x="10668" y="381012"/>
                  </a:lnTo>
                  <a:lnTo>
                    <a:pt x="10668" y="263664"/>
                  </a:lnTo>
                  <a:lnTo>
                    <a:pt x="13716" y="249948"/>
                  </a:lnTo>
                  <a:lnTo>
                    <a:pt x="16764" y="240804"/>
                  </a:lnTo>
                  <a:lnTo>
                    <a:pt x="16764" y="234708"/>
                  </a:lnTo>
                  <a:lnTo>
                    <a:pt x="19812" y="233184"/>
                  </a:lnTo>
                  <a:lnTo>
                    <a:pt x="195072" y="233184"/>
                  </a:lnTo>
                  <a:lnTo>
                    <a:pt x="196596" y="234708"/>
                  </a:lnTo>
                  <a:lnTo>
                    <a:pt x="196596" y="240804"/>
                  </a:lnTo>
                  <a:lnTo>
                    <a:pt x="199644" y="249948"/>
                  </a:lnTo>
                  <a:lnTo>
                    <a:pt x="202692" y="263664"/>
                  </a:lnTo>
                  <a:lnTo>
                    <a:pt x="202692" y="233184"/>
                  </a:lnTo>
                  <a:lnTo>
                    <a:pt x="199644" y="233184"/>
                  </a:lnTo>
                  <a:lnTo>
                    <a:pt x="205740" y="227088"/>
                  </a:lnTo>
                  <a:lnTo>
                    <a:pt x="208788" y="224040"/>
                  </a:lnTo>
                  <a:lnTo>
                    <a:pt x="211836" y="220992"/>
                  </a:lnTo>
                  <a:lnTo>
                    <a:pt x="211836" y="208800"/>
                  </a:lnTo>
                  <a:lnTo>
                    <a:pt x="208788" y="195084"/>
                  </a:lnTo>
                  <a:lnTo>
                    <a:pt x="199644" y="172224"/>
                  </a:lnTo>
                  <a:lnTo>
                    <a:pt x="199644" y="208800"/>
                  </a:lnTo>
                  <a:lnTo>
                    <a:pt x="199644" y="217944"/>
                  </a:lnTo>
                  <a:lnTo>
                    <a:pt x="196596" y="220992"/>
                  </a:lnTo>
                  <a:lnTo>
                    <a:pt x="195072" y="220992"/>
                  </a:lnTo>
                  <a:lnTo>
                    <a:pt x="19812" y="220992"/>
                  </a:lnTo>
                  <a:lnTo>
                    <a:pt x="16764" y="220992"/>
                  </a:lnTo>
                  <a:lnTo>
                    <a:pt x="13716" y="217944"/>
                  </a:lnTo>
                  <a:lnTo>
                    <a:pt x="13716" y="208800"/>
                  </a:lnTo>
                  <a:lnTo>
                    <a:pt x="22860" y="185940"/>
                  </a:lnTo>
                  <a:lnTo>
                    <a:pt x="45720" y="140220"/>
                  </a:lnTo>
                  <a:lnTo>
                    <a:pt x="71628" y="114312"/>
                  </a:lnTo>
                  <a:lnTo>
                    <a:pt x="143256" y="114312"/>
                  </a:lnTo>
                  <a:lnTo>
                    <a:pt x="146304" y="114312"/>
                  </a:lnTo>
                  <a:lnTo>
                    <a:pt x="149352" y="117360"/>
                  </a:lnTo>
                  <a:lnTo>
                    <a:pt x="153924" y="120408"/>
                  </a:lnTo>
                  <a:lnTo>
                    <a:pt x="160020" y="126504"/>
                  </a:lnTo>
                  <a:lnTo>
                    <a:pt x="163068" y="135648"/>
                  </a:lnTo>
                  <a:lnTo>
                    <a:pt x="176784" y="155460"/>
                  </a:lnTo>
                  <a:lnTo>
                    <a:pt x="188976" y="178320"/>
                  </a:lnTo>
                  <a:lnTo>
                    <a:pt x="196596" y="198132"/>
                  </a:lnTo>
                  <a:lnTo>
                    <a:pt x="199644" y="208800"/>
                  </a:lnTo>
                  <a:lnTo>
                    <a:pt x="199644" y="172224"/>
                  </a:lnTo>
                  <a:lnTo>
                    <a:pt x="188976" y="149364"/>
                  </a:lnTo>
                  <a:lnTo>
                    <a:pt x="173736" y="126504"/>
                  </a:lnTo>
                  <a:lnTo>
                    <a:pt x="169164" y="117360"/>
                  </a:lnTo>
                  <a:lnTo>
                    <a:pt x="163068" y="112788"/>
                  </a:lnTo>
                  <a:lnTo>
                    <a:pt x="149352" y="103644"/>
                  </a:lnTo>
                  <a:lnTo>
                    <a:pt x="143256" y="103644"/>
                  </a:lnTo>
                  <a:lnTo>
                    <a:pt x="143243" y="45720"/>
                  </a:lnTo>
                  <a:lnTo>
                    <a:pt x="143256" y="27432"/>
                  </a:lnTo>
                  <a:lnTo>
                    <a:pt x="143256" y="12192"/>
                  </a:lnTo>
                  <a:lnTo>
                    <a:pt x="131064" y="12192"/>
                  </a:lnTo>
                  <a:lnTo>
                    <a:pt x="131064" y="27432"/>
                  </a:lnTo>
                  <a:lnTo>
                    <a:pt x="131064" y="41148"/>
                  </a:lnTo>
                  <a:lnTo>
                    <a:pt x="131064" y="45720"/>
                  </a:lnTo>
                  <a:lnTo>
                    <a:pt x="131051" y="51816"/>
                  </a:lnTo>
                  <a:lnTo>
                    <a:pt x="131051" y="97536"/>
                  </a:lnTo>
                  <a:lnTo>
                    <a:pt x="82283" y="97536"/>
                  </a:lnTo>
                  <a:lnTo>
                    <a:pt x="82283" y="51816"/>
                  </a:lnTo>
                  <a:lnTo>
                    <a:pt x="131051" y="51816"/>
                  </a:lnTo>
                  <a:lnTo>
                    <a:pt x="131051" y="45720"/>
                  </a:lnTo>
                  <a:lnTo>
                    <a:pt x="128003" y="45720"/>
                  </a:lnTo>
                  <a:lnTo>
                    <a:pt x="128003" y="38100"/>
                  </a:lnTo>
                  <a:lnTo>
                    <a:pt x="131064" y="41148"/>
                  </a:lnTo>
                  <a:lnTo>
                    <a:pt x="131064" y="27432"/>
                  </a:lnTo>
                  <a:lnTo>
                    <a:pt x="128016" y="25908"/>
                  </a:lnTo>
                  <a:lnTo>
                    <a:pt x="82296" y="25908"/>
                  </a:lnTo>
                  <a:lnTo>
                    <a:pt x="85344" y="32004"/>
                  </a:lnTo>
                  <a:lnTo>
                    <a:pt x="85344" y="38100"/>
                  </a:lnTo>
                  <a:lnTo>
                    <a:pt x="82296" y="25908"/>
                  </a:lnTo>
                  <a:lnTo>
                    <a:pt x="82296" y="12192"/>
                  </a:lnTo>
                  <a:lnTo>
                    <a:pt x="128016" y="12192"/>
                  </a:lnTo>
                  <a:lnTo>
                    <a:pt x="128016" y="6096"/>
                  </a:lnTo>
                  <a:lnTo>
                    <a:pt x="140208" y="6096"/>
                  </a:lnTo>
                  <a:lnTo>
                    <a:pt x="134112" y="0"/>
                  </a:lnTo>
                  <a:lnTo>
                    <a:pt x="128016" y="0"/>
                  </a:lnTo>
                  <a:lnTo>
                    <a:pt x="77724" y="0"/>
                  </a:lnTo>
                  <a:lnTo>
                    <a:pt x="71628" y="12192"/>
                  </a:lnTo>
                  <a:lnTo>
                    <a:pt x="71628" y="45707"/>
                  </a:lnTo>
                  <a:lnTo>
                    <a:pt x="71615" y="103632"/>
                  </a:lnTo>
                  <a:lnTo>
                    <a:pt x="68580" y="103644"/>
                  </a:lnTo>
                  <a:lnTo>
                    <a:pt x="56388" y="109740"/>
                  </a:lnTo>
                  <a:lnTo>
                    <a:pt x="45720" y="120408"/>
                  </a:lnTo>
                  <a:lnTo>
                    <a:pt x="36576" y="135648"/>
                  </a:lnTo>
                  <a:lnTo>
                    <a:pt x="25908" y="149364"/>
                  </a:lnTo>
                  <a:lnTo>
                    <a:pt x="10668" y="184416"/>
                  </a:lnTo>
                  <a:lnTo>
                    <a:pt x="3048" y="208800"/>
                  </a:lnTo>
                  <a:lnTo>
                    <a:pt x="3048" y="224040"/>
                  </a:lnTo>
                  <a:lnTo>
                    <a:pt x="7620" y="230136"/>
                  </a:lnTo>
                  <a:lnTo>
                    <a:pt x="6096" y="234708"/>
                  </a:lnTo>
                  <a:lnTo>
                    <a:pt x="0" y="249948"/>
                  </a:lnTo>
                  <a:lnTo>
                    <a:pt x="0" y="396252"/>
                  </a:lnTo>
                  <a:lnTo>
                    <a:pt x="6096" y="409968"/>
                  </a:lnTo>
                  <a:lnTo>
                    <a:pt x="7620" y="416064"/>
                  </a:lnTo>
                  <a:lnTo>
                    <a:pt x="10668" y="422160"/>
                  </a:lnTo>
                  <a:lnTo>
                    <a:pt x="13716" y="423684"/>
                  </a:lnTo>
                  <a:lnTo>
                    <a:pt x="199644" y="423684"/>
                  </a:lnTo>
                  <a:lnTo>
                    <a:pt x="202692" y="422160"/>
                  </a:lnTo>
                  <a:lnTo>
                    <a:pt x="207264" y="413016"/>
                  </a:lnTo>
                  <a:lnTo>
                    <a:pt x="208788" y="409968"/>
                  </a:lnTo>
                  <a:lnTo>
                    <a:pt x="211836" y="396252"/>
                  </a:lnTo>
                  <a:lnTo>
                    <a:pt x="214884" y="381012"/>
                  </a:lnTo>
                  <a:lnTo>
                    <a:pt x="214884" y="26366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4322063" y="2548127"/>
              <a:ext cx="201295" cy="62865"/>
            </a:xfrm>
            <a:custGeom>
              <a:avLst/>
              <a:gdLst/>
              <a:ahLst/>
              <a:cxnLst/>
              <a:rect l="l" t="t" r="r" b="b"/>
              <a:pathLst>
                <a:path w="201295" h="62864">
                  <a:moveTo>
                    <a:pt x="182880" y="62483"/>
                  </a:moveTo>
                  <a:lnTo>
                    <a:pt x="16763" y="62483"/>
                  </a:lnTo>
                  <a:lnTo>
                    <a:pt x="9143" y="59435"/>
                  </a:lnTo>
                  <a:lnTo>
                    <a:pt x="3047" y="56387"/>
                  </a:lnTo>
                  <a:lnTo>
                    <a:pt x="0" y="51815"/>
                  </a:lnTo>
                  <a:lnTo>
                    <a:pt x="0" y="7619"/>
                  </a:lnTo>
                  <a:lnTo>
                    <a:pt x="3047" y="3047"/>
                  </a:lnTo>
                  <a:lnTo>
                    <a:pt x="9143" y="0"/>
                  </a:lnTo>
                  <a:lnTo>
                    <a:pt x="188975" y="0"/>
                  </a:lnTo>
                  <a:lnTo>
                    <a:pt x="195071" y="3047"/>
                  </a:lnTo>
                  <a:lnTo>
                    <a:pt x="201168" y="7619"/>
                  </a:lnTo>
                  <a:lnTo>
                    <a:pt x="201168" y="51815"/>
                  </a:lnTo>
                  <a:lnTo>
                    <a:pt x="195071" y="56387"/>
                  </a:lnTo>
                  <a:lnTo>
                    <a:pt x="182880" y="624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315967" y="2542032"/>
              <a:ext cx="212090" cy="74930"/>
            </a:xfrm>
            <a:custGeom>
              <a:avLst/>
              <a:gdLst/>
              <a:ahLst/>
              <a:cxnLst/>
              <a:rect l="l" t="t" r="r" b="b"/>
              <a:pathLst>
                <a:path w="212089" h="74930">
                  <a:moveTo>
                    <a:pt x="188976" y="74676"/>
                  </a:moveTo>
                  <a:lnTo>
                    <a:pt x="22860" y="74676"/>
                  </a:lnTo>
                  <a:lnTo>
                    <a:pt x="15240" y="71628"/>
                  </a:lnTo>
                  <a:lnTo>
                    <a:pt x="6096" y="65532"/>
                  </a:lnTo>
                  <a:lnTo>
                    <a:pt x="0" y="59436"/>
                  </a:lnTo>
                  <a:lnTo>
                    <a:pt x="0" y="12192"/>
                  </a:lnTo>
                  <a:lnTo>
                    <a:pt x="6096" y="6096"/>
                  </a:lnTo>
                  <a:lnTo>
                    <a:pt x="15240" y="0"/>
                  </a:lnTo>
                  <a:lnTo>
                    <a:pt x="188976" y="0"/>
                  </a:lnTo>
                  <a:lnTo>
                    <a:pt x="188976" y="12192"/>
                  </a:lnTo>
                  <a:lnTo>
                    <a:pt x="18288" y="12192"/>
                  </a:lnTo>
                  <a:lnTo>
                    <a:pt x="15240" y="13716"/>
                  </a:lnTo>
                  <a:lnTo>
                    <a:pt x="12192" y="16764"/>
                  </a:lnTo>
                  <a:lnTo>
                    <a:pt x="12192" y="54864"/>
                  </a:lnTo>
                  <a:lnTo>
                    <a:pt x="15240" y="57912"/>
                  </a:lnTo>
                  <a:lnTo>
                    <a:pt x="18288" y="59436"/>
                  </a:lnTo>
                  <a:lnTo>
                    <a:pt x="199948" y="59436"/>
                  </a:lnTo>
                  <a:lnTo>
                    <a:pt x="207264" y="65532"/>
                  </a:lnTo>
                  <a:lnTo>
                    <a:pt x="198120" y="71628"/>
                  </a:lnTo>
                  <a:lnTo>
                    <a:pt x="188976" y="74676"/>
                  </a:lnTo>
                  <a:close/>
                </a:path>
                <a:path w="212089" h="74930">
                  <a:moveTo>
                    <a:pt x="198120" y="13716"/>
                  </a:moveTo>
                  <a:lnTo>
                    <a:pt x="195072" y="12192"/>
                  </a:lnTo>
                  <a:lnTo>
                    <a:pt x="199948" y="12192"/>
                  </a:lnTo>
                  <a:lnTo>
                    <a:pt x="198120" y="13716"/>
                  </a:lnTo>
                  <a:close/>
                </a:path>
                <a:path w="212089" h="74930">
                  <a:moveTo>
                    <a:pt x="207264" y="65532"/>
                  </a:moveTo>
                  <a:lnTo>
                    <a:pt x="198120" y="57912"/>
                  </a:lnTo>
                  <a:lnTo>
                    <a:pt x="201167" y="54864"/>
                  </a:lnTo>
                  <a:lnTo>
                    <a:pt x="201167" y="16764"/>
                  </a:lnTo>
                  <a:lnTo>
                    <a:pt x="198120" y="13716"/>
                  </a:lnTo>
                  <a:lnTo>
                    <a:pt x="199948" y="12192"/>
                  </a:lnTo>
                  <a:lnTo>
                    <a:pt x="211836" y="12192"/>
                  </a:lnTo>
                  <a:lnTo>
                    <a:pt x="211836" y="59436"/>
                  </a:lnTo>
                  <a:lnTo>
                    <a:pt x="207264" y="65532"/>
                  </a:lnTo>
                  <a:close/>
                </a:path>
                <a:path w="212089" h="74930">
                  <a:moveTo>
                    <a:pt x="199948" y="59436"/>
                  </a:moveTo>
                  <a:lnTo>
                    <a:pt x="195072" y="59436"/>
                  </a:lnTo>
                  <a:lnTo>
                    <a:pt x="198120" y="57912"/>
                  </a:lnTo>
                  <a:lnTo>
                    <a:pt x="199948" y="59436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322063" y="2607564"/>
              <a:ext cx="201295" cy="64135"/>
            </a:xfrm>
            <a:custGeom>
              <a:avLst/>
              <a:gdLst/>
              <a:ahLst/>
              <a:cxnLst/>
              <a:rect l="l" t="t" r="r" b="b"/>
              <a:pathLst>
                <a:path w="201295" h="64135">
                  <a:moveTo>
                    <a:pt x="192024" y="64007"/>
                  </a:moveTo>
                  <a:lnTo>
                    <a:pt x="182880" y="64007"/>
                  </a:lnTo>
                  <a:lnTo>
                    <a:pt x="9144" y="64007"/>
                  </a:lnTo>
                  <a:lnTo>
                    <a:pt x="0" y="54863"/>
                  </a:lnTo>
                  <a:lnTo>
                    <a:pt x="0" y="9143"/>
                  </a:lnTo>
                  <a:lnTo>
                    <a:pt x="3048" y="6095"/>
                  </a:lnTo>
                  <a:lnTo>
                    <a:pt x="9144" y="3047"/>
                  </a:lnTo>
                  <a:lnTo>
                    <a:pt x="16764" y="0"/>
                  </a:lnTo>
                  <a:lnTo>
                    <a:pt x="182880" y="0"/>
                  </a:lnTo>
                  <a:lnTo>
                    <a:pt x="192024" y="3047"/>
                  </a:lnTo>
                  <a:lnTo>
                    <a:pt x="195072" y="6095"/>
                  </a:lnTo>
                  <a:lnTo>
                    <a:pt x="201168" y="9143"/>
                  </a:lnTo>
                  <a:lnTo>
                    <a:pt x="201168" y="54863"/>
                  </a:lnTo>
                  <a:lnTo>
                    <a:pt x="195072" y="57911"/>
                  </a:lnTo>
                  <a:lnTo>
                    <a:pt x="192024" y="640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315967" y="2601467"/>
              <a:ext cx="212090" cy="74930"/>
            </a:xfrm>
            <a:custGeom>
              <a:avLst/>
              <a:gdLst/>
              <a:ahLst/>
              <a:cxnLst/>
              <a:rect l="l" t="t" r="r" b="b"/>
              <a:pathLst>
                <a:path w="212089" h="74930">
                  <a:moveTo>
                    <a:pt x="188976" y="74676"/>
                  </a:moveTo>
                  <a:lnTo>
                    <a:pt x="22860" y="74676"/>
                  </a:lnTo>
                  <a:lnTo>
                    <a:pt x="12192" y="71628"/>
                  </a:lnTo>
                  <a:lnTo>
                    <a:pt x="6096" y="70104"/>
                  </a:lnTo>
                  <a:lnTo>
                    <a:pt x="0" y="64008"/>
                  </a:lnTo>
                  <a:lnTo>
                    <a:pt x="0" y="12192"/>
                  </a:lnTo>
                  <a:lnTo>
                    <a:pt x="6096" y="6096"/>
                  </a:lnTo>
                  <a:lnTo>
                    <a:pt x="12192" y="3048"/>
                  </a:lnTo>
                  <a:lnTo>
                    <a:pt x="22860" y="0"/>
                  </a:lnTo>
                  <a:lnTo>
                    <a:pt x="188976" y="0"/>
                  </a:lnTo>
                  <a:lnTo>
                    <a:pt x="188976" y="12192"/>
                  </a:lnTo>
                  <a:lnTo>
                    <a:pt x="18288" y="12192"/>
                  </a:lnTo>
                  <a:lnTo>
                    <a:pt x="12192" y="18288"/>
                  </a:lnTo>
                  <a:lnTo>
                    <a:pt x="12192" y="57912"/>
                  </a:lnTo>
                  <a:lnTo>
                    <a:pt x="18288" y="64008"/>
                  </a:lnTo>
                  <a:lnTo>
                    <a:pt x="201168" y="64008"/>
                  </a:lnTo>
                  <a:lnTo>
                    <a:pt x="207264" y="70104"/>
                  </a:lnTo>
                  <a:lnTo>
                    <a:pt x="198120" y="71628"/>
                  </a:lnTo>
                  <a:lnTo>
                    <a:pt x="188976" y="74676"/>
                  </a:lnTo>
                  <a:close/>
                </a:path>
                <a:path w="212089" h="74930">
                  <a:moveTo>
                    <a:pt x="198120" y="15240"/>
                  </a:moveTo>
                  <a:lnTo>
                    <a:pt x="195072" y="12192"/>
                  </a:lnTo>
                  <a:lnTo>
                    <a:pt x="201168" y="12192"/>
                  </a:lnTo>
                  <a:lnTo>
                    <a:pt x="198120" y="15240"/>
                  </a:lnTo>
                  <a:close/>
                </a:path>
                <a:path w="212089" h="74930">
                  <a:moveTo>
                    <a:pt x="207264" y="70104"/>
                  </a:moveTo>
                  <a:lnTo>
                    <a:pt x="198120" y="60960"/>
                  </a:lnTo>
                  <a:lnTo>
                    <a:pt x="201167" y="57912"/>
                  </a:lnTo>
                  <a:lnTo>
                    <a:pt x="201167" y="18288"/>
                  </a:lnTo>
                  <a:lnTo>
                    <a:pt x="198120" y="15240"/>
                  </a:lnTo>
                  <a:lnTo>
                    <a:pt x="201168" y="12192"/>
                  </a:lnTo>
                  <a:lnTo>
                    <a:pt x="211836" y="12192"/>
                  </a:lnTo>
                  <a:lnTo>
                    <a:pt x="211836" y="64008"/>
                  </a:lnTo>
                  <a:lnTo>
                    <a:pt x="207264" y="70104"/>
                  </a:lnTo>
                  <a:close/>
                </a:path>
                <a:path w="212089" h="74930">
                  <a:moveTo>
                    <a:pt x="201168" y="64008"/>
                  </a:moveTo>
                  <a:lnTo>
                    <a:pt x="195072" y="64008"/>
                  </a:lnTo>
                  <a:lnTo>
                    <a:pt x="198120" y="60960"/>
                  </a:lnTo>
                  <a:lnTo>
                    <a:pt x="201168" y="6400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322064" y="2671572"/>
              <a:ext cx="201295" cy="62865"/>
            </a:xfrm>
            <a:custGeom>
              <a:avLst/>
              <a:gdLst/>
              <a:ahLst/>
              <a:cxnLst/>
              <a:rect l="l" t="t" r="r" b="b"/>
              <a:pathLst>
                <a:path w="201295" h="62864">
                  <a:moveTo>
                    <a:pt x="185927" y="62483"/>
                  </a:moveTo>
                  <a:lnTo>
                    <a:pt x="12191" y="62483"/>
                  </a:lnTo>
                  <a:lnTo>
                    <a:pt x="9143" y="59435"/>
                  </a:lnTo>
                  <a:lnTo>
                    <a:pt x="3047" y="56387"/>
                  </a:lnTo>
                  <a:lnTo>
                    <a:pt x="0" y="53339"/>
                  </a:lnTo>
                  <a:lnTo>
                    <a:pt x="0" y="4571"/>
                  </a:lnTo>
                  <a:lnTo>
                    <a:pt x="3047" y="1523"/>
                  </a:lnTo>
                  <a:lnTo>
                    <a:pt x="9143" y="0"/>
                  </a:lnTo>
                  <a:lnTo>
                    <a:pt x="192023" y="0"/>
                  </a:lnTo>
                  <a:lnTo>
                    <a:pt x="198119" y="1523"/>
                  </a:lnTo>
                  <a:lnTo>
                    <a:pt x="201167" y="4571"/>
                  </a:lnTo>
                  <a:lnTo>
                    <a:pt x="201167" y="53339"/>
                  </a:lnTo>
                  <a:lnTo>
                    <a:pt x="198119" y="56387"/>
                  </a:lnTo>
                  <a:lnTo>
                    <a:pt x="185927" y="624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315968" y="2665475"/>
              <a:ext cx="212090" cy="74930"/>
            </a:xfrm>
            <a:custGeom>
              <a:avLst/>
              <a:gdLst/>
              <a:ahLst/>
              <a:cxnLst/>
              <a:rect l="l" t="t" r="r" b="b"/>
              <a:pathLst>
                <a:path w="212089" h="74930">
                  <a:moveTo>
                    <a:pt x="192024" y="74676"/>
                  </a:moveTo>
                  <a:lnTo>
                    <a:pt x="18288" y="74676"/>
                  </a:lnTo>
                  <a:lnTo>
                    <a:pt x="6096" y="68580"/>
                  </a:lnTo>
                  <a:lnTo>
                    <a:pt x="0" y="62484"/>
                  </a:lnTo>
                  <a:lnTo>
                    <a:pt x="0" y="7620"/>
                  </a:lnTo>
                  <a:lnTo>
                    <a:pt x="6096" y="3048"/>
                  </a:lnTo>
                  <a:lnTo>
                    <a:pt x="12192" y="0"/>
                  </a:lnTo>
                  <a:lnTo>
                    <a:pt x="192024" y="0"/>
                  </a:lnTo>
                  <a:lnTo>
                    <a:pt x="192024" y="10668"/>
                  </a:lnTo>
                  <a:lnTo>
                    <a:pt x="15240" y="10668"/>
                  </a:lnTo>
                  <a:lnTo>
                    <a:pt x="12192" y="13716"/>
                  </a:lnTo>
                  <a:lnTo>
                    <a:pt x="12192" y="59436"/>
                  </a:lnTo>
                  <a:lnTo>
                    <a:pt x="198119" y="59436"/>
                  </a:lnTo>
                  <a:lnTo>
                    <a:pt x="207264" y="68580"/>
                  </a:lnTo>
                  <a:lnTo>
                    <a:pt x="201168" y="71628"/>
                  </a:lnTo>
                  <a:lnTo>
                    <a:pt x="192024" y="74676"/>
                  </a:lnTo>
                  <a:close/>
                </a:path>
                <a:path w="212089" h="74930">
                  <a:moveTo>
                    <a:pt x="198119" y="13716"/>
                  </a:moveTo>
                  <a:lnTo>
                    <a:pt x="195071" y="10668"/>
                  </a:lnTo>
                  <a:lnTo>
                    <a:pt x="200732" y="10668"/>
                  </a:lnTo>
                  <a:lnTo>
                    <a:pt x="198119" y="13716"/>
                  </a:lnTo>
                  <a:close/>
                </a:path>
                <a:path w="212089" h="74930">
                  <a:moveTo>
                    <a:pt x="207264" y="68580"/>
                  </a:moveTo>
                  <a:lnTo>
                    <a:pt x="198119" y="59436"/>
                  </a:lnTo>
                  <a:lnTo>
                    <a:pt x="201168" y="56388"/>
                  </a:lnTo>
                  <a:lnTo>
                    <a:pt x="201168" y="13716"/>
                  </a:lnTo>
                  <a:lnTo>
                    <a:pt x="198119" y="13716"/>
                  </a:lnTo>
                  <a:lnTo>
                    <a:pt x="200732" y="10668"/>
                  </a:lnTo>
                  <a:lnTo>
                    <a:pt x="211836" y="10668"/>
                  </a:lnTo>
                  <a:lnTo>
                    <a:pt x="211836" y="62484"/>
                  </a:lnTo>
                  <a:lnTo>
                    <a:pt x="207264" y="6858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322063" y="2734056"/>
              <a:ext cx="201295" cy="100965"/>
            </a:xfrm>
            <a:custGeom>
              <a:avLst/>
              <a:gdLst/>
              <a:ahLst/>
              <a:cxnLst/>
              <a:rect l="l" t="t" r="r" b="b"/>
              <a:pathLst>
                <a:path w="201295" h="100964">
                  <a:moveTo>
                    <a:pt x="192023" y="100583"/>
                  </a:moveTo>
                  <a:lnTo>
                    <a:pt x="185927" y="100583"/>
                  </a:lnTo>
                  <a:lnTo>
                    <a:pt x="9144" y="100583"/>
                  </a:lnTo>
                  <a:lnTo>
                    <a:pt x="3047" y="94487"/>
                  </a:lnTo>
                  <a:lnTo>
                    <a:pt x="0" y="88391"/>
                  </a:lnTo>
                  <a:lnTo>
                    <a:pt x="0" y="12191"/>
                  </a:lnTo>
                  <a:lnTo>
                    <a:pt x="3047" y="6095"/>
                  </a:lnTo>
                  <a:lnTo>
                    <a:pt x="9144" y="0"/>
                  </a:lnTo>
                  <a:lnTo>
                    <a:pt x="192023" y="0"/>
                  </a:lnTo>
                  <a:lnTo>
                    <a:pt x="198119" y="6095"/>
                  </a:lnTo>
                  <a:lnTo>
                    <a:pt x="201167" y="12191"/>
                  </a:lnTo>
                  <a:lnTo>
                    <a:pt x="201167" y="88391"/>
                  </a:lnTo>
                  <a:lnTo>
                    <a:pt x="198119" y="94487"/>
                  </a:lnTo>
                  <a:lnTo>
                    <a:pt x="192023" y="1005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315967" y="2727959"/>
              <a:ext cx="212090" cy="113030"/>
            </a:xfrm>
            <a:custGeom>
              <a:avLst/>
              <a:gdLst/>
              <a:ahLst/>
              <a:cxnLst/>
              <a:rect l="l" t="t" r="r" b="b"/>
              <a:pathLst>
                <a:path w="212089" h="113030">
                  <a:moveTo>
                    <a:pt x="201168" y="112776"/>
                  </a:moveTo>
                  <a:lnTo>
                    <a:pt x="12192" y="112776"/>
                  </a:lnTo>
                  <a:lnTo>
                    <a:pt x="3048" y="103632"/>
                  </a:lnTo>
                  <a:lnTo>
                    <a:pt x="0" y="94488"/>
                  </a:lnTo>
                  <a:lnTo>
                    <a:pt x="0" y="15240"/>
                  </a:lnTo>
                  <a:lnTo>
                    <a:pt x="3048" y="9144"/>
                  </a:lnTo>
                  <a:lnTo>
                    <a:pt x="12192" y="0"/>
                  </a:lnTo>
                  <a:lnTo>
                    <a:pt x="192024" y="0"/>
                  </a:lnTo>
                  <a:lnTo>
                    <a:pt x="192024" y="12192"/>
                  </a:lnTo>
                  <a:lnTo>
                    <a:pt x="18288" y="12192"/>
                  </a:lnTo>
                  <a:lnTo>
                    <a:pt x="15240" y="15240"/>
                  </a:lnTo>
                  <a:lnTo>
                    <a:pt x="12192" y="19812"/>
                  </a:lnTo>
                  <a:lnTo>
                    <a:pt x="12192" y="91440"/>
                  </a:lnTo>
                  <a:lnTo>
                    <a:pt x="15240" y="97536"/>
                  </a:lnTo>
                  <a:lnTo>
                    <a:pt x="18288" y="100584"/>
                  </a:lnTo>
                  <a:lnTo>
                    <a:pt x="202692" y="100584"/>
                  </a:lnTo>
                  <a:lnTo>
                    <a:pt x="207264" y="103632"/>
                  </a:lnTo>
                  <a:lnTo>
                    <a:pt x="201168" y="112776"/>
                  </a:lnTo>
                  <a:close/>
                </a:path>
                <a:path w="212089" h="113030">
                  <a:moveTo>
                    <a:pt x="198120" y="15240"/>
                  </a:moveTo>
                  <a:lnTo>
                    <a:pt x="195072" y="12192"/>
                  </a:lnTo>
                  <a:lnTo>
                    <a:pt x="202692" y="12192"/>
                  </a:lnTo>
                  <a:lnTo>
                    <a:pt x="198120" y="15240"/>
                  </a:lnTo>
                  <a:close/>
                </a:path>
                <a:path w="212089" h="113030">
                  <a:moveTo>
                    <a:pt x="208788" y="100584"/>
                  </a:moveTo>
                  <a:lnTo>
                    <a:pt x="204216" y="100584"/>
                  </a:lnTo>
                  <a:lnTo>
                    <a:pt x="198120" y="97536"/>
                  </a:lnTo>
                  <a:lnTo>
                    <a:pt x="201168" y="91440"/>
                  </a:lnTo>
                  <a:lnTo>
                    <a:pt x="201168" y="19812"/>
                  </a:lnTo>
                  <a:lnTo>
                    <a:pt x="198120" y="15240"/>
                  </a:lnTo>
                  <a:lnTo>
                    <a:pt x="202692" y="12192"/>
                  </a:lnTo>
                  <a:lnTo>
                    <a:pt x="208788" y="12192"/>
                  </a:lnTo>
                  <a:lnTo>
                    <a:pt x="211836" y="18288"/>
                  </a:lnTo>
                  <a:lnTo>
                    <a:pt x="211836" y="94488"/>
                  </a:lnTo>
                  <a:lnTo>
                    <a:pt x="208788" y="100584"/>
                  </a:lnTo>
                  <a:close/>
                </a:path>
                <a:path w="212089" h="113030">
                  <a:moveTo>
                    <a:pt x="202692" y="100584"/>
                  </a:moveTo>
                  <a:lnTo>
                    <a:pt x="195072" y="100584"/>
                  </a:lnTo>
                  <a:lnTo>
                    <a:pt x="198120" y="97536"/>
                  </a:lnTo>
                  <a:lnTo>
                    <a:pt x="202692" y="100584"/>
                  </a:lnTo>
                  <a:close/>
                </a:path>
                <a:path w="212089" h="113030">
                  <a:moveTo>
                    <a:pt x="207264" y="103632"/>
                  </a:moveTo>
                  <a:lnTo>
                    <a:pt x="198120" y="97536"/>
                  </a:lnTo>
                  <a:lnTo>
                    <a:pt x="204216" y="100584"/>
                  </a:lnTo>
                  <a:lnTo>
                    <a:pt x="208788" y="100584"/>
                  </a:lnTo>
                  <a:lnTo>
                    <a:pt x="207264" y="10363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4322064" y="2356103"/>
              <a:ext cx="201295" cy="192405"/>
            </a:xfrm>
            <a:custGeom>
              <a:avLst/>
              <a:gdLst/>
              <a:ahLst/>
              <a:cxnLst/>
              <a:rect l="l" t="t" r="r" b="b"/>
              <a:pathLst>
                <a:path w="201295" h="192405">
                  <a:moveTo>
                    <a:pt x="185927" y="192024"/>
                  </a:moveTo>
                  <a:lnTo>
                    <a:pt x="12191" y="192024"/>
                  </a:lnTo>
                  <a:lnTo>
                    <a:pt x="9143" y="188976"/>
                  </a:lnTo>
                  <a:lnTo>
                    <a:pt x="3047" y="179832"/>
                  </a:lnTo>
                  <a:lnTo>
                    <a:pt x="0" y="169164"/>
                  </a:lnTo>
                  <a:lnTo>
                    <a:pt x="0" y="22860"/>
                  </a:lnTo>
                  <a:lnTo>
                    <a:pt x="3047" y="10667"/>
                  </a:lnTo>
                  <a:lnTo>
                    <a:pt x="9143" y="3048"/>
                  </a:lnTo>
                  <a:lnTo>
                    <a:pt x="12191" y="0"/>
                  </a:lnTo>
                  <a:lnTo>
                    <a:pt x="185927" y="0"/>
                  </a:lnTo>
                  <a:lnTo>
                    <a:pt x="192023" y="3048"/>
                  </a:lnTo>
                  <a:lnTo>
                    <a:pt x="198119" y="10667"/>
                  </a:lnTo>
                  <a:lnTo>
                    <a:pt x="201167" y="22860"/>
                  </a:lnTo>
                  <a:lnTo>
                    <a:pt x="201167" y="169164"/>
                  </a:lnTo>
                  <a:lnTo>
                    <a:pt x="198119" y="179832"/>
                  </a:lnTo>
                  <a:lnTo>
                    <a:pt x="192023" y="188976"/>
                  </a:lnTo>
                  <a:lnTo>
                    <a:pt x="185927" y="192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4315968" y="2350008"/>
              <a:ext cx="212090" cy="204470"/>
            </a:xfrm>
            <a:custGeom>
              <a:avLst/>
              <a:gdLst/>
              <a:ahLst/>
              <a:cxnLst/>
              <a:rect l="l" t="t" r="r" b="b"/>
              <a:pathLst>
                <a:path w="212089" h="204469">
                  <a:moveTo>
                    <a:pt x="192024" y="204216"/>
                  </a:moveTo>
                  <a:lnTo>
                    <a:pt x="18288" y="204216"/>
                  </a:lnTo>
                  <a:lnTo>
                    <a:pt x="15240" y="201168"/>
                  </a:lnTo>
                  <a:lnTo>
                    <a:pt x="9144" y="198120"/>
                  </a:lnTo>
                  <a:lnTo>
                    <a:pt x="6096" y="195072"/>
                  </a:lnTo>
                  <a:lnTo>
                    <a:pt x="3048" y="188976"/>
                  </a:lnTo>
                  <a:lnTo>
                    <a:pt x="0" y="175260"/>
                  </a:lnTo>
                  <a:lnTo>
                    <a:pt x="0" y="25908"/>
                  </a:lnTo>
                  <a:lnTo>
                    <a:pt x="3048" y="13716"/>
                  </a:lnTo>
                  <a:lnTo>
                    <a:pt x="6096" y="9144"/>
                  </a:lnTo>
                  <a:lnTo>
                    <a:pt x="9144" y="3048"/>
                  </a:lnTo>
                  <a:lnTo>
                    <a:pt x="15240" y="0"/>
                  </a:lnTo>
                  <a:lnTo>
                    <a:pt x="192024" y="0"/>
                  </a:lnTo>
                  <a:lnTo>
                    <a:pt x="192024" y="12192"/>
                  </a:lnTo>
                  <a:lnTo>
                    <a:pt x="18288" y="12192"/>
                  </a:lnTo>
                  <a:lnTo>
                    <a:pt x="18288" y="13716"/>
                  </a:lnTo>
                  <a:lnTo>
                    <a:pt x="15240" y="19812"/>
                  </a:lnTo>
                  <a:lnTo>
                    <a:pt x="12192" y="28956"/>
                  </a:lnTo>
                  <a:lnTo>
                    <a:pt x="12192" y="175260"/>
                  </a:lnTo>
                  <a:lnTo>
                    <a:pt x="15240" y="182880"/>
                  </a:lnTo>
                  <a:lnTo>
                    <a:pt x="18288" y="188976"/>
                  </a:lnTo>
                  <a:lnTo>
                    <a:pt x="18288" y="192024"/>
                  </a:lnTo>
                  <a:lnTo>
                    <a:pt x="208788" y="192024"/>
                  </a:lnTo>
                  <a:lnTo>
                    <a:pt x="207264" y="195072"/>
                  </a:lnTo>
                  <a:lnTo>
                    <a:pt x="201168" y="198120"/>
                  </a:lnTo>
                  <a:lnTo>
                    <a:pt x="198119" y="201168"/>
                  </a:lnTo>
                  <a:lnTo>
                    <a:pt x="192024" y="204216"/>
                  </a:lnTo>
                  <a:close/>
                </a:path>
                <a:path w="212089" h="204469">
                  <a:moveTo>
                    <a:pt x="204216" y="6096"/>
                  </a:moveTo>
                  <a:lnTo>
                    <a:pt x="192024" y="6096"/>
                  </a:lnTo>
                  <a:lnTo>
                    <a:pt x="192024" y="0"/>
                  </a:lnTo>
                  <a:lnTo>
                    <a:pt x="198119" y="0"/>
                  </a:lnTo>
                  <a:lnTo>
                    <a:pt x="204216" y="6096"/>
                  </a:lnTo>
                  <a:close/>
                </a:path>
                <a:path w="212089" h="204469">
                  <a:moveTo>
                    <a:pt x="198119" y="19812"/>
                  </a:moveTo>
                  <a:lnTo>
                    <a:pt x="195071" y="13716"/>
                  </a:lnTo>
                  <a:lnTo>
                    <a:pt x="192024" y="12192"/>
                  </a:lnTo>
                  <a:lnTo>
                    <a:pt x="209296" y="12192"/>
                  </a:lnTo>
                  <a:lnTo>
                    <a:pt x="210312" y="13716"/>
                  </a:lnTo>
                  <a:lnTo>
                    <a:pt x="198119" y="19812"/>
                  </a:lnTo>
                  <a:close/>
                </a:path>
                <a:path w="212089" h="204469">
                  <a:moveTo>
                    <a:pt x="210312" y="188976"/>
                  </a:moveTo>
                  <a:lnTo>
                    <a:pt x="198119" y="182880"/>
                  </a:lnTo>
                  <a:lnTo>
                    <a:pt x="201168" y="175260"/>
                  </a:lnTo>
                  <a:lnTo>
                    <a:pt x="201168" y="28956"/>
                  </a:lnTo>
                  <a:lnTo>
                    <a:pt x="198119" y="19812"/>
                  </a:lnTo>
                  <a:lnTo>
                    <a:pt x="210312" y="13716"/>
                  </a:lnTo>
                  <a:lnTo>
                    <a:pt x="211836" y="25908"/>
                  </a:lnTo>
                  <a:lnTo>
                    <a:pt x="211836" y="175260"/>
                  </a:lnTo>
                  <a:lnTo>
                    <a:pt x="210312" y="188976"/>
                  </a:lnTo>
                  <a:close/>
                </a:path>
                <a:path w="212089" h="204469">
                  <a:moveTo>
                    <a:pt x="208788" y="192024"/>
                  </a:moveTo>
                  <a:lnTo>
                    <a:pt x="192024" y="192024"/>
                  </a:lnTo>
                  <a:lnTo>
                    <a:pt x="195071" y="188976"/>
                  </a:lnTo>
                  <a:lnTo>
                    <a:pt x="198119" y="182880"/>
                  </a:lnTo>
                  <a:lnTo>
                    <a:pt x="210312" y="188976"/>
                  </a:lnTo>
                  <a:lnTo>
                    <a:pt x="208788" y="19202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4322063" y="2238756"/>
              <a:ext cx="198120" cy="117475"/>
            </a:xfrm>
            <a:custGeom>
              <a:avLst/>
              <a:gdLst/>
              <a:ahLst/>
              <a:cxnLst/>
              <a:rect l="l" t="t" r="r" b="b"/>
              <a:pathLst>
                <a:path w="198120" h="117475">
                  <a:moveTo>
                    <a:pt x="192023" y="117348"/>
                  </a:moveTo>
                  <a:lnTo>
                    <a:pt x="185927" y="117348"/>
                  </a:lnTo>
                  <a:lnTo>
                    <a:pt x="9144" y="117348"/>
                  </a:lnTo>
                  <a:lnTo>
                    <a:pt x="3047" y="111252"/>
                  </a:lnTo>
                  <a:lnTo>
                    <a:pt x="0" y="102108"/>
                  </a:lnTo>
                  <a:lnTo>
                    <a:pt x="9144" y="76200"/>
                  </a:lnTo>
                  <a:lnTo>
                    <a:pt x="22859" y="42672"/>
                  </a:lnTo>
                  <a:lnTo>
                    <a:pt x="35051" y="25908"/>
                  </a:lnTo>
                  <a:lnTo>
                    <a:pt x="45719" y="10668"/>
                  </a:lnTo>
                  <a:lnTo>
                    <a:pt x="54863" y="3048"/>
                  </a:lnTo>
                  <a:lnTo>
                    <a:pt x="65531" y="0"/>
                  </a:lnTo>
                  <a:lnTo>
                    <a:pt x="137159" y="0"/>
                  </a:lnTo>
                  <a:lnTo>
                    <a:pt x="146303" y="3048"/>
                  </a:lnTo>
                  <a:lnTo>
                    <a:pt x="158495" y="13716"/>
                  </a:lnTo>
                  <a:lnTo>
                    <a:pt x="166115" y="25908"/>
                  </a:lnTo>
                  <a:lnTo>
                    <a:pt x="178307" y="42672"/>
                  </a:lnTo>
                  <a:lnTo>
                    <a:pt x="192023" y="76200"/>
                  </a:lnTo>
                  <a:lnTo>
                    <a:pt x="198119" y="99060"/>
                  </a:lnTo>
                  <a:lnTo>
                    <a:pt x="198119" y="108204"/>
                  </a:lnTo>
                  <a:lnTo>
                    <a:pt x="195071" y="114300"/>
                  </a:lnTo>
                  <a:lnTo>
                    <a:pt x="192023" y="1173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4315955" y="2129040"/>
              <a:ext cx="212090" cy="233679"/>
            </a:xfrm>
            <a:custGeom>
              <a:avLst/>
              <a:gdLst/>
              <a:ahLst/>
              <a:cxnLst/>
              <a:rect l="l" t="t" r="r" b="b"/>
              <a:pathLst>
                <a:path w="212089" h="233680">
                  <a:moveTo>
                    <a:pt x="211836" y="208775"/>
                  </a:moveTo>
                  <a:lnTo>
                    <a:pt x="207264" y="195059"/>
                  </a:lnTo>
                  <a:lnTo>
                    <a:pt x="198120" y="172199"/>
                  </a:lnTo>
                  <a:lnTo>
                    <a:pt x="198120" y="208775"/>
                  </a:lnTo>
                  <a:lnTo>
                    <a:pt x="198120" y="220967"/>
                  </a:lnTo>
                  <a:lnTo>
                    <a:pt x="15240" y="220967"/>
                  </a:lnTo>
                  <a:lnTo>
                    <a:pt x="15240" y="208775"/>
                  </a:lnTo>
                  <a:lnTo>
                    <a:pt x="35052" y="155435"/>
                  </a:lnTo>
                  <a:lnTo>
                    <a:pt x="60960" y="117335"/>
                  </a:lnTo>
                  <a:lnTo>
                    <a:pt x="68580" y="114287"/>
                  </a:lnTo>
                  <a:lnTo>
                    <a:pt x="143256" y="114287"/>
                  </a:lnTo>
                  <a:lnTo>
                    <a:pt x="149352" y="117335"/>
                  </a:lnTo>
                  <a:lnTo>
                    <a:pt x="152400" y="120383"/>
                  </a:lnTo>
                  <a:lnTo>
                    <a:pt x="164592" y="132575"/>
                  </a:lnTo>
                  <a:lnTo>
                    <a:pt x="178308" y="155435"/>
                  </a:lnTo>
                  <a:lnTo>
                    <a:pt x="188976" y="178295"/>
                  </a:lnTo>
                  <a:lnTo>
                    <a:pt x="195072" y="198107"/>
                  </a:lnTo>
                  <a:lnTo>
                    <a:pt x="198120" y="208775"/>
                  </a:lnTo>
                  <a:lnTo>
                    <a:pt x="198120" y="172199"/>
                  </a:lnTo>
                  <a:lnTo>
                    <a:pt x="187452" y="149339"/>
                  </a:lnTo>
                  <a:lnTo>
                    <a:pt x="172212" y="126479"/>
                  </a:lnTo>
                  <a:lnTo>
                    <a:pt x="166116" y="117335"/>
                  </a:lnTo>
                  <a:lnTo>
                    <a:pt x="161544" y="112763"/>
                  </a:lnTo>
                  <a:lnTo>
                    <a:pt x="155448" y="106667"/>
                  </a:lnTo>
                  <a:lnTo>
                    <a:pt x="146304" y="103619"/>
                  </a:lnTo>
                  <a:lnTo>
                    <a:pt x="143256" y="103619"/>
                  </a:lnTo>
                  <a:lnTo>
                    <a:pt x="139446" y="103619"/>
                  </a:lnTo>
                  <a:lnTo>
                    <a:pt x="140208" y="100571"/>
                  </a:lnTo>
                  <a:lnTo>
                    <a:pt x="143256" y="94475"/>
                  </a:lnTo>
                  <a:lnTo>
                    <a:pt x="143256" y="51803"/>
                  </a:lnTo>
                  <a:lnTo>
                    <a:pt x="140208" y="45720"/>
                  </a:lnTo>
                  <a:lnTo>
                    <a:pt x="143268" y="45720"/>
                  </a:lnTo>
                  <a:lnTo>
                    <a:pt x="143268" y="36576"/>
                  </a:lnTo>
                  <a:lnTo>
                    <a:pt x="143268" y="27432"/>
                  </a:lnTo>
                  <a:lnTo>
                    <a:pt x="143268" y="18288"/>
                  </a:lnTo>
                  <a:lnTo>
                    <a:pt x="140220" y="12192"/>
                  </a:lnTo>
                  <a:lnTo>
                    <a:pt x="132588" y="12192"/>
                  </a:lnTo>
                  <a:lnTo>
                    <a:pt x="132588" y="51803"/>
                  </a:lnTo>
                  <a:lnTo>
                    <a:pt x="132588" y="94475"/>
                  </a:lnTo>
                  <a:lnTo>
                    <a:pt x="129540" y="97523"/>
                  </a:lnTo>
                  <a:lnTo>
                    <a:pt x="80772" y="97523"/>
                  </a:lnTo>
                  <a:lnTo>
                    <a:pt x="80772" y="48755"/>
                  </a:lnTo>
                  <a:lnTo>
                    <a:pt x="126492" y="48755"/>
                  </a:lnTo>
                  <a:lnTo>
                    <a:pt x="129540" y="48755"/>
                  </a:lnTo>
                  <a:lnTo>
                    <a:pt x="129540" y="51803"/>
                  </a:lnTo>
                  <a:lnTo>
                    <a:pt x="132588" y="51803"/>
                  </a:lnTo>
                  <a:lnTo>
                    <a:pt x="132588" y="12192"/>
                  </a:lnTo>
                  <a:lnTo>
                    <a:pt x="129552" y="12192"/>
                  </a:lnTo>
                  <a:lnTo>
                    <a:pt x="129552" y="25908"/>
                  </a:lnTo>
                  <a:lnTo>
                    <a:pt x="129552" y="38100"/>
                  </a:lnTo>
                  <a:lnTo>
                    <a:pt x="129552" y="45707"/>
                  </a:lnTo>
                  <a:lnTo>
                    <a:pt x="126492" y="45707"/>
                  </a:lnTo>
                  <a:lnTo>
                    <a:pt x="126492" y="38100"/>
                  </a:lnTo>
                  <a:lnTo>
                    <a:pt x="129552" y="38100"/>
                  </a:lnTo>
                  <a:lnTo>
                    <a:pt x="129552" y="25908"/>
                  </a:lnTo>
                  <a:lnTo>
                    <a:pt x="83832" y="25908"/>
                  </a:lnTo>
                  <a:lnTo>
                    <a:pt x="80784" y="27432"/>
                  </a:lnTo>
                  <a:lnTo>
                    <a:pt x="80784" y="15240"/>
                  </a:lnTo>
                  <a:lnTo>
                    <a:pt x="83832" y="12192"/>
                  </a:lnTo>
                  <a:lnTo>
                    <a:pt x="129552" y="12192"/>
                  </a:lnTo>
                  <a:lnTo>
                    <a:pt x="129552" y="6096"/>
                  </a:lnTo>
                  <a:lnTo>
                    <a:pt x="138696" y="6096"/>
                  </a:lnTo>
                  <a:lnTo>
                    <a:pt x="135648" y="0"/>
                  </a:lnTo>
                  <a:lnTo>
                    <a:pt x="129552" y="0"/>
                  </a:lnTo>
                  <a:lnTo>
                    <a:pt x="77736" y="0"/>
                  </a:lnTo>
                  <a:lnTo>
                    <a:pt x="71640" y="6096"/>
                  </a:lnTo>
                  <a:lnTo>
                    <a:pt x="68592" y="12192"/>
                  </a:lnTo>
                  <a:lnTo>
                    <a:pt x="68592" y="45707"/>
                  </a:lnTo>
                  <a:lnTo>
                    <a:pt x="68580" y="100571"/>
                  </a:lnTo>
                  <a:lnTo>
                    <a:pt x="71628" y="103619"/>
                  </a:lnTo>
                  <a:lnTo>
                    <a:pt x="67056" y="103619"/>
                  </a:lnTo>
                  <a:lnTo>
                    <a:pt x="57912" y="109715"/>
                  </a:lnTo>
                  <a:lnTo>
                    <a:pt x="45720" y="117335"/>
                  </a:lnTo>
                  <a:lnTo>
                    <a:pt x="35052" y="132575"/>
                  </a:lnTo>
                  <a:lnTo>
                    <a:pt x="25908" y="149339"/>
                  </a:lnTo>
                  <a:lnTo>
                    <a:pt x="9144" y="184391"/>
                  </a:lnTo>
                  <a:lnTo>
                    <a:pt x="0" y="208775"/>
                  </a:lnTo>
                  <a:lnTo>
                    <a:pt x="0" y="211823"/>
                  </a:lnTo>
                  <a:lnTo>
                    <a:pt x="6096" y="230111"/>
                  </a:lnTo>
                  <a:lnTo>
                    <a:pt x="12192" y="233159"/>
                  </a:lnTo>
                  <a:lnTo>
                    <a:pt x="201168" y="233159"/>
                  </a:lnTo>
                  <a:lnTo>
                    <a:pt x="207264" y="227063"/>
                  </a:lnTo>
                  <a:lnTo>
                    <a:pt x="210312" y="220967"/>
                  </a:lnTo>
                  <a:lnTo>
                    <a:pt x="211836" y="208775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5410200" y="2619756"/>
              <a:ext cx="201295" cy="62865"/>
            </a:xfrm>
            <a:custGeom>
              <a:avLst/>
              <a:gdLst/>
              <a:ahLst/>
              <a:cxnLst/>
              <a:rect l="l" t="t" r="r" b="b"/>
              <a:pathLst>
                <a:path w="201295" h="62864">
                  <a:moveTo>
                    <a:pt x="190500" y="62483"/>
                  </a:moveTo>
                  <a:lnTo>
                    <a:pt x="184404" y="62483"/>
                  </a:lnTo>
                  <a:lnTo>
                    <a:pt x="12192" y="62483"/>
                  </a:lnTo>
                  <a:lnTo>
                    <a:pt x="6096" y="59435"/>
                  </a:lnTo>
                  <a:lnTo>
                    <a:pt x="0" y="53339"/>
                  </a:lnTo>
                  <a:lnTo>
                    <a:pt x="0" y="10667"/>
                  </a:lnTo>
                  <a:lnTo>
                    <a:pt x="6096" y="6095"/>
                  </a:lnTo>
                  <a:lnTo>
                    <a:pt x="18288" y="0"/>
                  </a:lnTo>
                  <a:lnTo>
                    <a:pt x="184404" y="0"/>
                  </a:lnTo>
                  <a:lnTo>
                    <a:pt x="190500" y="3047"/>
                  </a:lnTo>
                  <a:lnTo>
                    <a:pt x="195072" y="6095"/>
                  </a:lnTo>
                  <a:lnTo>
                    <a:pt x="201168" y="10667"/>
                  </a:lnTo>
                  <a:lnTo>
                    <a:pt x="201168" y="53339"/>
                  </a:lnTo>
                  <a:lnTo>
                    <a:pt x="195072" y="59435"/>
                  </a:lnTo>
                  <a:lnTo>
                    <a:pt x="190500" y="624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5405627" y="2613659"/>
              <a:ext cx="212090" cy="74930"/>
            </a:xfrm>
            <a:custGeom>
              <a:avLst/>
              <a:gdLst/>
              <a:ahLst/>
              <a:cxnLst/>
              <a:rect l="l" t="t" r="r" b="b"/>
              <a:pathLst>
                <a:path w="212089" h="74930">
                  <a:moveTo>
                    <a:pt x="196596" y="74676"/>
                  </a:moveTo>
                  <a:lnTo>
                    <a:pt x="13716" y="74676"/>
                  </a:lnTo>
                  <a:lnTo>
                    <a:pt x="4571" y="68580"/>
                  </a:lnTo>
                  <a:lnTo>
                    <a:pt x="0" y="62484"/>
                  </a:lnTo>
                  <a:lnTo>
                    <a:pt x="0" y="13716"/>
                  </a:lnTo>
                  <a:lnTo>
                    <a:pt x="4571" y="6096"/>
                  </a:lnTo>
                  <a:lnTo>
                    <a:pt x="22859" y="0"/>
                  </a:lnTo>
                  <a:lnTo>
                    <a:pt x="188976" y="0"/>
                  </a:lnTo>
                  <a:lnTo>
                    <a:pt x="188976" y="12192"/>
                  </a:lnTo>
                  <a:lnTo>
                    <a:pt x="22859" y="12192"/>
                  </a:lnTo>
                  <a:lnTo>
                    <a:pt x="16764" y="13716"/>
                  </a:lnTo>
                  <a:lnTo>
                    <a:pt x="10668" y="19812"/>
                  </a:lnTo>
                  <a:lnTo>
                    <a:pt x="10668" y="57912"/>
                  </a:lnTo>
                  <a:lnTo>
                    <a:pt x="13716" y="60960"/>
                  </a:lnTo>
                  <a:lnTo>
                    <a:pt x="16764" y="62484"/>
                  </a:lnTo>
                  <a:lnTo>
                    <a:pt x="198424" y="62484"/>
                  </a:lnTo>
                  <a:lnTo>
                    <a:pt x="205740" y="68580"/>
                  </a:lnTo>
                  <a:lnTo>
                    <a:pt x="196596" y="74676"/>
                  </a:lnTo>
                  <a:close/>
                </a:path>
                <a:path w="212089" h="74930">
                  <a:moveTo>
                    <a:pt x="196596" y="16764"/>
                  </a:moveTo>
                  <a:lnTo>
                    <a:pt x="195072" y="13716"/>
                  </a:lnTo>
                  <a:lnTo>
                    <a:pt x="188976" y="12192"/>
                  </a:lnTo>
                  <a:lnTo>
                    <a:pt x="200514" y="12192"/>
                  </a:lnTo>
                  <a:lnTo>
                    <a:pt x="196596" y="16764"/>
                  </a:lnTo>
                  <a:close/>
                </a:path>
                <a:path w="212089" h="74930">
                  <a:moveTo>
                    <a:pt x="205740" y="68580"/>
                  </a:moveTo>
                  <a:lnTo>
                    <a:pt x="196596" y="60960"/>
                  </a:lnTo>
                  <a:lnTo>
                    <a:pt x="199644" y="57912"/>
                  </a:lnTo>
                  <a:lnTo>
                    <a:pt x="199644" y="19812"/>
                  </a:lnTo>
                  <a:lnTo>
                    <a:pt x="196596" y="16764"/>
                  </a:lnTo>
                  <a:lnTo>
                    <a:pt x="200514" y="12192"/>
                  </a:lnTo>
                  <a:lnTo>
                    <a:pt x="210616" y="12192"/>
                  </a:lnTo>
                  <a:lnTo>
                    <a:pt x="211836" y="13716"/>
                  </a:lnTo>
                  <a:lnTo>
                    <a:pt x="211836" y="62484"/>
                  </a:lnTo>
                  <a:lnTo>
                    <a:pt x="205740" y="68580"/>
                  </a:lnTo>
                  <a:close/>
                </a:path>
                <a:path w="212089" h="74930">
                  <a:moveTo>
                    <a:pt x="198424" y="62484"/>
                  </a:moveTo>
                  <a:lnTo>
                    <a:pt x="195072" y="62484"/>
                  </a:lnTo>
                  <a:lnTo>
                    <a:pt x="196596" y="60960"/>
                  </a:lnTo>
                  <a:lnTo>
                    <a:pt x="198424" y="6248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5410200" y="2682240"/>
              <a:ext cx="201295" cy="64135"/>
            </a:xfrm>
            <a:custGeom>
              <a:avLst/>
              <a:gdLst/>
              <a:ahLst/>
              <a:cxnLst/>
              <a:rect l="l" t="t" r="r" b="b"/>
              <a:pathLst>
                <a:path w="201295" h="64135">
                  <a:moveTo>
                    <a:pt x="184404" y="64007"/>
                  </a:moveTo>
                  <a:lnTo>
                    <a:pt x="18287" y="64007"/>
                  </a:lnTo>
                  <a:lnTo>
                    <a:pt x="9143" y="60959"/>
                  </a:lnTo>
                  <a:lnTo>
                    <a:pt x="0" y="51815"/>
                  </a:lnTo>
                  <a:lnTo>
                    <a:pt x="0" y="9143"/>
                  </a:lnTo>
                  <a:lnTo>
                    <a:pt x="9143" y="0"/>
                  </a:lnTo>
                  <a:lnTo>
                    <a:pt x="192023" y="0"/>
                  </a:lnTo>
                  <a:lnTo>
                    <a:pt x="198119" y="3047"/>
                  </a:lnTo>
                  <a:lnTo>
                    <a:pt x="201168" y="9143"/>
                  </a:lnTo>
                  <a:lnTo>
                    <a:pt x="201168" y="51815"/>
                  </a:lnTo>
                  <a:lnTo>
                    <a:pt x="198119" y="57911"/>
                  </a:lnTo>
                  <a:lnTo>
                    <a:pt x="192023" y="60959"/>
                  </a:lnTo>
                  <a:lnTo>
                    <a:pt x="184404" y="640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5405627" y="2676143"/>
              <a:ext cx="212090" cy="74930"/>
            </a:xfrm>
            <a:custGeom>
              <a:avLst/>
              <a:gdLst/>
              <a:ahLst/>
              <a:cxnLst/>
              <a:rect l="l" t="t" r="r" b="b"/>
              <a:pathLst>
                <a:path w="212089" h="74930">
                  <a:moveTo>
                    <a:pt x="188976" y="74676"/>
                  </a:moveTo>
                  <a:lnTo>
                    <a:pt x="22860" y="74676"/>
                  </a:lnTo>
                  <a:lnTo>
                    <a:pt x="13716" y="71628"/>
                  </a:lnTo>
                  <a:lnTo>
                    <a:pt x="4572" y="70104"/>
                  </a:lnTo>
                  <a:lnTo>
                    <a:pt x="0" y="60960"/>
                  </a:lnTo>
                  <a:lnTo>
                    <a:pt x="0" y="12192"/>
                  </a:lnTo>
                  <a:lnTo>
                    <a:pt x="4572" y="6096"/>
                  </a:lnTo>
                  <a:lnTo>
                    <a:pt x="13716" y="0"/>
                  </a:lnTo>
                  <a:lnTo>
                    <a:pt x="188976" y="0"/>
                  </a:lnTo>
                  <a:lnTo>
                    <a:pt x="188976" y="12192"/>
                  </a:lnTo>
                  <a:lnTo>
                    <a:pt x="16764" y="12192"/>
                  </a:lnTo>
                  <a:lnTo>
                    <a:pt x="10668" y="18288"/>
                  </a:lnTo>
                  <a:lnTo>
                    <a:pt x="10668" y="57912"/>
                  </a:lnTo>
                  <a:lnTo>
                    <a:pt x="13716" y="57912"/>
                  </a:lnTo>
                  <a:lnTo>
                    <a:pt x="16764" y="60960"/>
                  </a:lnTo>
                  <a:lnTo>
                    <a:pt x="198882" y="60960"/>
                  </a:lnTo>
                  <a:lnTo>
                    <a:pt x="205740" y="70104"/>
                  </a:lnTo>
                  <a:lnTo>
                    <a:pt x="196596" y="71628"/>
                  </a:lnTo>
                  <a:lnTo>
                    <a:pt x="188976" y="74676"/>
                  </a:lnTo>
                  <a:close/>
                </a:path>
                <a:path w="212089" h="74930">
                  <a:moveTo>
                    <a:pt x="196596" y="15240"/>
                  </a:moveTo>
                  <a:lnTo>
                    <a:pt x="195072" y="12192"/>
                  </a:lnTo>
                  <a:lnTo>
                    <a:pt x="199644" y="12192"/>
                  </a:lnTo>
                  <a:lnTo>
                    <a:pt x="196596" y="15240"/>
                  </a:lnTo>
                  <a:close/>
                </a:path>
                <a:path w="212089" h="74930">
                  <a:moveTo>
                    <a:pt x="205740" y="70104"/>
                  </a:moveTo>
                  <a:lnTo>
                    <a:pt x="196596" y="57912"/>
                  </a:lnTo>
                  <a:lnTo>
                    <a:pt x="199643" y="57912"/>
                  </a:lnTo>
                  <a:lnTo>
                    <a:pt x="199643" y="18288"/>
                  </a:lnTo>
                  <a:lnTo>
                    <a:pt x="196596" y="15240"/>
                  </a:lnTo>
                  <a:lnTo>
                    <a:pt x="199644" y="12192"/>
                  </a:lnTo>
                  <a:lnTo>
                    <a:pt x="211836" y="12192"/>
                  </a:lnTo>
                  <a:lnTo>
                    <a:pt x="211836" y="60960"/>
                  </a:lnTo>
                  <a:lnTo>
                    <a:pt x="205740" y="70104"/>
                  </a:lnTo>
                  <a:close/>
                </a:path>
                <a:path w="212089" h="74930">
                  <a:moveTo>
                    <a:pt x="198882" y="60960"/>
                  </a:moveTo>
                  <a:lnTo>
                    <a:pt x="195072" y="60960"/>
                  </a:lnTo>
                  <a:lnTo>
                    <a:pt x="196596" y="57912"/>
                  </a:lnTo>
                  <a:lnTo>
                    <a:pt x="198882" y="6096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46248" y="3104387"/>
              <a:ext cx="1184148" cy="1240536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5410200" y="2743200"/>
              <a:ext cx="201295" cy="62865"/>
            </a:xfrm>
            <a:custGeom>
              <a:avLst/>
              <a:gdLst/>
              <a:ahLst/>
              <a:cxnLst/>
              <a:rect l="l" t="t" r="r" b="b"/>
              <a:pathLst>
                <a:path w="201295" h="62864">
                  <a:moveTo>
                    <a:pt x="192024" y="62483"/>
                  </a:moveTo>
                  <a:lnTo>
                    <a:pt x="190500" y="62483"/>
                  </a:lnTo>
                  <a:lnTo>
                    <a:pt x="9143" y="62483"/>
                  </a:lnTo>
                  <a:lnTo>
                    <a:pt x="3048" y="59435"/>
                  </a:lnTo>
                  <a:lnTo>
                    <a:pt x="0" y="56387"/>
                  </a:lnTo>
                  <a:lnTo>
                    <a:pt x="0" y="7619"/>
                  </a:lnTo>
                  <a:lnTo>
                    <a:pt x="3048" y="4571"/>
                  </a:lnTo>
                  <a:lnTo>
                    <a:pt x="9143" y="3047"/>
                  </a:lnTo>
                  <a:lnTo>
                    <a:pt x="15240" y="0"/>
                  </a:lnTo>
                  <a:lnTo>
                    <a:pt x="190500" y="0"/>
                  </a:lnTo>
                  <a:lnTo>
                    <a:pt x="192024" y="3047"/>
                  </a:lnTo>
                  <a:lnTo>
                    <a:pt x="198120" y="4571"/>
                  </a:lnTo>
                  <a:lnTo>
                    <a:pt x="201168" y="7619"/>
                  </a:lnTo>
                  <a:lnTo>
                    <a:pt x="201168" y="56387"/>
                  </a:lnTo>
                  <a:lnTo>
                    <a:pt x="198120" y="59435"/>
                  </a:lnTo>
                  <a:lnTo>
                    <a:pt x="192024" y="624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5405627" y="2737104"/>
              <a:ext cx="212090" cy="74930"/>
            </a:xfrm>
            <a:custGeom>
              <a:avLst/>
              <a:gdLst/>
              <a:ahLst/>
              <a:cxnLst/>
              <a:rect l="l" t="t" r="r" b="b"/>
              <a:pathLst>
                <a:path w="212089" h="74930">
                  <a:moveTo>
                    <a:pt x="199644" y="74676"/>
                  </a:moveTo>
                  <a:lnTo>
                    <a:pt x="10667" y="74676"/>
                  </a:lnTo>
                  <a:lnTo>
                    <a:pt x="4572" y="68580"/>
                  </a:lnTo>
                  <a:lnTo>
                    <a:pt x="0" y="62484"/>
                  </a:lnTo>
                  <a:lnTo>
                    <a:pt x="0" y="10668"/>
                  </a:lnTo>
                  <a:lnTo>
                    <a:pt x="4572" y="6096"/>
                  </a:lnTo>
                  <a:lnTo>
                    <a:pt x="10667" y="3048"/>
                  </a:lnTo>
                  <a:lnTo>
                    <a:pt x="19812" y="0"/>
                  </a:lnTo>
                  <a:lnTo>
                    <a:pt x="195072" y="0"/>
                  </a:lnTo>
                  <a:lnTo>
                    <a:pt x="195072" y="10668"/>
                  </a:lnTo>
                  <a:lnTo>
                    <a:pt x="19812" y="10668"/>
                  </a:lnTo>
                  <a:lnTo>
                    <a:pt x="13715" y="13716"/>
                  </a:lnTo>
                  <a:lnTo>
                    <a:pt x="10667" y="16764"/>
                  </a:lnTo>
                  <a:lnTo>
                    <a:pt x="10667" y="59436"/>
                  </a:lnTo>
                  <a:lnTo>
                    <a:pt x="13715" y="59436"/>
                  </a:lnTo>
                  <a:lnTo>
                    <a:pt x="13715" y="62484"/>
                  </a:lnTo>
                  <a:lnTo>
                    <a:pt x="201676" y="62484"/>
                  </a:lnTo>
                  <a:lnTo>
                    <a:pt x="205740" y="68580"/>
                  </a:lnTo>
                  <a:lnTo>
                    <a:pt x="199644" y="74676"/>
                  </a:lnTo>
                  <a:close/>
                </a:path>
                <a:path w="212089" h="74930">
                  <a:moveTo>
                    <a:pt x="199644" y="13716"/>
                  </a:moveTo>
                  <a:lnTo>
                    <a:pt x="196596" y="13716"/>
                  </a:lnTo>
                  <a:lnTo>
                    <a:pt x="195072" y="10668"/>
                  </a:lnTo>
                  <a:lnTo>
                    <a:pt x="202082" y="10668"/>
                  </a:lnTo>
                  <a:lnTo>
                    <a:pt x="199644" y="13716"/>
                  </a:lnTo>
                  <a:close/>
                </a:path>
                <a:path w="212089" h="74930">
                  <a:moveTo>
                    <a:pt x="205740" y="68580"/>
                  </a:moveTo>
                  <a:lnTo>
                    <a:pt x="199644" y="59436"/>
                  </a:lnTo>
                  <a:lnTo>
                    <a:pt x="199644" y="13716"/>
                  </a:lnTo>
                  <a:lnTo>
                    <a:pt x="202082" y="10668"/>
                  </a:lnTo>
                  <a:lnTo>
                    <a:pt x="211836" y="10668"/>
                  </a:lnTo>
                  <a:lnTo>
                    <a:pt x="211836" y="62484"/>
                  </a:lnTo>
                  <a:lnTo>
                    <a:pt x="205740" y="68580"/>
                  </a:lnTo>
                  <a:close/>
                </a:path>
                <a:path w="212089" h="74930">
                  <a:moveTo>
                    <a:pt x="201676" y="62484"/>
                  </a:moveTo>
                  <a:lnTo>
                    <a:pt x="196596" y="62484"/>
                  </a:lnTo>
                  <a:lnTo>
                    <a:pt x="199644" y="59436"/>
                  </a:lnTo>
                  <a:lnTo>
                    <a:pt x="201676" y="6248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5410199" y="2805684"/>
              <a:ext cx="201295" cy="104139"/>
            </a:xfrm>
            <a:custGeom>
              <a:avLst/>
              <a:gdLst/>
              <a:ahLst/>
              <a:cxnLst/>
              <a:rect l="l" t="t" r="r" b="b"/>
              <a:pathLst>
                <a:path w="201295" h="104139">
                  <a:moveTo>
                    <a:pt x="187451" y="103631"/>
                  </a:moveTo>
                  <a:lnTo>
                    <a:pt x="15239" y="103631"/>
                  </a:lnTo>
                  <a:lnTo>
                    <a:pt x="3047" y="97535"/>
                  </a:lnTo>
                  <a:lnTo>
                    <a:pt x="0" y="88391"/>
                  </a:lnTo>
                  <a:lnTo>
                    <a:pt x="0" y="13715"/>
                  </a:lnTo>
                  <a:lnTo>
                    <a:pt x="3047" y="6095"/>
                  </a:lnTo>
                  <a:lnTo>
                    <a:pt x="15239" y="0"/>
                  </a:lnTo>
                  <a:lnTo>
                    <a:pt x="187451" y="0"/>
                  </a:lnTo>
                  <a:lnTo>
                    <a:pt x="192023" y="3047"/>
                  </a:lnTo>
                  <a:lnTo>
                    <a:pt x="198120" y="6095"/>
                  </a:lnTo>
                  <a:lnTo>
                    <a:pt x="201167" y="13715"/>
                  </a:lnTo>
                  <a:lnTo>
                    <a:pt x="201167" y="88391"/>
                  </a:lnTo>
                  <a:lnTo>
                    <a:pt x="198120" y="97535"/>
                  </a:lnTo>
                  <a:lnTo>
                    <a:pt x="192023" y="100583"/>
                  </a:lnTo>
                  <a:lnTo>
                    <a:pt x="187451" y="1036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5405627" y="2799588"/>
              <a:ext cx="212090" cy="114300"/>
            </a:xfrm>
            <a:custGeom>
              <a:avLst/>
              <a:gdLst/>
              <a:ahLst/>
              <a:cxnLst/>
              <a:rect l="l" t="t" r="r" b="b"/>
              <a:pathLst>
                <a:path w="212089" h="114300">
                  <a:moveTo>
                    <a:pt x="192024" y="114300"/>
                  </a:moveTo>
                  <a:lnTo>
                    <a:pt x="19812" y="114300"/>
                  </a:lnTo>
                  <a:lnTo>
                    <a:pt x="10668" y="112776"/>
                  </a:lnTo>
                  <a:lnTo>
                    <a:pt x="4572" y="106680"/>
                  </a:lnTo>
                  <a:lnTo>
                    <a:pt x="0" y="97536"/>
                  </a:lnTo>
                  <a:lnTo>
                    <a:pt x="0" y="18288"/>
                  </a:lnTo>
                  <a:lnTo>
                    <a:pt x="4572" y="9144"/>
                  </a:lnTo>
                  <a:lnTo>
                    <a:pt x="10668" y="3048"/>
                  </a:lnTo>
                  <a:lnTo>
                    <a:pt x="19812" y="0"/>
                  </a:lnTo>
                  <a:lnTo>
                    <a:pt x="192024" y="0"/>
                  </a:lnTo>
                  <a:lnTo>
                    <a:pt x="192024" y="12192"/>
                  </a:lnTo>
                  <a:lnTo>
                    <a:pt x="7620" y="12192"/>
                  </a:lnTo>
                  <a:lnTo>
                    <a:pt x="13716" y="18288"/>
                  </a:lnTo>
                  <a:lnTo>
                    <a:pt x="10668" y="19812"/>
                  </a:lnTo>
                  <a:lnTo>
                    <a:pt x="10668" y="94488"/>
                  </a:lnTo>
                  <a:lnTo>
                    <a:pt x="13716" y="100584"/>
                  </a:lnTo>
                  <a:lnTo>
                    <a:pt x="16764" y="100584"/>
                  </a:lnTo>
                  <a:lnTo>
                    <a:pt x="19812" y="103632"/>
                  </a:lnTo>
                  <a:lnTo>
                    <a:pt x="202692" y="103632"/>
                  </a:lnTo>
                  <a:lnTo>
                    <a:pt x="208788" y="106680"/>
                  </a:lnTo>
                  <a:lnTo>
                    <a:pt x="199643" y="112776"/>
                  </a:lnTo>
                  <a:lnTo>
                    <a:pt x="192024" y="114300"/>
                  </a:lnTo>
                  <a:close/>
                </a:path>
                <a:path w="212089" h="114300">
                  <a:moveTo>
                    <a:pt x="13716" y="18288"/>
                  </a:moveTo>
                  <a:lnTo>
                    <a:pt x="7620" y="12192"/>
                  </a:lnTo>
                  <a:lnTo>
                    <a:pt x="19812" y="12192"/>
                  </a:lnTo>
                  <a:lnTo>
                    <a:pt x="13716" y="18288"/>
                  </a:lnTo>
                  <a:close/>
                </a:path>
                <a:path w="212089" h="114300">
                  <a:moveTo>
                    <a:pt x="196595" y="18288"/>
                  </a:moveTo>
                  <a:lnTo>
                    <a:pt x="13716" y="18288"/>
                  </a:lnTo>
                  <a:lnTo>
                    <a:pt x="19812" y="12192"/>
                  </a:lnTo>
                  <a:lnTo>
                    <a:pt x="192024" y="12192"/>
                  </a:lnTo>
                  <a:lnTo>
                    <a:pt x="195072" y="15240"/>
                  </a:lnTo>
                  <a:lnTo>
                    <a:pt x="196595" y="18288"/>
                  </a:lnTo>
                  <a:close/>
                </a:path>
                <a:path w="212089" h="114300">
                  <a:moveTo>
                    <a:pt x="196595" y="18288"/>
                  </a:moveTo>
                  <a:lnTo>
                    <a:pt x="195072" y="15240"/>
                  </a:lnTo>
                  <a:lnTo>
                    <a:pt x="192024" y="12192"/>
                  </a:lnTo>
                  <a:lnTo>
                    <a:pt x="204724" y="12192"/>
                  </a:lnTo>
                  <a:lnTo>
                    <a:pt x="196595" y="18288"/>
                  </a:lnTo>
                  <a:close/>
                </a:path>
                <a:path w="212089" h="114300">
                  <a:moveTo>
                    <a:pt x="208788" y="106680"/>
                  </a:moveTo>
                  <a:lnTo>
                    <a:pt x="196595" y="100584"/>
                  </a:lnTo>
                  <a:lnTo>
                    <a:pt x="199643" y="94488"/>
                  </a:lnTo>
                  <a:lnTo>
                    <a:pt x="199643" y="19812"/>
                  </a:lnTo>
                  <a:lnTo>
                    <a:pt x="196595" y="18288"/>
                  </a:lnTo>
                  <a:lnTo>
                    <a:pt x="204724" y="12192"/>
                  </a:lnTo>
                  <a:lnTo>
                    <a:pt x="209804" y="12192"/>
                  </a:lnTo>
                  <a:lnTo>
                    <a:pt x="211836" y="18288"/>
                  </a:lnTo>
                  <a:lnTo>
                    <a:pt x="211836" y="97536"/>
                  </a:lnTo>
                  <a:lnTo>
                    <a:pt x="208788" y="106680"/>
                  </a:lnTo>
                  <a:close/>
                </a:path>
                <a:path w="212089" h="114300">
                  <a:moveTo>
                    <a:pt x="202692" y="103632"/>
                  </a:moveTo>
                  <a:lnTo>
                    <a:pt x="192024" y="103632"/>
                  </a:lnTo>
                  <a:lnTo>
                    <a:pt x="195072" y="100584"/>
                  </a:lnTo>
                  <a:lnTo>
                    <a:pt x="196595" y="100584"/>
                  </a:lnTo>
                  <a:lnTo>
                    <a:pt x="202692" y="10363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5410199" y="2430780"/>
              <a:ext cx="201295" cy="189230"/>
            </a:xfrm>
            <a:custGeom>
              <a:avLst/>
              <a:gdLst/>
              <a:ahLst/>
              <a:cxnLst/>
              <a:rect l="l" t="t" r="r" b="b"/>
              <a:pathLst>
                <a:path w="201295" h="189230">
                  <a:moveTo>
                    <a:pt x="190499" y="188975"/>
                  </a:moveTo>
                  <a:lnTo>
                    <a:pt x="15239" y="188975"/>
                  </a:lnTo>
                  <a:lnTo>
                    <a:pt x="9143" y="185927"/>
                  </a:lnTo>
                  <a:lnTo>
                    <a:pt x="3047" y="179831"/>
                  </a:lnTo>
                  <a:lnTo>
                    <a:pt x="0" y="169163"/>
                  </a:lnTo>
                  <a:lnTo>
                    <a:pt x="0" y="19811"/>
                  </a:lnTo>
                  <a:lnTo>
                    <a:pt x="3047" y="7619"/>
                  </a:lnTo>
                  <a:lnTo>
                    <a:pt x="9143" y="3047"/>
                  </a:lnTo>
                  <a:lnTo>
                    <a:pt x="15239" y="0"/>
                  </a:lnTo>
                  <a:lnTo>
                    <a:pt x="190499" y="0"/>
                  </a:lnTo>
                  <a:lnTo>
                    <a:pt x="192023" y="3047"/>
                  </a:lnTo>
                  <a:lnTo>
                    <a:pt x="198120" y="7619"/>
                  </a:lnTo>
                  <a:lnTo>
                    <a:pt x="201167" y="19811"/>
                  </a:lnTo>
                  <a:lnTo>
                    <a:pt x="201167" y="169163"/>
                  </a:lnTo>
                  <a:lnTo>
                    <a:pt x="198120" y="179831"/>
                  </a:lnTo>
                  <a:lnTo>
                    <a:pt x="192023" y="185927"/>
                  </a:lnTo>
                  <a:lnTo>
                    <a:pt x="190499" y="1889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5405627" y="2424683"/>
              <a:ext cx="212090" cy="201295"/>
            </a:xfrm>
            <a:custGeom>
              <a:avLst/>
              <a:gdLst/>
              <a:ahLst/>
              <a:cxnLst/>
              <a:rect l="l" t="t" r="r" b="b"/>
              <a:pathLst>
                <a:path w="212089" h="201294">
                  <a:moveTo>
                    <a:pt x="196596" y="201168"/>
                  </a:moveTo>
                  <a:lnTo>
                    <a:pt x="13715" y="201168"/>
                  </a:lnTo>
                  <a:lnTo>
                    <a:pt x="4572" y="192024"/>
                  </a:lnTo>
                  <a:lnTo>
                    <a:pt x="3048" y="185928"/>
                  </a:lnTo>
                  <a:lnTo>
                    <a:pt x="0" y="175260"/>
                  </a:lnTo>
                  <a:lnTo>
                    <a:pt x="0" y="25908"/>
                  </a:lnTo>
                  <a:lnTo>
                    <a:pt x="3048" y="13716"/>
                  </a:lnTo>
                  <a:lnTo>
                    <a:pt x="4572" y="9144"/>
                  </a:lnTo>
                  <a:lnTo>
                    <a:pt x="13715" y="0"/>
                  </a:lnTo>
                  <a:lnTo>
                    <a:pt x="195072" y="0"/>
                  </a:lnTo>
                  <a:lnTo>
                    <a:pt x="195072" y="10668"/>
                  </a:lnTo>
                  <a:lnTo>
                    <a:pt x="16764" y="10668"/>
                  </a:lnTo>
                  <a:lnTo>
                    <a:pt x="13715" y="16764"/>
                  </a:lnTo>
                  <a:lnTo>
                    <a:pt x="10667" y="28956"/>
                  </a:lnTo>
                  <a:lnTo>
                    <a:pt x="10667" y="172212"/>
                  </a:lnTo>
                  <a:lnTo>
                    <a:pt x="13715" y="182880"/>
                  </a:lnTo>
                  <a:lnTo>
                    <a:pt x="16764" y="188976"/>
                  </a:lnTo>
                  <a:lnTo>
                    <a:pt x="207264" y="188976"/>
                  </a:lnTo>
                  <a:lnTo>
                    <a:pt x="202692" y="198120"/>
                  </a:lnTo>
                  <a:lnTo>
                    <a:pt x="196596" y="201168"/>
                  </a:lnTo>
                  <a:close/>
                </a:path>
                <a:path w="212089" h="201294">
                  <a:moveTo>
                    <a:pt x="204216" y="6096"/>
                  </a:moveTo>
                  <a:lnTo>
                    <a:pt x="195072" y="6096"/>
                  </a:lnTo>
                  <a:lnTo>
                    <a:pt x="195072" y="0"/>
                  </a:lnTo>
                  <a:lnTo>
                    <a:pt x="196596" y="0"/>
                  </a:lnTo>
                  <a:lnTo>
                    <a:pt x="202692" y="3048"/>
                  </a:lnTo>
                  <a:lnTo>
                    <a:pt x="204216" y="6096"/>
                  </a:lnTo>
                  <a:close/>
                </a:path>
                <a:path w="212089" h="201294">
                  <a:moveTo>
                    <a:pt x="196596" y="16764"/>
                  </a:moveTo>
                  <a:lnTo>
                    <a:pt x="195072" y="10668"/>
                  </a:lnTo>
                  <a:lnTo>
                    <a:pt x="206756" y="10668"/>
                  </a:lnTo>
                  <a:lnTo>
                    <a:pt x="208788" y="13716"/>
                  </a:lnTo>
                  <a:lnTo>
                    <a:pt x="196596" y="16764"/>
                  </a:lnTo>
                  <a:close/>
                </a:path>
                <a:path w="212089" h="201294">
                  <a:moveTo>
                    <a:pt x="208788" y="185928"/>
                  </a:moveTo>
                  <a:lnTo>
                    <a:pt x="196596" y="182880"/>
                  </a:lnTo>
                  <a:lnTo>
                    <a:pt x="199644" y="172212"/>
                  </a:lnTo>
                  <a:lnTo>
                    <a:pt x="199644" y="28956"/>
                  </a:lnTo>
                  <a:lnTo>
                    <a:pt x="196596" y="16764"/>
                  </a:lnTo>
                  <a:lnTo>
                    <a:pt x="208788" y="13716"/>
                  </a:lnTo>
                  <a:lnTo>
                    <a:pt x="211836" y="25908"/>
                  </a:lnTo>
                  <a:lnTo>
                    <a:pt x="211836" y="175260"/>
                  </a:lnTo>
                  <a:lnTo>
                    <a:pt x="208788" y="185928"/>
                  </a:lnTo>
                  <a:close/>
                </a:path>
                <a:path w="212089" h="201294">
                  <a:moveTo>
                    <a:pt x="207264" y="188976"/>
                  </a:moveTo>
                  <a:lnTo>
                    <a:pt x="195072" y="188976"/>
                  </a:lnTo>
                  <a:lnTo>
                    <a:pt x="196596" y="182880"/>
                  </a:lnTo>
                  <a:lnTo>
                    <a:pt x="208788" y="185928"/>
                  </a:lnTo>
                  <a:lnTo>
                    <a:pt x="207264" y="188976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5413247" y="2310384"/>
              <a:ext cx="198120" cy="120650"/>
            </a:xfrm>
            <a:custGeom>
              <a:avLst/>
              <a:gdLst/>
              <a:ahLst/>
              <a:cxnLst/>
              <a:rect l="l" t="t" r="r" b="b"/>
              <a:pathLst>
                <a:path w="198120" h="120650">
                  <a:moveTo>
                    <a:pt x="188976" y="120396"/>
                  </a:moveTo>
                  <a:lnTo>
                    <a:pt x="184404" y="120396"/>
                  </a:lnTo>
                  <a:lnTo>
                    <a:pt x="6096" y="120396"/>
                  </a:lnTo>
                  <a:lnTo>
                    <a:pt x="3048" y="117348"/>
                  </a:lnTo>
                  <a:lnTo>
                    <a:pt x="0" y="111252"/>
                  </a:lnTo>
                  <a:lnTo>
                    <a:pt x="0" y="102108"/>
                  </a:lnTo>
                  <a:lnTo>
                    <a:pt x="32004" y="27432"/>
                  </a:lnTo>
                  <a:lnTo>
                    <a:pt x="64008" y="0"/>
                  </a:lnTo>
                  <a:lnTo>
                    <a:pt x="135636" y="0"/>
                  </a:lnTo>
                  <a:lnTo>
                    <a:pt x="143256" y="4572"/>
                  </a:lnTo>
                  <a:lnTo>
                    <a:pt x="155448" y="13716"/>
                  </a:lnTo>
                  <a:lnTo>
                    <a:pt x="163068" y="27432"/>
                  </a:lnTo>
                  <a:lnTo>
                    <a:pt x="175260" y="45720"/>
                  </a:lnTo>
                  <a:lnTo>
                    <a:pt x="188976" y="79248"/>
                  </a:lnTo>
                  <a:lnTo>
                    <a:pt x="198120" y="102108"/>
                  </a:lnTo>
                  <a:lnTo>
                    <a:pt x="195072" y="111252"/>
                  </a:lnTo>
                  <a:lnTo>
                    <a:pt x="192024" y="117348"/>
                  </a:lnTo>
                  <a:lnTo>
                    <a:pt x="188976" y="1203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5408675" y="2304287"/>
              <a:ext cx="208915" cy="131445"/>
            </a:xfrm>
            <a:custGeom>
              <a:avLst/>
              <a:gdLst/>
              <a:ahLst/>
              <a:cxnLst/>
              <a:rect l="l" t="t" r="r" b="b"/>
              <a:pathLst>
                <a:path w="208914" h="131444">
                  <a:moveTo>
                    <a:pt x="188976" y="131064"/>
                  </a:moveTo>
                  <a:lnTo>
                    <a:pt x="7620" y="131064"/>
                  </a:lnTo>
                  <a:lnTo>
                    <a:pt x="1524" y="126492"/>
                  </a:lnTo>
                  <a:lnTo>
                    <a:pt x="0" y="120396"/>
                  </a:lnTo>
                  <a:lnTo>
                    <a:pt x="0" y="106680"/>
                  </a:lnTo>
                  <a:lnTo>
                    <a:pt x="4572" y="80772"/>
                  </a:lnTo>
                  <a:lnTo>
                    <a:pt x="22860" y="48768"/>
                  </a:lnTo>
                  <a:lnTo>
                    <a:pt x="30480" y="32004"/>
                  </a:lnTo>
                  <a:lnTo>
                    <a:pt x="42672" y="16764"/>
                  </a:lnTo>
                  <a:lnTo>
                    <a:pt x="53340" y="6096"/>
                  </a:lnTo>
                  <a:lnTo>
                    <a:pt x="62484" y="0"/>
                  </a:lnTo>
                  <a:lnTo>
                    <a:pt x="140208" y="0"/>
                  </a:lnTo>
                  <a:lnTo>
                    <a:pt x="140208" y="10668"/>
                  </a:lnTo>
                  <a:lnTo>
                    <a:pt x="65532" y="10668"/>
                  </a:lnTo>
                  <a:lnTo>
                    <a:pt x="50292" y="25908"/>
                  </a:lnTo>
                  <a:lnTo>
                    <a:pt x="39624" y="39624"/>
                  </a:lnTo>
                  <a:lnTo>
                    <a:pt x="30480" y="54864"/>
                  </a:lnTo>
                  <a:lnTo>
                    <a:pt x="16764" y="85344"/>
                  </a:lnTo>
                  <a:lnTo>
                    <a:pt x="10668" y="108204"/>
                  </a:lnTo>
                  <a:lnTo>
                    <a:pt x="10668" y="117348"/>
                  </a:lnTo>
                  <a:lnTo>
                    <a:pt x="13716" y="120396"/>
                  </a:lnTo>
                  <a:lnTo>
                    <a:pt x="196595" y="120396"/>
                  </a:lnTo>
                  <a:lnTo>
                    <a:pt x="202692" y="126492"/>
                  </a:lnTo>
                  <a:lnTo>
                    <a:pt x="196595" y="129540"/>
                  </a:lnTo>
                  <a:lnTo>
                    <a:pt x="188976" y="131064"/>
                  </a:lnTo>
                  <a:close/>
                </a:path>
                <a:path w="208914" h="131444">
                  <a:moveTo>
                    <a:pt x="140208" y="13716"/>
                  </a:moveTo>
                  <a:lnTo>
                    <a:pt x="140208" y="0"/>
                  </a:lnTo>
                  <a:lnTo>
                    <a:pt x="143256" y="0"/>
                  </a:lnTo>
                  <a:lnTo>
                    <a:pt x="144780" y="3048"/>
                  </a:lnTo>
                  <a:lnTo>
                    <a:pt x="140208" y="13716"/>
                  </a:lnTo>
                  <a:close/>
                </a:path>
                <a:path w="208914" h="131444">
                  <a:moveTo>
                    <a:pt x="147828" y="19812"/>
                  </a:moveTo>
                  <a:lnTo>
                    <a:pt x="144780" y="13716"/>
                  </a:lnTo>
                  <a:lnTo>
                    <a:pt x="140208" y="13716"/>
                  </a:lnTo>
                  <a:lnTo>
                    <a:pt x="144780" y="3048"/>
                  </a:lnTo>
                  <a:lnTo>
                    <a:pt x="150876" y="6096"/>
                  </a:lnTo>
                  <a:lnTo>
                    <a:pt x="156972" y="10668"/>
                  </a:lnTo>
                  <a:lnTo>
                    <a:pt x="147828" y="19812"/>
                  </a:lnTo>
                  <a:close/>
                </a:path>
                <a:path w="208914" h="131444">
                  <a:moveTo>
                    <a:pt x="140208" y="13716"/>
                  </a:moveTo>
                  <a:lnTo>
                    <a:pt x="68580" y="10668"/>
                  </a:lnTo>
                  <a:lnTo>
                    <a:pt x="140208" y="10668"/>
                  </a:lnTo>
                  <a:lnTo>
                    <a:pt x="140208" y="13716"/>
                  </a:lnTo>
                  <a:close/>
                </a:path>
                <a:path w="208914" h="131444">
                  <a:moveTo>
                    <a:pt x="160020" y="32004"/>
                  </a:moveTo>
                  <a:lnTo>
                    <a:pt x="147828" y="19812"/>
                  </a:lnTo>
                  <a:lnTo>
                    <a:pt x="156972" y="10668"/>
                  </a:lnTo>
                  <a:lnTo>
                    <a:pt x="163068" y="16764"/>
                  </a:lnTo>
                  <a:lnTo>
                    <a:pt x="170688" y="25908"/>
                  </a:lnTo>
                  <a:lnTo>
                    <a:pt x="160020" y="32004"/>
                  </a:lnTo>
                  <a:close/>
                </a:path>
                <a:path w="208914" h="131444">
                  <a:moveTo>
                    <a:pt x="202692" y="126492"/>
                  </a:moveTo>
                  <a:lnTo>
                    <a:pt x="193547" y="117348"/>
                  </a:lnTo>
                  <a:lnTo>
                    <a:pt x="193547" y="114300"/>
                  </a:lnTo>
                  <a:lnTo>
                    <a:pt x="196595" y="108204"/>
                  </a:lnTo>
                  <a:lnTo>
                    <a:pt x="192024" y="94488"/>
                  </a:lnTo>
                  <a:lnTo>
                    <a:pt x="185928" y="74676"/>
                  </a:lnTo>
                  <a:lnTo>
                    <a:pt x="173736" y="51816"/>
                  </a:lnTo>
                  <a:lnTo>
                    <a:pt x="160020" y="32004"/>
                  </a:lnTo>
                  <a:lnTo>
                    <a:pt x="170688" y="25908"/>
                  </a:lnTo>
                  <a:lnTo>
                    <a:pt x="182880" y="45720"/>
                  </a:lnTo>
                  <a:lnTo>
                    <a:pt x="196595" y="71628"/>
                  </a:lnTo>
                  <a:lnTo>
                    <a:pt x="205740" y="94488"/>
                  </a:lnTo>
                  <a:lnTo>
                    <a:pt x="208788" y="108204"/>
                  </a:lnTo>
                  <a:lnTo>
                    <a:pt x="202692" y="126492"/>
                  </a:lnTo>
                  <a:close/>
                </a:path>
                <a:path w="208914" h="131444">
                  <a:moveTo>
                    <a:pt x="196595" y="120396"/>
                  </a:moveTo>
                  <a:lnTo>
                    <a:pt x="192024" y="120396"/>
                  </a:lnTo>
                  <a:lnTo>
                    <a:pt x="193547" y="117348"/>
                  </a:lnTo>
                  <a:lnTo>
                    <a:pt x="196595" y="120396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5480303" y="2246376"/>
              <a:ext cx="62865" cy="60960"/>
            </a:xfrm>
            <a:custGeom>
              <a:avLst/>
              <a:gdLst/>
              <a:ahLst/>
              <a:cxnLst/>
              <a:rect l="l" t="t" r="r" b="b"/>
              <a:pathLst>
                <a:path w="62864" h="60960">
                  <a:moveTo>
                    <a:pt x="53339" y="60959"/>
                  </a:moveTo>
                  <a:lnTo>
                    <a:pt x="10667" y="60959"/>
                  </a:lnTo>
                  <a:lnTo>
                    <a:pt x="1523" y="57911"/>
                  </a:lnTo>
                  <a:lnTo>
                    <a:pt x="0" y="51815"/>
                  </a:lnTo>
                  <a:lnTo>
                    <a:pt x="0" y="6095"/>
                  </a:lnTo>
                  <a:lnTo>
                    <a:pt x="1523" y="0"/>
                  </a:lnTo>
                  <a:lnTo>
                    <a:pt x="59435" y="0"/>
                  </a:lnTo>
                  <a:lnTo>
                    <a:pt x="62483" y="6095"/>
                  </a:lnTo>
                  <a:lnTo>
                    <a:pt x="62483" y="51815"/>
                  </a:lnTo>
                  <a:lnTo>
                    <a:pt x="59435" y="57911"/>
                  </a:lnTo>
                  <a:lnTo>
                    <a:pt x="53339" y="609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5474208" y="2200655"/>
              <a:ext cx="74930" cy="113030"/>
            </a:xfrm>
            <a:custGeom>
              <a:avLst/>
              <a:gdLst/>
              <a:ahLst/>
              <a:cxnLst/>
              <a:rect l="l" t="t" r="r" b="b"/>
              <a:pathLst>
                <a:path w="74929" h="113030">
                  <a:moveTo>
                    <a:pt x="65532" y="12192"/>
                  </a:moveTo>
                  <a:lnTo>
                    <a:pt x="59436" y="12192"/>
                  </a:lnTo>
                  <a:lnTo>
                    <a:pt x="59436" y="15240"/>
                  </a:lnTo>
                  <a:lnTo>
                    <a:pt x="65532" y="12192"/>
                  </a:lnTo>
                  <a:close/>
                </a:path>
                <a:path w="74929" h="113030">
                  <a:moveTo>
                    <a:pt x="74676" y="15240"/>
                  </a:moveTo>
                  <a:lnTo>
                    <a:pt x="59436" y="15240"/>
                  </a:lnTo>
                  <a:lnTo>
                    <a:pt x="62484" y="18288"/>
                  </a:lnTo>
                  <a:lnTo>
                    <a:pt x="62484" y="28956"/>
                  </a:lnTo>
                  <a:lnTo>
                    <a:pt x="59436" y="28956"/>
                  </a:lnTo>
                  <a:lnTo>
                    <a:pt x="59436" y="41148"/>
                  </a:lnTo>
                  <a:lnTo>
                    <a:pt x="59436" y="45732"/>
                  </a:lnTo>
                  <a:lnTo>
                    <a:pt x="13716" y="45732"/>
                  </a:lnTo>
                  <a:lnTo>
                    <a:pt x="13716" y="41160"/>
                  </a:lnTo>
                  <a:lnTo>
                    <a:pt x="59436" y="41148"/>
                  </a:lnTo>
                  <a:lnTo>
                    <a:pt x="59436" y="28956"/>
                  </a:lnTo>
                  <a:lnTo>
                    <a:pt x="10668" y="28956"/>
                  </a:lnTo>
                  <a:lnTo>
                    <a:pt x="10668" y="18288"/>
                  </a:lnTo>
                  <a:lnTo>
                    <a:pt x="13716" y="15240"/>
                  </a:lnTo>
                  <a:lnTo>
                    <a:pt x="13716" y="12192"/>
                  </a:lnTo>
                  <a:lnTo>
                    <a:pt x="59436" y="12192"/>
                  </a:lnTo>
                  <a:lnTo>
                    <a:pt x="59436" y="6096"/>
                  </a:lnTo>
                  <a:lnTo>
                    <a:pt x="68580" y="6096"/>
                  </a:lnTo>
                  <a:lnTo>
                    <a:pt x="65532" y="3048"/>
                  </a:lnTo>
                  <a:lnTo>
                    <a:pt x="59436" y="0"/>
                  </a:lnTo>
                  <a:lnTo>
                    <a:pt x="13716" y="0"/>
                  </a:lnTo>
                  <a:lnTo>
                    <a:pt x="7620" y="3048"/>
                  </a:lnTo>
                  <a:lnTo>
                    <a:pt x="3048" y="9144"/>
                  </a:lnTo>
                  <a:lnTo>
                    <a:pt x="3048" y="12192"/>
                  </a:lnTo>
                  <a:lnTo>
                    <a:pt x="0" y="19812"/>
                  </a:lnTo>
                  <a:lnTo>
                    <a:pt x="0" y="45720"/>
                  </a:lnTo>
                  <a:lnTo>
                    <a:pt x="3060" y="45720"/>
                  </a:lnTo>
                  <a:lnTo>
                    <a:pt x="0" y="51828"/>
                  </a:lnTo>
                  <a:lnTo>
                    <a:pt x="0" y="97548"/>
                  </a:lnTo>
                  <a:lnTo>
                    <a:pt x="6096" y="109740"/>
                  </a:lnTo>
                  <a:lnTo>
                    <a:pt x="10668" y="112788"/>
                  </a:lnTo>
                  <a:lnTo>
                    <a:pt x="65532" y="112788"/>
                  </a:lnTo>
                  <a:lnTo>
                    <a:pt x="68580" y="109740"/>
                  </a:lnTo>
                  <a:lnTo>
                    <a:pt x="71628" y="103644"/>
                  </a:lnTo>
                  <a:lnTo>
                    <a:pt x="65532" y="103644"/>
                  </a:lnTo>
                  <a:lnTo>
                    <a:pt x="64008" y="100596"/>
                  </a:lnTo>
                  <a:lnTo>
                    <a:pt x="62484" y="97548"/>
                  </a:lnTo>
                  <a:lnTo>
                    <a:pt x="59436" y="100596"/>
                  </a:lnTo>
                  <a:lnTo>
                    <a:pt x="13716" y="100596"/>
                  </a:lnTo>
                  <a:lnTo>
                    <a:pt x="13716" y="97548"/>
                  </a:lnTo>
                  <a:lnTo>
                    <a:pt x="10668" y="97548"/>
                  </a:lnTo>
                  <a:lnTo>
                    <a:pt x="10668" y="51828"/>
                  </a:lnTo>
                  <a:lnTo>
                    <a:pt x="13716" y="51828"/>
                  </a:lnTo>
                  <a:lnTo>
                    <a:pt x="59436" y="51828"/>
                  </a:lnTo>
                  <a:lnTo>
                    <a:pt x="62484" y="51828"/>
                  </a:lnTo>
                  <a:lnTo>
                    <a:pt x="62484" y="97548"/>
                  </a:lnTo>
                  <a:lnTo>
                    <a:pt x="74676" y="97548"/>
                  </a:lnTo>
                  <a:lnTo>
                    <a:pt x="74676" y="51828"/>
                  </a:lnTo>
                  <a:lnTo>
                    <a:pt x="71628" y="45732"/>
                  </a:lnTo>
                  <a:lnTo>
                    <a:pt x="74676" y="45720"/>
                  </a:lnTo>
                  <a:lnTo>
                    <a:pt x="74676" y="39624"/>
                  </a:lnTo>
                  <a:lnTo>
                    <a:pt x="74676" y="28956"/>
                  </a:lnTo>
                  <a:lnTo>
                    <a:pt x="74676" y="1524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660903" y="2441448"/>
              <a:ext cx="203200" cy="60960"/>
            </a:xfrm>
            <a:custGeom>
              <a:avLst/>
              <a:gdLst/>
              <a:ahLst/>
              <a:cxnLst/>
              <a:rect l="l" t="t" r="r" b="b"/>
              <a:pathLst>
                <a:path w="203200" h="60960">
                  <a:moveTo>
                    <a:pt x="192024" y="60959"/>
                  </a:moveTo>
                  <a:lnTo>
                    <a:pt x="182880" y="60959"/>
                  </a:lnTo>
                  <a:lnTo>
                    <a:pt x="10668" y="60959"/>
                  </a:lnTo>
                  <a:lnTo>
                    <a:pt x="6096" y="57911"/>
                  </a:lnTo>
                  <a:lnTo>
                    <a:pt x="0" y="45719"/>
                  </a:lnTo>
                  <a:lnTo>
                    <a:pt x="0" y="15239"/>
                  </a:lnTo>
                  <a:lnTo>
                    <a:pt x="6096" y="3047"/>
                  </a:lnTo>
                  <a:lnTo>
                    <a:pt x="10668" y="0"/>
                  </a:lnTo>
                  <a:lnTo>
                    <a:pt x="192024" y="0"/>
                  </a:lnTo>
                  <a:lnTo>
                    <a:pt x="198120" y="3047"/>
                  </a:lnTo>
                  <a:lnTo>
                    <a:pt x="199644" y="9143"/>
                  </a:lnTo>
                  <a:lnTo>
                    <a:pt x="202692" y="15239"/>
                  </a:lnTo>
                  <a:lnTo>
                    <a:pt x="202692" y="45719"/>
                  </a:lnTo>
                  <a:lnTo>
                    <a:pt x="199644" y="51815"/>
                  </a:lnTo>
                  <a:lnTo>
                    <a:pt x="198120" y="57911"/>
                  </a:lnTo>
                  <a:lnTo>
                    <a:pt x="192024" y="609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654807" y="2435352"/>
              <a:ext cx="215265" cy="71755"/>
            </a:xfrm>
            <a:custGeom>
              <a:avLst/>
              <a:gdLst/>
              <a:ahLst/>
              <a:cxnLst/>
              <a:rect l="l" t="t" r="r" b="b"/>
              <a:pathLst>
                <a:path w="215264" h="71755">
                  <a:moveTo>
                    <a:pt x="201168" y="71628"/>
                  </a:moveTo>
                  <a:lnTo>
                    <a:pt x="15240" y="71628"/>
                  </a:lnTo>
                  <a:lnTo>
                    <a:pt x="9144" y="67056"/>
                  </a:lnTo>
                  <a:lnTo>
                    <a:pt x="3048" y="60960"/>
                  </a:lnTo>
                  <a:lnTo>
                    <a:pt x="0" y="51816"/>
                  </a:lnTo>
                  <a:lnTo>
                    <a:pt x="0" y="21336"/>
                  </a:lnTo>
                  <a:lnTo>
                    <a:pt x="3048" y="12192"/>
                  </a:lnTo>
                  <a:lnTo>
                    <a:pt x="15240" y="0"/>
                  </a:lnTo>
                  <a:lnTo>
                    <a:pt x="188976" y="0"/>
                  </a:lnTo>
                  <a:lnTo>
                    <a:pt x="188976" y="12192"/>
                  </a:lnTo>
                  <a:lnTo>
                    <a:pt x="19812" y="12192"/>
                  </a:lnTo>
                  <a:lnTo>
                    <a:pt x="15240" y="15240"/>
                  </a:lnTo>
                  <a:lnTo>
                    <a:pt x="15240" y="18288"/>
                  </a:lnTo>
                  <a:lnTo>
                    <a:pt x="12192" y="21336"/>
                  </a:lnTo>
                  <a:lnTo>
                    <a:pt x="12192" y="51816"/>
                  </a:lnTo>
                  <a:lnTo>
                    <a:pt x="15240" y="54864"/>
                  </a:lnTo>
                  <a:lnTo>
                    <a:pt x="15240" y="57912"/>
                  </a:lnTo>
                  <a:lnTo>
                    <a:pt x="19812" y="60960"/>
                  </a:lnTo>
                  <a:lnTo>
                    <a:pt x="202692" y="60960"/>
                  </a:lnTo>
                  <a:lnTo>
                    <a:pt x="205740" y="67056"/>
                  </a:lnTo>
                  <a:lnTo>
                    <a:pt x="201168" y="71628"/>
                  </a:lnTo>
                  <a:close/>
                </a:path>
                <a:path w="215264" h="71755">
                  <a:moveTo>
                    <a:pt x="201168" y="15240"/>
                  </a:moveTo>
                  <a:lnTo>
                    <a:pt x="195072" y="12192"/>
                  </a:lnTo>
                  <a:lnTo>
                    <a:pt x="202692" y="12192"/>
                  </a:lnTo>
                  <a:lnTo>
                    <a:pt x="201168" y="15240"/>
                  </a:lnTo>
                  <a:close/>
                </a:path>
                <a:path w="215264" h="71755">
                  <a:moveTo>
                    <a:pt x="205740" y="67056"/>
                  </a:moveTo>
                  <a:lnTo>
                    <a:pt x="201168" y="57912"/>
                  </a:lnTo>
                  <a:lnTo>
                    <a:pt x="201168" y="54864"/>
                  </a:lnTo>
                  <a:lnTo>
                    <a:pt x="204216" y="51816"/>
                  </a:lnTo>
                  <a:lnTo>
                    <a:pt x="204216" y="21336"/>
                  </a:lnTo>
                  <a:lnTo>
                    <a:pt x="201168" y="18288"/>
                  </a:lnTo>
                  <a:lnTo>
                    <a:pt x="201168" y="15240"/>
                  </a:lnTo>
                  <a:lnTo>
                    <a:pt x="202692" y="12192"/>
                  </a:lnTo>
                  <a:lnTo>
                    <a:pt x="211836" y="12192"/>
                  </a:lnTo>
                  <a:lnTo>
                    <a:pt x="214884" y="21336"/>
                  </a:lnTo>
                  <a:lnTo>
                    <a:pt x="214884" y="51816"/>
                  </a:lnTo>
                  <a:lnTo>
                    <a:pt x="211836" y="60960"/>
                  </a:lnTo>
                  <a:lnTo>
                    <a:pt x="205740" y="67056"/>
                  </a:lnTo>
                  <a:close/>
                </a:path>
                <a:path w="215264" h="71755">
                  <a:moveTo>
                    <a:pt x="202692" y="60960"/>
                  </a:moveTo>
                  <a:lnTo>
                    <a:pt x="195072" y="60960"/>
                  </a:lnTo>
                  <a:lnTo>
                    <a:pt x="201168" y="57912"/>
                  </a:lnTo>
                  <a:lnTo>
                    <a:pt x="202692" y="6096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2660903" y="2502408"/>
              <a:ext cx="203200" cy="62865"/>
            </a:xfrm>
            <a:custGeom>
              <a:avLst/>
              <a:gdLst/>
              <a:ahLst/>
              <a:cxnLst/>
              <a:rect l="l" t="t" r="r" b="b"/>
              <a:pathLst>
                <a:path w="203200" h="62864">
                  <a:moveTo>
                    <a:pt x="185927" y="62483"/>
                  </a:moveTo>
                  <a:lnTo>
                    <a:pt x="16763" y="62483"/>
                  </a:lnTo>
                  <a:lnTo>
                    <a:pt x="10667" y="59435"/>
                  </a:lnTo>
                  <a:lnTo>
                    <a:pt x="6095" y="56387"/>
                  </a:lnTo>
                  <a:lnTo>
                    <a:pt x="3047" y="53339"/>
                  </a:lnTo>
                  <a:lnTo>
                    <a:pt x="0" y="48767"/>
                  </a:lnTo>
                  <a:lnTo>
                    <a:pt x="0" y="13715"/>
                  </a:lnTo>
                  <a:lnTo>
                    <a:pt x="3047" y="7619"/>
                  </a:lnTo>
                  <a:lnTo>
                    <a:pt x="6095" y="3047"/>
                  </a:lnTo>
                  <a:lnTo>
                    <a:pt x="10667" y="0"/>
                  </a:lnTo>
                  <a:lnTo>
                    <a:pt x="192023" y="0"/>
                  </a:lnTo>
                  <a:lnTo>
                    <a:pt x="198120" y="3047"/>
                  </a:lnTo>
                  <a:lnTo>
                    <a:pt x="199644" y="7619"/>
                  </a:lnTo>
                  <a:lnTo>
                    <a:pt x="202691" y="13715"/>
                  </a:lnTo>
                  <a:lnTo>
                    <a:pt x="202691" y="48767"/>
                  </a:lnTo>
                  <a:lnTo>
                    <a:pt x="199644" y="53339"/>
                  </a:lnTo>
                  <a:lnTo>
                    <a:pt x="198120" y="56387"/>
                  </a:lnTo>
                  <a:lnTo>
                    <a:pt x="185927" y="624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2654807" y="2496312"/>
              <a:ext cx="215265" cy="74930"/>
            </a:xfrm>
            <a:custGeom>
              <a:avLst/>
              <a:gdLst/>
              <a:ahLst/>
              <a:cxnLst/>
              <a:rect l="l" t="t" r="r" b="b"/>
              <a:pathLst>
                <a:path w="215264" h="74930">
                  <a:moveTo>
                    <a:pt x="192024" y="74676"/>
                  </a:moveTo>
                  <a:lnTo>
                    <a:pt x="22860" y="74676"/>
                  </a:lnTo>
                  <a:lnTo>
                    <a:pt x="15240" y="71628"/>
                  </a:lnTo>
                  <a:lnTo>
                    <a:pt x="9144" y="68580"/>
                  </a:lnTo>
                  <a:lnTo>
                    <a:pt x="3048" y="62484"/>
                  </a:lnTo>
                  <a:lnTo>
                    <a:pt x="0" y="54864"/>
                  </a:lnTo>
                  <a:lnTo>
                    <a:pt x="0" y="19812"/>
                  </a:lnTo>
                  <a:lnTo>
                    <a:pt x="3048" y="10668"/>
                  </a:lnTo>
                  <a:lnTo>
                    <a:pt x="9144" y="6096"/>
                  </a:lnTo>
                  <a:lnTo>
                    <a:pt x="15240" y="0"/>
                  </a:lnTo>
                  <a:lnTo>
                    <a:pt x="192024" y="0"/>
                  </a:lnTo>
                  <a:lnTo>
                    <a:pt x="192024" y="10668"/>
                  </a:lnTo>
                  <a:lnTo>
                    <a:pt x="19812" y="10668"/>
                  </a:lnTo>
                  <a:lnTo>
                    <a:pt x="15240" y="13716"/>
                  </a:lnTo>
                  <a:lnTo>
                    <a:pt x="15240" y="16764"/>
                  </a:lnTo>
                  <a:lnTo>
                    <a:pt x="12192" y="19812"/>
                  </a:lnTo>
                  <a:lnTo>
                    <a:pt x="12192" y="54864"/>
                  </a:lnTo>
                  <a:lnTo>
                    <a:pt x="15240" y="57912"/>
                  </a:lnTo>
                  <a:lnTo>
                    <a:pt x="15240" y="59436"/>
                  </a:lnTo>
                  <a:lnTo>
                    <a:pt x="19812" y="59436"/>
                  </a:lnTo>
                  <a:lnTo>
                    <a:pt x="22860" y="62484"/>
                  </a:lnTo>
                  <a:lnTo>
                    <a:pt x="202692" y="62484"/>
                  </a:lnTo>
                  <a:lnTo>
                    <a:pt x="205740" y="68580"/>
                  </a:lnTo>
                  <a:lnTo>
                    <a:pt x="201167" y="71628"/>
                  </a:lnTo>
                  <a:lnTo>
                    <a:pt x="192024" y="74676"/>
                  </a:lnTo>
                  <a:close/>
                </a:path>
                <a:path w="215264" h="74930">
                  <a:moveTo>
                    <a:pt x="201167" y="13716"/>
                  </a:moveTo>
                  <a:lnTo>
                    <a:pt x="195072" y="10668"/>
                  </a:lnTo>
                  <a:lnTo>
                    <a:pt x="202996" y="10668"/>
                  </a:lnTo>
                  <a:lnTo>
                    <a:pt x="201167" y="13716"/>
                  </a:lnTo>
                  <a:close/>
                </a:path>
                <a:path w="215264" h="74930">
                  <a:moveTo>
                    <a:pt x="205740" y="68580"/>
                  </a:moveTo>
                  <a:lnTo>
                    <a:pt x="201167" y="59436"/>
                  </a:lnTo>
                  <a:lnTo>
                    <a:pt x="201167" y="57912"/>
                  </a:lnTo>
                  <a:lnTo>
                    <a:pt x="204216" y="54864"/>
                  </a:lnTo>
                  <a:lnTo>
                    <a:pt x="204216" y="19812"/>
                  </a:lnTo>
                  <a:lnTo>
                    <a:pt x="201167" y="16764"/>
                  </a:lnTo>
                  <a:lnTo>
                    <a:pt x="201167" y="13716"/>
                  </a:lnTo>
                  <a:lnTo>
                    <a:pt x="202996" y="10668"/>
                  </a:lnTo>
                  <a:lnTo>
                    <a:pt x="211836" y="10668"/>
                  </a:lnTo>
                  <a:lnTo>
                    <a:pt x="214884" y="19812"/>
                  </a:lnTo>
                  <a:lnTo>
                    <a:pt x="214884" y="54864"/>
                  </a:lnTo>
                  <a:lnTo>
                    <a:pt x="211836" y="62484"/>
                  </a:lnTo>
                  <a:lnTo>
                    <a:pt x="205740" y="68580"/>
                  </a:lnTo>
                  <a:close/>
                </a:path>
                <a:path w="215264" h="74930">
                  <a:moveTo>
                    <a:pt x="202692" y="62484"/>
                  </a:moveTo>
                  <a:lnTo>
                    <a:pt x="192024" y="62484"/>
                  </a:lnTo>
                  <a:lnTo>
                    <a:pt x="195072" y="59436"/>
                  </a:lnTo>
                  <a:lnTo>
                    <a:pt x="201167" y="59436"/>
                  </a:lnTo>
                  <a:lnTo>
                    <a:pt x="202692" y="6248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2660904" y="2564891"/>
              <a:ext cx="203200" cy="60960"/>
            </a:xfrm>
            <a:custGeom>
              <a:avLst/>
              <a:gdLst/>
              <a:ahLst/>
              <a:cxnLst/>
              <a:rect l="l" t="t" r="r" b="b"/>
              <a:pathLst>
                <a:path w="203200" h="60960">
                  <a:moveTo>
                    <a:pt x="195071" y="60959"/>
                  </a:moveTo>
                  <a:lnTo>
                    <a:pt x="188975" y="60959"/>
                  </a:lnTo>
                  <a:lnTo>
                    <a:pt x="9144" y="60959"/>
                  </a:lnTo>
                  <a:lnTo>
                    <a:pt x="3047" y="54863"/>
                  </a:lnTo>
                  <a:lnTo>
                    <a:pt x="0" y="48767"/>
                  </a:lnTo>
                  <a:lnTo>
                    <a:pt x="0" y="12191"/>
                  </a:lnTo>
                  <a:lnTo>
                    <a:pt x="3047" y="6095"/>
                  </a:lnTo>
                  <a:lnTo>
                    <a:pt x="9144" y="0"/>
                  </a:lnTo>
                  <a:lnTo>
                    <a:pt x="195071" y="0"/>
                  </a:lnTo>
                  <a:lnTo>
                    <a:pt x="198119" y="3047"/>
                  </a:lnTo>
                  <a:lnTo>
                    <a:pt x="202691" y="12191"/>
                  </a:lnTo>
                  <a:lnTo>
                    <a:pt x="202691" y="48767"/>
                  </a:lnTo>
                  <a:lnTo>
                    <a:pt x="198119" y="57911"/>
                  </a:lnTo>
                  <a:lnTo>
                    <a:pt x="195071" y="609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2654808" y="2555748"/>
              <a:ext cx="215265" cy="74930"/>
            </a:xfrm>
            <a:custGeom>
              <a:avLst/>
              <a:gdLst/>
              <a:ahLst/>
              <a:cxnLst/>
              <a:rect l="l" t="t" r="r" b="b"/>
              <a:pathLst>
                <a:path w="215264" h="74930">
                  <a:moveTo>
                    <a:pt x="204216" y="74676"/>
                  </a:moveTo>
                  <a:lnTo>
                    <a:pt x="12191" y="74676"/>
                  </a:lnTo>
                  <a:lnTo>
                    <a:pt x="6096" y="71628"/>
                  </a:lnTo>
                  <a:lnTo>
                    <a:pt x="3048" y="67056"/>
                  </a:lnTo>
                  <a:lnTo>
                    <a:pt x="0" y="57912"/>
                  </a:lnTo>
                  <a:lnTo>
                    <a:pt x="0" y="21336"/>
                  </a:lnTo>
                  <a:lnTo>
                    <a:pt x="3048" y="12192"/>
                  </a:lnTo>
                  <a:lnTo>
                    <a:pt x="6096" y="6096"/>
                  </a:lnTo>
                  <a:lnTo>
                    <a:pt x="12191" y="3048"/>
                  </a:lnTo>
                  <a:lnTo>
                    <a:pt x="19812" y="0"/>
                  </a:lnTo>
                  <a:lnTo>
                    <a:pt x="195072" y="0"/>
                  </a:lnTo>
                  <a:lnTo>
                    <a:pt x="195072" y="15240"/>
                  </a:lnTo>
                  <a:lnTo>
                    <a:pt x="15240" y="15240"/>
                  </a:lnTo>
                  <a:lnTo>
                    <a:pt x="12191" y="18288"/>
                  </a:lnTo>
                  <a:lnTo>
                    <a:pt x="12191" y="60960"/>
                  </a:lnTo>
                  <a:lnTo>
                    <a:pt x="15240" y="64008"/>
                  </a:lnTo>
                  <a:lnTo>
                    <a:pt x="201168" y="64008"/>
                  </a:lnTo>
                  <a:lnTo>
                    <a:pt x="208788" y="71628"/>
                  </a:lnTo>
                  <a:lnTo>
                    <a:pt x="204216" y="74676"/>
                  </a:lnTo>
                  <a:close/>
                </a:path>
                <a:path w="215264" h="74930">
                  <a:moveTo>
                    <a:pt x="208788" y="71628"/>
                  </a:moveTo>
                  <a:lnTo>
                    <a:pt x="201168" y="64008"/>
                  </a:lnTo>
                  <a:lnTo>
                    <a:pt x="201168" y="60960"/>
                  </a:lnTo>
                  <a:lnTo>
                    <a:pt x="204216" y="57912"/>
                  </a:lnTo>
                  <a:lnTo>
                    <a:pt x="204216" y="21336"/>
                  </a:lnTo>
                  <a:lnTo>
                    <a:pt x="201168" y="18288"/>
                  </a:lnTo>
                  <a:lnTo>
                    <a:pt x="201168" y="15240"/>
                  </a:lnTo>
                  <a:lnTo>
                    <a:pt x="212852" y="15240"/>
                  </a:lnTo>
                  <a:lnTo>
                    <a:pt x="214884" y="21336"/>
                  </a:lnTo>
                  <a:lnTo>
                    <a:pt x="214884" y="57912"/>
                  </a:lnTo>
                  <a:lnTo>
                    <a:pt x="211836" y="67056"/>
                  </a:lnTo>
                  <a:lnTo>
                    <a:pt x="208788" y="7162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2660904" y="2627375"/>
              <a:ext cx="203200" cy="100965"/>
            </a:xfrm>
            <a:custGeom>
              <a:avLst/>
              <a:gdLst/>
              <a:ahLst/>
              <a:cxnLst/>
              <a:rect l="l" t="t" r="r" b="b"/>
              <a:pathLst>
                <a:path w="203200" h="100964">
                  <a:moveTo>
                    <a:pt x="195071" y="100583"/>
                  </a:moveTo>
                  <a:lnTo>
                    <a:pt x="188975" y="100583"/>
                  </a:lnTo>
                  <a:lnTo>
                    <a:pt x="9144" y="100583"/>
                  </a:lnTo>
                  <a:lnTo>
                    <a:pt x="6095" y="94487"/>
                  </a:lnTo>
                  <a:lnTo>
                    <a:pt x="3047" y="89915"/>
                  </a:lnTo>
                  <a:lnTo>
                    <a:pt x="0" y="80771"/>
                  </a:lnTo>
                  <a:lnTo>
                    <a:pt x="0" y="21335"/>
                  </a:lnTo>
                  <a:lnTo>
                    <a:pt x="3047" y="12191"/>
                  </a:lnTo>
                  <a:lnTo>
                    <a:pt x="9144" y="0"/>
                  </a:lnTo>
                  <a:lnTo>
                    <a:pt x="195071" y="0"/>
                  </a:lnTo>
                  <a:lnTo>
                    <a:pt x="198119" y="6095"/>
                  </a:lnTo>
                  <a:lnTo>
                    <a:pt x="199643" y="12191"/>
                  </a:lnTo>
                  <a:lnTo>
                    <a:pt x="202691" y="21335"/>
                  </a:lnTo>
                  <a:lnTo>
                    <a:pt x="202691" y="80771"/>
                  </a:lnTo>
                  <a:lnTo>
                    <a:pt x="198119" y="94487"/>
                  </a:lnTo>
                  <a:lnTo>
                    <a:pt x="195071" y="1005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2654807" y="2619756"/>
              <a:ext cx="215265" cy="114300"/>
            </a:xfrm>
            <a:custGeom>
              <a:avLst/>
              <a:gdLst/>
              <a:ahLst/>
              <a:cxnLst/>
              <a:rect l="l" t="t" r="r" b="b"/>
              <a:pathLst>
                <a:path w="215264" h="114300">
                  <a:moveTo>
                    <a:pt x="195072" y="114300"/>
                  </a:moveTo>
                  <a:lnTo>
                    <a:pt x="19812" y="114300"/>
                  </a:lnTo>
                  <a:lnTo>
                    <a:pt x="12192" y="111252"/>
                  </a:lnTo>
                  <a:lnTo>
                    <a:pt x="6096" y="105156"/>
                  </a:lnTo>
                  <a:lnTo>
                    <a:pt x="3048" y="97536"/>
                  </a:lnTo>
                  <a:lnTo>
                    <a:pt x="0" y="88392"/>
                  </a:lnTo>
                  <a:lnTo>
                    <a:pt x="0" y="28956"/>
                  </a:lnTo>
                  <a:lnTo>
                    <a:pt x="3048" y="16764"/>
                  </a:lnTo>
                  <a:lnTo>
                    <a:pt x="6096" y="7620"/>
                  </a:lnTo>
                  <a:lnTo>
                    <a:pt x="12192" y="3048"/>
                  </a:lnTo>
                  <a:lnTo>
                    <a:pt x="19812" y="0"/>
                  </a:lnTo>
                  <a:lnTo>
                    <a:pt x="195072" y="0"/>
                  </a:lnTo>
                  <a:lnTo>
                    <a:pt x="195072" y="13716"/>
                  </a:lnTo>
                  <a:lnTo>
                    <a:pt x="16764" y="13716"/>
                  </a:lnTo>
                  <a:lnTo>
                    <a:pt x="15240" y="16764"/>
                  </a:lnTo>
                  <a:lnTo>
                    <a:pt x="15240" y="22860"/>
                  </a:lnTo>
                  <a:lnTo>
                    <a:pt x="12192" y="28956"/>
                  </a:lnTo>
                  <a:lnTo>
                    <a:pt x="12192" y="88392"/>
                  </a:lnTo>
                  <a:lnTo>
                    <a:pt x="15240" y="94488"/>
                  </a:lnTo>
                  <a:lnTo>
                    <a:pt x="15240" y="100584"/>
                  </a:lnTo>
                  <a:lnTo>
                    <a:pt x="16764" y="102108"/>
                  </a:lnTo>
                  <a:lnTo>
                    <a:pt x="203708" y="102108"/>
                  </a:lnTo>
                  <a:lnTo>
                    <a:pt x="208788" y="105156"/>
                  </a:lnTo>
                  <a:lnTo>
                    <a:pt x="204216" y="111252"/>
                  </a:lnTo>
                  <a:lnTo>
                    <a:pt x="195072" y="114300"/>
                  </a:lnTo>
                  <a:close/>
                </a:path>
                <a:path w="215264" h="114300">
                  <a:moveTo>
                    <a:pt x="201168" y="16764"/>
                  </a:moveTo>
                  <a:lnTo>
                    <a:pt x="198119" y="13716"/>
                  </a:lnTo>
                  <a:lnTo>
                    <a:pt x="203708" y="13716"/>
                  </a:lnTo>
                  <a:lnTo>
                    <a:pt x="201168" y="16764"/>
                  </a:lnTo>
                  <a:close/>
                </a:path>
                <a:path w="215264" h="114300">
                  <a:moveTo>
                    <a:pt x="210007" y="102108"/>
                  </a:moveTo>
                  <a:lnTo>
                    <a:pt x="204216" y="102108"/>
                  </a:lnTo>
                  <a:lnTo>
                    <a:pt x="201168" y="100584"/>
                  </a:lnTo>
                  <a:lnTo>
                    <a:pt x="201168" y="94488"/>
                  </a:lnTo>
                  <a:lnTo>
                    <a:pt x="204216" y="88392"/>
                  </a:lnTo>
                  <a:lnTo>
                    <a:pt x="204216" y="28956"/>
                  </a:lnTo>
                  <a:lnTo>
                    <a:pt x="201168" y="22860"/>
                  </a:lnTo>
                  <a:lnTo>
                    <a:pt x="201168" y="16764"/>
                  </a:lnTo>
                  <a:lnTo>
                    <a:pt x="203708" y="13716"/>
                  </a:lnTo>
                  <a:lnTo>
                    <a:pt x="210820" y="13716"/>
                  </a:lnTo>
                  <a:lnTo>
                    <a:pt x="211836" y="16764"/>
                  </a:lnTo>
                  <a:lnTo>
                    <a:pt x="214884" y="28956"/>
                  </a:lnTo>
                  <a:lnTo>
                    <a:pt x="214884" y="88392"/>
                  </a:lnTo>
                  <a:lnTo>
                    <a:pt x="211836" y="97536"/>
                  </a:lnTo>
                  <a:lnTo>
                    <a:pt x="210007" y="102108"/>
                  </a:lnTo>
                  <a:close/>
                </a:path>
                <a:path w="215264" h="114300">
                  <a:moveTo>
                    <a:pt x="203708" y="102108"/>
                  </a:moveTo>
                  <a:lnTo>
                    <a:pt x="198119" y="102108"/>
                  </a:lnTo>
                  <a:lnTo>
                    <a:pt x="201168" y="100584"/>
                  </a:lnTo>
                  <a:lnTo>
                    <a:pt x="203708" y="102108"/>
                  </a:lnTo>
                  <a:close/>
                </a:path>
                <a:path w="215264" h="114300">
                  <a:moveTo>
                    <a:pt x="208788" y="105156"/>
                  </a:moveTo>
                  <a:lnTo>
                    <a:pt x="201168" y="100584"/>
                  </a:lnTo>
                  <a:lnTo>
                    <a:pt x="204216" y="102108"/>
                  </a:lnTo>
                  <a:lnTo>
                    <a:pt x="210007" y="102108"/>
                  </a:lnTo>
                  <a:lnTo>
                    <a:pt x="208788" y="105156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2660903" y="2249424"/>
              <a:ext cx="203200" cy="189230"/>
            </a:xfrm>
            <a:custGeom>
              <a:avLst/>
              <a:gdLst/>
              <a:ahLst/>
              <a:cxnLst/>
              <a:rect l="l" t="t" r="r" b="b"/>
              <a:pathLst>
                <a:path w="203200" h="189230">
                  <a:moveTo>
                    <a:pt x="188976" y="188975"/>
                  </a:moveTo>
                  <a:lnTo>
                    <a:pt x="13716" y="188975"/>
                  </a:lnTo>
                  <a:lnTo>
                    <a:pt x="9144" y="185927"/>
                  </a:lnTo>
                  <a:lnTo>
                    <a:pt x="6096" y="181355"/>
                  </a:lnTo>
                  <a:lnTo>
                    <a:pt x="3048" y="169163"/>
                  </a:lnTo>
                  <a:lnTo>
                    <a:pt x="0" y="155447"/>
                  </a:lnTo>
                  <a:lnTo>
                    <a:pt x="0" y="38099"/>
                  </a:lnTo>
                  <a:lnTo>
                    <a:pt x="3048" y="22859"/>
                  </a:lnTo>
                  <a:lnTo>
                    <a:pt x="6096" y="12192"/>
                  </a:lnTo>
                  <a:lnTo>
                    <a:pt x="9144" y="3047"/>
                  </a:lnTo>
                  <a:lnTo>
                    <a:pt x="13716" y="0"/>
                  </a:lnTo>
                  <a:lnTo>
                    <a:pt x="188976" y="0"/>
                  </a:lnTo>
                  <a:lnTo>
                    <a:pt x="195072" y="3047"/>
                  </a:lnTo>
                  <a:lnTo>
                    <a:pt x="198120" y="12192"/>
                  </a:lnTo>
                  <a:lnTo>
                    <a:pt x="199644" y="22859"/>
                  </a:lnTo>
                  <a:lnTo>
                    <a:pt x="202692" y="38099"/>
                  </a:lnTo>
                  <a:lnTo>
                    <a:pt x="202692" y="155447"/>
                  </a:lnTo>
                  <a:lnTo>
                    <a:pt x="199644" y="169163"/>
                  </a:lnTo>
                  <a:lnTo>
                    <a:pt x="198120" y="181355"/>
                  </a:lnTo>
                  <a:lnTo>
                    <a:pt x="195072" y="185927"/>
                  </a:lnTo>
                  <a:lnTo>
                    <a:pt x="188976" y="1889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2654795" y="2020836"/>
              <a:ext cx="215265" cy="426720"/>
            </a:xfrm>
            <a:custGeom>
              <a:avLst/>
              <a:gdLst/>
              <a:ahLst/>
              <a:cxnLst/>
              <a:rect l="l" t="t" r="r" b="b"/>
              <a:pathLst>
                <a:path w="215264" h="426719">
                  <a:moveTo>
                    <a:pt x="214884" y="263639"/>
                  </a:moveTo>
                  <a:lnTo>
                    <a:pt x="211836" y="248399"/>
                  </a:lnTo>
                  <a:lnTo>
                    <a:pt x="208788" y="237731"/>
                  </a:lnTo>
                  <a:lnTo>
                    <a:pt x="207264" y="234683"/>
                  </a:lnTo>
                  <a:lnTo>
                    <a:pt x="204216" y="234683"/>
                  </a:lnTo>
                  <a:lnTo>
                    <a:pt x="204216" y="263639"/>
                  </a:lnTo>
                  <a:lnTo>
                    <a:pt x="204216" y="384035"/>
                  </a:lnTo>
                  <a:lnTo>
                    <a:pt x="201168" y="394703"/>
                  </a:lnTo>
                  <a:lnTo>
                    <a:pt x="198120" y="406895"/>
                  </a:lnTo>
                  <a:lnTo>
                    <a:pt x="198120" y="412991"/>
                  </a:lnTo>
                  <a:lnTo>
                    <a:pt x="16764" y="412991"/>
                  </a:lnTo>
                  <a:lnTo>
                    <a:pt x="16764" y="406895"/>
                  </a:lnTo>
                  <a:lnTo>
                    <a:pt x="15240" y="394703"/>
                  </a:lnTo>
                  <a:lnTo>
                    <a:pt x="12192" y="384035"/>
                  </a:lnTo>
                  <a:lnTo>
                    <a:pt x="12192" y="266687"/>
                  </a:lnTo>
                  <a:lnTo>
                    <a:pt x="15240" y="251447"/>
                  </a:lnTo>
                  <a:lnTo>
                    <a:pt x="16764" y="240779"/>
                  </a:lnTo>
                  <a:lnTo>
                    <a:pt x="16764" y="237731"/>
                  </a:lnTo>
                  <a:lnTo>
                    <a:pt x="19799" y="234696"/>
                  </a:lnTo>
                  <a:lnTo>
                    <a:pt x="195084" y="234696"/>
                  </a:lnTo>
                  <a:lnTo>
                    <a:pt x="198120" y="237731"/>
                  </a:lnTo>
                  <a:lnTo>
                    <a:pt x="198120" y="240779"/>
                  </a:lnTo>
                  <a:lnTo>
                    <a:pt x="201168" y="251447"/>
                  </a:lnTo>
                  <a:lnTo>
                    <a:pt x="204216" y="263639"/>
                  </a:lnTo>
                  <a:lnTo>
                    <a:pt x="204216" y="234683"/>
                  </a:lnTo>
                  <a:lnTo>
                    <a:pt x="201180" y="234683"/>
                  </a:lnTo>
                  <a:lnTo>
                    <a:pt x="205752" y="228600"/>
                  </a:lnTo>
                  <a:lnTo>
                    <a:pt x="208800" y="225552"/>
                  </a:lnTo>
                  <a:lnTo>
                    <a:pt x="211848" y="222504"/>
                  </a:lnTo>
                  <a:lnTo>
                    <a:pt x="211848" y="211836"/>
                  </a:lnTo>
                  <a:lnTo>
                    <a:pt x="208800" y="198120"/>
                  </a:lnTo>
                  <a:lnTo>
                    <a:pt x="201180" y="173736"/>
                  </a:lnTo>
                  <a:lnTo>
                    <a:pt x="201180" y="211836"/>
                  </a:lnTo>
                  <a:lnTo>
                    <a:pt x="201180" y="217932"/>
                  </a:lnTo>
                  <a:lnTo>
                    <a:pt x="198132" y="220980"/>
                  </a:lnTo>
                  <a:lnTo>
                    <a:pt x="198132" y="222491"/>
                  </a:lnTo>
                  <a:lnTo>
                    <a:pt x="195072" y="222491"/>
                  </a:lnTo>
                  <a:lnTo>
                    <a:pt x="16764" y="222491"/>
                  </a:lnTo>
                  <a:lnTo>
                    <a:pt x="15252" y="220980"/>
                  </a:lnTo>
                  <a:lnTo>
                    <a:pt x="15252" y="211836"/>
                  </a:lnTo>
                  <a:lnTo>
                    <a:pt x="22872" y="188976"/>
                  </a:lnTo>
                  <a:lnTo>
                    <a:pt x="38112" y="156972"/>
                  </a:lnTo>
                  <a:lnTo>
                    <a:pt x="45732" y="143256"/>
                  </a:lnTo>
                  <a:lnTo>
                    <a:pt x="54876" y="131064"/>
                  </a:lnTo>
                  <a:lnTo>
                    <a:pt x="62496" y="120396"/>
                  </a:lnTo>
                  <a:lnTo>
                    <a:pt x="71640" y="117348"/>
                  </a:lnTo>
                  <a:lnTo>
                    <a:pt x="143268" y="117348"/>
                  </a:lnTo>
                  <a:lnTo>
                    <a:pt x="146316" y="117348"/>
                  </a:lnTo>
                  <a:lnTo>
                    <a:pt x="149364" y="120396"/>
                  </a:lnTo>
                  <a:lnTo>
                    <a:pt x="155460" y="123444"/>
                  </a:lnTo>
                  <a:lnTo>
                    <a:pt x="166128" y="134112"/>
                  </a:lnTo>
                  <a:lnTo>
                    <a:pt x="178320" y="156972"/>
                  </a:lnTo>
                  <a:lnTo>
                    <a:pt x="188988" y="176784"/>
                  </a:lnTo>
                  <a:lnTo>
                    <a:pt x="198132" y="198120"/>
                  </a:lnTo>
                  <a:lnTo>
                    <a:pt x="201180" y="211836"/>
                  </a:lnTo>
                  <a:lnTo>
                    <a:pt x="201180" y="173736"/>
                  </a:lnTo>
                  <a:lnTo>
                    <a:pt x="175272" y="128016"/>
                  </a:lnTo>
                  <a:lnTo>
                    <a:pt x="149364" y="105156"/>
                  </a:lnTo>
                  <a:lnTo>
                    <a:pt x="143268" y="105156"/>
                  </a:lnTo>
                  <a:lnTo>
                    <a:pt x="141770" y="105092"/>
                  </a:lnTo>
                  <a:lnTo>
                    <a:pt x="143268" y="102095"/>
                  </a:lnTo>
                  <a:lnTo>
                    <a:pt x="143268" y="48755"/>
                  </a:lnTo>
                  <a:lnTo>
                    <a:pt x="135140" y="48755"/>
                  </a:lnTo>
                  <a:lnTo>
                    <a:pt x="132600" y="48755"/>
                  </a:lnTo>
                  <a:lnTo>
                    <a:pt x="132600" y="51803"/>
                  </a:lnTo>
                  <a:lnTo>
                    <a:pt x="132600" y="100571"/>
                  </a:lnTo>
                  <a:lnTo>
                    <a:pt x="83832" y="100571"/>
                  </a:lnTo>
                  <a:lnTo>
                    <a:pt x="83832" y="51803"/>
                  </a:lnTo>
                  <a:lnTo>
                    <a:pt x="129552" y="51803"/>
                  </a:lnTo>
                  <a:lnTo>
                    <a:pt x="132600" y="51803"/>
                  </a:lnTo>
                  <a:lnTo>
                    <a:pt x="132600" y="48755"/>
                  </a:lnTo>
                  <a:lnTo>
                    <a:pt x="129552" y="48755"/>
                  </a:lnTo>
                  <a:lnTo>
                    <a:pt x="129552" y="39624"/>
                  </a:lnTo>
                  <a:lnTo>
                    <a:pt x="132600" y="39624"/>
                  </a:lnTo>
                  <a:lnTo>
                    <a:pt x="132600" y="45720"/>
                  </a:lnTo>
                  <a:lnTo>
                    <a:pt x="143268" y="45720"/>
                  </a:lnTo>
                  <a:lnTo>
                    <a:pt x="143268" y="39624"/>
                  </a:lnTo>
                  <a:lnTo>
                    <a:pt x="143268" y="28956"/>
                  </a:lnTo>
                  <a:lnTo>
                    <a:pt x="143268" y="13716"/>
                  </a:lnTo>
                  <a:lnTo>
                    <a:pt x="132600" y="13716"/>
                  </a:lnTo>
                  <a:lnTo>
                    <a:pt x="132600" y="28956"/>
                  </a:lnTo>
                  <a:lnTo>
                    <a:pt x="83832" y="28956"/>
                  </a:lnTo>
                  <a:lnTo>
                    <a:pt x="83832" y="13716"/>
                  </a:lnTo>
                  <a:lnTo>
                    <a:pt x="129552" y="13716"/>
                  </a:lnTo>
                  <a:lnTo>
                    <a:pt x="129552" y="7620"/>
                  </a:lnTo>
                  <a:lnTo>
                    <a:pt x="140220" y="7620"/>
                  </a:lnTo>
                  <a:lnTo>
                    <a:pt x="134124" y="3048"/>
                  </a:lnTo>
                  <a:lnTo>
                    <a:pt x="129552" y="0"/>
                  </a:lnTo>
                  <a:lnTo>
                    <a:pt x="86880" y="0"/>
                  </a:lnTo>
                  <a:lnTo>
                    <a:pt x="77736" y="3048"/>
                  </a:lnTo>
                  <a:lnTo>
                    <a:pt x="74688" y="7620"/>
                  </a:lnTo>
                  <a:lnTo>
                    <a:pt x="71640" y="13716"/>
                  </a:lnTo>
                  <a:lnTo>
                    <a:pt x="71640" y="45720"/>
                  </a:lnTo>
                  <a:lnTo>
                    <a:pt x="73152" y="45720"/>
                  </a:lnTo>
                  <a:lnTo>
                    <a:pt x="71640" y="48755"/>
                  </a:lnTo>
                  <a:lnTo>
                    <a:pt x="71640" y="102095"/>
                  </a:lnTo>
                  <a:lnTo>
                    <a:pt x="72656" y="104140"/>
                  </a:lnTo>
                  <a:lnTo>
                    <a:pt x="71640" y="105156"/>
                  </a:lnTo>
                  <a:lnTo>
                    <a:pt x="68592" y="105156"/>
                  </a:lnTo>
                  <a:lnTo>
                    <a:pt x="57924" y="111252"/>
                  </a:lnTo>
                  <a:lnTo>
                    <a:pt x="45732" y="120396"/>
                  </a:lnTo>
                  <a:lnTo>
                    <a:pt x="38112" y="134112"/>
                  </a:lnTo>
                  <a:lnTo>
                    <a:pt x="25920" y="150876"/>
                  </a:lnTo>
                  <a:lnTo>
                    <a:pt x="12204" y="185928"/>
                  </a:lnTo>
                  <a:lnTo>
                    <a:pt x="3060" y="208788"/>
                  </a:lnTo>
                  <a:lnTo>
                    <a:pt x="3060" y="222504"/>
                  </a:lnTo>
                  <a:lnTo>
                    <a:pt x="10160" y="229603"/>
                  </a:lnTo>
                  <a:lnTo>
                    <a:pt x="6096" y="237731"/>
                  </a:lnTo>
                  <a:lnTo>
                    <a:pt x="3048" y="248399"/>
                  </a:lnTo>
                  <a:lnTo>
                    <a:pt x="0" y="266687"/>
                  </a:lnTo>
                  <a:lnTo>
                    <a:pt x="0" y="384035"/>
                  </a:lnTo>
                  <a:lnTo>
                    <a:pt x="15240" y="423659"/>
                  </a:lnTo>
                  <a:lnTo>
                    <a:pt x="19812" y="426707"/>
                  </a:lnTo>
                  <a:lnTo>
                    <a:pt x="195072" y="426707"/>
                  </a:lnTo>
                  <a:lnTo>
                    <a:pt x="201168" y="423659"/>
                  </a:lnTo>
                  <a:lnTo>
                    <a:pt x="204216" y="420611"/>
                  </a:lnTo>
                  <a:lnTo>
                    <a:pt x="205740" y="417563"/>
                  </a:lnTo>
                  <a:lnTo>
                    <a:pt x="207568" y="412991"/>
                  </a:lnTo>
                  <a:lnTo>
                    <a:pt x="208788" y="409943"/>
                  </a:lnTo>
                  <a:lnTo>
                    <a:pt x="211836" y="397751"/>
                  </a:lnTo>
                  <a:lnTo>
                    <a:pt x="214884" y="384035"/>
                  </a:lnTo>
                  <a:lnTo>
                    <a:pt x="214884" y="263639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4901183" y="2578608"/>
              <a:ext cx="200025" cy="64135"/>
            </a:xfrm>
            <a:custGeom>
              <a:avLst/>
              <a:gdLst/>
              <a:ahLst/>
              <a:cxnLst/>
              <a:rect l="l" t="t" r="r" b="b"/>
              <a:pathLst>
                <a:path w="200025" h="64135">
                  <a:moveTo>
                    <a:pt x="182880" y="64007"/>
                  </a:moveTo>
                  <a:lnTo>
                    <a:pt x="16763" y="64007"/>
                  </a:lnTo>
                  <a:lnTo>
                    <a:pt x="10667" y="60959"/>
                  </a:lnTo>
                  <a:lnTo>
                    <a:pt x="6095" y="57911"/>
                  </a:lnTo>
                  <a:lnTo>
                    <a:pt x="0" y="51815"/>
                  </a:lnTo>
                  <a:lnTo>
                    <a:pt x="0" y="9143"/>
                  </a:lnTo>
                  <a:lnTo>
                    <a:pt x="6095" y="6095"/>
                  </a:lnTo>
                  <a:lnTo>
                    <a:pt x="10667" y="0"/>
                  </a:lnTo>
                  <a:lnTo>
                    <a:pt x="192023" y="0"/>
                  </a:lnTo>
                  <a:lnTo>
                    <a:pt x="198120" y="6095"/>
                  </a:lnTo>
                  <a:lnTo>
                    <a:pt x="199644" y="9143"/>
                  </a:lnTo>
                  <a:lnTo>
                    <a:pt x="199644" y="51815"/>
                  </a:lnTo>
                  <a:lnTo>
                    <a:pt x="198120" y="57911"/>
                  </a:lnTo>
                  <a:lnTo>
                    <a:pt x="192023" y="60959"/>
                  </a:lnTo>
                  <a:lnTo>
                    <a:pt x="182880" y="640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4895088" y="2574035"/>
              <a:ext cx="215265" cy="74930"/>
            </a:xfrm>
            <a:custGeom>
              <a:avLst/>
              <a:gdLst/>
              <a:ahLst/>
              <a:cxnLst/>
              <a:rect l="l" t="t" r="r" b="b"/>
              <a:pathLst>
                <a:path w="215264" h="74930">
                  <a:moveTo>
                    <a:pt x="188976" y="74676"/>
                  </a:moveTo>
                  <a:lnTo>
                    <a:pt x="22860" y="74676"/>
                  </a:lnTo>
                  <a:lnTo>
                    <a:pt x="13716" y="71628"/>
                  </a:lnTo>
                  <a:lnTo>
                    <a:pt x="6096" y="68580"/>
                  </a:lnTo>
                  <a:lnTo>
                    <a:pt x="3048" y="59436"/>
                  </a:lnTo>
                  <a:lnTo>
                    <a:pt x="0" y="51816"/>
                  </a:lnTo>
                  <a:lnTo>
                    <a:pt x="0" y="22860"/>
                  </a:lnTo>
                  <a:lnTo>
                    <a:pt x="6096" y="4572"/>
                  </a:lnTo>
                  <a:lnTo>
                    <a:pt x="13716" y="3048"/>
                  </a:lnTo>
                  <a:lnTo>
                    <a:pt x="22860" y="0"/>
                  </a:lnTo>
                  <a:lnTo>
                    <a:pt x="188976" y="0"/>
                  </a:lnTo>
                  <a:lnTo>
                    <a:pt x="188976" y="10668"/>
                  </a:lnTo>
                  <a:lnTo>
                    <a:pt x="19812" y="10668"/>
                  </a:lnTo>
                  <a:lnTo>
                    <a:pt x="13716" y="13716"/>
                  </a:lnTo>
                  <a:lnTo>
                    <a:pt x="12192" y="16764"/>
                  </a:lnTo>
                  <a:lnTo>
                    <a:pt x="12192" y="56388"/>
                  </a:lnTo>
                  <a:lnTo>
                    <a:pt x="13716" y="59436"/>
                  </a:lnTo>
                  <a:lnTo>
                    <a:pt x="19812" y="59436"/>
                  </a:lnTo>
                  <a:lnTo>
                    <a:pt x="22860" y="62484"/>
                  </a:lnTo>
                  <a:lnTo>
                    <a:pt x="200660" y="62484"/>
                  </a:lnTo>
                  <a:lnTo>
                    <a:pt x="205740" y="68580"/>
                  </a:lnTo>
                  <a:lnTo>
                    <a:pt x="198120" y="71628"/>
                  </a:lnTo>
                  <a:lnTo>
                    <a:pt x="188976" y="74676"/>
                  </a:lnTo>
                  <a:close/>
                </a:path>
                <a:path w="215264" h="74930">
                  <a:moveTo>
                    <a:pt x="198120" y="13716"/>
                  </a:moveTo>
                  <a:lnTo>
                    <a:pt x="195072" y="10668"/>
                  </a:lnTo>
                  <a:lnTo>
                    <a:pt x="200660" y="10668"/>
                  </a:lnTo>
                  <a:lnTo>
                    <a:pt x="198120" y="13716"/>
                  </a:lnTo>
                  <a:close/>
                </a:path>
                <a:path w="215264" h="74930">
                  <a:moveTo>
                    <a:pt x="205740" y="68580"/>
                  </a:moveTo>
                  <a:lnTo>
                    <a:pt x="198120" y="59436"/>
                  </a:lnTo>
                  <a:lnTo>
                    <a:pt x="201167" y="56388"/>
                  </a:lnTo>
                  <a:lnTo>
                    <a:pt x="201167" y="16764"/>
                  </a:lnTo>
                  <a:lnTo>
                    <a:pt x="198120" y="13716"/>
                  </a:lnTo>
                  <a:lnTo>
                    <a:pt x="200660" y="10668"/>
                  </a:lnTo>
                  <a:lnTo>
                    <a:pt x="209804" y="10668"/>
                  </a:lnTo>
                  <a:lnTo>
                    <a:pt x="211836" y="13716"/>
                  </a:lnTo>
                  <a:lnTo>
                    <a:pt x="214884" y="22860"/>
                  </a:lnTo>
                  <a:lnTo>
                    <a:pt x="214884" y="51816"/>
                  </a:lnTo>
                  <a:lnTo>
                    <a:pt x="211836" y="59436"/>
                  </a:lnTo>
                  <a:lnTo>
                    <a:pt x="205740" y="68580"/>
                  </a:lnTo>
                  <a:close/>
                </a:path>
                <a:path w="215264" h="74930">
                  <a:moveTo>
                    <a:pt x="200660" y="62484"/>
                  </a:moveTo>
                  <a:lnTo>
                    <a:pt x="188976" y="62484"/>
                  </a:lnTo>
                  <a:lnTo>
                    <a:pt x="195072" y="59436"/>
                  </a:lnTo>
                  <a:lnTo>
                    <a:pt x="198120" y="59436"/>
                  </a:lnTo>
                  <a:lnTo>
                    <a:pt x="200660" y="6248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4901184" y="2639567"/>
              <a:ext cx="200025" cy="62865"/>
            </a:xfrm>
            <a:custGeom>
              <a:avLst/>
              <a:gdLst/>
              <a:ahLst/>
              <a:cxnLst/>
              <a:rect l="l" t="t" r="r" b="b"/>
              <a:pathLst>
                <a:path w="200025" h="62864">
                  <a:moveTo>
                    <a:pt x="192023" y="62483"/>
                  </a:moveTo>
                  <a:lnTo>
                    <a:pt x="185927" y="62483"/>
                  </a:lnTo>
                  <a:lnTo>
                    <a:pt x="10667" y="62483"/>
                  </a:lnTo>
                  <a:lnTo>
                    <a:pt x="6096" y="59435"/>
                  </a:lnTo>
                  <a:lnTo>
                    <a:pt x="0" y="54863"/>
                  </a:lnTo>
                  <a:lnTo>
                    <a:pt x="0" y="10667"/>
                  </a:lnTo>
                  <a:lnTo>
                    <a:pt x="6096" y="6095"/>
                  </a:lnTo>
                  <a:lnTo>
                    <a:pt x="10667" y="3047"/>
                  </a:lnTo>
                  <a:lnTo>
                    <a:pt x="16763" y="0"/>
                  </a:lnTo>
                  <a:lnTo>
                    <a:pt x="185927" y="0"/>
                  </a:lnTo>
                  <a:lnTo>
                    <a:pt x="198119" y="6095"/>
                  </a:lnTo>
                  <a:lnTo>
                    <a:pt x="199643" y="10667"/>
                  </a:lnTo>
                  <a:lnTo>
                    <a:pt x="199643" y="54863"/>
                  </a:lnTo>
                  <a:lnTo>
                    <a:pt x="198119" y="59435"/>
                  </a:lnTo>
                  <a:lnTo>
                    <a:pt x="192023" y="624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4895088" y="2633472"/>
              <a:ext cx="215265" cy="74930"/>
            </a:xfrm>
            <a:custGeom>
              <a:avLst/>
              <a:gdLst/>
              <a:ahLst/>
              <a:cxnLst/>
              <a:rect l="l" t="t" r="r" b="b"/>
              <a:pathLst>
                <a:path w="215264" h="74930">
                  <a:moveTo>
                    <a:pt x="201168" y="74676"/>
                  </a:moveTo>
                  <a:lnTo>
                    <a:pt x="13716" y="74676"/>
                  </a:lnTo>
                  <a:lnTo>
                    <a:pt x="6096" y="68580"/>
                  </a:lnTo>
                  <a:lnTo>
                    <a:pt x="0" y="64008"/>
                  </a:lnTo>
                  <a:lnTo>
                    <a:pt x="0" y="15240"/>
                  </a:lnTo>
                  <a:lnTo>
                    <a:pt x="6096" y="6096"/>
                  </a:lnTo>
                  <a:lnTo>
                    <a:pt x="13716" y="3048"/>
                  </a:lnTo>
                  <a:lnTo>
                    <a:pt x="22860" y="0"/>
                  </a:lnTo>
                  <a:lnTo>
                    <a:pt x="192024" y="0"/>
                  </a:lnTo>
                  <a:lnTo>
                    <a:pt x="192024" y="12192"/>
                  </a:lnTo>
                  <a:lnTo>
                    <a:pt x="22860" y="12192"/>
                  </a:lnTo>
                  <a:lnTo>
                    <a:pt x="16764" y="15240"/>
                  </a:lnTo>
                  <a:lnTo>
                    <a:pt x="13716" y="15240"/>
                  </a:lnTo>
                  <a:lnTo>
                    <a:pt x="12192" y="16764"/>
                  </a:lnTo>
                  <a:lnTo>
                    <a:pt x="12192" y="57912"/>
                  </a:lnTo>
                  <a:lnTo>
                    <a:pt x="13716" y="60960"/>
                  </a:lnTo>
                  <a:lnTo>
                    <a:pt x="16764" y="64008"/>
                  </a:lnTo>
                  <a:lnTo>
                    <a:pt x="201168" y="64008"/>
                  </a:lnTo>
                  <a:lnTo>
                    <a:pt x="205740" y="68580"/>
                  </a:lnTo>
                  <a:lnTo>
                    <a:pt x="201168" y="74676"/>
                  </a:lnTo>
                  <a:close/>
                </a:path>
                <a:path w="215264" h="74930">
                  <a:moveTo>
                    <a:pt x="198120" y="15240"/>
                  </a:moveTo>
                  <a:lnTo>
                    <a:pt x="195072" y="15240"/>
                  </a:lnTo>
                  <a:lnTo>
                    <a:pt x="192024" y="12192"/>
                  </a:lnTo>
                  <a:lnTo>
                    <a:pt x="200660" y="12192"/>
                  </a:lnTo>
                  <a:lnTo>
                    <a:pt x="198120" y="15240"/>
                  </a:lnTo>
                  <a:close/>
                </a:path>
                <a:path w="215264" h="74930">
                  <a:moveTo>
                    <a:pt x="205740" y="68580"/>
                  </a:moveTo>
                  <a:lnTo>
                    <a:pt x="198120" y="60960"/>
                  </a:lnTo>
                  <a:lnTo>
                    <a:pt x="201168" y="57912"/>
                  </a:lnTo>
                  <a:lnTo>
                    <a:pt x="201168" y="16764"/>
                  </a:lnTo>
                  <a:lnTo>
                    <a:pt x="198120" y="15240"/>
                  </a:lnTo>
                  <a:lnTo>
                    <a:pt x="200660" y="12192"/>
                  </a:lnTo>
                  <a:lnTo>
                    <a:pt x="209804" y="12192"/>
                  </a:lnTo>
                  <a:lnTo>
                    <a:pt x="211836" y="15240"/>
                  </a:lnTo>
                  <a:lnTo>
                    <a:pt x="214884" y="22860"/>
                  </a:lnTo>
                  <a:lnTo>
                    <a:pt x="214884" y="54864"/>
                  </a:lnTo>
                  <a:lnTo>
                    <a:pt x="211836" y="64008"/>
                  </a:lnTo>
                  <a:lnTo>
                    <a:pt x="205740" y="68580"/>
                  </a:lnTo>
                  <a:close/>
                </a:path>
                <a:path w="215264" h="74930">
                  <a:moveTo>
                    <a:pt x="201168" y="64008"/>
                  </a:moveTo>
                  <a:lnTo>
                    <a:pt x="195072" y="64008"/>
                  </a:lnTo>
                  <a:lnTo>
                    <a:pt x="198120" y="60960"/>
                  </a:lnTo>
                  <a:lnTo>
                    <a:pt x="201168" y="6400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4901183" y="2702051"/>
              <a:ext cx="200025" cy="64135"/>
            </a:xfrm>
            <a:custGeom>
              <a:avLst/>
              <a:gdLst/>
              <a:ahLst/>
              <a:cxnLst/>
              <a:rect l="l" t="t" r="r" b="b"/>
              <a:pathLst>
                <a:path w="200025" h="64135">
                  <a:moveTo>
                    <a:pt x="188975" y="64007"/>
                  </a:moveTo>
                  <a:lnTo>
                    <a:pt x="13715" y="64007"/>
                  </a:lnTo>
                  <a:lnTo>
                    <a:pt x="7619" y="60959"/>
                  </a:lnTo>
                  <a:lnTo>
                    <a:pt x="3047" y="60959"/>
                  </a:lnTo>
                  <a:lnTo>
                    <a:pt x="0" y="54863"/>
                  </a:lnTo>
                  <a:lnTo>
                    <a:pt x="0" y="9143"/>
                  </a:lnTo>
                  <a:lnTo>
                    <a:pt x="3047" y="3047"/>
                  </a:lnTo>
                  <a:lnTo>
                    <a:pt x="7619" y="0"/>
                  </a:lnTo>
                  <a:lnTo>
                    <a:pt x="195072" y="0"/>
                  </a:lnTo>
                  <a:lnTo>
                    <a:pt x="198120" y="3047"/>
                  </a:lnTo>
                  <a:lnTo>
                    <a:pt x="199643" y="9143"/>
                  </a:lnTo>
                  <a:lnTo>
                    <a:pt x="199643" y="54863"/>
                  </a:lnTo>
                  <a:lnTo>
                    <a:pt x="198120" y="60959"/>
                  </a:lnTo>
                  <a:lnTo>
                    <a:pt x="195072" y="60959"/>
                  </a:lnTo>
                  <a:lnTo>
                    <a:pt x="188975" y="640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4895088" y="2697480"/>
              <a:ext cx="215265" cy="73660"/>
            </a:xfrm>
            <a:custGeom>
              <a:avLst/>
              <a:gdLst/>
              <a:ahLst/>
              <a:cxnLst/>
              <a:rect l="l" t="t" r="r" b="b"/>
              <a:pathLst>
                <a:path w="215264" h="73660">
                  <a:moveTo>
                    <a:pt x="195072" y="73152"/>
                  </a:moveTo>
                  <a:lnTo>
                    <a:pt x="19812" y="73152"/>
                  </a:lnTo>
                  <a:lnTo>
                    <a:pt x="12192" y="71628"/>
                  </a:lnTo>
                  <a:lnTo>
                    <a:pt x="6096" y="68580"/>
                  </a:lnTo>
                  <a:lnTo>
                    <a:pt x="0" y="62484"/>
                  </a:lnTo>
                  <a:lnTo>
                    <a:pt x="0" y="10668"/>
                  </a:lnTo>
                  <a:lnTo>
                    <a:pt x="6096" y="4572"/>
                  </a:lnTo>
                  <a:lnTo>
                    <a:pt x="12192" y="0"/>
                  </a:lnTo>
                  <a:lnTo>
                    <a:pt x="195072" y="0"/>
                  </a:lnTo>
                  <a:lnTo>
                    <a:pt x="195072" y="10668"/>
                  </a:lnTo>
                  <a:lnTo>
                    <a:pt x="16764" y="10668"/>
                  </a:lnTo>
                  <a:lnTo>
                    <a:pt x="13716" y="13716"/>
                  </a:lnTo>
                  <a:lnTo>
                    <a:pt x="12192" y="13716"/>
                  </a:lnTo>
                  <a:lnTo>
                    <a:pt x="12192" y="56388"/>
                  </a:lnTo>
                  <a:lnTo>
                    <a:pt x="13716" y="59436"/>
                  </a:lnTo>
                  <a:lnTo>
                    <a:pt x="16764" y="62484"/>
                  </a:lnTo>
                  <a:lnTo>
                    <a:pt x="202692" y="62484"/>
                  </a:lnTo>
                  <a:lnTo>
                    <a:pt x="205740" y="68580"/>
                  </a:lnTo>
                  <a:lnTo>
                    <a:pt x="201168" y="71628"/>
                  </a:lnTo>
                  <a:lnTo>
                    <a:pt x="195072" y="73152"/>
                  </a:lnTo>
                  <a:close/>
                </a:path>
                <a:path w="215264" h="73660">
                  <a:moveTo>
                    <a:pt x="201168" y="13716"/>
                  </a:moveTo>
                  <a:lnTo>
                    <a:pt x="198119" y="10668"/>
                  </a:lnTo>
                  <a:lnTo>
                    <a:pt x="202692" y="10668"/>
                  </a:lnTo>
                  <a:lnTo>
                    <a:pt x="201168" y="13716"/>
                  </a:lnTo>
                  <a:close/>
                </a:path>
                <a:path w="215264" h="73660">
                  <a:moveTo>
                    <a:pt x="205740" y="68580"/>
                  </a:moveTo>
                  <a:lnTo>
                    <a:pt x="201168" y="59436"/>
                  </a:lnTo>
                  <a:lnTo>
                    <a:pt x="201168" y="13716"/>
                  </a:lnTo>
                  <a:lnTo>
                    <a:pt x="202692" y="10668"/>
                  </a:lnTo>
                  <a:lnTo>
                    <a:pt x="211836" y="10668"/>
                  </a:lnTo>
                  <a:lnTo>
                    <a:pt x="214884" y="16764"/>
                  </a:lnTo>
                  <a:lnTo>
                    <a:pt x="214884" y="56388"/>
                  </a:lnTo>
                  <a:lnTo>
                    <a:pt x="211836" y="62484"/>
                  </a:lnTo>
                  <a:lnTo>
                    <a:pt x="205740" y="68580"/>
                  </a:lnTo>
                  <a:close/>
                </a:path>
                <a:path w="215264" h="73660">
                  <a:moveTo>
                    <a:pt x="202692" y="62484"/>
                  </a:moveTo>
                  <a:lnTo>
                    <a:pt x="198119" y="62484"/>
                  </a:lnTo>
                  <a:lnTo>
                    <a:pt x="201168" y="59436"/>
                  </a:lnTo>
                  <a:lnTo>
                    <a:pt x="202692" y="6248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4901183" y="2766059"/>
              <a:ext cx="200025" cy="102235"/>
            </a:xfrm>
            <a:custGeom>
              <a:avLst/>
              <a:gdLst/>
              <a:ahLst/>
              <a:cxnLst/>
              <a:rect l="l" t="t" r="r" b="b"/>
              <a:pathLst>
                <a:path w="200025" h="102235">
                  <a:moveTo>
                    <a:pt x="185927" y="102107"/>
                  </a:moveTo>
                  <a:lnTo>
                    <a:pt x="13715" y="102107"/>
                  </a:lnTo>
                  <a:lnTo>
                    <a:pt x="7619" y="100583"/>
                  </a:lnTo>
                  <a:lnTo>
                    <a:pt x="3047" y="94487"/>
                  </a:lnTo>
                  <a:lnTo>
                    <a:pt x="0" y="88391"/>
                  </a:lnTo>
                  <a:lnTo>
                    <a:pt x="0" y="10667"/>
                  </a:lnTo>
                  <a:lnTo>
                    <a:pt x="3047" y="4571"/>
                  </a:lnTo>
                  <a:lnTo>
                    <a:pt x="7619" y="3047"/>
                  </a:lnTo>
                  <a:lnTo>
                    <a:pt x="13715" y="0"/>
                  </a:lnTo>
                  <a:lnTo>
                    <a:pt x="185927" y="0"/>
                  </a:lnTo>
                  <a:lnTo>
                    <a:pt x="192023" y="3047"/>
                  </a:lnTo>
                  <a:lnTo>
                    <a:pt x="198120" y="4571"/>
                  </a:lnTo>
                  <a:lnTo>
                    <a:pt x="199643" y="10667"/>
                  </a:lnTo>
                  <a:lnTo>
                    <a:pt x="199643" y="88391"/>
                  </a:lnTo>
                  <a:lnTo>
                    <a:pt x="198120" y="94487"/>
                  </a:lnTo>
                  <a:lnTo>
                    <a:pt x="192023" y="100583"/>
                  </a:lnTo>
                  <a:lnTo>
                    <a:pt x="185927" y="1021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4895088" y="2759964"/>
              <a:ext cx="215265" cy="114300"/>
            </a:xfrm>
            <a:custGeom>
              <a:avLst/>
              <a:gdLst/>
              <a:ahLst/>
              <a:cxnLst/>
              <a:rect l="l" t="t" r="r" b="b"/>
              <a:pathLst>
                <a:path w="215264" h="114300">
                  <a:moveTo>
                    <a:pt x="192024" y="114300"/>
                  </a:moveTo>
                  <a:lnTo>
                    <a:pt x="19812" y="114300"/>
                  </a:lnTo>
                  <a:lnTo>
                    <a:pt x="12192" y="111252"/>
                  </a:lnTo>
                  <a:lnTo>
                    <a:pt x="6096" y="106680"/>
                  </a:lnTo>
                  <a:lnTo>
                    <a:pt x="0" y="97536"/>
                  </a:lnTo>
                  <a:lnTo>
                    <a:pt x="0" y="16764"/>
                  </a:lnTo>
                  <a:lnTo>
                    <a:pt x="6096" y="9144"/>
                  </a:lnTo>
                  <a:lnTo>
                    <a:pt x="12192" y="3048"/>
                  </a:lnTo>
                  <a:lnTo>
                    <a:pt x="19812" y="0"/>
                  </a:lnTo>
                  <a:lnTo>
                    <a:pt x="192024" y="0"/>
                  </a:lnTo>
                  <a:lnTo>
                    <a:pt x="192024" y="10668"/>
                  </a:lnTo>
                  <a:lnTo>
                    <a:pt x="9144" y="10668"/>
                  </a:lnTo>
                  <a:lnTo>
                    <a:pt x="13716" y="13716"/>
                  </a:lnTo>
                  <a:lnTo>
                    <a:pt x="12192" y="19812"/>
                  </a:lnTo>
                  <a:lnTo>
                    <a:pt x="12192" y="91440"/>
                  </a:lnTo>
                  <a:lnTo>
                    <a:pt x="13716" y="97536"/>
                  </a:lnTo>
                  <a:lnTo>
                    <a:pt x="16764" y="100584"/>
                  </a:lnTo>
                  <a:lnTo>
                    <a:pt x="201675" y="100584"/>
                  </a:lnTo>
                  <a:lnTo>
                    <a:pt x="208788" y="106680"/>
                  </a:lnTo>
                  <a:lnTo>
                    <a:pt x="201168" y="111252"/>
                  </a:lnTo>
                  <a:lnTo>
                    <a:pt x="192024" y="114300"/>
                  </a:lnTo>
                  <a:close/>
                </a:path>
                <a:path w="215264" h="114300">
                  <a:moveTo>
                    <a:pt x="13716" y="13716"/>
                  </a:moveTo>
                  <a:lnTo>
                    <a:pt x="9144" y="10668"/>
                  </a:lnTo>
                  <a:lnTo>
                    <a:pt x="16764" y="10668"/>
                  </a:lnTo>
                  <a:lnTo>
                    <a:pt x="13716" y="13716"/>
                  </a:lnTo>
                  <a:close/>
                </a:path>
                <a:path w="215264" h="114300">
                  <a:moveTo>
                    <a:pt x="198119" y="13716"/>
                  </a:moveTo>
                  <a:lnTo>
                    <a:pt x="13716" y="13716"/>
                  </a:lnTo>
                  <a:lnTo>
                    <a:pt x="16764" y="10668"/>
                  </a:lnTo>
                  <a:lnTo>
                    <a:pt x="195072" y="10668"/>
                  </a:lnTo>
                  <a:lnTo>
                    <a:pt x="198119" y="13716"/>
                  </a:lnTo>
                  <a:close/>
                </a:path>
                <a:path w="215264" h="114300">
                  <a:moveTo>
                    <a:pt x="198119" y="13716"/>
                  </a:moveTo>
                  <a:lnTo>
                    <a:pt x="195072" y="10668"/>
                  </a:lnTo>
                  <a:lnTo>
                    <a:pt x="205232" y="10668"/>
                  </a:lnTo>
                  <a:lnTo>
                    <a:pt x="198119" y="13716"/>
                  </a:lnTo>
                  <a:close/>
                </a:path>
                <a:path w="215264" h="114300">
                  <a:moveTo>
                    <a:pt x="210820" y="100584"/>
                  </a:moveTo>
                  <a:lnTo>
                    <a:pt x="204216" y="100584"/>
                  </a:lnTo>
                  <a:lnTo>
                    <a:pt x="198119" y="97536"/>
                  </a:lnTo>
                  <a:lnTo>
                    <a:pt x="201168" y="91440"/>
                  </a:lnTo>
                  <a:lnTo>
                    <a:pt x="201168" y="19812"/>
                  </a:lnTo>
                  <a:lnTo>
                    <a:pt x="198119" y="13716"/>
                  </a:lnTo>
                  <a:lnTo>
                    <a:pt x="205232" y="10668"/>
                  </a:lnTo>
                  <a:lnTo>
                    <a:pt x="209397" y="10668"/>
                  </a:lnTo>
                  <a:lnTo>
                    <a:pt x="211836" y="16764"/>
                  </a:lnTo>
                  <a:lnTo>
                    <a:pt x="214884" y="25908"/>
                  </a:lnTo>
                  <a:lnTo>
                    <a:pt x="214884" y="85344"/>
                  </a:lnTo>
                  <a:lnTo>
                    <a:pt x="211836" y="97536"/>
                  </a:lnTo>
                  <a:lnTo>
                    <a:pt x="210820" y="100584"/>
                  </a:lnTo>
                  <a:close/>
                </a:path>
                <a:path w="215264" h="114300">
                  <a:moveTo>
                    <a:pt x="201675" y="100584"/>
                  </a:moveTo>
                  <a:lnTo>
                    <a:pt x="195072" y="100584"/>
                  </a:lnTo>
                  <a:lnTo>
                    <a:pt x="198119" y="97536"/>
                  </a:lnTo>
                  <a:lnTo>
                    <a:pt x="201675" y="100584"/>
                  </a:lnTo>
                  <a:close/>
                </a:path>
                <a:path w="215264" h="114300">
                  <a:moveTo>
                    <a:pt x="208788" y="106680"/>
                  </a:moveTo>
                  <a:lnTo>
                    <a:pt x="198119" y="97536"/>
                  </a:lnTo>
                  <a:lnTo>
                    <a:pt x="204216" y="100584"/>
                  </a:lnTo>
                  <a:lnTo>
                    <a:pt x="210820" y="100584"/>
                  </a:lnTo>
                  <a:lnTo>
                    <a:pt x="208788" y="10668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4901183" y="2386584"/>
              <a:ext cx="200025" cy="192405"/>
            </a:xfrm>
            <a:custGeom>
              <a:avLst/>
              <a:gdLst/>
              <a:ahLst/>
              <a:cxnLst/>
              <a:rect l="l" t="t" r="r" b="b"/>
              <a:pathLst>
                <a:path w="200025" h="192405">
                  <a:moveTo>
                    <a:pt x="188975" y="192024"/>
                  </a:moveTo>
                  <a:lnTo>
                    <a:pt x="13715" y="192024"/>
                  </a:lnTo>
                  <a:lnTo>
                    <a:pt x="7619" y="190500"/>
                  </a:lnTo>
                  <a:lnTo>
                    <a:pt x="3047" y="181356"/>
                  </a:lnTo>
                  <a:lnTo>
                    <a:pt x="0" y="169164"/>
                  </a:lnTo>
                  <a:lnTo>
                    <a:pt x="0" y="24384"/>
                  </a:lnTo>
                  <a:lnTo>
                    <a:pt x="3047" y="12192"/>
                  </a:lnTo>
                  <a:lnTo>
                    <a:pt x="7619" y="3048"/>
                  </a:lnTo>
                  <a:lnTo>
                    <a:pt x="13715" y="0"/>
                  </a:lnTo>
                  <a:lnTo>
                    <a:pt x="188975" y="0"/>
                  </a:lnTo>
                  <a:lnTo>
                    <a:pt x="195072" y="3048"/>
                  </a:lnTo>
                  <a:lnTo>
                    <a:pt x="198120" y="12192"/>
                  </a:lnTo>
                  <a:lnTo>
                    <a:pt x="199643" y="24384"/>
                  </a:lnTo>
                  <a:lnTo>
                    <a:pt x="199643" y="169164"/>
                  </a:lnTo>
                  <a:lnTo>
                    <a:pt x="198120" y="181356"/>
                  </a:lnTo>
                  <a:lnTo>
                    <a:pt x="195072" y="190500"/>
                  </a:lnTo>
                  <a:lnTo>
                    <a:pt x="188975" y="192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4895088" y="2382011"/>
              <a:ext cx="215265" cy="203200"/>
            </a:xfrm>
            <a:custGeom>
              <a:avLst/>
              <a:gdLst/>
              <a:ahLst/>
              <a:cxnLst/>
              <a:rect l="l" t="t" r="r" b="b"/>
              <a:pathLst>
                <a:path w="215264" h="203200">
                  <a:moveTo>
                    <a:pt x="198120" y="202692"/>
                  </a:moveTo>
                  <a:lnTo>
                    <a:pt x="13715" y="202692"/>
                  </a:lnTo>
                  <a:lnTo>
                    <a:pt x="12191" y="199644"/>
                  </a:lnTo>
                  <a:lnTo>
                    <a:pt x="6096" y="195072"/>
                  </a:lnTo>
                  <a:lnTo>
                    <a:pt x="3048" y="188976"/>
                  </a:lnTo>
                  <a:lnTo>
                    <a:pt x="0" y="176784"/>
                  </a:lnTo>
                  <a:lnTo>
                    <a:pt x="0" y="28956"/>
                  </a:lnTo>
                  <a:lnTo>
                    <a:pt x="3048" y="13716"/>
                  </a:lnTo>
                  <a:lnTo>
                    <a:pt x="6096" y="7620"/>
                  </a:lnTo>
                  <a:lnTo>
                    <a:pt x="12191" y="4572"/>
                  </a:lnTo>
                  <a:lnTo>
                    <a:pt x="13715" y="3048"/>
                  </a:lnTo>
                  <a:lnTo>
                    <a:pt x="19812" y="0"/>
                  </a:lnTo>
                  <a:lnTo>
                    <a:pt x="195072" y="0"/>
                  </a:lnTo>
                  <a:lnTo>
                    <a:pt x="195072" y="10668"/>
                  </a:lnTo>
                  <a:lnTo>
                    <a:pt x="19812" y="10668"/>
                  </a:lnTo>
                  <a:lnTo>
                    <a:pt x="16764" y="13716"/>
                  </a:lnTo>
                  <a:lnTo>
                    <a:pt x="13715" y="19812"/>
                  </a:lnTo>
                  <a:lnTo>
                    <a:pt x="12191" y="28956"/>
                  </a:lnTo>
                  <a:lnTo>
                    <a:pt x="12191" y="173736"/>
                  </a:lnTo>
                  <a:lnTo>
                    <a:pt x="13715" y="182880"/>
                  </a:lnTo>
                  <a:lnTo>
                    <a:pt x="16764" y="188976"/>
                  </a:lnTo>
                  <a:lnTo>
                    <a:pt x="19812" y="192024"/>
                  </a:lnTo>
                  <a:lnTo>
                    <a:pt x="207264" y="192024"/>
                  </a:lnTo>
                  <a:lnTo>
                    <a:pt x="205740" y="195072"/>
                  </a:lnTo>
                  <a:lnTo>
                    <a:pt x="204216" y="199644"/>
                  </a:lnTo>
                  <a:lnTo>
                    <a:pt x="198120" y="202692"/>
                  </a:lnTo>
                  <a:close/>
                </a:path>
                <a:path w="215264" h="203200">
                  <a:moveTo>
                    <a:pt x="204216" y="4572"/>
                  </a:moveTo>
                  <a:lnTo>
                    <a:pt x="195072" y="4572"/>
                  </a:lnTo>
                  <a:lnTo>
                    <a:pt x="195072" y="0"/>
                  </a:lnTo>
                  <a:lnTo>
                    <a:pt x="198120" y="3048"/>
                  </a:lnTo>
                  <a:lnTo>
                    <a:pt x="204216" y="4572"/>
                  </a:lnTo>
                  <a:close/>
                </a:path>
                <a:path w="215264" h="203200">
                  <a:moveTo>
                    <a:pt x="198120" y="19812"/>
                  </a:moveTo>
                  <a:lnTo>
                    <a:pt x="195072" y="13716"/>
                  </a:lnTo>
                  <a:lnTo>
                    <a:pt x="195072" y="10668"/>
                  </a:lnTo>
                  <a:lnTo>
                    <a:pt x="207264" y="10668"/>
                  </a:lnTo>
                  <a:lnTo>
                    <a:pt x="208788" y="13716"/>
                  </a:lnTo>
                  <a:lnTo>
                    <a:pt x="198120" y="19812"/>
                  </a:lnTo>
                  <a:close/>
                </a:path>
                <a:path w="215264" h="203200">
                  <a:moveTo>
                    <a:pt x="208788" y="188976"/>
                  </a:moveTo>
                  <a:lnTo>
                    <a:pt x="198120" y="182880"/>
                  </a:lnTo>
                  <a:lnTo>
                    <a:pt x="201168" y="173736"/>
                  </a:lnTo>
                  <a:lnTo>
                    <a:pt x="201168" y="28956"/>
                  </a:lnTo>
                  <a:lnTo>
                    <a:pt x="198120" y="19812"/>
                  </a:lnTo>
                  <a:lnTo>
                    <a:pt x="208788" y="13716"/>
                  </a:lnTo>
                  <a:lnTo>
                    <a:pt x="211836" y="28956"/>
                  </a:lnTo>
                  <a:lnTo>
                    <a:pt x="214884" y="42672"/>
                  </a:lnTo>
                  <a:lnTo>
                    <a:pt x="214884" y="160020"/>
                  </a:lnTo>
                  <a:lnTo>
                    <a:pt x="211836" y="176784"/>
                  </a:lnTo>
                  <a:lnTo>
                    <a:pt x="208788" y="188976"/>
                  </a:lnTo>
                  <a:close/>
                </a:path>
                <a:path w="215264" h="203200">
                  <a:moveTo>
                    <a:pt x="207264" y="192024"/>
                  </a:moveTo>
                  <a:lnTo>
                    <a:pt x="195072" y="192024"/>
                  </a:lnTo>
                  <a:lnTo>
                    <a:pt x="195072" y="188976"/>
                  </a:lnTo>
                  <a:lnTo>
                    <a:pt x="198120" y="182880"/>
                  </a:lnTo>
                  <a:lnTo>
                    <a:pt x="208788" y="188976"/>
                  </a:lnTo>
                  <a:lnTo>
                    <a:pt x="207264" y="19202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4904232" y="2269236"/>
              <a:ext cx="196850" cy="117475"/>
            </a:xfrm>
            <a:custGeom>
              <a:avLst/>
              <a:gdLst/>
              <a:ahLst/>
              <a:cxnLst/>
              <a:rect l="l" t="t" r="r" b="b"/>
              <a:pathLst>
                <a:path w="196850" h="117475">
                  <a:moveTo>
                    <a:pt x="188976" y="117348"/>
                  </a:moveTo>
                  <a:lnTo>
                    <a:pt x="182880" y="117348"/>
                  </a:lnTo>
                  <a:lnTo>
                    <a:pt x="4572" y="117348"/>
                  </a:lnTo>
                  <a:lnTo>
                    <a:pt x="0" y="112776"/>
                  </a:lnTo>
                  <a:lnTo>
                    <a:pt x="0" y="103632"/>
                  </a:lnTo>
                  <a:lnTo>
                    <a:pt x="4572" y="80772"/>
                  </a:lnTo>
                  <a:lnTo>
                    <a:pt x="30480" y="28956"/>
                  </a:lnTo>
                  <a:lnTo>
                    <a:pt x="53340" y="3048"/>
                  </a:lnTo>
                  <a:lnTo>
                    <a:pt x="62484" y="0"/>
                  </a:lnTo>
                  <a:lnTo>
                    <a:pt x="134112" y="0"/>
                  </a:lnTo>
                  <a:lnTo>
                    <a:pt x="143256" y="3048"/>
                  </a:lnTo>
                  <a:lnTo>
                    <a:pt x="153924" y="15240"/>
                  </a:lnTo>
                  <a:lnTo>
                    <a:pt x="163068" y="28956"/>
                  </a:lnTo>
                  <a:lnTo>
                    <a:pt x="173736" y="44196"/>
                  </a:lnTo>
                  <a:lnTo>
                    <a:pt x="188976" y="77724"/>
                  </a:lnTo>
                  <a:lnTo>
                    <a:pt x="196596" y="100584"/>
                  </a:lnTo>
                  <a:lnTo>
                    <a:pt x="195072" y="109728"/>
                  </a:lnTo>
                  <a:lnTo>
                    <a:pt x="195072" y="115824"/>
                  </a:lnTo>
                  <a:lnTo>
                    <a:pt x="188976" y="1173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4898123" y="2161031"/>
              <a:ext cx="208915" cy="234950"/>
            </a:xfrm>
            <a:custGeom>
              <a:avLst/>
              <a:gdLst/>
              <a:ahLst/>
              <a:cxnLst/>
              <a:rect l="l" t="t" r="r" b="b"/>
              <a:pathLst>
                <a:path w="208914" h="234950">
                  <a:moveTo>
                    <a:pt x="208800" y="208800"/>
                  </a:moveTo>
                  <a:lnTo>
                    <a:pt x="205752" y="195084"/>
                  </a:lnTo>
                  <a:lnTo>
                    <a:pt x="198132" y="175272"/>
                  </a:lnTo>
                  <a:lnTo>
                    <a:pt x="198132" y="208800"/>
                  </a:lnTo>
                  <a:lnTo>
                    <a:pt x="195072" y="217944"/>
                  </a:lnTo>
                  <a:lnTo>
                    <a:pt x="195072" y="220992"/>
                  </a:lnTo>
                  <a:lnTo>
                    <a:pt x="10668" y="220992"/>
                  </a:lnTo>
                  <a:lnTo>
                    <a:pt x="10668" y="208800"/>
                  </a:lnTo>
                  <a:lnTo>
                    <a:pt x="16776" y="185940"/>
                  </a:lnTo>
                  <a:lnTo>
                    <a:pt x="32016" y="153936"/>
                  </a:lnTo>
                  <a:lnTo>
                    <a:pt x="42684" y="140220"/>
                  </a:lnTo>
                  <a:lnTo>
                    <a:pt x="51828" y="129552"/>
                  </a:lnTo>
                  <a:lnTo>
                    <a:pt x="59448" y="120408"/>
                  </a:lnTo>
                  <a:lnTo>
                    <a:pt x="68592" y="114312"/>
                  </a:lnTo>
                  <a:lnTo>
                    <a:pt x="140220" y="114312"/>
                  </a:lnTo>
                  <a:lnTo>
                    <a:pt x="143268" y="114312"/>
                  </a:lnTo>
                  <a:lnTo>
                    <a:pt x="146316" y="117360"/>
                  </a:lnTo>
                  <a:lnTo>
                    <a:pt x="152412" y="120408"/>
                  </a:lnTo>
                  <a:lnTo>
                    <a:pt x="153936" y="126504"/>
                  </a:lnTo>
                  <a:lnTo>
                    <a:pt x="160032" y="134124"/>
                  </a:lnTo>
                  <a:lnTo>
                    <a:pt x="175260" y="153936"/>
                  </a:lnTo>
                  <a:lnTo>
                    <a:pt x="185940" y="178320"/>
                  </a:lnTo>
                  <a:lnTo>
                    <a:pt x="195072" y="198132"/>
                  </a:lnTo>
                  <a:lnTo>
                    <a:pt x="198132" y="208800"/>
                  </a:lnTo>
                  <a:lnTo>
                    <a:pt x="198132" y="175272"/>
                  </a:lnTo>
                  <a:lnTo>
                    <a:pt x="185940" y="149364"/>
                  </a:lnTo>
                  <a:lnTo>
                    <a:pt x="172224" y="126504"/>
                  </a:lnTo>
                  <a:lnTo>
                    <a:pt x="156984" y="111264"/>
                  </a:lnTo>
                  <a:lnTo>
                    <a:pt x="152412" y="106692"/>
                  </a:lnTo>
                  <a:lnTo>
                    <a:pt x="146316" y="103644"/>
                  </a:lnTo>
                  <a:lnTo>
                    <a:pt x="140220" y="103644"/>
                  </a:lnTo>
                  <a:lnTo>
                    <a:pt x="140220" y="45720"/>
                  </a:lnTo>
                  <a:lnTo>
                    <a:pt x="140220" y="36576"/>
                  </a:lnTo>
                  <a:lnTo>
                    <a:pt x="140220" y="27432"/>
                  </a:lnTo>
                  <a:lnTo>
                    <a:pt x="140220" y="10668"/>
                  </a:lnTo>
                  <a:lnTo>
                    <a:pt x="126504" y="10668"/>
                  </a:lnTo>
                  <a:lnTo>
                    <a:pt x="129552" y="13716"/>
                  </a:lnTo>
                  <a:lnTo>
                    <a:pt x="129552" y="27432"/>
                  </a:lnTo>
                  <a:lnTo>
                    <a:pt x="129552" y="42672"/>
                  </a:lnTo>
                  <a:lnTo>
                    <a:pt x="129552" y="45720"/>
                  </a:lnTo>
                  <a:lnTo>
                    <a:pt x="129552" y="51816"/>
                  </a:lnTo>
                  <a:lnTo>
                    <a:pt x="129552" y="97536"/>
                  </a:lnTo>
                  <a:lnTo>
                    <a:pt x="80784" y="97536"/>
                  </a:lnTo>
                  <a:lnTo>
                    <a:pt x="80784" y="51816"/>
                  </a:lnTo>
                  <a:lnTo>
                    <a:pt x="129552" y="51816"/>
                  </a:lnTo>
                  <a:lnTo>
                    <a:pt x="129552" y="45720"/>
                  </a:lnTo>
                  <a:lnTo>
                    <a:pt x="126504" y="45720"/>
                  </a:lnTo>
                  <a:lnTo>
                    <a:pt x="126504" y="39624"/>
                  </a:lnTo>
                  <a:lnTo>
                    <a:pt x="129552" y="42672"/>
                  </a:lnTo>
                  <a:lnTo>
                    <a:pt x="129552" y="27432"/>
                  </a:lnTo>
                  <a:lnTo>
                    <a:pt x="126504" y="25908"/>
                  </a:lnTo>
                  <a:lnTo>
                    <a:pt x="82308" y="25908"/>
                  </a:lnTo>
                  <a:lnTo>
                    <a:pt x="82308" y="36576"/>
                  </a:lnTo>
                  <a:lnTo>
                    <a:pt x="80784" y="37592"/>
                  </a:lnTo>
                  <a:lnTo>
                    <a:pt x="80784" y="36576"/>
                  </a:lnTo>
                  <a:lnTo>
                    <a:pt x="82308" y="36576"/>
                  </a:lnTo>
                  <a:lnTo>
                    <a:pt x="82308" y="25908"/>
                  </a:lnTo>
                  <a:lnTo>
                    <a:pt x="80784" y="25908"/>
                  </a:lnTo>
                  <a:lnTo>
                    <a:pt x="77736" y="27432"/>
                  </a:lnTo>
                  <a:lnTo>
                    <a:pt x="77736" y="16764"/>
                  </a:lnTo>
                  <a:lnTo>
                    <a:pt x="80784" y="13716"/>
                  </a:lnTo>
                  <a:lnTo>
                    <a:pt x="80784" y="10668"/>
                  </a:lnTo>
                  <a:lnTo>
                    <a:pt x="126504" y="10668"/>
                  </a:lnTo>
                  <a:lnTo>
                    <a:pt x="126504" y="6096"/>
                  </a:lnTo>
                  <a:lnTo>
                    <a:pt x="137172" y="6096"/>
                  </a:lnTo>
                  <a:lnTo>
                    <a:pt x="131076" y="3048"/>
                  </a:lnTo>
                  <a:lnTo>
                    <a:pt x="126504" y="0"/>
                  </a:lnTo>
                  <a:lnTo>
                    <a:pt x="80784" y="0"/>
                  </a:lnTo>
                  <a:lnTo>
                    <a:pt x="68592" y="6096"/>
                  </a:lnTo>
                  <a:lnTo>
                    <a:pt x="68592" y="10668"/>
                  </a:lnTo>
                  <a:lnTo>
                    <a:pt x="65544" y="16764"/>
                  </a:lnTo>
                  <a:lnTo>
                    <a:pt x="65544" y="45720"/>
                  </a:lnTo>
                  <a:lnTo>
                    <a:pt x="68592" y="45720"/>
                  </a:lnTo>
                  <a:lnTo>
                    <a:pt x="65544" y="51816"/>
                  </a:lnTo>
                  <a:lnTo>
                    <a:pt x="65544" y="97536"/>
                  </a:lnTo>
                  <a:lnTo>
                    <a:pt x="68592" y="103632"/>
                  </a:lnTo>
                  <a:lnTo>
                    <a:pt x="65544" y="103644"/>
                  </a:lnTo>
                  <a:lnTo>
                    <a:pt x="32016" y="134124"/>
                  </a:lnTo>
                  <a:lnTo>
                    <a:pt x="6096" y="182892"/>
                  </a:lnTo>
                  <a:lnTo>
                    <a:pt x="0" y="208800"/>
                  </a:lnTo>
                  <a:lnTo>
                    <a:pt x="0" y="224040"/>
                  </a:lnTo>
                  <a:lnTo>
                    <a:pt x="3048" y="228612"/>
                  </a:lnTo>
                  <a:lnTo>
                    <a:pt x="9144" y="231660"/>
                  </a:lnTo>
                  <a:lnTo>
                    <a:pt x="16776" y="234708"/>
                  </a:lnTo>
                  <a:lnTo>
                    <a:pt x="188988" y="234708"/>
                  </a:lnTo>
                  <a:lnTo>
                    <a:pt x="198132" y="231660"/>
                  </a:lnTo>
                  <a:lnTo>
                    <a:pt x="202704" y="228612"/>
                  </a:lnTo>
                  <a:lnTo>
                    <a:pt x="205752" y="220992"/>
                  </a:lnTo>
                  <a:lnTo>
                    <a:pt x="208800" y="20880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06667" y="2785872"/>
              <a:ext cx="169164" cy="143255"/>
            </a:xfrm>
            <a:prstGeom prst="rect">
              <a:avLst/>
            </a:prstGeom>
          </p:spPr>
        </p:pic>
        <p:sp>
          <p:nvSpPr>
            <p:cNvPr id="85" name="object 85" descr=""/>
            <p:cNvSpPr/>
            <p:nvPr/>
          </p:nvSpPr>
          <p:spPr>
            <a:xfrm>
              <a:off x="5812535" y="2834640"/>
              <a:ext cx="381000" cy="40005"/>
            </a:xfrm>
            <a:custGeom>
              <a:avLst/>
              <a:gdLst/>
              <a:ahLst/>
              <a:cxnLst/>
              <a:rect l="l" t="t" r="r" b="b"/>
              <a:pathLst>
                <a:path w="381000" h="40005">
                  <a:moveTo>
                    <a:pt x="381000" y="39624"/>
                  </a:moveTo>
                  <a:lnTo>
                    <a:pt x="0" y="22859"/>
                  </a:lnTo>
                  <a:lnTo>
                    <a:pt x="0" y="0"/>
                  </a:lnTo>
                  <a:lnTo>
                    <a:pt x="381000" y="13716"/>
                  </a:lnTo>
                  <a:lnTo>
                    <a:pt x="381000" y="3962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6" name="object 8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7487" y="4786884"/>
            <a:ext cx="76200" cy="76200"/>
          </a:xfrm>
          <a:prstGeom prst="rect">
            <a:avLst/>
          </a:prstGeom>
        </p:spPr>
      </p:pic>
      <p:sp>
        <p:nvSpPr>
          <p:cNvPr id="87" name="object 87" descr=""/>
          <p:cNvSpPr txBox="1"/>
          <p:nvPr/>
        </p:nvSpPr>
        <p:spPr>
          <a:xfrm>
            <a:off x="926087" y="4459197"/>
            <a:ext cx="5269865" cy="66865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050" b="1">
                <a:latin typeface="Arial"/>
                <a:cs typeface="Arial"/>
              </a:rPr>
              <a:t>Control</a:t>
            </a:r>
            <a:r>
              <a:rPr dirty="0" sz="1050" spc="-6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Purpose:</a:t>
            </a:r>
            <a:endParaRPr sz="1050">
              <a:latin typeface="Arial"/>
              <a:cs typeface="Arial"/>
            </a:endParaRPr>
          </a:p>
          <a:p>
            <a:pPr marL="586740">
              <a:lnSpc>
                <a:spcPct val="100000"/>
              </a:lnSpc>
              <a:spcBef>
                <a:spcPts val="420"/>
              </a:spcBef>
            </a:pPr>
            <a:r>
              <a:rPr dirty="0" sz="1050" spc="-10">
                <a:latin typeface="Arial"/>
                <a:cs typeface="Arial"/>
              </a:rPr>
              <a:t>Detecting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standing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bottles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conveyor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pushing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fallen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bottles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out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050" spc="-10" b="1">
                <a:latin typeface="Arial"/>
                <a:cs typeface="Arial"/>
              </a:rPr>
              <a:t>Devices: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88" name="object 88" descr=""/>
          <p:cNvGraphicFramePr>
            <a:graphicFrameLocks noGrp="1"/>
          </p:cNvGraphicFramePr>
          <p:nvPr/>
        </p:nvGraphicFramePr>
        <p:xfrm>
          <a:off x="1723644" y="5147309"/>
          <a:ext cx="5038725" cy="948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4984"/>
                <a:gridCol w="4439285"/>
              </a:tblGrid>
              <a:tr h="285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Device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Function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2161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X0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=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1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detected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input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signal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bottle-bottom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sheltered.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X1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=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detected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input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signal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900" spc="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bottle-neck</a:t>
                      </a:r>
                      <a:r>
                        <a:rPr dirty="0" sz="900" spc="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sheltered.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Pneumatic</a:t>
                      </a:r>
                      <a:r>
                        <a:rPr dirty="0" sz="900" spc="1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pushing</a:t>
                      </a:r>
                      <a:r>
                        <a:rPr dirty="0" sz="900" spc="1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pole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9" name="object 89" descr=""/>
          <p:cNvSpPr txBox="1"/>
          <p:nvPr/>
        </p:nvSpPr>
        <p:spPr>
          <a:xfrm>
            <a:off x="926087" y="6113730"/>
            <a:ext cx="1114425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Program: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90" name="object 9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40180" y="6326123"/>
            <a:ext cx="5163312" cy="845820"/>
          </a:xfrm>
          <a:prstGeom prst="rect">
            <a:avLst/>
          </a:prstGeom>
        </p:spPr>
      </p:pic>
      <p:pic>
        <p:nvPicPr>
          <p:cNvPr id="91" name="object 9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9452" y="7463028"/>
            <a:ext cx="76200" cy="76200"/>
          </a:xfrm>
          <a:prstGeom prst="rect">
            <a:avLst/>
          </a:prstGeom>
        </p:spPr>
      </p:pic>
      <p:pic>
        <p:nvPicPr>
          <p:cNvPr id="92" name="object 9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0975" y="8322564"/>
            <a:ext cx="76200" cy="76200"/>
          </a:xfrm>
          <a:prstGeom prst="rect">
            <a:avLst/>
          </a:prstGeom>
        </p:spPr>
      </p:pic>
      <p:sp>
        <p:nvSpPr>
          <p:cNvPr id="93" name="object 93" descr=""/>
          <p:cNvSpPr txBox="1"/>
          <p:nvPr/>
        </p:nvSpPr>
        <p:spPr>
          <a:xfrm>
            <a:off x="926087" y="7135327"/>
            <a:ext cx="6057900" cy="195643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050" spc="-10" b="1">
                <a:latin typeface="Arial"/>
                <a:cs typeface="Arial"/>
              </a:rPr>
              <a:t>Program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Description:</a:t>
            </a:r>
            <a:endParaRPr sz="1050">
              <a:latin typeface="Arial"/>
              <a:cs typeface="Arial"/>
            </a:endParaRPr>
          </a:p>
          <a:p>
            <a:pPr marL="300355" marR="26670">
              <a:lnSpc>
                <a:spcPts val="1689"/>
              </a:lnSpc>
              <a:spcBef>
                <a:spcPts val="120"/>
              </a:spcBef>
            </a:pPr>
            <a:r>
              <a:rPr dirty="0" sz="1050">
                <a:latin typeface="Arial"/>
                <a:cs typeface="Arial"/>
              </a:rPr>
              <a:t>If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bottle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conveyor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belt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upstanding,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input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signal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from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monitoring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photocell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both bottle-</a:t>
            </a:r>
            <a:r>
              <a:rPr dirty="0" sz="1050" spc="-10">
                <a:latin typeface="Arial"/>
                <a:cs typeface="Arial"/>
              </a:rPr>
              <a:t>bottom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bottle-</a:t>
            </a:r>
            <a:r>
              <a:rPr dirty="0" sz="1050">
                <a:latin typeface="Arial"/>
                <a:cs typeface="Arial"/>
              </a:rPr>
              <a:t>neck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detected.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this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case,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X0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ON,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X1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ON.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normally open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(NO)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contact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X0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activated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well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normally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closed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(NC)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contact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X1.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Y0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remains </a:t>
            </a:r>
            <a:r>
              <a:rPr dirty="0" sz="1050">
                <a:latin typeface="Arial"/>
                <a:cs typeface="Arial"/>
              </a:rPr>
              <a:t>OFF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and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pneumatic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pushing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pole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not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perform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any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action.</a:t>
            </a:r>
            <a:endParaRPr sz="1050">
              <a:latin typeface="Arial"/>
              <a:cs typeface="Arial"/>
            </a:endParaRPr>
          </a:p>
          <a:p>
            <a:pPr marL="300355" marR="5080">
              <a:lnSpc>
                <a:spcPts val="1689"/>
              </a:lnSpc>
            </a:pPr>
            <a:r>
              <a:rPr dirty="0" sz="1050">
                <a:latin typeface="Arial"/>
                <a:cs typeface="Arial"/>
              </a:rPr>
              <a:t>If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bottle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from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conveyor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belt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down,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only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input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signal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from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monitoring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photocell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the </a:t>
            </a:r>
            <a:r>
              <a:rPr dirty="0" sz="1050" spc="-20">
                <a:latin typeface="Arial"/>
                <a:cs typeface="Arial"/>
              </a:rPr>
              <a:t>bottle-</a:t>
            </a:r>
            <a:r>
              <a:rPr dirty="0" sz="1050" spc="-10">
                <a:latin typeface="Arial"/>
                <a:cs typeface="Arial"/>
              </a:rPr>
              <a:t>bottom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detected.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this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case,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X0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X1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30">
                <a:latin typeface="Arial"/>
                <a:cs typeface="Arial"/>
              </a:rPr>
              <a:t>OFF.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state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output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YO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ON </a:t>
            </a:r>
            <a:r>
              <a:rPr dirty="0" sz="1050" spc="-10">
                <a:latin typeface="Arial"/>
                <a:cs typeface="Arial"/>
              </a:rPr>
              <a:t>because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NO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contact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X0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activates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NC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contact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X1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remains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45">
                <a:latin typeface="Arial"/>
                <a:cs typeface="Arial"/>
              </a:rPr>
              <a:t>OFF.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pneumatic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pushing pole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push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fallen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bottle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out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conveyor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belt.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6373" y="188496"/>
            <a:ext cx="3221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50748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132346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50748" y="9691116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39587" y="9733318"/>
            <a:ext cx="19875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50"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56357" y="851374"/>
            <a:ext cx="219900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latin typeface="Arial"/>
                <a:cs typeface="Arial"/>
              </a:rPr>
              <a:t>1.2</a:t>
            </a:r>
            <a:r>
              <a:rPr dirty="0" sz="1100" spc="6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Block</a:t>
            </a:r>
            <a:r>
              <a:rPr dirty="0" sz="1100" spc="6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in</a:t>
            </a:r>
            <a:r>
              <a:rPr dirty="0" sz="1100" spc="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Parallel</a:t>
            </a:r>
            <a:r>
              <a:rPr dirty="0" sz="1100" spc="4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Connection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415540" y="1234439"/>
            <a:ext cx="2670175" cy="3312160"/>
            <a:chOff x="2415540" y="1234439"/>
            <a:chExt cx="2670175" cy="3312160"/>
          </a:xfrm>
        </p:grpSpPr>
        <p:sp>
          <p:nvSpPr>
            <p:cNvPr id="9" name="object 9" descr=""/>
            <p:cNvSpPr/>
            <p:nvPr/>
          </p:nvSpPr>
          <p:spPr>
            <a:xfrm>
              <a:off x="2423160" y="1240536"/>
              <a:ext cx="2653665" cy="3301365"/>
            </a:xfrm>
            <a:custGeom>
              <a:avLst/>
              <a:gdLst/>
              <a:ahLst/>
              <a:cxnLst/>
              <a:rect l="l" t="t" r="r" b="b"/>
              <a:pathLst>
                <a:path w="2653665" h="3301365">
                  <a:moveTo>
                    <a:pt x="2653284" y="3300983"/>
                  </a:moveTo>
                  <a:lnTo>
                    <a:pt x="3048" y="3300983"/>
                  </a:lnTo>
                  <a:lnTo>
                    <a:pt x="0" y="472439"/>
                  </a:lnTo>
                  <a:lnTo>
                    <a:pt x="310896" y="0"/>
                  </a:lnTo>
                  <a:lnTo>
                    <a:pt x="2653284" y="0"/>
                  </a:lnTo>
                  <a:lnTo>
                    <a:pt x="2653284" y="330098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415540" y="1234439"/>
              <a:ext cx="2667000" cy="3312160"/>
            </a:xfrm>
            <a:custGeom>
              <a:avLst/>
              <a:gdLst/>
              <a:ahLst/>
              <a:cxnLst/>
              <a:rect l="l" t="t" r="r" b="b"/>
              <a:pathLst>
                <a:path w="2667000" h="3312160">
                  <a:moveTo>
                    <a:pt x="2494775" y="853452"/>
                  </a:moveTo>
                  <a:lnTo>
                    <a:pt x="2488679" y="853452"/>
                  </a:lnTo>
                  <a:lnTo>
                    <a:pt x="2267699" y="856500"/>
                  </a:lnTo>
                  <a:lnTo>
                    <a:pt x="2261603" y="856500"/>
                  </a:lnTo>
                  <a:lnTo>
                    <a:pt x="2261603" y="862596"/>
                  </a:lnTo>
                  <a:lnTo>
                    <a:pt x="2264651" y="976896"/>
                  </a:lnTo>
                  <a:lnTo>
                    <a:pt x="2049767" y="973848"/>
                  </a:lnTo>
                  <a:lnTo>
                    <a:pt x="2043671" y="973848"/>
                  </a:lnTo>
                  <a:lnTo>
                    <a:pt x="2043671" y="1091196"/>
                  </a:lnTo>
                  <a:lnTo>
                    <a:pt x="1828787" y="1091196"/>
                  </a:lnTo>
                  <a:lnTo>
                    <a:pt x="1822691" y="1091196"/>
                  </a:lnTo>
                  <a:lnTo>
                    <a:pt x="1822691" y="1097292"/>
                  </a:lnTo>
                  <a:lnTo>
                    <a:pt x="1825739" y="1210068"/>
                  </a:lnTo>
                  <a:lnTo>
                    <a:pt x="1607807" y="1210068"/>
                  </a:lnTo>
                  <a:lnTo>
                    <a:pt x="1600187" y="1210068"/>
                  </a:lnTo>
                  <a:lnTo>
                    <a:pt x="1600276" y="1220736"/>
                  </a:lnTo>
                  <a:lnTo>
                    <a:pt x="1601711" y="1327416"/>
                  </a:lnTo>
                  <a:lnTo>
                    <a:pt x="1386827" y="1324368"/>
                  </a:lnTo>
                  <a:lnTo>
                    <a:pt x="1382255" y="1324368"/>
                  </a:lnTo>
                  <a:lnTo>
                    <a:pt x="1382382" y="1338084"/>
                  </a:lnTo>
                  <a:lnTo>
                    <a:pt x="1383779" y="1441716"/>
                  </a:lnTo>
                  <a:lnTo>
                    <a:pt x="1167371" y="1438668"/>
                  </a:lnTo>
                  <a:lnTo>
                    <a:pt x="1161275" y="1438668"/>
                  </a:lnTo>
                  <a:lnTo>
                    <a:pt x="1161161" y="1449336"/>
                  </a:lnTo>
                  <a:lnTo>
                    <a:pt x="1161072" y="1452384"/>
                  </a:lnTo>
                  <a:lnTo>
                    <a:pt x="1158227" y="1559064"/>
                  </a:lnTo>
                  <a:lnTo>
                    <a:pt x="946391" y="1556016"/>
                  </a:lnTo>
                  <a:lnTo>
                    <a:pt x="940295" y="1556016"/>
                  </a:lnTo>
                  <a:lnTo>
                    <a:pt x="940219" y="1565160"/>
                  </a:lnTo>
                  <a:lnTo>
                    <a:pt x="940092" y="1569732"/>
                  </a:lnTo>
                  <a:lnTo>
                    <a:pt x="937247" y="1676412"/>
                  </a:lnTo>
                  <a:lnTo>
                    <a:pt x="725411" y="1673364"/>
                  </a:lnTo>
                  <a:lnTo>
                    <a:pt x="719315" y="1673364"/>
                  </a:lnTo>
                  <a:lnTo>
                    <a:pt x="719315" y="1793760"/>
                  </a:lnTo>
                  <a:lnTo>
                    <a:pt x="515099" y="1793760"/>
                  </a:lnTo>
                  <a:lnTo>
                    <a:pt x="510527" y="1793760"/>
                  </a:lnTo>
                  <a:lnTo>
                    <a:pt x="510527" y="1805952"/>
                  </a:lnTo>
                  <a:lnTo>
                    <a:pt x="515099" y="1805952"/>
                  </a:lnTo>
                  <a:lnTo>
                    <a:pt x="728459" y="1805952"/>
                  </a:lnTo>
                  <a:lnTo>
                    <a:pt x="733031" y="1805952"/>
                  </a:lnTo>
                  <a:lnTo>
                    <a:pt x="733031" y="1799856"/>
                  </a:lnTo>
                  <a:lnTo>
                    <a:pt x="732955" y="1793760"/>
                  </a:lnTo>
                  <a:lnTo>
                    <a:pt x="731507" y="1685556"/>
                  </a:lnTo>
                  <a:lnTo>
                    <a:pt x="943343" y="1687080"/>
                  </a:lnTo>
                  <a:lnTo>
                    <a:pt x="949439" y="1687080"/>
                  </a:lnTo>
                  <a:lnTo>
                    <a:pt x="949439" y="1682508"/>
                  </a:lnTo>
                  <a:lnTo>
                    <a:pt x="949490" y="1679460"/>
                  </a:lnTo>
                  <a:lnTo>
                    <a:pt x="949528" y="1676412"/>
                  </a:lnTo>
                  <a:lnTo>
                    <a:pt x="949566" y="1673364"/>
                  </a:lnTo>
                  <a:lnTo>
                    <a:pt x="950963" y="1568208"/>
                  </a:lnTo>
                  <a:lnTo>
                    <a:pt x="1164323" y="1569732"/>
                  </a:lnTo>
                  <a:lnTo>
                    <a:pt x="1168895" y="1569732"/>
                  </a:lnTo>
                  <a:lnTo>
                    <a:pt x="1168895" y="1565160"/>
                  </a:lnTo>
                  <a:lnTo>
                    <a:pt x="1168984" y="1562112"/>
                  </a:lnTo>
                  <a:lnTo>
                    <a:pt x="1169060" y="1559064"/>
                  </a:lnTo>
                  <a:lnTo>
                    <a:pt x="1169136" y="1556016"/>
                  </a:lnTo>
                  <a:lnTo>
                    <a:pt x="1171943" y="1449336"/>
                  </a:lnTo>
                  <a:lnTo>
                    <a:pt x="1389875" y="1452384"/>
                  </a:lnTo>
                  <a:lnTo>
                    <a:pt x="1395971" y="1452384"/>
                  </a:lnTo>
                  <a:lnTo>
                    <a:pt x="1395971" y="1447812"/>
                  </a:lnTo>
                  <a:lnTo>
                    <a:pt x="1395895" y="1444764"/>
                  </a:lnTo>
                  <a:lnTo>
                    <a:pt x="1395818" y="1441716"/>
                  </a:lnTo>
                  <a:lnTo>
                    <a:pt x="1395730" y="1438668"/>
                  </a:lnTo>
                  <a:lnTo>
                    <a:pt x="1392923" y="1335036"/>
                  </a:lnTo>
                  <a:lnTo>
                    <a:pt x="1607807" y="1338084"/>
                  </a:lnTo>
                  <a:lnTo>
                    <a:pt x="1613903" y="1338084"/>
                  </a:lnTo>
                  <a:lnTo>
                    <a:pt x="1613903" y="1331988"/>
                  </a:lnTo>
                  <a:lnTo>
                    <a:pt x="1613903" y="1328940"/>
                  </a:lnTo>
                  <a:lnTo>
                    <a:pt x="1613903" y="1327416"/>
                  </a:lnTo>
                  <a:lnTo>
                    <a:pt x="1613903" y="1220736"/>
                  </a:lnTo>
                  <a:lnTo>
                    <a:pt x="1831835" y="1220736"/>
                  </a:lnTo>
                  <a:lnTo>
                    <a:pt x="1837931" y="1220736"/>
                  </a:lnTo>
                  <a:lnTo>
                    <a:pt x="1837817" y="1210068"/>
                  </a:lnTo>
                  <a:lnTo>
                    <a:pt x="1834883" y="1103388"/>
                  </a:lnTo>
                  <a:lnTo>
                    <a:pt x="2049767" y="1103388"/>
                  </a:lnTo>
                  <a:lnTo>
                    <a:pt x="2055863" y="1103388"/>
                  </a:lnTo>
                  <a:lnTo>
                    <a:pt x="2055863" y="986040"/>
                  </a:lnTo>
                  <a:lnTo>
                    <a:pt x="2270747" y="989088"/>
                  </a:lnTo>
                  <a:lnTo>
                    <a:pt x="2276843" y="989088"/>
                  </a:lnTo>
                  <a:lnTo>
                    <a:pt x="2276843" y="982992"/>
                  </a:lnTo>
                  <a:lnTo>
                    <a:pt x="2276767" y="979944"/>
                  </a:lnTo>
                  <a:lnTo>
                    <a:pt x="2276691" y="976896"/>
                  </a:lnTo>
                  <a:lnTo>
                    <a:pt x="2276602" y="973848"/>
                  </a:lnTo>
                  <a:lnTo>
                    <a:pt x="2273795" y="868692"/>
                  </a:lnTo>
                  <a:lnTo>
                    <a:pt x="2488679" y="868692"/>
                  </a:lnTo>
                  <a:lnTo>
                    <a:pt x="2494775" y="868692"/>
                  </a:lnTo>
                  <a:lnTo>
                    <a:pt x="2494775" y="853452"/>
                  </a:lnTo>
                  <a:close/>
                </a:path>
                <a:path w="2667000" h="3312160">
                  <a:moveTo>
                    <a:pt x="2663939" y="1132332"/>
                  </a:moveTo>
                  <a:lnTo>
                    <a:pt x="2660891" y="1120140"/>
                  </a:lnTo>
                  <a:lnTo>
                    <a:pt x="2654795" y="1120140"/>
                  </a:lnTo>
                  <a:lnTo>
                    <a:pt x="2385047" y="1139952"/>
                  </a:lnTo>
                  <a:lnTo>
                    <a:pt x="2380475" y="1139952"/>
                  </a:lnTo>
                  <a:lnTo>
                    <a:pt x="2380475" y="1260348"/>
                  </a:lnTo>
                  <a:lnTo>
                    <a:pt x="2164067" y="1257300"/>
                  </a:lnTo>
                  <a:lnTo>
                    <a:pt x="2159495" y="1257300"/>
                  </a:lnTo>
                  <a:lnTo>
                    <a:pt x="2159495" y="1376172"/>
                  </a:lnTo>
                  <a:lnTo>
                    <a:pt x="1944611" y="1376172"/>
                  </a:lnTo>
                  <a:lnTo>
                    <a:pt x="1938515" y="1376172"/>
                  </a:lnTo>
                  <a:lnTo>
                    <a:pt x="1938515" y="1380744"/>
                  </a:lnTo>
                  <a:lnTo>
                    <a:pt x="1941563" y="1493520"/>
                  </a:lnTo>
                  <a:lnTo>
                    <a:pt x="1723631" y="1493520"/>
                  </a:lnTo>
                  <a:lnTo>
                    <a:pt x="1717535" y="1493520"/>
                  </a:lnTo>
                  <a:lnTo>
                    <a:pt x="1717535" y="1610868"/>
                  </a:lnTo>
                  <a:lnTo>
                    <a:pt x="1502651" y="1607820"/>
                  </a:lnTo>
                  <a:lnTo>
                    <a:pt x="1496555" y="1607820"/>
                  </a:lnTo>
                  <a:lnTo>
                    <a:pt x="1496682" y="1618488"/>
                  </a:lnTo>
                  <a:lnTo>
                    <a:pt x="1496771" y="1621536"/>
                  </a:lnTo>
                  <a:lnTo>
                    <a:pt x="1499603" y="1725168"/>
                  </a:lnTo>
                  <a:lnTo>
                    <a:pt x="1281671" y="1722120"/>
                  </a:lnTo>
                  <a:lnTo>
                    <a:pt x="1275575" y="1722120"/>
                  </a:lnTo>
                  <a:lnTo>
                    <a:pt x="1275575" y="1842516"/>
                  </a:lnTo>
                  <a:lnTo>
                    <a:pt x="1060691" y="1839468"/>
                  </a:lnTo>
                  <a:lnTo>
                    <a:pt x="1054595" y="1839468"/>
                  </a:lnTo>
                  <a:lnTo>
                    <a:pt x="1054595" y="1959864"/>
                  </a:lnTo>
                  <a:lnTo>
                    <a:pt x="842759" y="1956816"/>
                  </a:lnTo>
                  <a:lnTo>
                    <a:pt x="836663" y="1956816"/>
                  </a:lnTo>
                  <a:lnTo>
                    <a:pt x="836663" y="2074164"/>
                  </a:lnTo>
                  <a:lnTo>
                    <a:pt x="633971" y="2074164"/>
                  </a:lnTo>
                  <a:lnTo>
                    <a:pt x="627875" y="2074164"/>
                  </a:lnTo>
                  <a:lnTo>
                    <a:pt x="627875" y="2077212"/>
                  </a:lnTo>
                  <a:lnTo>
                    <a:pt x="624827" y="2077212"/>
                  </a:lnTo>
                  <a:lnTo>
                    <a:pt x="624827" y="2089404"/>
                  </a:lnTo>
                  <a:lnTo>
                    <a:pt x="630923" y="2089404"/>
                  </a:lnTo>
                  <a:lnTo>
                    <a:pt x="839558" y="2092413"/>
                  </a:lnTo>
                  <a:lnTo>
                    <a:pt x="836663" y="2200656"/>
                  </a:lnTo>
                  <a:lnTo>
                    <a:pt x="836663" y="2206752"/>
                  </a:lnTo>
                  <a:lnTo>
                    <a:pt x="842759" y="2206752"/>
                  </a:lnTo>
                  <a:lnTo>
                    <a:pt x="1054608" y="2206752"/>
                  </a:lnTo>
                  <a:lnTo>
                    <a:pt x="1057567" y="2318004"/>
                  </a:lnTo>
                  <a:lnTo>
                    <a:pt x="1057643" y="2327148"/>
                  </a:lnTo>
                  <a:lnTo>
                    <a:pt x="1063739" y="2327148"/>
                  </a:lnTo>
                  <a:lnTo>
                    <a:pt x="1275575" y="2324100"/>
                  </a:lnTo>
                  <a:lnTo>
                    <a:pt x="1275664" y="2327148"/>
                  </a:lnTo>
                  <a:lnTo>
                    <a:pt x="1278547" y="2435364"/>
                  </a:lnTo>
                  <a:lnTo>
                    <a:pt x="1278636" y="2444496"/>
                  </a:lnTo>
                  <a:lnTo>
                    <a:pt x="1284732" y="2444496"/>
                  </a:lnTo>
                  <a:lnTo>
                    <a:pt x="1502664" y="2441460"/>
                  </a:lnTo>
                  <a:lnTo>
                    <a:pt x="1496555" y="2552712"/>
                  </a:lnTo>
                  <a:lnTo>
                    <a:pt x="1502664" y="2554236"/>
                  </a:lnTo>
                  <a:lnTo>
                    <a:pt x="1502664" y="2555760"/>
                  </a:lnTo>
                  <a:lnTo>
                    <a:pt x="1496555" y="2552712"/>
                  </a:lnTo>
                  <a:lnTo>
                    <a:pt x="1496555" y="2561844"/>
                  </a:lnTo>
                  <a:lnTo>
                    <a:pt x="1502664" y="2561844"/>
                  </a:lnTo>
                  <a:lnTo>
                    <a:pt x="1720596" y="2558796"/>
                  </a:lnTo>
                  <a:lnTo>
                    <a:pt x="1720507" y="2561844"/>
                  </a:lnTo>
                  <a:lnTo>
                    <a:pt x="1717548" y="2670060"/>
                  </a:lnTo>
                  <a:lnTo>
                    <a:pt x="1717548" y="2676144"/>
                  </a:lnTo>
                  <a:lnTo>
                    <a:pt x="1723644" y="2676144"/>
                  </a:lnTo>
                  <a:lnTo>
                    <a:pt x="1941576" y="2676144"/>
                  </a:lnTo>
                  <a:lnTo>
                    <a:pt x="1938642" y="2782836"/>
                  </a:lnTo>
                  <a:lnTo>
                    <a:pt x="1938528" y="2793504"/>
                  </a:lnTo>
                  <a:lnTo>
                    <a:pt x="1944611" y="2793504"/>
                  </a:lnTo>
                  <a:lnTo>
                    <a:pt x="2159508" y="2793504"/>
                  </a:lnTo>
                  <a:lnTo>
                    <a:pt x="2159508" y="2913900"/>
                  </a:lnTo>
                  <a:lnTo>
                    <a:pt x="2164080" y="2913900"/>
                  </a:lnTo>
                  <a:lnTo>
                    <a:pt x="2378964" y="2910852"/>
                  </a:lnTo>
                  <a:lnTo>
                    <a:pt x="2378913" y="2913900"/>
                  </a:lnTo>
                  <a:lnTo>
                    <a:pt x="2377490" y="3017532"/>
                  </a:lnTo>
                  <a:lnTo>
                    <a:pt x="2377440" y="3028200"/>
                  </a:lnTo>
                  <a:lnTo>
                    <a:pt x="2382012" y="3028200"/>
                  </a:lnTo>
                  <a:lnTo>
                    <a:pt x="2382012" y="3022104"/>
                  </a:lnTo>
                  <a:lnTo>
                    <a:pt x="2383536" y="3022104"/>
                  </a:lnTo>
                  <a:lnTo>
                    <a:pt x="2382012" y="3028200"/>
                  </a:lnTo>
                  <a:lnTo>
                    <a:pt x="2602992" y="3034296"/>
                  </a:lnTo>
                  <a:lnTo>
                    <a:pt x="2609088" y="3034296"/>
                  </a:lnTo>
                  <a:lnTo>
                    <a:pt x="2609088" y="3020580"/>
                  </a:lnTo>
                  <a:lnTo>
                    <a:pt x="2602992" y="3020580"/>
                  </a:lnTo>
                  <a:lnTo>
                    <a:pt x="2391156" y="3017532"/>
                  </a:lnTo>
                  <a:lnTo>
                    <a:pt x="2391156" y="2910852"/>
                  </a:lnTo>
                  <a:lnTo>
                    <a:pt x="2391156" y="2897136"/>
                  </a:lnTo>
                  <a:lnTo>
                    <a:pt x="2385060" y="2897136"/>
                  </a:lnTo>
                  <a:lnTo>
                    <a:pt x="2170176" y="2900184"/>
                  </a:lnTo>
                  <a:lnTo>
                    <a:pt x="2170176" y="2782836"/>
                  </a:lnTo>
                  <a:lnTo>
                    <a:pt x="2164080" y="2782836"/>
                  </a:lnTo>
                  <a:lnTo>
                    <a:pt x="1949196" y="2782836"/>
                  </a:lnTo>
                  <a:lnTo>
                    <a:pt x="1952244" y="2670060"/>
                  </a:lnTo>
                  <a:lnTo>
                    <a:pt x="1952244" y="2663964"/>
                  </a:lnTo>
                  <a:lnTo>
                    <a:pt x="1946148" y="2663964"/>
                  </a:lnTo>
                  <a:lnTo>
                    <a:pt x="1728216" y="2663964"/>
                  </a:lnTo>
                  <a:lnTo>
                    <a:pt x="1731086" y="2558796"/>
                  </a:lnTo>
                  <a:lnTo>
                    <a:pt x="1731175" y="2555760"/>
                  </a:lnTo>
                  <a:lnTo>
                    <a:pt x="1731264" y="2552712"/>
                  </a:lnTo>
                  <a:lnTo>
                    <a:pt x="1725155" y="2551188"/>
                  </a:lnTo>
                  <a:lnTo>
                    <a:pt x="1725155" y="2549664"/>
                  </a:lnTo>
                  <a:lnTo>
                    <a:pt x="1731264" y="2552712"/>
                  </a:lnTo>
                  <a:lnTo>
                    <a:pt x="1731264" y="2545092"/>
                  </a:lnTo>
                  <a:lnTo>
                    <a:pt x="1725155" y="2545092"/>
                  </a:lnTo>
                  <a:lnTo>
                    <a:pt x="1508760" y="2546616"/>
                  </a:lnTo>
                  <a:lnTo>
                    <a:pt x="1508810" y="2545092"/>
                  </a:lnTo>
                  <a:lnTo>
                    <a:pt x="1513078" y="2441460"/>
                  </a:lnTo>
                  <a:lnTo>
                    <a:pt x="1513205" y="2438412"/>
                  </a:lnTo>
                  <a:lnTo>
                    <a:pt x="1513319" y="2435364"/>
                  </a:lnTo>
                  <a:lnTo>
                    <a:pt x="1513319" y="2429256"/>
                  </a:lnTo>
                  <a:lnTo>
                    <a:pt x="1507236" y="2429256"/>
                  </a:lnTo>
                  <a:lnTo>
                    <a:pt x="1289304" y="2432316"/>
                  </a:lnTo>
                  <a:lnTo>
                    <a:pt x="1289253" y="2429256"/>
                  </a:lnTo>
                  <a:lnTo>
                    <a:pt x="1287856" y="2324100"/>
                  </a:lnTo>
                  <a:lnTo>
                    <a:pt x="1287818" y="2321052"/>
                  </a:lnTo>
                  <a:lnTo>
                    <a:pt x="1287767" y="2318004"/>
                  </a:lnTo>
                  <a:lnTo>
                    <a:pt x="1287767" y="2311908"/>
                  </a:lnTo>
                  <a:lnTo>
                    <a:pt x="1281671" y="2311908"/>
                  </a:lnTo>
                  <a:lnTo>
                    <a:pt x="1068324" y="2314956"/>
                  </a:lnTo>
                  <a:lnTo>
                    <a:pt x="1068273" y="2311908"/>
                  </a:lnTo>
                  <a:lnTo>
                    <a:pt x="1066876" y="2206752"/>
                  </a:lnTo>
                  <a:lnTo>
                    <a:pt x="1066800" y="2191512"/>
                  </a:lnTo>
                  <a:lnTo>
                    <a:pt x="1060704" y="2191512"/>
                  </a:lnTo>
                  <a:lnTo>
                    <a:pt x="851916" y="2194560"/>
                  </a:lnTo>
                  <a:lnTo>
                    <a:pt x="851916" y="2080260"/>
                  </a:lnTo>
                  <a:lnTo>
                    <a:pt x="851916" y="2074164"/>
                  </a:lnTo>
                  <a:lnTo>
                    <a:pt x="848855" y="2074164"/>
                  </a:lnTo>
                  <a:lnTo>
                    <a:pt x="848855" y="1969008"/>
                  </a:lnTo>
                  <a:lnTo>
                    <a:pt x="1060691" y="1972056"/>
                  </a:lnTo>
                  <a:lnTo>
                    <a:pt x="1066787" y="1972056"/>
                  </a:lnTo>
                  <a:lnTo>
                    <a:pt x="1066787" y="1965960"/>
                  </a:lnTo>
                  <a:lnTo>
                    <a:pt x="1066787" y="1962912"/>
                  </a:lnTo>
                  <a:lnTo>
                    <a:pt x="1066787" y="1959864"/>
                  </a:lnTo>
                  <a:lnTo>
                    <a:pt x="1066787" y="1851660"/>
                  </a:lnTo>
                  <a:lnTo>
                    <a:pt x="1281671" y="1853184"/>
                  </a:lnTo>
                  <a:lnTo>
                    <a:pt x="1287767" y="1853184"/>
                  </a:lnTo>
                  <a:lnTo>
                    <a:pt x="1287767" y="1848612"/>
                  </a:lnTo>
                  <a:lnTo>
                    <a:pt x="1287767" y="1845564"/>
                  </a:lnTo>
                  <a:lnTo>
                    <a:pt x="1287767" y="1842516"/>
                  </a:lnTo>
                  <a:lnTo>
                    <a:pt x="1287767" y="1735836"/>
                  </a:lnTo>
                  <a:lnTo>
                    <a:pt x="1505699" y="1738884"/>
                  </a:lnTo>
                  <a:lnTo>
                    <a:pt x="1513319" y="1738884"/>
                  </a:lnTo>
                  <a:lnTo>
                    <a:pt x="1510880" y="1732788"/>
                  </a:lnTo>
                  <a:lnTo>
                    <a:pt x="1510271" y="1731264"/>
                  </a:lnTo>
                  <a:lnTo>
                    <a:pt x="1510195" y="1725168"/>
                  </a:lnTo>
                  <a:lnTo>
                    <a:pt x="1510157" y="1722120"/>
                  </a:lnTo>
                  <a:lnTo>
                    <a:pt x="1508747" y="1618488"/>
                  </a:lnTo>
                  <a:lnTo>
                    <a:pt x="1725155" y="1621536"/>
                  </a:lnTo>
                  <a:lnTo>
                    <a:pt x="1731251" y="1621536"/>
                  </a:lnTo>
                  <a:lnTo>
                    <a:pt x="1731251" y="1615440"/>
                  </a:lnTo>
                  <a:lnTo>
                    <a:pt x="1731213" y="1613916"/>
                  </a:lnTo>
                  <a:lnTo>
                    <a:pt x="1731137" y="1610868"/>
                  </a:lnTo>
                  <a:lnTo>
                    <a:pt x="1731048" y="1607820"/>
                  </a:lnTo>
                  <a:lnTo>
                    <a:pt x="1728203" y="1504188"/>
                  </a:lnTo>
                  <a:lnTo>
                    <a:pt x="1946135" y="1504188"/>
                  </a:lnTo>
                  <a:lnTo>
                    <a:pt x="1952231" y="1504188"/>
                  </a:lnTo>
                  <a:lnTo>
                    <a:pt x="1952117" y="1493520"/>
                  </a:lnTo>
                  <a:lnTo>
                    <a:pt x="1949183" y="1386840"/>
                  </a:lnTo>
                  <a:lnTo>
                    <a:pt x="2164067" y="1386840"/>
                  </a:lnTo>
                  <a:lnTo>
                    <a:pt x="2170163" y="1386840"/>
                  </a:lnTo>
                  <a:lnTo>
                    <a:pt x="2170163" y="1269492"/>
                  </a:lnTo>
                  <a:lnTo>
                    <a:pt x="2385047" y="1272540"/>
                  </a:lnTo>
                  <a:lnTo>
                    <a:pt x="2391143" y="1272540"/>
                  </a:lnTo>
                  <a:lnTo>
                    <a:pt x="2391143" y="1266444"/>
                  </a:lnTo>
                  <a:lnTo>
                    <a:pt x="2391143" y="1263396"/>
                  </a:lnTo>
                  <a:lnTo>
                    <a:pt x="2391143" y="1260348"/>
                  </a:lnTo>
                  <a:lnTo>
                    <a:pt x="2391143" y="1152144"/>
                  </a:lnTo>
                  <a:lnTo>
                    <a:pt x="2487028" y="1146048"/>
                  </a:lnTo>
                  <a:lnTo>
                    <a:pt x="2654795" y="1135380"/>
                  </a:lnTo>
                  <a:lnTo>
                    <a:pt x="2663939" y="1132332"/>
                  </a:lnTo>
                  <a:close/>
                </a:path>
                <a:path w="2667000" h="3312160">
                  <a:moveTo>
                    <a:pt x="2667000" y="0"/>
                  </a:moveTo>
                  <a:lnTo>
                    <a:pt x="2660904" y="0"/>
                  </a:lnTo>
                  <a:lnTo>
                    <a:pt x="318516" y="0"/>
                  </a:lnTo>
                  <a:lnTo>
                    <a:pt x="312420" y="0"/>
                  </a:lnTo>
                  <a:lnTo>
                    <a:pt x="3048" y="475488"/>
                  </a:lnTo>
                  <a:lnTo>
                    <a:pt x="0" y="478536"/>
                  </a:lnTo>
                  <a:lnTo>
                    <a:pt x="4572" y="3311652"/>
                  </a:lnTo>
                  <a:lnTo>
                    <a:pt x="2667000" y="3311652"/>
                  </a:lnTo>
                  <a:lnTo>
                    <a:pt x="2667000" y="3300984"/>
                  </a:lnTo>
                  <a:lnTo>
                    <a:pt x="2494788" y="3300984"/>
                  </a:lnTo>
                  <a:lnTo>
                    <a:pt x="2494788" y="3297936"/>
                  </a:lnTo>
                  <a:lnTo>
                    <a:pt x="2488692" y="3297936"/>
                  </a:lnTo>
                  <a:lnTo>
                    <a:pt x="2273808" y="3294888"/>
                  </a:lnTo>
                  <a:lnTo>
                    <a:pt x="2276691" y="3186684"/>
                  </a:lnTo>
                  <a:lnTo>
                    <a:pt x="2276767" y="3183636"/>
                  </a:lnTo>
                  <a:lnTo>
                    <a:pt x="2276856" y="3180588"/>
                  </a:lnTo>
                  <a:lnTo>
                    <a:pt x="2276856" y="3174492"/>
                  </a:lnTo>
                  <a:lnTo>
                    <a:pt x="2270760" y="3174492"/>
                  </a:lnTo>
                  <a:lnTo>
                    <a:pt x="2055876" y="3177540"/>
                  </a:lnTo>
                  <a:lnTo>
                    <a:pt x="2055876" y="3060192"/>
                  </a:lnTo>
                  <a:lnTo>
                    <a:pt x="2049780" y="3060192"/>
                  </a:lnTo>
                  <a:lnTo>
                    <a:pt x="1834896" y="3060192"/>
                  </a:lnTo>
                  <a:lnTo>
                    <a:pt x="1837944" y="2948940"/>
                  </a:lnTo>
                  <a:lnTo>
                    <a:pt x="1837944" y="2942844"/>
                  </a:lnTo>
                  <a:lnTo>
                    <a:pt x="1831848" y="2942844"/>
                  </a:lnTo>
                  <a:lnTo>
                    <a:pt x="1613916" y="2939796"/>
                  </a:lnTo>
                  <a:lnTo>
                    <a:pt x="1616837" y="2833116"/>
                  </a:lnTo>
                  <a:lnTo>
                    <a:pt x="1616913" y="2830068"/>
                  </a:lnTo>
                  <a:lnTo>
                    <a:pt x="1616964" y="2828544"/>
                  </a:lnTo>
                  <a:lnTo>
                    <a:pt x="1616964" y="2822448"/>
                  </a:lnTo>
                  <a:lnTo>
                    <a:pt x="1610855" y="2822448"/>
                  </a:lnTo>
                  <a:lnTo>
                    <a:pt x="1392936" y="2825496"/>
                  </a:lnTo>
                  <a:lnTo>
                    <a:pt x="1399019" y="2712720"/>
                  </a:lnTo>
                  <a:lnTo>
                    <a:pt x="1399019" y="2711196"/>
                  </a:lnTo>
                  <a:lnTo>
                    <a:pt x="1399019" y="2705100"/>
                  </a:lnTo>
                  <a:lnTo>
                    <a:pt x="1392936" y="2705100"/>
                  </a:lnTo>
                  <a:lnTo>
                    <a:pt x="1175004" y="2708148"/>
                  </a:lnTo>
                  <a:lnTo>
                    <a:pt x="1174915" y="2705100"/>
                  </a:lnTo>
                  <a:lnTo>
                    <a:pt x="1171943" y="2595372"/>
                  </a:lnTo>
                  <a:lnTo>
                    <a:pt x="1171943" y="2590800"/>
                  </a:lnTo>
                  <a:lnTo>
                    <a:pt x="1167371" y="2590800"/>
                  </a:lnTo>
                  <a:lnTo>
                    <a:pt x="954024" y="2590800"/>
                  </a:lnTo>
                  <a:lnTo>
                    <a:pt x="954024" y="2481072"/>
                  </a:lnTo>
                  <a:lnTo>
                    <a:pt x="954024" y="2478024"/>
                  </a:lnTo>
                  <a:lnTo>
                    <a:pt x="954024" y="2474976"/>
                  </a:lnTo>
                  <a:lnTo>
                    <a:pt x="954024" y="2470404"/>
                  </a:lnTo>
                  <a:lnTo>
                    <a:pt x="946404" y="2470404"/>
                  </a:lnTo>
                  <a:lnTo>
                    <a:pt x="736079" y="2471928"/>
                  </a:lnTo>
                  <a:lnTo>
                    <a:pt x="736079" y="2357628"/>
                  </a:lnTo>
                  <a:lnTo>
                    <a:pt x="736079" y="2350008"/>
                  </a:lnTo>
                  <a:lnTo>
                    <a:pt x="731520" y="2350008"/>
                  </a:lnTo>
                  <a:lnTo>
                    <a:pt x="518147" y="2350008"/>
                  </a:lnTo>
                  <a:lnTo>
                    <a:pt x="513575" y="2350008"/>
                  </a:lnTo>
                  <a:lnTo>
                    <a:pt x="513575" y="2363724"/>
                  </a:lnTo>
                  <a:lnTo>
                    <a:pt x="518147" y="2363724"/>
                  </a:lnTo>
                  <a:lnTo>
                    <a:pt x="725424" y="2363724"/>
                  </a:lnTo>
                  <a:lnTo>
                    <a:pt x="722452" y="2474976"/>
                  </a:lnTo>
                  <a:lnTo>
                    <a:pt x="722363" y="2484120"/>
                  </a:lnTo>
                  <a:lnTo>
                    <a:pt x="731520" y="2484120"/>
                  </a:lnTo>
                  <a:lnTo>
                    <a:pt x="940308" y="2481072"/>
                  </a:lnTo>
                  <a:lnTo>
                    <a:pt x="940384" y="2484120"/>
                  </a:lnTo>
                  <a:lnTo>
                    <a:pt x="943229" y="2590800"/>
                  </a:lnTo>
                  <a:lnTo>
                    <a:pt x="943343" y="2601468"/>
                  </a:lnTo>
                  <a:lnTo>
                    <a:pt x="949439" y="2601468"/>
                  </a:lnTo>
                  <a:lnTo>
                    <a:pt x="1161275" y="2601468"/>
                  </a:lnTo>
                  <a:lnTo>
                    <a:pt x="1164209" y="2708148"/>
                  </a:lnTo>
                  <a:lnTo>
                    <a:pt x="1164336" y="2718816"/>
                  </a:lnTo>
                  <a:lnTo>
                    <a:pt x="1168908" y="2718816"/>
                  </a:lnTo>
                  <a:lnTo>
                    <a:pt x="1386840" y="2718816"/>
                  </a:lnTo>
                  <a:lnTo>
                    <a:pt x="1382318" y="2828544"/>
                  </a:lnTo>
                  <a:lnTo>
                    <a:pt x="1382255" y="2836164"/>
                  </a:lnTo>
                  <a:lnTo>
                    <a:pt x="1386840" y="2836164"/>
                  </a:lnTo>
                  <a:lnTo>
                    <a:pt x="1604759" y="2833116"/>
                  </a:lnTo>
                  <a:lnTo>
                    <a:pt x="1604721" y="2836164"/>
                  </a:lnTo>
                  <a:lnTo>
                    <a:pt x="1603248" y="2945892"/>
                  </a:lnTo>
                  <a:lnTo>
                    <a:pt x="1607807" y="2947416"/>
                  </a:lnTo>
                  <a:lnTo>
                    <a:pt x="1607807" y="2948940"/>
                  </a:lnTo>
                  <a:lnTo>
                    <a:pt x="1603248" y="2945892"/>
                  </a:lnTo>
                  <a:lnTo>
                    <a:pt x="1603248" y="2953512"/>
                  </a:lnTo>
                  <a:lnTo>
                    <a:pt x="1607807" y="2953512"/>
                  </a:lnTo>
                  <a:lnTo>
                    <a:pt x="1825752" y="2953512"/>
                  </a:lnTo>
                  <a:lnTo>
                    <a:pt x="1822704" y="3066288"/>
                  </a:lnTo>
                  <a:lnTo>
                    <a:pt x="1822704" y="3070860"/>
                  </a:lnTo>
                  <a:lnTo>
                    <a:pt x="1828800" y="3070860"/>
                  </a:lnTo>
                  <a:lnTo>
                    <a:pt x="2043684" y="3070860"/>
                  </a:lnTo>
                  <a:lnTo>
                    <a:pt x="2043684" y="3188208"/>
                  </a:lnTo>
                  <a:lnTo>
                    <a:pt x="2049780" y="3188208"/>
                  </a:lnTo>
                  <a:lnTo>
                    <a:pt x="2264664" y="3186684"/>
                  </a:lnTo>
                  <a:lnTo>
                    <a:pt x="2264613" y="3188208"/>
                  </a:lnTo>
                  <a:lnTo>
                    <a:pt x="2261692" y="3297936"/>
                  </a:lnTo>
                  <a:lnTo>
                    <a:pt x="2261666" y="3300984"/>
                  </a:lnTo>
                  <a:lnTo>
                    <a:pt x="16764" y="3300984"/>
                  </a:lnTo>
                  <a:lnTo>
                    <a:pt x="13716" y="478536"/>
                  </a:lnTo>
                  <a:lnTo>
                    <a:pt x="12192" y="478536"/>
                  </a:lnTo>
                  <a:lnTo>
                    <a:pt x="321564" y="12192"/>
                  </a:lnTo>
                  <a:lnTo>
                    <a:pt x="2660904" y="12192"/>
                  </a:lnTo>
                  <a:lnTo>
                    <a:pt x="2667000" y="12192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5352" y="1234439"/>
              <a:ext cx="2650235" cy="3311652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00884" y="1754123"/>
              <a:ext cx="217931" cy="134112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2507959" y="1592061"/>
            <a:ext cx="17843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Y0</a:t>
            </a:r>
            <a:endParaRPr sz="9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716218" y="1543268"/>
            <a:ext cx="17843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X1</a:t>
            </a:r>
            <a:endParaRPr sz="9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716218" y="3353783"/>
            <a:ext cx="17843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X0</a:t>
            </a:r>
            <a:endParaRPr sz="950">
              <a:latin typeface="Arial"/>
              <a:cs typeface="Arial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6216" y="4895088"/>
            <a:ext cx="76200" cy="76200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656318" y="4567514"/>
            <a:ext cx="6137275" cy="883919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Purpose:</a:t>
            </a:r>
            <a:endParaRPr sz="1050">
              <a:latin typeface="Arial"/>
              <a:cs typeface="Arial"/>
            </a:endParaRPr>
          </a:p>
          <a:p>
            <a:pPr marL="585470" marR="5080">
              <a:lnSpc>
                <a:spcPts val="1689"/>
              </a:lnSpc>
              <a:spcBef>
                <a:spcPts val="114"/>
              </a:spcBef>
            </a:pPr>
            <a:r>
              <a:rPr dirty="0" sz="1050" spc="-10">
                <a:latin typeface="Arial"/>
                <a:cs typeface="Arial"/>
              </a:rPr>
              <a:t>Setting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up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lighting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system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users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switch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on/off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light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whether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they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are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bottom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or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top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stairs.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050" spc="-10" b="1">
                <a:latin typeface="Arial"/>
                <a:cs typeface="Arial"/>
              </a:rPr>
              <a:t>Devices: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18" name="object 18" descr=""/>
          <p:cNvGraphicFramePr>
            <a:graphicFrameLocks noGrp="1"/>
          </p:cNvGraphicFramePr>
          <p:nvPr/>
        </p:nvGraphicFramePr>
        <p:xfrm>
          <a:off x="1453895" y="5469635"/>
          <a:ext cx="5331460" cy="939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0760"/>
                <a:gridCol w="4248150"/>
              </a:tblGrid>
              <a:tr h="276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Device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794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Function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794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X0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turns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bottom</a:t>
                      </a:r>
                      <a:r>
                        <a:rPr dirty="0" sz="900" spc="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switch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turned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right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X1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turns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top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switch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turned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right.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1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Stair</a:t>
                      </a:r>
                      <a:r>
                        <a:rPr dirty="0" sz="9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light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9" name="object 19" descr=""/>
          <p:cNvSpPr txBox="1"/>
          <p:nvPr/>
        </p:nvSpPr>
        <p:spPr>
          <a:xfrm>
            <a:off x="656318" y="6427635"/>
            <a:ext cx="1115695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Program: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0304" y="6650735"/>
            <a:ext cx="5163312" cy="1254251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6216" y="8206740"/>
            <a:ext cx="76200" cy="76200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6216" y="8636507"/>
            <a:ext cx="76200" cy="76200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656318" y="7879143"/>
            <a:ext cx="6190615" cy="131191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050" spc="-10" b="1">
                <a:latin typeface="Arial"/>
                <a:cs typeface="Arial"/>
              </a:rPr>
              <a:t>Program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Description:</a:t>
            </a:r>
            <a:endParaRPr sz="1050">
              <a:latin typeface="Arial"/>
              <a:cs typeface="Arial"/>
            </a:endParaRPr>
          </a:p>
          <a:p>
            <a:pPr marL="585470" marR="60960">
              <a:lnSpc>
                <a:spcPts val="1689"/>
              </a:lnSpc>
              <a:spcBef>
                <a:spcPts val="114"/>
              </a:spcBef>
            </a:pPr>
            <a:r>
              <a:rPr dirty="0" sz="1050">
                <a:latin typeface="Arial"/>
                <a:cs typeface="Arial"/>
              </a:rPr>
              <a:t>If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states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bottom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switch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top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switch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are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same,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both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or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40">
                <a:latin typeface="Arial"/>
                <a:cs typeface="Arial"/>
              </a:rPr>
              <a:t>OFF,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light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will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ON.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If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different,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one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other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5">
                <a:latin typeface="Arial"/>
                <a:cs typeface="Arial"/>
              </a:rPr>
              <a:t> OFF,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light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OFF.</a:t>
            </a:r>
            <a:endParaRPr sz="1050">
              <a:latin typeface="Arial"/>
              <a:cs typeface="Arial"/>
            </a:endParaRPr>
          </a:p>
          <a:p>
            <a:pPr marL="585470" marR="5080">
              <a:lnSpc>
                <a:spcPts val="1689"/>
              </a:lnSpc>
            </a:pP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light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40">
                <a:latin typeface="Arial"/>
                <a:cs typeface="Arial"/>
              </a:rPr>
              <a:t>OFF,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users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can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turn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light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by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changing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state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either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top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switch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the </a:t>
            </a:r>
            <a:r>
              <a:rPr dirty="0" sz="1050" spc="-10">
                <a:latin typeface="Arial"/>
                <a:cs typeface="Arial"/>
              </a:rPr>
              <a:t>bottom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switch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stairs.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Likewise,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light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users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turn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off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light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by</a:t>
            </a:r>
            <a:r>
              <a:rPr dirty="0" sz="1050" spc="50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changing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state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one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two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switches..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93284" y="188496"/>
            <a:ext cx="3221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922019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26088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22019" y="9677400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892574" y="9721129"/>
            <a:ext cx="19685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5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452" y="1453896"/>
            <a:ext cx="76200" cy="76200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2151888" y="1892807"/>
            <a:ext cx="4028440" cy="1353820"/>
            <a:chOff x="2151888" y="1892807"/>
            <a:chExt cx="4028440" cy="1353820"/>
          </a:xfrm>
        </p:grpSpPr>
        <p:sp>
          <p:nvSpPr>
            <p:cNvPr id="9" name="object 9" descr=""/>
            <p:cNvSpPr/>
            <p:nvPr/>
          </p:nvSpPr>
          <p:spPr>
            <a:xfrm>
              <a:off x="2453639" y="2107691"/>
              <a:ext cx="0" cy="896619"/>
            </a:xfrm>
            <a:custGeom>
              <a:avLst/>
              <a:gdLst/>
              <a:ahLst/>
              <a:cxnLst/>
              <a:rect l="l" t="t" r="r" b="b"/>
              <a:pathLst>
                <a:path w="0" h="896619">
                  <a:moveTo>
                    <a:pt x="0" y="0"/>
                  </a:moveTo>
                  <a:lnTo>
                    <a:pt x="0" y="896111"/>
                  </a:lnTo>
                </a:path>
              </a:pathLst>
            </a:custGeom>
            <a:ln w="12192">
              <a:solidFill>
                <a:srgbClr val="1F1A16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861054" y="2098548"/>
              <a:ext cx="0" cy="539750"/>
            </a:xfrm>
            <a:custGeom>
              <a:avLst/>
              <a:gdLst/>
              <a:ahLst/>
              <a:cxnLst/>
              <a:rect l="l" t="t" r="r" b="b"/>
              <a:pathLst>
                <a:path w="0" h="539750">
                  <a:moveTo>
                    <a:pt x="0" y="0"/>
                  </a:moveTo>
                  <a:lnTo>
                    <a:pt x="0" y="539495"/>
                  </a:lnTo>
                </a:path>
              </a:pathLst>
            </a:custGeom>
            <a:ln w="13715">
              <a:solidFill>
                <a:srgbClr val="1F1A16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156447" y="1892820"/>
              <a:ext cx="602615" cy="208915"/>
            </a:xfrm>
            <a:custGeom>
              <a:avLst/>
              <a:gdLst/>
              <a:ahLst/>
              <a:cxnLst/>
              <a:rect l="l" t="t" r="r" b="b"/>
              <a:pathLst>
                <a:path w="602614" h="208914">
                  <a:moveTo>
                    <a:pt x="306324" y="198120"/>
                  </a:moveTo>
                  <a:lnTo>
                    <a:pt x="0" y="198120"/>
                  </a:lnTo>
                  <a:lnTo>
                    <a:pt x="0" y="208788"/>
                  </a:lnTo>
                  <a:lnTo>
                    <a:pt x="306324" y="208788"/>
                  </a:lnTo>
                  <a:lnTo>
                    <a:pt x="306324" y="198120"/>
                  </a:lnTo>
                  <a:close/>
                </a:path>
                <a:path w="602614" h="208914">
                  <a:moveTo>
                    <a:pt x="601992" y="0"/>
                  </a:moveTo>
                  <a:lnTo>
                    <a:pt x="297192" y="0"/>
                  </a:lnTo>
                  <a:lnTo>
                    <a:pt x="297192" y="12179"/>
                  </a:lnTo>
                  <a:lnTo>
                    <a:pt x="588276" y="12179"/>
                  </a:lnTo>
                  <a:lnTo>
                    <a:pt x="588276" y="207251"/>
                  </a:lnTo>
                  <a:lnTo>
                    <a:pt x="601992" y="207251"/>
                  </a:lnTo>
                  <a:lnTo>
                    <a:pt x="601992" y="12179"/>
                  </a:lnTo>
                  <a:lnTo>
                    <a:pt x="601992" y="3035"/>
                  </a:lnTo>
                  <a:lnTo>
                    <a:pt x="60199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4684" y="1892807"/>
              <a:ext cx="64008" cy="207010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2151888" y="1892820"/>
              <a:ext cx="4028440" cy="1353820"/>
            </a:xfrm>
            <a:custGeom>
              <a:avLst/>
              <a:gdLst/>
              <a:ahLst/>
              <a:cxnLst/>
              <a:rect l="l" t="t" r="r" b="b"/>
              <a:pathLst>
                <a:path w="4028440" h="1353820">
                  <a:moveTo>
                    <a:pt x="1720596" y="787908"/>
                  </a:moveTo>
                  <a:lnTo>
                    <a:pt x="1708404" y="787908"/>
                  </a:lnTo>
                  <a:lnTo>
                    <a:pt x="1708404" y="830249"/>
                  </a:lnTo>
                  <a:lnTo>
                    <a:pt x="1656588" y="801624"/>
                  </a:lnTo>
                  <a:lnTo>
                    <a:pt x="1656588" y="831189"/>
                  </a:lnTo>
                  <a:lnTo>
                    <a:pt x="1652003" y="827532"/>
                  </a:lnTo>
                  <a:lnTo>
                    <a:pt x="1594091" y="827532"/>
                  </a:lnTo>
                  <a:lnTo>
                    <a:pt x="1594091" y="839724"/>
                  </a:lnTo>
                  <a:lnTo>
                    <a:pt x="1652003" y="839724"/>
                  </a:lnTo>
                  <a:lnTo>
                    <a:pt x="1656588" y="836066"/>
                  </a:lnTo>
                  <a:lnTo>
                    <a:pt x="1656588" y="865632"/>
                  </a:lnTo>
                  <a:lnTo>
                    <a:pt x="1708404" y="836993"/>
                  </a:lnTo>
                  <a:lnTo>
                    <a:pt x="1708404" y="888492"/>
                  </a:lnTo>
                  <a:lnTo>
                    <a:pt x="1720596" y="888492"/>
                  </a:lnTo>
                  <a:lnTo>
                    <a:pt x="1720596" y="787908"/>
                  </a:lnTo>
                  <a:close/>
                </a:path>
                <a:path w="4028440" h="1353820">
                  <a:moveTo>
                    <a:pt x="1880603" y="827532"/>
                  </a:moveTo>
                  <a:lnTo>
                    <a:pt x="1821167" y="827532"/>
                  </a:lnTo>
                  <a:lnTo>
                    <a:pt x="1818132" y="829564"/>
                  </a:lnTo>
                  <a:lnTo>
                    <a:pt x="1818132" y="801624"/>
                  </a:lnTo>
                  <a:lnTo>
                    <a:pt x="1769364" y="828573"/>
                  </a:lnTo>
                  <a:lnTo>
                    <a:pt x="1769364" y="787908"/>
                  </a:lnTo>
                  <a:lnTo>
                    <a:pt x="1757172" y="787908"/>
                  </a:lnTo>
                  <a:lnTo>
                    <a:pt x="1757172" y="888492"/>
                  </a:lnTo>
                  <a:lnTo>
                    <a:pt x="1769364" y="888492"/>
                  </a:lnTo>
                  <a:lnTo>
                    <a:pt x="1769364" y="833615"/>
                  </a:lnTo>
                  <a:lnTo>
                    <a:pt x="1812036" y="833615"/>
                  </a:lnTo>
                  <a:lnTo>
                    <a:pt x="1821167" y="839724"/>
                  </a:lnTo>
                  <a:lnTo>
                    <a:pt x="1880603" y="839724"/>
                  </a:lnTo>
                  <a:lnTo>
                    <a:pt x="1880603" y="827532"/>
                  </a:lnTo>
                  <a:close/>
                </a:path>
                <a:path w="4028440" h="1353820">
                  <a:moveTo>
                    <a:pt x="3145523" y="749808"/>
                  </a:moveTo>
                  <a:lnTo>
                    <a:pt x="1764792" y="749808"/>
                  </a:lnTo>
                  <a:lnTo>
                    <a:pt x="1764792" y="557784"/>
                  </a:lnTo>
                  <a:lnTo>
                    <a:pt x="1758683" y="557784"/>
                  </a:lnTo>
                  <a:lnTo>
                    <a:pt x="1758683" y="554723"/>
                  </a:lnTo>
                  <a:lnTo>
                    <a:pt x="1708391" y="554723"/>
                  </a:lnTo>
                  <a:lnTo>
                    <a:pt x="1708391" y="557784"/>
                  </a:lnTo>
                  <a:lnTo>
                    <a:pt x="1705356" y="557784"/>
                  </a:lnTo>
                  <a:lnTo>
                    <a:pt x="1705356" y="758939"/>
                  </a:lnTo>
                  <a:lnTo>
                    <a:pt x="353568" y="758939"/>
                  </a:lnTo>
                  <a:lnTo>
                    <a:pt x="353568" y="569976"/>
                  </a:lnTo>
                  <a:lnTo>
                    <a:pt x="348996" y="569976"/>
                  </a:lnTo>
                  <a:lnTo>
                    <a:pt x="348996" y="563880"/>
                  </a:lnTo>
                  <a:lnTo>
                    <a:pt x="298704" y="563880"/>
                  </a:lnTo>
                  <a:lnTo>
                    <a:pt x="298704" y="569976"/>
                  </a:lnTo>
                  <a:lnTo>
                    <a:pt x="295643" y="569976"/>
                  </a:lnTo>
                  <a:lnTo>
                    <a:pt x="295643" y="755891"/>
                  </a:lnTo>
                  <a:lnTo>
                    <a:pt x="0" y="755891"/>
                  </a:lnTo>
                  <a:lnTo>
                    <a:pt x="0" y="771144"/>
                  </a:lnTo>
                  <a:lnTo>
                    <a:pt x="295643" y="771144"/>
                  </a:lnTo>
                  <a:lnTo>
                    <a:pt x="303276" y="771144"/>
                  </a:lnTo>
                  <a:lnTo>
                    <a:pt x="307835" y="771144"/>
                  </a:lnTo>
                  <a:lnTo>
                    <a:pt x="307835" y="579107"/>
                  </a:lnTo>
                  <a:lnTo>
                    <a:pt x="341376" y="579107"/>
                  </a:lnTo>
                  <a:lnTo>
                    <a:pt x="341376" y="771144"/>
                  </a:lnTo>
                  <a:lnTo>
                    <a:pt x="347472" y="771144"/>
                  </a:lnTo>
                  <a:lnTo>
                    <a:pt x="347472" y="774179"/>
                  </a:lnTo>
                  <a:lnTo>
                    <a:pt x="1711452" y="774179"/>
                  </a:lnTo>
                  <a:lnTo>
                    <a:pt x="1711452" y="763524"/>
                  </a:lnTo>
                  <a:lnTo>
                    <a:pt x="1717548" y="763524"/>
                  </a:lnTo>
                  <a:lnTo>
                    <a:pt x="1717548" y="568439"/>
                  </a:lnTo>
                  <a:lnTo>
                    <a:pt x="1751076" y="568439"/>
                  </a:lnTo>
                  <a:lnTo>
                    <a:pt x="1751076" y="763524"/>
                  </a:lnTo>
                  <a:lnTo>
                    <a:pt x="1764792" y="763524"/>
                  </a:lnTo>
                  <a:lnTo>
                    <a:pt x="3145523" y="763524"/>
                  </a:lnTo>
                  <a:lnTo>
                    <a:pt x="3145523" y="749808"/>
                  </a:lnTo>
                  <a:close/>
                </a:path>
                <a:path w="4028440" h="1353820">
                  <a:moveTo>
                    <a:pt x="3151632" y="195072"/>
                  </a:moveTo>
                  <a:lnTo>
                    <a:pt x="2007108" y="195072"/>
                  </a:lnTo>
                  <a:lnTo>
                    <a:pt x="2007108" y="12192"/>
                  </a:lnTo>
                  <a:lnTo>
                    <a:pt x="2007108" y="3035"/>
                  </a:lnTo>
                  <a:lnTo>
                    <a:pt x="2007108" y="0"/>
                  </a:lnTo>
                  <a:lnTo>
                    <a:pt x="1702308" y="0"/>
                  </a:lnTo>
                  <a:lnTo>
                    <a:pt x="1702308" y="8839"/>
                  </a:lnTo>
                  <a:lnTo>
                    <a:pt x="1674876" y="60960"/>
                  </a:lnTo>
                  <a:lnTo>
                    <a:pt x="1700771" y="60960"/>
                  </a:lnTo>
                  <a:lnTo>
                    <a:pt x="1700771" y="196596"/>
                  </a:lnTo>
                  <a:lnTo>
                    <a:pt x="601980" y="196596"/>
                  </a:lnTo>
                  <a:lnTo>
                    <a:pt x="601980" y="213360"/>
                  </a:lnTo>
                  <a:lnTo>
                    <a:pt x="1712976" y="213360"/>
                  </a:lnTo>
                  <a:lnTo>
                    <a:pt x="1712976" y="196596"/>
                  </a:lnTo>
                  <a:lnTo>
                    <a:pt x="1711439" y="196596"/>
                  </a:lnTo>
                  <a:lnTo>
                    <a:pt x="1711439" y="60960"/>
                  </a:lnTo>
                  <a:lnTo>
                    <a:pt x="1737360" y="60960"/>
                  </a:lnTo>
                  <a:lnTo>
                    <a:pt x="1710410" y="12192"/>
                  </a:lnTo>
                  <a:lnTo>
                    <a:pt x="1994903" y="12192"/>
                  </a:lnTo>
                  <a:lnTo>
                    <a:pt x="1994903" y="207251"/>
                  </a:lnTo>
                  <a:lnTo>
                    <a:pt x="2001012" y="207251"/>
                  </a:lnTo>
                  <a:lnTo>
                    <a:pt x="3151632" y="207264"/>
                  </a:lnTo>
                  <a:lnTo>
                    <a:pt x="3151632" y="195072"/>
                  </a:lnTo>
                  <a:close/>
                </a:path>
                <a:path w="4028440" h="1353820">
                  <a:moveTo>
                    <a:pt x="4027932" y="1144524"/>
                  </a:moveTo>
                  <a:lnTo>
                    <a:pt x="304800" y="1144524"/>
                  </a:lnTo>
                  <a:lnTo>
                    <a:pt x="304800" y="1150607"/>
                  </a:lnTo>
                  <a:lnTo>
                    <a:pt x="301752" y="1150607"/>
                  </a:lnTo>
                  <a:lnTo>
                    <a:pt x="301752" y="1336548"/>
                  </a:lnTo>
                  <a:lnTo>
                    <a:pt x="0" y="1336548"/>
                  </a:lnTo>
                  <a:lnTo>
                    <a:pt x="0" y="1353299"/>
                  </a:lnTo>
                  <a:lnTo>
                    <a:pt x="301752" y="1353299"/>
                  </a:lnTo>
                  <a:lnTo>
                    <a:pt x="307835" y="1353299"/>
                  </a:lnTo>
                  <a:lnTo>
                    <a:pt x="313944" y="1353299"/>
                  </a:lnTo>
                  <a:lnTo>
                    <a:pt x="313944" y="1161288"/>
                  </a:lnTo>
                  <a:lnTo>
                    <a:pt x="4027932" y="1161288"/>
                  </a:lnTo>
                  <a:lnTo>
                    <a:pt x="4027932" y="114452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3455773" y="2776203"/>
            <a:ext cx="90043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solidFill>
                  <a:srgbClr val="1F1A16"/>
                </a:solidFill>
                <a:latin typeface="Arial"/>
                <a:cs typeface="Arial"/>
              </a:rPr>
              <a:t>One</a:t>
            </a:r>
            <a:r>
              <a:rPr dirty="0" sz="950" spc="85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1A16"/>
                </a:solidFill>
                <a:latin typeface="Arial"/>
                <a:cs typeface="Arial"/>
              </a:rPr>
              <a:t>scan</a:t>
            </a:r>
            <a:r>
              <a:rPr dirty="0" sz="950" spc="105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1A16"/>
                </a:solidFill>
                <a:latin typeface="Arial"/>
                <a:cs typeface="Arial"/>
              </a:rPr>
              <a:t>cycle</a:t>
            </a:r>
            <a:endParaRPr sz="9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26079" y="851374"/>
            <a:ext cx="6082665" cy="12566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latin typeface="Arial"/>
                <a:cs typeface="Arial"/>
              </a:rPr>
              <a:t>1.3</a:t>
            </a:r>
            <a:r>
              <a:rPr dirty="0" sz="1100" spc="6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Rising-edge</a:t>
            </a:r>
            <a:r>
              <a:rPr dirty="0" sz="1100" spc="6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Pulse</a:t>
            </a:r>
            <a:r>
              <a:rPr dirty="0" sz="1100" spc="6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Output</a:t>
            </a:r>
            <a:r>
              <a:rPr dirty="0" sz="1100" spc="5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for</a:t>
            </a:r>
            <a:r>
              <a:rPr dirty="0" sz="1100" spc="7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One</a:t>
            </a:r>
            <a:r>
              <a:rPr dirty="0" sz="1100" spc="7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Scan</a:t>
            </a:r>
            <a:r>
              <a:rPr dirty="0" sz="1100" spc="5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Cycle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Purpose:</a:t>
            </a:r>
            <a:endParaRPr sz="1050">
              <a:latin typeface="Arial"/>
              <a:cs typeface="Arial"/>
            </a:endParaRPr>
          </a:p>
          <a:p>
            <a:pPr marL="300355" marR="5080">
              <a:lnSpc>
                <a:spcPts val="1689"/>
              </a:lnSpc>
              <a:spcBef>
                <a:spcPts val="120"/>
              </a:spcBef>
            </a:pPr>
            <a:r>
              <a:rPr dirty="0" sz="1050" spc="-10">
                <a:latin typeface="Arial"/>
                <a:cs typeface="Arial"/>
              </a:rPr>
              <a:t>Creating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pulse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one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program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scan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cycle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condition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trigger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indicator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or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other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devices </a:t>
            </a:r>
            <a:r>
              <a:rPr dirty="0" sz="1050" spc="-20">
                <a:latin typeface="Arial"/>
                <a:cs typeface="Arial"/>
              </a:rPr>
              <a:t>when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switch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(X0)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turned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on.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 marL="960119">
              <a:lnSpc>
                <a:spcPct val="100000"/>
              </a:lnSpc>
            </a:pP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X0</a:t>
            </a:r>
            <a:endParaRPr sz="95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851134" y="2469865"/>
            <a:ext cx="27178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M10</a:t>
            </a:r>
            <a:endParaRPr sz="95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926087" y="3045975"/>
            <a:ext cx="1120140" cy="469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Y0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spc="-10" b="1">
                <a:latin typeface="Arial"/>
                <a:cs typeface="Arial"/>
              </a:rPr>
              <a:t>Devices: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5269992" y="1892807"/>
            <a:ext cx="906780" cy="767080"/>
            <a:chOff x="5269992" y="1892807"/>
            <a:chExt cx="906780" cy="767080"/>
          </a:xfrm>
        </p:grpSpPr>
        <p:sp>
          <p:nvSpPr>
            <p:cNvPr id="19" name="object 19" descr=""/>
            <p:cNvSpPr/>
            <p:nvPr/>
          </p:nvSpPr>
          <p:spPr>
            <a:xfrm>
              <a:off x="5303519" y="2098548"/>
              <a:ext cx="0" cy="539750"/>
            </a:xfrm>
            <a:custGeom>
              <a:avLst/>
              <a:gdLst/>
              <a:ahLst/>
              <a:cxnLst/>
              <a:rect l="l" t="t" r="r" b="b"/>
              <a:pathLst>
                <a:path w="0" h="539750">
                  <a:moveTo>
                    <a:pt x="0" y="0"/>
                  </a:moveTo>
                  <a:lnTo>
                    <a:pt x="0" y="539495"/>
                  </a:lnTo>
                </a:path>
              </a:pathLst>
            </a:custGeom>
            <a:ln w="15239">
              <a:solidFill>
                <a:srgbClr val="1F1A16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295900" y="1892820"/>
              <a:ext cx="307975" cy="207645"/>
            </a:xfrm>
            <a:custGeom>
              <a:avLst/>
              <a:gdLst/>
              <a:ahLst/>
              <a:cxnLst/>
              <a:rect l="l" t="t" r="r" b="b"/>
              <a:pathLst>
                <a:path w="307975" h="207644">
                  <a:moveTo>
                    <a:pt x="307848" y="0"/>
                  </a:moveTo>
                  <a:lnTo>
                    <a:pt x="0" y="0"/>
                  </a:lnTo>
                  <a:lnTo>
                    <a:pt x="0" y="12179"/>
                  </a:lnTo>
                  <a:lnTo>
                    <a:pt x="294132" y="12179"/>
                  </a:lnTo>
                  <a:lnTo>
                    <a:pt x="294132" y="207251"/>
                  </a:lnTo>
                  <a:lnTo>
                    <a:pt x="307848" y="207251"/>
                  </a:lnTo>
                  <a:lnTo>
                    <a:pt x="307848" y="12179"/>
                  </a:lnTo>
                  <a:lnTo>
                    <a:pt x="307848" y="3035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69992" y="1895855"/>
              <a:ext cx="64007" cy="205485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5298948" y="2095512"/>
              <a:ext cx="878205" cy="563880"/>
            </a:xfrm>
            <a:custGeom>
              <a:avLst/>
              <a:gdLst/>
              <a:ahLst/>
              <a:cxnLst/>
              <a:rect l="l" t="t" r="r" b="b"/>
              <a:pathLst>
                <a:path w="878204" h="563880">
                  <a:moveTo>
                    <a:pt x="877811" y="550164"/>
                  </a:moveTo>
                  <a:lnTo>
                    <a:pt x="60947" y="550164"/>
                  </a:lnTo>
                  <a:lnTo>
                    <a:pt x="60947" y="355092"/>
                  </a:lnTo>
                  <a:lnTo>
                    <a:pt x="54864" y="355092"/>
                  </a:lnTo>
                  <a:lnTo>
                    <a:pt x="54864" y="352031"/>
                  </a:lnTo>
                  <a:lnTo>
                    <a:pt x="3048" y="352031"/>
                  </a:lnTo>
                  <a:lnTo>
                    <a:pt x="3048" y="355092"/>
                  </a:lnTo>
                  <a:lnTo>
                    <a:pt x="0" y="355092"/>
                  </a:lnTo>
                  <a:lnTo>
                    <a:pt x="0" y="560832"/>
                  </a:lnTo>
                  <a:lnTo>
                    <a:pt x="12179" y="560832"/>
                  </a:lnTo>
                  <a:lnTo>
                    <a:pt x="12179" y="365747"/>
                  </a:lnTo>
                  <a:lnTo>
                    <a:pt x="48768" y="365747"/>
                  </a:lnTo>
                  <a:lnTo>
                    <a:pt x="48768" y="560832"/>
                  </a:lnTo>
                  <a:lnTo>
                    <a:pt x="59423" y="560832"/>
                  </a:lnTo>
                  <a:lnTo>
                    <a:pt x="59423" y="563880"/>
                  </a:lnTo>
                  <a:lnTo>
                    <a:pt x="877811" y="563880"/>
                  </a:lnTo>
                  <a:lnTo>
                    <a:pt x="877811" y="550164"/>
                  </a:lnTo>
                  <a:close/>
                </a:path>
                <a:path w="878204" h="563880">
                  <a:moveTo>
                    <a:pt x="877811" y="0"/>
                  </a:moveTo>
                  <a:lnTo>
                    <a:pt x="289547" y="0"/>
                  </a:lnTo>
                  <a:lnTo>
                    <a:pt x="289547" y="13716"/>
                  </a:lnTo>
                  <a:lnTo>
                    <a:pt x="877811" y="13716"/>
                  </a:lnTo>
                  <a:lnTo>
                    <a:pt x="877811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/>
          <p:nvPr/>
        </p:nvSpPr>
        <p:spPr>
          <a:xfrm>
            <a:off x="3403092" y="3927347"/>
            <a:ext cx="559435" cy="111760"/>
          </a:xfrm>
          <a:custGeom>
            <a:avLst/>
            <a:gdLst/>
            <a:ahLst/>
            <a:cxnLst/>
            <a:rect l="l" t="t" r="r" b="b"/>
            <a:pathLst>
              <a:path w="559435" h="111760">
                <a:moveTo>
                  <a:pt x="28956" y="1524"/>
                </a:moveTo>
                <a:lnTo>
                  <a:pt x="21336" y="1524"/>
                </a:lnTo>
                <a:lnTo>
                  <a:pt x="15925" y="8623"/>
                </a:lnTo>
                <a:lnTo>
                  <a:pt x="279" y="49555"/>
                </a:lnTo>
                <a:lnTo>
                  <a:pt x="0" y="56388"/>
                </a:lnTo>
                <a:lnTo>
                  <a:pt x="304" y="64135"/>
                </a:lnTo>
                <a:lnTo>
                  <a:pt x="17018" y="105498"/>
                </a:lnTo>
                <a:lnTo>
                  <a:pt x="21336" y="111252"/>
                </a:lnTo>
                <a:lnTo>
                  <a:pt x="28956" y="111252"/>
                </a:lnTo>
                <a:lnTo>
                  <a:pt x="20955" y="97536"/>
                </a:lnTo>
                <a:lnTo>
                  <a:pt x="15240" y="83820"/>
                </a:lnTo>
                <a:lnTo>
                  <a:pt x="11811" y="70104"/>
                </a:lnTo>
                <a:lnTo>
                  <a:pt x="10668" y="56388"/>
                </a:lnTo>
                <a:lnTo>
                  <a:pt x="10668" y="42672"/>
                </a:lnTo>
                <a:lnTo>
                  <a:pt x="13716" y="35052"/>
                </a:lnTo>
                <a:lnTo>
                  <a:pt x="13716" y="28956"/>
                </a:lnTo>
                <a:lnTo>
                  <a:pt x="16764" y="24384"/>
                </a:lnTo>
                <a:lnTo>
                  <a:pt x="18288" y="18288"/>
                </a:lnTo>
                <a:lnTo>
                  <a:pt x="19812" y="15240"/>
                </a:lnTo>
                <a:lnTo>
                  <a:pt x="24384" y="9144"/>
                </a:lnTo>
                <a:lnTo>
                  <a:pt x="28956" y="1524"/>
                </a:lnTo>
                <a:close/>
              </a:path>
              <a:path w="559435" h="111760">
                <a:moveTo>
                  <a:pt x="118872" y="35052"/>
                </a:moveTo>
                <a:lnTo>
                  <a:pt x="117348" y="27432"/>
                </a:lnTo>
                <a:lnTo>
                  <a:pt x="111252" y="15240"/>
                </a:lnTo>
                <a:lnTo>
                  <a:pt x="108204" y="11176"/>
                </a:lnTo>
                <a:lnTo>
                  <a:pt x="108204" y="38100"/>
                </a:lnTo>
                <a:lnTo>
                  <a:pt x="108089" y="45720"/>
                </a:lnTo>
                <a:lnTo>
                  <a:pt x="86868" y="77724"/>
                </a:lnTo>
                <a:lnTo>
                  <a:pt x="70104" y="77724"/>
                </a:lnTo>
                <a:lnTo>
                  <a:pt x="62484" y="74676"/>
                </a:lnTo>
                <a:lnTo>
                  <a:pt x="57912" y="68580"/>
                </a:lnTo>
                <a:lnTo>
                  <a:pt x="51816" y="64008"/>
                </a:lnTo>
                <a:lnTo>
                  <a:pt x="51701" y="63703"/>
                </a:lnTo>
                <a:lnTo>
                  <a:pt x="48768" y="54864"/>
                </a:lnTo>
                <a:lnTo>
                  <a:pt x="48869" y="44196"/>
                </a:lnTo>
                <a:lnTo>
                  <a:pt x="70104" y="10668"/>
                </a:lnTo>
                <a:lnTo>
                  <a:pt x="83820" y="10668"/>
                </a:lnTo>
                <a:lnTo>
                  <a:pt x="105194" y="26098"/>
                </a:lnTo>
                <a:lnTo>
                  <a:pt x="108204" y="38100"/>
                </a:lnTo>
                <a:lnTo>
                  <a:pt x="108204" y="11176"/>
                </a:lnTo>
                <a:lnTo>
                  <a:pt x="107823" y="10668"/>
                </a:lnTo>
                <a:lnTo>
                  <a:pt x="106680" y="9144"/>
                </a:lnTo>
                <a:lnTo>
                  <a:pt x="100584" y="6096"/>
                </a:lnTo>
                <a:lnTo>
                  <a:pt x="92964" y="1524"/>
                </a:lnTo>
                <a:lnTo>
                  <a:pt x="86868" y="0"/>
                </a:lnTo>
                <a:lnTo>
                  <a:pt x="79248" y="0"/>
                </a:lnTo>
                <a:lnTo>
                  <a:pt x="70434" y="838"/>
                </a:lnTo>
                <a:lnTo>
                  <a:pt x="41338" y="26098"/>
                </a:lnTo>
                <a:lnTo>
                  <a:pt x="38100" y="53340"/>
                </a:lnTo>
                <a:lnTo>
                  <a:pt x="39624" y="59436"/>
                </a:lnTo>
                <a:lnTo>
                  <a:pt x="42672" y="67056"/>
                </a:lnTo>
                <a:lnTo>
                  <a:pt x="45720" y="73152"/>
                </a:lnTo>
                <a:lnTo>
                  <a:pt x="51816" y="79248"/>
                </a:lnTo>
                <a:lnTo>
                  <a:pt x="57912" y="82296"/>
                </a:lnTo>
                <a:lnTo>
                  <a:pt x="64008" y="86868"/>
                </a:lnTo>
                <a:lnTo>
                  <a:pt x="70104" y="88392"/>
                </a:lnTo>
                <a:lnTo>
                  <a:pt x="85344" y="88392"/>
                </a:lnTo>
                <a:lnTo>
                  <a:pt x="92964" y="86868"/>
                </a:lnTo>
                <a:lnTo>
                  <a:pt x="99060" y="83820"/>
                </a:lnTo>
                <a:lnTo>
                  <a:pt x="105156" y="79248"/>
                </a:lnTo>
                <a:lnTo>
                  <a:pt x="106680" y="77724"/>
                </a:lnTo>
                <a:lnTo>
                  <a:pt x="109728" y="74676"/>
                </a:lnTo>
                <a:lnTo>
                  <a:pt x="114300" y="67056"/>
                </a:lnTo>
                <a:lnTo>
                  <a:pt x="117348" y="60960"/>
                </a:lnTo>
                <a:lnTo>
                  <a:pt x="118872" y="53340"/>
                </a:lnTo>
                <a:lnTo>
                  <a:pt x="118872" y="35052"/>
                </a:lnTo>
                <a:close/>
              </a:path>
              <a:path w="559435" h="111760">
                <a:moveTo>
                  <a:pt x="192024" y="1536"/>
                </a:moveTo>
                <a:lnTo>
                  <a:pt x="134112" y="1536"/>
                </a:lnTo>
                <a:lnTo>
                  <a:pt x="134112" y="86880"/>
                </a:lnTo>
                <a:lnTo>
                  <a:pt x="144780" y="86880"/>
                </a:lnTo>
                <a:lnTo>
                  <a:pt x="144780" y="48780"/>
                </a:lnTo>
                <a:lnTo>
                  <a:pt x="184404" y="48780"/>
                </a:lnTo>
                <a:lnTo>
                  <a:pt x="184404" y="38112"/>
                </a:lnTo>
                <a:lnTo>
                  <a:pt x="144780" y="38112"/>
                </a:lnTo>
                <a:lnTo>
                  <a:pt x="144780" y="12204"/>
                </a:lnTo>
                <a:lnTo>
                  <a:pt x="192024" y="12204"/>
                </a:lnTo>
                <a:lnTo>
                  <a:pt x="192024" y="1536"/>
                </a:lnTo>
                <a:close/>
              </a:path>
              <a:path w="559435" h="111760">
                <a:moveTo>
                  <a:pt x="265176" y="1536"/>
                </a:moveTo>
                <a:lnTo>
                  <a:pt x="207264" y="1536"/>
                </a:lnTo>
                <a:lnTo>
                  <a:pt x="207264" y="86880"/>
                </a:lnTo>
                <a:lnTo>
                  <a:pt x="217932" y="86880"/>
                </a:lnTo>
                <a:lnTo>
                  <a:pt x="217932" y="48780"/>
                </a:lnTo>
                <a:lnTo>
                  <a:pt x="257556" y="48780"/>
                </a:lnTo>
                <a:lnTo>
                  <a:pt x="257556" y="38112"/>
                </a:lnTo>
                <a:lnTo>
                  <a:pt x="217932" y="38112"/>
                </a:lnTo>
                <a:lnTo>
                  <a:pt x="217932" y="12204"/>
                </a:lnTo>
                <a:lnTo>
                  <a:pt x="265176" y="12204"/>
                </a:lnTo>
                <a:lnTo>
                  <a:pt x="265176" y="1536"/>
                </a:lnTo>
                <a:close/>
              </a:path>
              <a:path w="559435" h="111760">
                <a:moveTo>
                  <a:pt x="385572" y="54876"/>
                </a:moveTo>
                <a:lnTo>
                  <a:pt x="379476" y="51828"/>
                </a:lnTo>
                <a:lnTo>
                  <a:pt x="374904" y="48780"/>
                </a:lnTo>
                <a:lnTo>
                  <a:pt x="367284" y="41160"/>
                </a:lnTo>
                <a:lnTo>
                  <a:pt x="361188" y="36588"/>
                </a:lnTo>
                <a:lnTo>
                  <a:pt x="356616" y="36588"/>
                </a:lnTo>
                <a:lnTo>
                  <a:pt x="359664" y="41160"/>
                </a:lnTo>
                <a:lnTo>
                  <a:pt x="361188" y="44208"/>
                </a:lnTo>
                <a:lnTo>
                  <a:pt x="364236" y="47256"/>
                </a:lnTo>
                <a:lnTo>
                  <a:pt x="365760" y="50304"/>
                </a:lnTo>
                <a:lnTo>
                  <a:pt x="368808" y="53352"/>
                </a:lnTo>
                <a:lnTo>
                  <a:pt x="275844" y="53352"/>
                </a:lnTo>
                <a:lnTo>
                  <a:pt x="275844" y="59448"/>
                </a:lnTo>
                <a:lnTo>
                  <a:pt x="368808" y="59448"/>
                </a:lnTo>
                <a:lnTo>
                  <a:pt x="364236" y="64020"/>
                </a:lnTo>
                <a:lnTo>
                  <a:pt x="361188" y="70116"/>
                </a:lnTo>
                <a:lnTo>
                  <a:pt x="356616" y="77736"/>
                </a:lnTo>
                <a:lnTo>
                  <a:pt x="361188" y="77736"/>
                </a:lnTo>
                <a:lnTo>
                  <a:pt x="370332" y="68592"/>
                </a:lnTo>
                <a:lnTo>
                  <a:pt x="374904" y="65544"/>
                </a:lnTo>
                <a:lnTo>
                  <a:pt x="377952" y="62496"/>
                </a:lnTo>
                <a:lnTo>
                  <a:pt x="382524" y="59448"/>
                </a:lnTo>
                <a:lnTo>
                  <a:pt x="385572" y="57924"/>
                </a:lnTo>
                <a:lnTo>
                  <a:pt x="385572" y="54876"/>
                </a:lnTo>
                <a:close/>
              </a:path>
              <a:path w="559435" h="111760">
                <a:moveTo>
                  <a:pt x="476999" y="35052"/>
                </a:moveTo>
                <a:lnTo>
                  <a:pt x="475475" y="27432"/>
                </a:lnTo>
                <a:lnTo>
                  <a:pt x="469379" y="15240"/>
                </a:lnTo>
                <a:lnTo>
                  <a:pt x="466331" y="11176"/>
                </a:lnTo>
                <a:lnTo>
                  <a:pt x="466331" y="38100"/>
                </a:lnTo>
                <a:lnTo>
                  <a:pt x="466229" y="45720"/>
                </a:lnTo>
                <a:lnTo>
                  <a:pt x="444995" y="77724"/>
                </a:lnTo>
                <a:lnTo>
                  <a:pt x="428231" y="77724"/>
                </a:lnTo>
                <a:lnTo>
                  <a:pt x="420611" y="74676"/>
                </a:lnTo>
                <a:lnTo>
                  <a:pt x="416039" y="68580"/>
                </a:lnTo>
                <a:lnTo>
                  <a:pt x="409943" y="64008"/>
                </a:lnTo>
                <a:lnTo>
                  <a:pt x="409841" y="63703"/>
                </a:lnTo>
                <a:lnTo>
                  <a:pt x="406895" y="54864"/>
                </a:lnTo>
                <a:lnTo>
                  <a:pt x="406996" y="44196"/>
                </a:lnTo>
                <a:lnTo>
                  <a:pt x="428231" y="10668"/>
                </a:lnTo>
                <a:lnTo>
                  <a:pt x="443471" y="10668"/>
                </a:lnTo>
                <a:lnTo>
                  <a:pt x="466331" y="38100"/>
                </a:lnTo>
                <a:lnTo>
                  <a:pt x="466331" y="11176"/>
                </a:lnTo>
                <a:lnTo>
                  <a:pt x="465950" y="10668"/>
                </a:lnTo>
                <a:lnTo>
                  <a:pt x="464807" y="9144"/>
                </a:lnTo>
                <a:lnTo>
                  <a:pt x="458711" y="6096"/>
                </a:lnTo>
                <a:lnTo>
                  <a:pt x="451091" y="1524"/>
                </a:lnTo>
                <a:lnTo>
                  <a:pt x="444995" y="0"/>
                </a:lnTo>
                <a:lnTo>
                  <a:pt x="437375" y="0"/>
                </a:lnTo>
                <a:lnTo>
                  <a:pt x="403301" y="18503"/>
                </a:lnTo>
                <a:lnTo>
                  <a:pt x="396227" y="53340"/>
                </a:lnTo>
                <a:lnTo>
                  <a:pt x="397751" y="59436"/>
                </a:lnTo>
                <a:lnTo>
                  <a:pt x="400799" y="67056"/>
                </a:lnTo>
                <a:lnTo>
                  <a:pt x="409943" y="79248"/>
                </a:lnTo>
                <a:lnTo>
                  <a:pt x="416039" y="82296"/>
                </a:lnTo>
                <a:lnTo>
                  <a:pt x="422135" y="86868"/>
                </a:lnTo>
                <a:lnTo>
                  <a:pt x="429755" y="88392"/>
                </a:lnTo>
                <a:lnTo>
                  <a:pt x="444995" y="88392"/>
                </a:lnTo>
                <a:lnTo>
                  <a:pt x="451091" y="86868"/>
                </a:lnTo>
                <a:lnTo>
                  <a:pt x="457187" y="83820"/>
                </a:lnTo>
                <a:lnTo>
                  <a:pt x="465315" y="77724"/>
                </a:lnTo>
                <a:lnTo>
                  <a:pt x="469379" y="74676"/>
                </a:lnTo>
                <a:lnTo>
                  <a:pt x="472427" y="67056"/>
                </a:lnTo>
                <a:lnTo>
                  <a:pt x="475475" y="60960"/>
                </a:lnTo>
                <a:lnTo>
                  <a:pt x="476999" y="53340"/>
                </a:lnTo>
                <a:lnTo>
                  <a:pt x="476999" y="35052"/>
                </a:lnTo>
                <a:close/>
              </a:path>
              <a:path w="559435" h="111760">
                <a:moveTo>
                  <a:pt x="559295" y="1536"/>
                </a:moveTo>
                <a:lnTo>
                  <a:pt x="548627" y="1536"/>
                </a:lnTo>
                <a:lnTo>
                  <a:pt x="548627" y="68592"/>
                </a:lnTo>
                <a:lnTo>
                  <a:pt x="504431" y="1536"/>
                </a:lnTo>
                <a:lnTo>
                  <a:pt x="492239" y="1536"/>
                </a:lnTo>
                <a:lnTo>
                  <a:pt x="492239" y="86880"/>
                </a:lnTo>
                <a:lnTo>
                  <a:pt x="502907" y="86880"/>
                </a:lnTo>
                <a:lnTo>
                  <a:pt x="502907" y="18300"/>
                </a:lnTo>
                <a:lnTo>
                  <a:pt x="548627" y="86880"/>
                </a:lnTo>
                <a:lnTo>
                  <a:pt x="559295" y="86880"/>
                </a:lnTo>
                <a:lnTo>
                  <a:pt x="559295" y="15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4" name="object 24" descr=""/>
          <p:cNvGraphicFramePr>
            <a:graphicFrameLocks noGrp="1"/>
          </p:cNvGraphicFramePr>
          <p:nvPr/>
        </p:nvGraphicFramePr>
        <p:xfrm>
          <a:off x="1723644" y="3534155"/>
          <a:ext cx="5332730" cy="984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9035"/>
                <a:gridCol w="4079875"/>
              </a:tblGrid>
              <a:tr h="32131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Device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Function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1076325" algn="l"/>
                        </a:tabLst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Switch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	</a:t>
                      </a:r>
                      <a:r>
                        <a:rPr dirty="0" sz="900" spc="-50">
                          <a:latin typeface="Arial"/>
                          <a:cs typeface="Arial"/>
                        </a:rPr>
                        <a:t>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M10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Creating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trigger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pulse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900" spc="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one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program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scan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cycle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Indicator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5" name="object 25" descr=""/>
          <p:cNvSpPr txBox="1"/>
          <p:nvPr/>
        </p:nvSpPr>
        <p:spPr>
          <a:xfrm>
            <a:off x="926087" y="4536432"/>
            <a:ext cx="1114425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Program: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26" name="object 2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40180" y="4786884"/>
            <a:ext cx="5161787" cy="1847087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22476" y="7123176"/>
            <a:ext cx="76200" cy="76200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22476" y="7767828"/>
            <a:ext cx="76200" cy="76200"/>
          </a:xfrm>
          <a:prstGeom prst="rect">
            <a:avLst/>
          </a:prstGeom>
        </p:spPr>
      </p:pic>
      <p:sp>
        <p:nvSpPr>
          <p:cNvPr id="29" name="object 29" descr=""/>
          <p:cNvSpPr txBox="1"/>
          <p:nvPr/>
        </p:nvSpPr>
        <p:spPr>
          <a:xfrm>
            <a:off x="926087" y="6686756"/>
            <a:ext cx="6188710" cy="15290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Program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Description:</a:t>
            </a:r>
            <a:endParaRPr sz="1050">
              <a:latin typeface="Arial"/>
              <a:cs typeface="Arial"/>
            </a:endParaRPr>
          </a:p>
          <a:p>
            <a:pPr marL="848994" marR="5080">
              <a:lnSpc>
                <a:spcPct val="201900"/>
              </a:lnSpc>
              <a:spcBef>
                <a:spcPts val="420"/>
              </a:spcBef>
            </a:pPr>
            <a:r>
              <a:rPr dirty="0" sz="1050" spc="-20">
                <a:latin typeface="Arial"/>
                <a:cs typeface="Arial"/>
              </a:rPr>
              <a:t>When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X0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turned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(Rising-edge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triggered), PLS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instruction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will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20">
                <a:latin typeface="Arial"/>
                <a:cs typeface="Arial"/>
              </a:rPr>
              <a:t> executed, and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M10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will </a:t>
            </a:r>
            <a:r>
              <a:rPr dirty="0" sz="1050">
                <a:latin typeface="Arial"/>
                <a:cs typeface="Arial"/>
              </a:rPr>
              <a:t>send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pulse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program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scan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cycle.</a:t>
            </a:r>
            <a:endParaRPr sz="1050">
              <a:latin typeface="Arial"/>
              <a:cs typeface="Arial"/>
            </a:endParaRPr>
          </a:p>
          <a:p>
            <a:pPr marL="848994" marR="64769">
              <a:lnSpc>
                <a:spcPts val="2540"/>
              </a:lnSpc>
              <a:spcBef>
                <a:spcPts val="95"/>
              </a:spcBef>
            </a:pP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M10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[SET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Y0]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instruction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executed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Y0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ON.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this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case,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the </a:t>
            </a:r>
            <a:r>
              <a:rPr dirty="0" sz="1050" spc="-10">
                <a:latin typeface="Arial"/>
                <a:cs typeface="Arial"/>
              </a:rPr>
              <a:t>indicator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lighted,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other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devices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10">
                <a:latin typeface="Arial"/>
                <a:cs typeface="Arial"/>
              </a:rPr>
              <a:t> activated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well.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6373" y="188496"/>
            <a:ext cx="3221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50748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132346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50748" y="9691116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39587" y="9733318"/>
            <a:ext cx="19875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5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56357" y="851374"/>
            <a:ext cx="339471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latin typeface="Arial"/>
                <a:cs typeface="Arial"/>
              </a:rPr>
              <a:t>1.4</a:t>
            </a:r>
            <a:r>
              <a:rPr dirty="0" sz="1100" spc="6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Falling-edge</a:t>
            </a:r>
            <a:r>
              <a:rPr dirty="0" sz="1100" spc="6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Pulse</a:t>
            </a:r>
            <a:r>
              <a:rPr dirty="0" sz="1100" spc="7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Output</a:t>
            </a:r>
            <a:r>
              <a:rPr dirty="0" sz="1100" spc="6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for</a:t>
            </a:r>
            <a:r>
              <a:rPr dirty="0" sz="1100" spc="6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One</a:t>
            </a:r>
            <a:r>
              <a:rPr dirty="0" sz="1100" spc="7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Scan</a:t>
            </a:r>
            <a:r>
              <a:rPr dirty="0" sz="1100" spc="50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Cycle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3956303" y="1243330"/>
            <a:ext cx="550545" cy="762635"/>
            <a:chOff x="3956303" y="1243330"/>
            <a:chExt cx="550545" cy="762635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6971" y="1286255"/>
              <a:ext cx="140208" cy="83820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3966972" y="1286255"/>
              <a:ext cx="7620" cy="83820"/>
            </a:xfrm>
            <a:custGeom>
              <a:avLst/>
              <a:gdLst/>
              <a:ahLst/>
              <a:cxnLst/>
              <a:rect l="l" t="t" r="r" b="b"/>
              <a:pathLst>
                <a:path w="7620" h="83819">
                  <a:moveTo>
                    <a:pt x="7607" y="73660"/>
                  </a:moveTo>
                  <a:lnTo>
                    <a:pt x="0" y="73660"/>
                  </a:lnTo>
                  <a:lnTo>
                    <a:pt x="0" y="77470"/>
                  </a:lnTo>
                  <a:lnTo>
                    <a:pt x="0" y="83820"/>
                  </a:lnTo>
                  <a:lnTo>
                    <a:pt x="7607" y="83820"/>
                  </a:lnTo>
                  <a:lnTo>
                    <a:pt x="7607" y="77470"/>
                  </a:lnTo>
                  <a:lnTo>
                    <a:pt x="7607" y="73660"/>
                  </a:lnTo>
                  <a:close/>
                </a:path>
                <a:path w="7620" h="83819">
                  <a:moveTo>
                    <a:pt x="7607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7607" y="15240"/>
                  </a:lnTo>
                  <a:lnTo>
                    <a:pt x="7607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415027" y="1554480"/>
              <a:ext cx="82550" cy="429895"/>
            </a:xfrm>
            <a:custGeom>
              <a:avLst/>
              <a:gdLst/>
              <a:ahLst/>
              <a:cxnLst/>
              <a:rect l="l" t="t" r="r" b="b"/>
              <a:pathLst>
                <a:path w="82550" h="429894">
                  <a:moveTo>
                    <a:pt x="48768" y="429768"/>
                  </a:moveTo>
                  <a:lnTo>
                    <a:pt x="39624" y="429768"/>
                  </a:lnTo>
                  <a:lnTo>
                    <a:pt x="0" y="426720"/>
                  </a:lnTo>
                  <a:lnTo>
                    <a:pt x="0" y="425196"/>
                  </a:lnTo>
                  <a:lnTo>
                    <a:pt x="4572" y="425196"/>
                  </a:lnTo>
                  <a:lnTo>
                    <a:pt x="7620" y="422148"/>
                  </a:lnTo>
                  <a:lnTo>
                    <a:pt x="7620" y="419100"/>
                  </a:lnTo>
                  <a:lnTo>
                    <a:pt x="16764" y="409956"/>
                  </a:lnTo>
                  <a:lnTo>
                    <a:pt x="16764" y="403860"/>
                  </a:lnTo>
                  <a:lnTo>
                    <a:pt x="19812" y="402336"/>
                  </a:lnTo>
                  <a:lnTo>
                    <a:pt x="22860" y="396240"/>
                  </a:lnTo>
                  <a:lnTo>
                    <a:pt x="22860" y="390144"/>
                  </a:lnTo>
                  <a:lnTo>
                    <a:pt x="24384" y="384048"/>
                  </a:lnTo>
                  <a:lnTo>
                    <a:pt x="24384" y="377952"/>
                  </a:lnTo>
                  <a:lnTo>
                    <a:pt x="27432" y="370332"/>
                  </a:lnTo>
                  <a:lnTo>
                    <a:pt x="27432" y="364236"/>
                  </a:lnTo>
                  <a:lnTo>
                    <a:pt x="30480" y="355092"/>
                  </a:lnTo>
                  <a:lnTo>
                    <a:pt x="30480" y="347472"/>
                  </a:lnTo>
                  <a:lnTo>
                    <a:pt x="33528" y="341376"/>
                  </a:lnTo>
                  <a:lnTo>
                    <a:pt x="33528" y="332232"/>
                  </a:lnTo>
                  <a:lnTo>
                    <a:pt x="36576" y="324612"/>
                  </a:lnTo>
                  <a:lnTo>
                    <a:pt x="36576" y="303275"/>
                  </a:lnTo>
                  <a:lnTo>
                    <a:pt x="39624" y="295655"/>
                  </a:lnTo>
                  <a:lnTo>
                    <a:pt x="39624" y="266699"/>
                  </a:lnTo>
                  <a:lnTo>
                    <a:pt x="42672" y="254507"/>
                  </a:lnTo>
                  <a:lnTo>
                    <a:pt x="42672" y="169163"/>
                  </a:lnTo>
                  <a:lnTo>
                    <a:pt x="39624" y="156972"/>
                  </a:lnTo>
                  <a:lnTo>
                    <a:pt x="39624" y="129539"/>
                  </a:lnTo>
                  <a:lnTo>
                    <a:pt x="36576" y="120395"/>
                  </a:lnTo>
                  <a:lnTo>
                    <a:pt x="36576" y="100583"/>
                  </a:lnTo>
                  <a:lnTo>
                    <a:pt x="33528" y="91439"/>
                  </a:lnTo>
                  <a:lnTo>
                    <a:pt x="33528" y="82295"/>
                  </a:lnTo>
                  <a:lnTo>
                    <a:pt x="30480" y="77724"/>
                  </a:lnTo>
                  <a:lnTo>
                    <a:pt x="30480" y="68580"/>
                  </a:lnTo>
                  <a:lnTo>
                    <a:pt x="27432" y="59435"/>
                  </a:lnTo>
                  <a:lnTo>
                    <a:pt x="27432" y="54863"/>
                  </a:lnTo>
                  <a:lnTo>
                    <a:pt x="24384" y="48767"/>
                  </a:lnTo>
                  <a:lnTo>
                    <a:pt x="24384" y="39624"/>
                  </a:lnTo>
                  <a:lnTo>
                    <a:pt x="22860" y="33528"/>
                  </a:lnTo>
                  <a:lnTo>
                    <a:pt x="22860" y="28955"/>
                  </a:lnTo>
                  <a:lnTo>
                    <a:pt x="19812" y="22859"/>
                  </a:lnTo>
                  <a:lnTo>
                    <a:pt x="16764" y="19811"/>
                  </a:lnTo>
                  <a:lnTo>
                    <a:pt x="16764" y="13715"/>
                  </a:lnTo>
                  <a:lnTo>
                    <a:pt x="7620" y="4572"/>
                  </a:lnTo>
                  <a:lnTo>
                    <a:pt x="7620" y="3048"/>
                  </a:lnTo>
                  <a:lnTo>
                    <a:pt x="6096" y="0"/>
                  </a:lnTo>
                  <a:lnTo>
                    <a:pt x="42672" y="3048"/>
                  </a:lnTo>
                  <a:lnTo>
                    <a:pt x="45720" y="4572"/>
                  </a:lnTo>
                  <a:lnTo>
                    <a:pt x="48768" y="4572"/>
                  </a:lnTo>
                  <a:lnTo>
                    <a:pt x="48768" y="7619"/>
                  </a:lnTo>
                  <a:lnTo>
                    <a:pt x="50292" y="10667"/>
                  </a:lnTo>
                  <a:lnTo>
                    <a:pt x="53340" y="13715"/>
                  </a:lnTo>
                  <a:lnTo>
                    <a:pt x="53340" y="16763"/>
                  </a:lnTo>
                  <a:lnTo>
                    <a:pt x="56388" y="19811"/>
                  </a:lnTo>
                  <a:lnTo>
                    <a:pt x="59436" y="25907"/>
                  </a:lnTo>
                  <a:lnTo>
                    <a:pt x="59436" y="28955"/>
                  </a:lnTo>
                  <a:lnTo>
                    <a:pt x="62484" y="33528"/>
                  </a:lnTo>
                  <a:lnTo>
                    <a:pt x="65532" y="39624"/>
                  </a:lnTo>
                  <a:lnTo>
                    <a:pt x="65532" y="45719"/>
                  </a:lnTo>
                  <a:lnTo>
                    <a:pt x="68580" y="51815"/>
                  </a:lnTo>
                  <a:lnTo>
                    <a:pt x="68580" y="59435"/>
                  </a:lnTo>
                  <a:lnTo>
                    <a:pt x="71628" y="65531"/>
                  </a:lnTo>
                  <a:lnTo>
                    <a:pt x="71628" y="74676"/>
                  </a:lnTo>
                  <a:lnTo>
                    <a:pt x="73152" y="79248"/>
                  </a:lnTo>
                  <a:lnTo>
                    <a:pt x="73152" y="88391"/>
                  </a:lnTo>
                  <a:lnTo>
                    <a:pt x="76200" y="97535"/>
                  </a:lnTo>
                  <a:lnTo>
                    <a:pt x="76200" y="105155"/>
                  </a:lnTo>
                  <a:lnTo>
                    <a:pt x="79248" y="114300"/>
                  </a:lnTo>
                  <a:lnTo>
                    <a:pt x="79248" y="134111"/>
                  </a:lnTo>
                  <a:lnTo>
                    <a:pt x="82296" y="143255"/>
                  </a:lnTo>
                  <a:lnTo>
                    <a:pt x="82296" y="289559"/>
                  </a:lnTo>
                  <a:lnTo>
                    <a:pt x="79248" y="301751"/>
                  </a:lnTo>
                  <a:lnTo>
                    <a:pt x="79248" y="318515"/>
                  </a:lnTo>
                  <a:lnTo>
                    <a:pt x="76200" y="327660"/>
                  </a:lnTo>
                  <a:lnTo>
                    <a:pt x="76200" y="335280"/>
                  </a:lnTo>
                  <a:lnTo>
                    <a:pt x="73152" y="344424"/>
                  </a:lnTo>
                  <a:lnTo>
                    <a:pt x="73152" y="352044"/>
                  </a:lnTo>
                  <a:lnTo>
                    <a:pt x="71628" y="361188"/>
                  </a:lnTo>
                  <a:lnTo>
                    <a:pt x="71628" y="370332"/>
                  </a:lnTo>
                  <a:lnTo>
                    <a:pt x="68580" y="376428"/>
                  </a:lnTo>
                  <a:lnTo>
                    <a:pt x="68580" y="381000"/>
                  </a:lnTo>
                  <a:lnTo>
                    <a:pt x="65532" y="390144"/>
                  </a:lnTo>
                  <a:lnTo>
                    <a:pt x="65532" y="396240"/>
                  </a:lnTo>
                  <a:lnTo>
                    <a:pt x="62484" y="402336"/>
                  </a:lnTo>
                  <a:lnTo>
                    <a:pt x="59436" y="403860"/>
                  </a:lnTo>
                  <a:lnTo>
                    <a:pt x="59436" y="409956"/>
                  </a:lnTo>
                  <a:lnTo>
                    <a:pt x="56388" y="416052"/>
                  </a:lnTo>
                  <a:lnTo>
                    <a:pt x="53340" y="419100"/>
                  </a:lnTo>
                  <a:lnTo>
                    <a:pt x="53340" y="422148"/>
                  </a:lnTo>
                  <a:lnTo>
                    <a:pt x="48768" y="426720"/>
                  </a:lnTo>
                  <a:lnTo>
                    <a:pt x="48768" y="42976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411980" y="1548384"/>
              <a:ext cx="94615" cy="441959"/>
            </a:xfrm>
            <a:custGeom>
              <a:avLst/>
              <a:gdLst/>
              <a:ahLst/>
              <a:cxnLst/>
              <a:rect l="l" t="t" r="r" b="b"/>
              <a:pathLst>
                <a:path w="94614" h="441960">
                  <a:moveTo>
                    <a:pt x="3073" y="9987"/>
                  </a:moveTo>
                  <a:lnTo>
                    <a:pt x="3047" y="5080"/>
                  </a:lnTo>
                  <a:lnTo>
                    <a:pt x="4571" y="0"/>
                  </a:lnTo>
                  <a:lnTo>
                    <a:pt x="3073" y="9987"/>
                  </a:lnTo>
                  <a:close/>
                </a:path>
                <a:path w="94614" h="441960">
                  <a:moveTo>
                    <a:pt x="4571" y="12700"/>
                  </a:moveTo>
                  <a:lnTo>
                    <a:pt x="4571" y="11430"/>
                  </a:lnTo>
                  <a:lnTo>
                    <a:pt x="3047" y="10160"/>
                  </a:lnTo>
                  <a:lnTo>
                    <a:pt x="4571" y="0"/>
                  </a:lnTo>
                  <a:lnTo>
                    <a:pt x="7619" y="0"/>
                  </a:lnTo>
                  <a:lnTo>
                    <a:pt x="45719" y="2540"/>
                  </a:lnTo>
                  <a:lnTo>
                    <a:pt x="45719" y="8890"/>
                  </a:lnTo>
                  <a:lnTo>
                    <a:pt x="47853" y="8890"/>
                  </a:lnTo>
                  <a:lnTo>
                    <a:pt x="47243" y="11430"/>
                  </a:lnTo>
                  <a:lnTo>
                    <a:pt x="6095" y="11430"/>
                  </a:lnTo>
                  <a:lnTo>
                    <a:pt x="4571" y="12700"/>
                  </a:lnTo>
                  <a:close/>
                </a:path>
                <a:path w="94614" h="441960">
                  <a:moveTo>
                    <a:pt x="45719" y="8890"/>
                  </a:moveTo>
                  <a:lnTo>
                    <a:pt x="45719" y="2540"/>
                  </a:lnTo>
                  <a:lnTo>
                    <a:pt x="48767" y="2540"/>
                  </a:lnTo>
                  <a:lnTo>
                    <a:pt x="45719" y="8890"/>
                  </a:lnTo>
                  <a:close/>
                </a:path>
                <a:path w="94614" h="441960">
                  <a:moveTo>
                    <a:pt x="47853" y="8890"/>
                  </a:moveTo>
                  <a:lnTo>
                    <a:pt x="45719" y="8890"/>
                  </a:lnTo>
                  <a:lnTo>
                    <a:pt x="48767" y="2540"/>
                  </a:lnTo>
                  <a:lnTo>
                    <a:pt x="48767" y="5080"/>
                  </a:lnTo>
                  <a:lnTo>
                    <a:pt x="47853" y="8890"/>
                  </a:lnTo>
                  <a:close/>
                </a:path>
                <a:path w="94614" h="441960">
                  <a:moveTo>
                    <a:pt x="45719" y="16510"/>
                  </a:moveTo>
                  <a:lnTo>
                    <a:pt x="42671" y="12700"/>
                  </a:lnTo>
                  <a:lnTo>
                    <a:pt x="21335" y="11430"/>
                  </a:lnTo>
                  <a:lnTo>
                    <a:pt x="47243" y="11430"/>
                  </a:lnTo>
                  <a:lnTo>
                    <a:pt x="48767" y="10160"/>
                  </a:lnTo>
                  <a:lnTo>
                    <a:pt x="48767" y="5080"/>
                  </a:lnTo>
                  <a:lnTo>
                    <a:pt x="53339" y="5080"/>
                  </a:lnTo>
                  <a:lnTo>
                    <a:pt x="45719" y="16510"/>
                  </a:lnTo>
                  <a:close/>
                </a:path>
                <a:path w="94614" h="441960">
                  <a:moveTo>
                    <a:pt x="51707" y="10522"/>
                  </a:moveTo>
                  <a:lnTo>
                    <a:pt x="53339" y="5080"/>
                  </a:lnTo>
                  <a:lnTo>
                    <a:pt x="53339" y="8890"/>
                  </a:lnTo>
                  <a:lnTo>
                    <a:pt x="52023" y="9987"/>
                  </a:lnTo>
                  <a:lnTo>
                    <a:pt x="51976" y="10160"/>
                  </a:lnTo>
                  <a:lnTo>
                    <a:pt x="51707" y="10522"/>
                  </a:lnTo>
                  <a:close/>
                </a:path>
                <a:path w="94614" h="441960">
                  <a:moveTo>
                    <a:pt x="48767" y="16510"/>
                  </a:moveTo>
                  <a:lnTo>
                    <a:pt x="45719" y="16510"/>
                  </a:lnTo>
                  <a:lnTo>
                    <a:pt x="53339" y="8890"/>
                  </a:lnTo>
                  <a:lnTo>
                    <a:pt x="56387" y="8890"/>
                  </a:lnTo>
                  <a:lnTo>
                    <a:pt x="51816" y="12700"/>
                  </a:lnTo>
                  <a:lnTo>
                    <a:pt x="52577" y="12700"/>
                  </a:lnTo>
                  <a:lnTo>
                    <a:pt x="48767" y="16510"/>
                  </a:lnTo>
                  <a:close/>
                </a:path>
                <a:path w="94614" h="441960">
                  <a:moveTo>
                    <a:pt x="7619" y="12700"/>
                  </a:moveTo>
                  <a:lnTo>
                    <a:pt x="6095" y="11430"/>
                  </a:lnTo>
                  <a:lnTo>
                    <a:pt x="10667" y="11430"/>
                  </a:lnTo>
                  <a:lnTo>
                    <a:pt x="7619" y="12700"/>
                  </a:lnTo>
                  <a:close/>
                </a:path>
                <a:path w="94614" h="441960">
                  <a:moveTo>
                    <a:pt x="19811" y="35560"/>
                  </a:moveTo>
                  <a:lnTo>
                    <a:pt x="13716" y="27940"/>
                  </a:lnTo>
                  <a:lnTo>
                    <a:pt x="13716" y="22860"/>
                  </a:lnTo>
                  <a:lnTo>
                    <a:pt x="7619" y="16510"/>
                  </a:lnTo>
                  <a:lnTo>
                    <a:pt x="7619" y="12700"/>
                  </a:lnTo>
                  <a:lnTo>
                    <a:pt x="12191" y="11430"/>
                  </a:lnTo>
                  <a:lnTo>
                    <a:pt x="21335" y="11430"/>
                  </a:lnTo>
                  <a:lnTo>
                    <a:pt x="22859" y="12700"/>
                  </a:lnTo>
                  <a:lnTo>
                    <a:pt x="22859" y="16510"/>
                  </a:lnTo>
                  <a:lnTo>
                    <a:pt x="25908" y="22860"/>
                  </a:lnTo>
                  <a:lnTo>
                    <a:pt x="27431" y="27940"/>
                  </a:lnTo>
                  <a:lnTo>
                    <a:pt x="27431" y="34290"/>
                  </a:lnTo>
                  <a:lnTo>
                    <a:pt x="19811" y="35560"/>
                  </a:lnTo>
                  <a:close/>
                </a:path>
                <a:path w="94614" h="441960">
                  <a:moveTo>
                    <a:pt x="48767" y="19050"/>
                  </a:moveTo>
                  <a:lnTo>
                    <a:pt x="48767" y="16510"/>
                  </a:lnTo>
                  <a:lnTo>
                    <a:pt x="52577" y="12700"/>
                  </a:lnTo>
                  <a:lnTo>
                    <a:pt x="56387" y="12700"/>
                  </a:lnTo>
                  <a:lnTo>
                    <a:pt x="48767" y="19050"/>
                  </a:lnTo>
                  <a:close/>
                </a:path>
                <a:path w="94614" h="441960">
                  <a:moveTo>
                    <a:pt x="51816" y="22860"/>
                  </a:moveTo>
                  <a:lnTo>
                    <a:pt x="48767" y="19050"/>
                  </a:lnTo>
                  <a:lnTo>
                    <a:pt x="56387" y="12700"/>
                  </a:lnTo>
                  <a:lnTo>
                    <a:pt x="59435" y="12700"/>
                  </a:lnTo>
                  <a:lnTo>
                    <a:pt x="51816" y="22860"/>
                  </a:lnTo>
                  <a:close/>
                </a:path>
                <a:path w="94614" h="441960">
                  <a:moveTo>
                    <a:pt x="53339" y="25400"/>
                  </a:moveTo>
                  <a:lnTo>
                    <a:pt x="51816" y="22860"/>
                  </a:lnTo>
                  <a:lnTo>
                    <a:pt x="56387" y="19050"/>
                  </a:lnTo>
                  <a:lnTo>
                    <a:pt x="59435" y="12700"/>
                  </a:lnTo>
                  <a:lnTo>
                    <a:pt x="62483" y="16510"/>
                  </a:lnTo>
                  <a:lnTo>
                    <a:pt x="62483" y="19050"/>
                  </a:lnTo>
                  <a:lnTo>
                    <a:pt x="53339" y="25400"/>
                  </a:lnTo>
                  <a:close/>
                </a:path>
                <a:path w="94614" h="441960">
                  <a:moveTo>
                    <a:pt x="53339" y="27940"/>
                  </a:moveTo>
                  <a:lnTo>
                    <a:pt x="53339" y="25400"/>
                  </a:lnTo>
                  <a:lnTo>
                    <a:pt x="62483" y="19050"/>
                  </a:lnTo>
                  <a:lnTo>
                    <a:pt x="65531" y="22860"/>
                  </a:lnTo>
                  <a:lnTo>
                    <a:pt x="53339" y="27940"/>
                  </a:lnTo>
                  <a:close/>
                </a:path>
                <a:path w="94614" h="441960">
                  <a:moveTo>
                    <a:pt x="56387" y="34290"/>
                  </a:moveTo>
                  <a:lnTo>
                    <a:pt x="53339" y="27940"/>
                  </a:lnTo>
                  <a:lnTo>
                    <a:pt x="65531" y="22860"/>
                  </a:lnTo>
                  <a:lnTo>
                    <a:pt x="68579" y="27940"/>
                  </a:lnTo>
                  <a:lnTo>
                    <a:pt x="68579" y="33020"/>
                  </a:lnTo>
                  <a:lnTo>
                    <a:pt x="57911" y="33020"/>
                  </a:lnTo>
                  <a:lnTo>
                    <a:pt x="56387" y="34290"/>
                  </a:lnTo>
                  <a:close/>
                </a:path>
                <a:path w="94614" h="441960">
                  <a:moveTo>
                    <a:pt x="59435" y="41910"/>
                  </a:moveTo>
                  <a:lnTo>
                    <a:pt x="56387" y="35560"/>
                  </a:lnTo>
                  <a:lnTo>
                    <a:pt x="59435" y="35560"/>
                  </a:lnTo>
                  <a:lnTo>
                    <a:pt x="57911" y="33020"/>
                  </a:lnTo>
                  <a:lnTo>
                    <a:pt x="68579" y="33020"/>
                  </a:lnTo>
                  <a:lnTo>
                    <a:pt x="68579" y="34290"/>
                  </a:lnTo>
                  <a:lnTo>
                    <a:pt x="71627" y="35560"/>
                  </a:lnTo>
                  <a:lnTo>
                    <a:pt x="59435" y="41910"/>
                  </a:lnTo>
                  <a:close/>
                </a:path>
                <a:path w="94614" h="441960">
                  <a:moveTo>
                    <a:pt x="45719" y="312420"/>
                  </a:moveTo>
                  <a:lnTo>
                    <a:pt x="39623" y="308610"/>
                  </a:lnTo>
                  <a:lnTo>
                    <a:pt x="33527" y="308610"/>
                  </a:lnTo>
                  <a:lnTo>
                    <a:pt x="36575" y="300990"/>
                  </a:lnTo>
                  <a:lnTo>
                    <a:pt x="36575" y="260350"/>
                  </a:lnTo>
                  <a:lnTo>
                    <a:pt x="39623" y="248920"/>
                  </a:lnTo>
                  <a:lnTo>
                    <a:pt x="39623" y="185420"/>
                  </a:lnTo>
                  <a:lnTo>
                    <a:pt x="36575" y="175260"/>
                  </a:lnTo>
                  <a:lnTo>
                    <a:pt x="36575" y="134620"/>
                  </a:lnTo>
                  <a:lnTo>
                    <a:pt x="33527" y="125730"/>
                  </a:lnTo>
                  <a:lnTo>
                    <a:pt x="33527" y="109220"/>
                  </a:lnTo>
                  <a:lnTo>
                    <a:pt x="30479" y="100330"/>
                  </a:lnTo>
                  <a:lnTo>
                    <a:pt x="30479" y="91440"/>
                  </a:lnTo>
                  <a:lnTo>
                    <a:pt x="27431" y="83820"/>
                  </a:lnTo>
                  <a:lnTo>
                    <a:pt x="27431" y="73660"/>
                  </a:lnTo>
                  <a:lnTo>
                    <a:pt x="25908" y="67310"/>
                  </a:lnTo>
                  <a:lnTo>
                    <a:pt x="25908" y="60960"/>
                  </a:lnTo>
                  <a:lnTo>
                    <a:pt x="22859" y="54610"/>
                  </a:lnTo>
                  <a:lnTo>
                    <a:pt x="22859" y="48260"/>
                  </a:lnTo>
                  <a:lnTo>
                    <a:pt x="19811" y="41910"/>
                  </a:lnTo>
                  <a:lnTo>
                    <a:pt x="19811" y="35560"/>
                  </a:lnTo>
                  <a:lnTo>
                    <a:pt x="30479" y="34290"/>
                  </a:lnTo>
                  <a:lnTo>
                    <a:pt x="30479" y="39370"/>
                  </a:lnTo>
                  <a:lnTo>
                    <a:pt x="33527" y="45720"/>
                  </a:lnTo>
                  <a:lnTo>
                    <a:pt x="33527" y="50800"/>
                  </a:lnTo>
                  <a:lnTo>
                    <a:pt x="36575" y="57150"/>
                  </a:lnTo>
                  <a:lnTo>
                    <a:pt x="36575" y="64770"/>
                  </a:lnTo>
                  <a:lnTo>
                    <a:pt x="39623" y="73660"/>
                  </a:lnTo>
                  <a:lnTo>
                    <a:pt x="39623" y="80010"/>
                  </a:lnTo>
                  <a:lnTo>
                    <a:pt x="42671" y="87630"/>
                  </a:lnTo>
                  <a:lnTo>
                    <a:pt x="42671" y="96520"/>
                  </a:lnTo>
                  <a:lnTo>
                    <a:pt x="45719" y="105410"/>
                  </a:lnTo>
                  <a:lnTo>
                    <a:pt x="45719" y="125730"/>
                  </a:lnTo>
                  <a:lnTo>
                    <a:pt x="48767" y="134620"/>
                  </a:lnTo>
                  <a:lnTo>
                    <a:pt x="48767" y="162560"/>
                  </a:lnTo>
                  <a:lnTo>
                    <a:pt x="51816" y="175260"/>
                  </a:lnTo>
                  <a:lnTo>
                    <a:pt x="51816" y="260350"/>
                  </a:lnTo>
                  <a:lnTo>
                    <a:pt x="48767" y="271780"/>
                  </a:lnTo>
                  <a:lnTo>
                    <a:pt x="48767" y="300990"/>
                  </a:lnTo>
                  <a:lnTo>
                    <a:pt x="45719" y="308610"/>
                  </a:lnTo>
                  <a:lnTo>
                    <a:pt x="45719" y="312420"/>
                  </a:lnTo>
                  <a:close/>
                </a:path>
                <a:path w="94614" h="441960">
                  <a:moveTo>
                    <a:pt x="62483" y="48260"/>
                  </a:moveTo>
                  <a:lnTo>
                    <a:pt x="59435" y="41910"/>
                  </a:lnTo>
                  <a:lnTo>
                    <a:pt x="71627" y="35560"/>
                  </a:lnTo>
                  <a:lnTo>
                    <a:pt x="74675" y="41910"/>
                  </a:lnTo>
                  <a:lnTo>
                    <a:pt x="62483" y="48260"/>
                  </a:lnTo>
                  <a:close/>
                </a:path>
                <a:path w="94614" h="441960">
                  <a:moveTo>
                    <a:pt x="62483" y="54610"/>
                  </a:moveTo>
                  <a:lnTo>
                    <a:pt x="62483" y="48260"/>
                  </a:lnTo>
                  <a:lnTo>
                    <a:pt x="74675" y="41910"/>
                  </a:lnTo>
                  <a:lnTo>
                    <a:pt x="68579" y="45720"/>
                  </a:lnTo>
                  <a:lnTo>
                    <a:pt x="74675" y="45720"/>
                  </a:lnTo>
                  <a:lnTo>
                    <a:pt x="74675" y="50800"/>
                  </a:lnTo>
                  <a:lnTo>
                    <a:pt x="62483" y="54610"/>
                  </a:lnTo>
                  <a:close/>
                </a:path>
                <a:path w="94614" h="441960">
                  <a:moveTo>
                    <a:pt x="65531" y="60960"/>
                  </a:moveTo>
                  <a:lnTo>
                    <a:pt x="62483" y="54610"/>
                  </a:lnTo>
                  <a:lnTo>
                    <a:pt x="74675" y="50800"/>
                  </a:lnTo>
                  <a:lnTo>
                    <a:pt x="76200" y="57150"/>
                  </a:lnTo>
                  <a:lnTo>
                    <a:pt x="65531" y="60960"/>
                  </a:lnTo>
                  <a:close/>
                </a:path>
                <a:path w="94614" h="441960">
                  <a:moveTo>
                    <a:pt x="65531" y="64770"/>
                  </a:moveTo>
                  <a:lnTo>
                    <a:pt x="65531" y="60960"/>
                  </a:lnTo>
                  <a:lnTo>
                    <a:pt x="76200" y="57150"/>
                  </a:lnTo>
                  <a:lnTo>
                    <a:pt x="76200" y="62230"/>
                  </a:lnTo>
                  <a:lnTo>
                    <a:pt x="65531" y="64770"/>
                  </a:lnTo>
                  <a:close/>
                </a:path>
                <a:path w="94614" h="441960">
                  <a:moveTo>
                    <a:pt x="68579" y="73660"/>
                  </a:moveTo>
                  <a:lnTo>
                    <a:pt x="65531" y="64770"/>
                  </a:lnTo>
                  <a:lnTo>
                    <a:pt x="76200" y="62230"/>
                  </a:lnTo>
                  <a:lnTo>
                    <a:pt x="79247" y="71120"/>
                  </a:lnTo>
                  <a:lnTo>
                    <a:pt x="68579" y="73660"/>
                  </a:lnTo>
                  <a:close/>
                </a:path>
                <a:path w="94614" h="441960">
                  <a:moveTo>
                    <a:pt x="68579" y="80010"/>
                  </a:moveTo>
                  <a:lnTo>
                    <a:pt x="68579" y="73660"/>
                  </a:lnTo>
                  <a:lnTo>
                    <a:pt x="79247" y="71120"/>
                  </a:lnTo>
                  <a:lnTo>
                    <a:pt x="82295" y="77470"/>
                  </a:lnTo>
                  <a:lnTo>
                    <a:pt x="68579" y="80010"/>
                  </a:lnTo>
                  <a:close/>
                </a:path>
                <a:path w="94614" h="441960">
                  <a:moveTo>
                    <a:pt x="71627" y="87630"/>
                  </a:moveTo>
                  <a:lnTo>
                    <a:pt x="68579" y="80010"/>
                  </a:lnTo>
                  <a:lnTo>
                    <a:pt x="82295" y="77470"/>
                  </a:lnTo>
                  <a:lnTo>
                    <a:pt x="82295" y="85090"/>
                  </a:lnTo>
                  <a:lnTo>
                    <a:pt x="71627" y="87630"/>
                  </a:lnTo>
                  <a:close/>
                </a:path>
                <a:path w="94614" h="441960">
                  <a:moveTo>
                    <a:pt x="71627" y="96520"/>
                  </a:moveTo>
                  <a:lnTo>
                    <a:pt x="71627" y="87630"/>
                  </a:lnTo>
                  <a:lnTo>
                    <a:pt x="82295" y="85090"/>
                  </a:lnTo>
                  <a:lnTo>
                    <a:pt x="82295" y="93980"/>
                  </a:lnTo>
                  <a:lnTo>
                    <a:pt x="71627" y="96520"/>
                  </a:lnTo>
                  <a:close/>
                </a:path>
                <a:path w="94614" h="441960">
                  <a:moveTo>
                    <a:pt x="76200" y="123190"/>
                  </a:moveTo>
                  <a:lnTo>
                    <a:pt x="74675" y="114300"/>
                  </a:lnTo>
                  <a:lnTo>
                    <a:pt x="74675" y="105410"/>
                  </a:lnTo>
                  <a:lnTo>
                    <a:pt x="71627" y="96520"/>
                  </a:lnTo>
                  <a:lnTo>
                    <a:pt x="82295" y="93980"/>
                  </a:lnTo>
                  <a:lnTo>
                    <a:pt x="85343" y="102870"/>
                  </a:lnTo>
                  <a:lnTo>
                    <a:pt x="85343" y="110490"/>
                  </a:lnTo>
                  <a:lnTo>
                    <a:pt x="88391" y="119380"/>
                  </a:lnTo>
                  <a:lnTo>
                    <a:pt x="76200" y="123190"/>
                  </a:lnTo>
                  <a:close/>
                </a:path>
                <a:path w="94614" h="441960">
                  <a:moveTo>
                    <a:pt x="76200" y="132080"/>
                  </a:moveTo>
                  <a:lnTo>
                    <a:pt x="76200" y="123190"/>
                  </a:lnTo>
                  <a:lnTo>
                    <a:pt x="88391" y="119380"/>
                  </a:lnTo>
                  <a:lnTo>
                    <a:pt x="88391" y="129540"/>
                  </a:lnTo>
                  <a:lnTo>
                    <a:pt x="76200" y="132080"/>
                  </a:lnTo>
                  <a:close/>
                </a:path>
                <a:path w="94614" h="441960">
                  <a:moveTo>
                    <a:pt x="79247" y="191770"/>
                  </a:moveTo>
                  <a:lnTo>
                    <a:pt x="79247" y="160020"/>
                  </a:lnTo>
                  <a:lnTo>
                    <a:pt x="76200" y="148590"/>
                  </a:lnTo>
                  <a:lnTo>
                    <a:pt x="76200" y="132080"/>
                  </a:lnTo>
                  <a:lnTo>
                    <a:pt x="88391" y="129540"/>
                  </a:lnTo>
                  <a:lnTo>
                    <a:pt x="88391" y="139700"/>
                  </a:lnTo>
                  <a:lnTo>
                    <a:pt x="91439" y="148590"/>
                  </a:lnTo>
                  <a:lnTo>
                    <a:pt x="91439" y="187960"/>
                  </a:lnTo>
                  <a:lnTo>
                    <a:pt x="79247" y="191770"/>
                  </a:lnTo>
                  <a:close/>
                </a:path>
                <a:path w="94614" h="441960">
                  <a:moveTo>
                    <a:pt x="91439" y="278130"/>
                  </a:moveTo>
                  <a:lnTo>
                    <a:pt x="85343" y="275590"/>
                  </a:lnTo>
                  <a:lnTo>
                    <a:pt x="79247" y="275590"/>
                  </a:lnTo>
                  <a:lnTo>
                    <a:pt x="79247" y="191770"/>
                  </a:lnTo>
                  <a:lnTo>
                    <a:pt x="91439" y="187960"/>
                  </a:lnTo>
                  <a:lnTo>
                    <a:pt x="91439" y="200660"/>
                  </a:lnTo>
                  <a:lnTo>
                    <a:pt x="94487" y="210820"/>
                  </a:lnTo>
                  <a:lnTo>
                    <a:pt x="94487" y="233680"/>
                  </a:lnTo>
                  <a:lnTo>
                    <a:pt x="91439" y="243840"/>
                  </a:lnTo>
                  <a:lnTo>
                    <a:pt x="91439" y="275590"/>
                  </a:lnTo>
                  <a:lnTo>
                    <a:pt x="85343" y="275590"/>
                  </a:lnTo>
                  <a:lnTo>
                    <a:pt x="91439" y="278130"/>
                  </a:lnTo>
                  <a:close/>
                </a:path>
                <a:path w="94614" h="441960">
                  <a:moveTo>
                    <a:pt x="91439" y="298450"/>
                  </a:moveTo>
                  <a:lnTo>
                    <a:pt x="85343" y="294640"/>
                  </a:lnTo>
                  <a:lnTo>
                    <a:pt x="76200" y="294640"/>
                  </a:lnTo>
                  <a:lnTo>
                    <a:pt x="79247" y="285750"/>
                  </a:lnTo>
                  <a:lnTo>
                    <a:pt x="79247" y="275590"/>
                  </a:lnTo>
                  <a:lnTo>
                    <a:pt x="91439" y="278130"/>
                  </a:lnTo>
                  <a:lnTo>
                    <a:pt x="91439" y="294640"/>
                  </a:lnTo>
                  <a:lnTo>
                    <a:pt x="85343" y="294640"/>
                  </a:lnTo>
                  <a:lnTo>
                    <a:pt x="91439" y="298450"/>
                  </a:lnTo>
                  <a:close/>
                </a:path>
                <a:path w="94614" h="441960">
                  <a:moveTo>
                    <a:pt x="88391" y="327660"/>
                  </a:moveTo>
                  <a:lnTo>
                    <a:pt x="82295" y="323850"/>
                  </a:lnTo>
                  <a:lnTo>
                    <a:pt x="76200" y="323850"/>
                  </a:lnTo>
                  <a:lnTo>
                    <a:pt x="76200" y="294640"/>
                  </a:lnTo>
                  <a:lnTo>
                    <a:pt x="91439" y="298450"/>
                  </a:lnTo>
                  <a:lnTo>
                    <a:pt x="88391" y="307340"/>
                  </a:lnTo>
                  <a:lnTo>
                    <a:pt x="88391" y="323850"/>
                  </a:lnTo>
                  <a:lnTo>
                    <a:pt x="82295" y="323850"/>
                  </a:lnTo>
                  <a:lnTo>
                    <a:pt x="88391" y="327660"/>
                  </a:lnTo>
                  <a:close/>
                </a:path>
                <a:path w="94614" h="441960">
                  <a:moveTo>
                    <a:pt x="39623" y="363220"/>
                  </a:moveTo>
                  <a:lnTo>
                    <a:pt x="33527" y="360680"/>
                  </a:lnTo>
                  <a:lnTo>
                    <a:pt x="27431" y="360680"/>
                  </a:lnTo>
                  <a:lnTo>
                    <a:pt x="27431" y="353060"/>
                  </a:lnTo>
                  <a:lnTo>
                    <a:pt x="30479" y="344170"/>
                  </a:lnTo>
                  <a:lnTo>
                    <a:pt x="30479" y="334010"/>
                  </a:lnTo>
                  <a:lnTo>
                    <a:pt x="33527" y="327660"/>
                  </a:lnTo>
                  <a:lnTo>
                    <a:pt x="33527" y="308610"/>
                  </a:lnTo>
                  <a:lnTo>
                    <a:pt x="45719" y="312420"/>
                  </a:lnTo>
                  <a:lnTo>
                    <a:pt x="45719" y="330200"/>
                  </a:lnTo>
                  <a:lnTo>
                    <a:pt x="42671" y="337820"/>
                  </a:lnTo>
                  <a:lnTo>
                    <a:pt x="42671" y="346710"/>
                  </a:lnTo>
                  <a:lnTo>
                    <a:pt x="40494" y="353060"/>
                  </a:lnTo>
                  <a:lnTo>
                    <a:pt x="33527" y="353060"/>
                  </a:lnTo>
                  <a:lnTo>
                    <a:pt x="39623" y="355600"/>
                  </a:lnTo>
                  <a:lnTo>
                    <a:pt x="39623" y="363220"/>
                  </a:lnTo>
                  <a:close/>
                </a:path>
                <a:path w="94614" h="441960">
                  <a:moveTo>
                    <a:pt x="85343" y="334010"/>
                  </a:moveTo>
                  <a:lnTo>
                    <a:pt x="79247" y="332740"/>
                  </a:lnTo>
                  <a:lnTo>
                    <a:pt x="74675" y="332740"/>
                  </a:lnTo>
                  <a:lnTo>
                    <a:pt x="76200" y="323850"/>
                  </a:lnTo>
                  <a:lnTo>
                    <a:pt x="88391" y="327660"/>
                  </a:lnTo>
                  <a:lnTo>
                    <a:pt x="85953" y="332740"/>
                  </a:lnTo>
                  <a:lnTo>
                    <a:pt x="79247" y="332740"/>
                  </a:lnTo>
                  <a:lnTo>
                    <a:pt x="85343" y="334010"/>
                  </a:lnTo>
                  <a:close/>
                </a:path>
                <a:path w="94614" h="441960">
                  <a:moveTo>
                    <a:pt x="85343" y="344170"/>
                  </a:moveTo>
                  <a:lnTo>
                    <a:pt x="79247" y="340360"/>
                  </a:lnTo>
                  <a:lnTo>
                    <a:pt x="74675" y="340360"/>
                  </a:lnTo>
                  <a:lnTo>
                    <a:pt x="74675" y="332740"/>
                  </a:lnTo>
                  <a:lnTo>
                    <a:pt x="85343" y="334010"/>
                  </a:lnTo>
                  <a:lnTo>
                    <a:pt x="85343" y="340360"/>
                  </a:lnTo>
                  <a:lnTo>
                    <a:pt x="79247" y="340360"/>
                  </a:lnTo>
                  <a:lnTo>
                    <a:pt x="85343" y="344170"/>
                  </a:lnTo>
                  <a:close/>
                </a:path>
                <a:path w="94614" h="441960">
                  <a:moveTo>
                    <a:pt x="82295" y="353060"/>
                  </a:moveTo>
                  <a:lnTo>
                    <a:pt x="76200" y="350520"/>
                  </a:lnTo>
                  <a:lnTo>
                    <a:pt x="71627" y="350520"/>
                  </a:lnTo>
                  <a:lnTo>
                    <a:pt x="74675" y="340360"/>
                  </a:lnTo>
                  <a:lnTo>
                    <a:pt x="85343" y="344170"/>
                  </a:lnTo>
                  <a:lnTo>
                    <a:pt x="83166" y="350520"/>
                  </a:lnTo>
                  <a:lnTo>
                    <a:pt x="76200" y="350520"/>
                  </a:lnTo>
                  <a:lnTo>
                    <a:pt x="82295" y="353060"/>
                  </a:lnTo>
                  <a:close/>
                </a:path>
                <a:path w="94614" h="441960">
                  <a:moveTo>
                    <a:pt x="82295" y="360680"/>
                  </a:moveTo>
                  <a:lnTo>
                    <a:pt x="76200" y="358140"/>
                  </a:lnTo>
                  <a:lnTo>
                    <a:pt x="71627" y="358140"/>
                  </a:lnTo>
                  <a:lnTo>
                    <a:pt x="71627" y="350520"/>
                  </a:lnTo>
                  <a:lnTo>
                    <a:pt x="82295" y="353060"/>
                  </a:lnTo>
                  <a:lnTo>
                    <a:pt x="82295" y="358140"/>
                  </a:lnTo>
                  <a:lnTo>
                    <a:pt x="76200" y="358140"/>
                  </a:lnTo>
                  <a:lnTo>
                    <a:pt x="82295" y="360680"/>
                  </a:lnTo>
                  <a:close/>
                </a:path>
                <a:path w="94614" h="441960">
                  <a:moveTo>
                    <a:pt x="39623" y="355600"/>
                  </a:moveTo>
                  <a:lnTo>
                    <a:pt x="33527" y="353060"/>
                  </a:lnTo>
                  <a:lnTo>
                    <a:pt x="40494" y="353060"/>
                  </a:lnTo>
                  <a:lnTo>
                    <a:pt x="39623" y="355600"/>
                  </a:lnTo>
                  <a:close/>
                </a:path>
                <a:path w="94614" h="441960">
                  <a:moveTo>
                    <a:pt x="71627" y="355600"/>
                  </a:moveTo>
                  <a:lnTo>
                    <a:pt x="39623" y="355600"/>
                  </a:lnTo>
                  <a:lnTo>
                    <a:pt x="40494" y="353060"/>
                  </a:lnTo>
                  <a:lnTo>
                    <a:pt x="71627" y="353060"/>
                  </a:lnTo>
                  <a:lnTo>
                    <a:pt x="71627" y="355600"/>
                  </a:lnTo>
                  <a:close/>
                </a:path>
                <a:path w="94614" h="441960">
                  <a:moveTo>
                    <a:pt x="79247" y="375920"/>
                  </a:moveTo>
                  <a:lnTo>
                    <a:pt x="68579" y="372110"/>
                  </a:lnTo>
                  <a:lnTo>
                    <a:pt x="68579" y="367030"/>
                  </a:lnTo>
                  <a:lnTo>
                    <a:pt x="71627" y="358140"/>
                  </a:lnTo>
                  <a:lnTo>
                    <a:pt x="82295" y="360680"/>
                  </a:lnTo>
                  <a:lnTo>
                    <a:pt x="82295" y="367030"/>
                  </a:lnTo>
                  <a:lnTo>
                    <a:pt x="79247" y="375920"/>
                  </a:lnTo>
                  <a:close/>
                </a:path>
                <a:path w="94614" h="441960">
                  <a:moveTo>
                    <a:pt x="30479" y="401320"/>
                  </a:moveTo>
                  <a:lnTo>
                    <a:pt x="19811" y="398780"/>
                  </a:lnTo>
                  <a:lnTo>
                    <a:pt x="19811" y="392430"/>
                  </a:lnTo>
                  <a:lnTo>
                    <a:pt x="22859" y="386080"/>
                  </a:lnTo>
                  <a:lnTo>
                    <a:pt x="22859" y="382270"/>
                  </a:lnTo>
                  <a:lnTo>
                    <a:pt x="25908" y="375920"/>
                  </a:lnTo>
                  <a:lnTo>
                    <a:pt x="25908" y="367030"/>
                  </a:lnTo>
                  <a:lnTo>
                    <a:pt x="27431" y="360680"/>
                  </a:lnTo>
                  <a:lnTo>
                    <a:pt x="39623" y="363220"/>
                  </a:lnTo>
                  <a:lnTo>
                    <a:pt x="36575" y="369570"/>
                  </a:lnTo>
                  <a:lnTo>
                    <a:pt x="36575" y="375920"/>
                  </a:lnTo>
                  <a:lnTo>
                    <a:pt x="30479" y="375920"/>
                  </a:lnTo>
                  <a:lnTo>
                    <a:pt x="36575" y="378460"/>
                  </a:lnTo>
                  <a:lnTo>
                    <a:pt x="33527" y="383540"/>
                  </a:lnTo>
                  <a:lnTo>
                    <a:pt x="33527" y="389890"/>
                  </a:lnTo>
                  <a:lnTo>
                    <a:pt x="30479" y="396240"/>
                  </a:lnTo>
                  <a:lnTo>
                    <a:pt x="30479" y="401320"/>
                  </a:lnTo>
                  <a:close/>
                </a:path>
                <a:path w="94614" h="441960">
                  <a:moveTo>
                    <a:pt x="76200" y="389890"/>
                  </a:moveTo>
                  <a:lnTo>
                    <a:pt x="71627" y="386080"/>
                  </a:lnTo>
                  <a:lnTo>
                    <a:pt x="65531" y="386080"/>
                  </a:lnTo>
                  <a:lnTo>
                    <a:pt x="65531" y="382270"/>
                  </a:lnTo>
                  <a:lnTo>
                    <a:pt x="68579" y="372110"/>
                  </a:lnTo>
                  <a:lnTo>
                    <a:pt x="79247" y="375920"/>
                  </a:lnTo>
                  <a:lnTo>
                    <a:pt x="76200" y="382270"/>
                  </a:lnTo>
                  <a:lnTo>
                    <a:pt x="76200" y="386080"/>
                  </a:lnTo>
                  <a:lnTo>
                    <a:pt x="71627" y="386080"/>
                  </a:lnTo>
                  <a:lnTo>
                    <a:pt x="76200" y="389890"/>
                  </a:lnTo>
                  <a:close/>
                </a:path>
                <a:path w="94614" h="441960">
                  <a:moveTo>
                    <a:pt x="36575" y="378460"/>
                  </a:moveTo>
                  <a:lnTo>
                    <a:pt x="30479" y="375920"/>
                  </a:lnTo>
                  <a:lnTo>
                    <a:pt x="36575" y="375920"/>
                  </a:lnTo>
                  <a:lnTo>
                    <a:pt x="36575" y="378460"/>
                  </a:lnTo>
                  <a:close/>
                </a:path>
                <a:path w="94614" h="441960">
                  <a:moveTo>
                    <a:pt x="66674" y="378460"/>
                  </a:moveTo>
                  <a:lnTo>
                    <a:pt x="36575" y="378460"/>
                  </a:lnTo>
                  <a:lnTo>
                    <a:pt x="36575" y="375920"/>
                  </a:lnTo>
                  <a:lnTo>
                    <a:pt x="67436" y="375920"/>
                  </a:lnTo>
                  <a:lnTo>
                    <a:pt x="66674" y="378460"/>
                  </a:lnTo>
                  <a:close/>
                </a:path>
                <a:path w="94614" h="441960">
                  <a:moveTo>
                    <a:pt x="74675" y="396240"/>
                  </a:moveTo>
                  <a:lnTo>
                    <a:pt x="62483" y="392430"/>
                  </a:lnTo>
                  <a:lnTo>
                    <a:pt x="65531" y="386080"/>
                  </a:lnTo>
                  <a:lnTo>
                    <a:pt x="76200" y="389890"/>
                  </a:lnTo>
                  <a:lnTo>
                    <a:pt x="74675" y="396240"/>
                  </a:lnTo>
                  <a:close/>
                </a:path>
                <a:path w="94614" h="441960">
                  <a:moveTo>
                    <a:pt x="74675" y="401320"/>
                  </a:moveTo>
                  <a:lnTo>
                    <a:pt x="62483" y="398780"/>
                  </a:lnTo>
                  <a:lnTo>
                    <a:pt x="62483" y="392430"/>
                  </a:lnTo>
                  <a:lnTo>
                    <a:pt x="74675" y="396240"/>
                  </a:lnTo>
                  <a:lnTo>
                    <a:pt x="74675" y="401320"/>
                  </a:lnTo>
                  <a:close/>
                </a:path>
                <a:path w="94614" h="441960">
                  <a:moveTo>
                    <a:pt x="16763" y="427990"/>
                  </a:moveTo>
                  <a:lnTo>
                    <a:pt x="7619" y="421640"/>
                  </a:lnTo>
                  <a:lnTo>
                    <a:pt x="7619" y="419100"/>
                  </a:lnTo>
                  <a:lnTo>
                    <a:pt x="13716" y="412750"/>
                  </a:lnTo>
                  <a:lnTo>
                    <a:pt x="13716" y="407670"/>
                  </a:lnTo>
                  <a:lnTo>
                    <a:pt x="16763" y="405130"/>
                  </a:lnTo>
                  <a:lnTo>
                    <a:pt x="19811" y="398780"/>
                  </a:lnTo>
                  <a:lnTo>
                    <a:pt x="27431" y="401320"/>
                  </a:lnTo>
                  <a:lnTo>
                    <a:pt x="27431" y="407670"/>
                  </a:lnTo>
                  <a:lnTo>
                    <a:pt x="25908" y="412750"/>
                  </a:lnTo>
                  <a:lnTo>
                    <a:pt x="24688" y="415290"/>
                  </a:lnTo>
                  <a:lnTo>
                    <a:pt x="19811" y="415290"/>
                  </a:lnTo>
                  <a:lnTo>
                    <a:pt x="22859" y="419100"/>
                  </a:lnTo>
                  <a:lnTo>
                    <a:pt x="22859" y="421640"/>
                  </a:lnTo>
                  <a:lnTo>
                    <a:pt x="16763" y="427990"/>
                  </a:lnTo>
                  <a:close/>
                </a:path>
                <a:path w="94614" h="441960">
                  <a:moveTo>
                    <a:pt x="71627" y="407670"/>
                  </a:moveTo>
                  <a:lnTo>
                    <a:pt x="59435" y="405130"/>
                  </a:lnTo>
                  <a:lnTo>
                    <a:pt x="62483" y="398780"/>
                  </a:lnTo>
                  <a:lnTo>
                    <a:pt x="74675" y="401320"/>
                  </a:lnTo>
                  <a:lnTo>
                    <a:pt x="71627" y="407670"/>
                  </a:lnTo>
                  <a:close/>
                </a:path>
                <a:path w="94614" h="441960">
                  <a:moveTo>
                    <a:pt x="68579" y="419100"/>
                  </a:moveTo>
                  <a:lnTo>
                    <a:pt x="56387" y="412750"/>
                  </a:lnTo>
                  <a:lnTo>
                    <a:pt x="59435" y="410210"/>
                  </a:lnTo>
                  <a:lnTo>
                    <a:pt x="56387" y="408940"/>
                  </a:lnTo>
                  <a:lnTo>
                    <a:pt x="59435" y="405130"/>
                  </a:lnTo>
                  <a:lnTo>
                    <a:pt x="71627" y="407670"/>
                  </a:lnTo>
                  <a:lnTo>
                    <a:pt x="70865" y="408940"/>
                  </a:lnTo>
                  <a:lnTo>
                    <a:pt x="62483" y="408940"/>
                  </a:lnTo>
                  <a:lnTo>
                    <a:pt x="68579" y="412750"/>
                  </a:lnTo>
                  <a:lnTo>
                    <a:pt x="68579" y="415290"/>
                  </a:lnTo>
                  <a:lnTo>
                    <a:pt x="62483" y="415290"/>
                  </a:lnTo>
                  <a:lnTo>
                    <a:pt x="68579" y="419100"/>
                  </a:lnTo>
                  <a:close/>
                </a:path>
                <a:path w="94614" h="441960">
                  <a:moveTo>
                    <a:pt x="68579" y="412750"/>
                  </a:moveTo>
                  <a:lnTo>
                    <a:pt x="62483" y="408940"/>
                  </a:lnTo>
                  <a:lnTo>
                    <a:pt x="70865" y="408940"/>
                  </a:lnTo>
                  <a:lnTo>
                    <a:pt x="68579" y="412750"/>
                  </a:lnTo>
                  <a:close/>
                </a:path>
                <a:path w="94614" h="441960">
                  <a:moveTo>
                    <a:pt x="65531" y="421640"/>
                  </a:moveTo>
                  <a:lnTo>
                    <a:pt x="53339" y="419100"/>
                  </a:lnTo>
                  <a:lnTo>
                    <a:pt x="56387" y="412750"/>
                  </a:lnTo>
                  <a:lnTo>
                    <a:pt x="68579" y="419100"/>
                  </a:lnTo>
                  <a:lnTo>
                    <a:pt x="65531" y="421640"/>
                  </a:lnTo>
                  <a:close/>
                </a:path>
                <a:path w="94614" h="441960">
                  <a:moveTo>
                    <a:pt x="22859" y="419100"/>
                  </a:moveTo>
                  <a:lnTo>
                    <a:pt x="19811" y="415290"/>
                  </a:lnTo>
                  <a:lnTo>
                    <a:pt x="24688" y="415290"/>
                  </a:lnTo>
                  <a:lnTo>
                    <a:pt x="22859" y="419100"/>
                  </a:lnTo>
                  <a:close/>
                </a:path>
                <a:path w="94614" h="441960">
                  <a:moveTo>
                    <a:pt x="53339" y="419100"/>
                  </a:moveTo>
                  <a:lnTo>
                    <a:pt x="22859" y="419100"/>
                  </a:lnTo>
                  <a:lnTo>
                    <a:pt x="24688" y="415290"/>
                  </a:lnTo>
                  <a:lnTo>
                    <a:pt x="55168" y="415290"/>
                  </a:lnTo>
                  <a:lnTo>
                    <a:pt x="53339" y="419100"/>
                  </a:lnTo>
                  <a:close/>
                </a:path>
                <a:path w="94614" h="441960">
                  <a:moveTo>
                    <a:pt x="68579" y="419100"/>
                  </a:moveTo>
                  <a:lnTo>
                    <a:pt x="62483" y="415290"/>
                  </a:lnTo>
                  <a:lnTo>
                    <a:pt x="68579" y="415290"/>
                  </a:lnTo>
                  <a:lnTo>
                    <a:pt x="68579" y="419100"/>
                  </a:lnTo>
                  <a:close/>
                </a:path>
                <a:path w="94614" h="441960">
                  <a:moveTo>
                    <a:pt x="62483" y="427990"/>
                  </a:moveTo>
                  <a:lnTo>
                    <a:pt x="53339" y="421640"/>
                  </a:lnTo>
                  <a:lnTo>
                    <a:pt x="53339" y="419100"/>
                  </a:lnTo>
                  <a:lnTo>
                    <a:pt x="65531" y="421640"/>
                  </a:lnTo>
                  <a:lnTo>
                    <a:pt x="62483" y="427990"/>
                  </a:lnTo>
                  <a:close/>
                </a:path>
                <a:path w="94614" h="441960">
                  <a:moveTo>
                    <a:pt x="48767" y="441960"/>
                  </a:moveTo>
                  <a:lnTo>
                    <a:pt x="42671" y="441960"/>
                  </a:lnTo>
                  <a:lnTo>
                    <a:pt x="0" y="438150"/>
                  </a:lnTo>
                  <a:lnTo>
                    <a:pt x="0" y="427990"/>
                  </a:lnTo>
                  <a:lnTo>
                    <a:pt x="3048" y="424179"/>
                  </a:lnTo>
                  <a:lnTo>
                    <a:pt x="4571" y="424179"/>
                  </a:lnTo>
                  <a:lnTo>
                    <a:pt x="4571" y="421640"/>
                  </a:lnTo>
                  <a:lnTo>
                    <a:pt x="6095" y="422910"/>
                  </a:lnTo>
                  <a:lnTo>
                    <a:pt x="9143" y="422910"/>
                  </a:lnTo>
                  <a:lnTo>
                    <a:pt x="15239" y="427990"/>
                  </a:lnTo>
                  <a:lnTo>
                    <a:pt x="16763" y="427990"/>
                  </a:lnTo>
                  <a:lnTo>
                    <a:pt x="42671" y="430530"/>
                  </a:lnTo>
                  <a:lnTo>
                    <a:pt x="45719" y="430530"/>
                  </a:lnTo>
                  <a:lnTo>
                    <a:pt x="47074" y="435610"/>
                  </a:lnTo>
                  <a:lnTo>
                    <a:pt x="45719" y="435610"/>
                  </a:lnTo>
                  <a:lnTo>
                    <a:pt x="48767" y="441960"/>
                  </a:lnTo>
                  <a:close/>
                </a:path>
                <a:path w="94614" h="441960">
                  <a:moveTo>
                    <a:pt x="9143" y="422910"/>
                  </a:moveTo>
                  <a:lnTo>
                    <a:pt x="6095" y="422910"/>
                  </a:lnTo>
                  <a:lnTo>
                    <a:pt x="7619" y="421640"/>
                  </a:lnTo>
                  <a:lnTo>
                    <a:pt x="9143" y="422910"/>
                  </a:lnTo>
                  <a:close/>
                </a:path>
                <a:path w="94614" h="441960">
                  <a:moveTo>
                    <a:pt x="62483" y="430530"/>
                  </a:moveTo>
                  <a:lnTo>
                    <a:pt x="51816" y="424179"/>
                  </a:lnTo>
                  <a:lnTo>
                    <a:pt x="53339" y="421640"/>
                  </a:lnTo>
                  <a:lnTo>
                    <a:pt x="56997" y="424179"/>
                  </a:lnTo>
                  <a:lnTo>
                    <a:pt x="56387" y="424179"/>
                  </a:lnTo>
                  <a:lnTo>
                    <a:pt x="62483" y="427990"/>
                  </a:lnTo>
                  <a:lnTo>
                    <a:pt x="62483" y="430530"/>
                  </a:lnTo>
                  <a:close/>
                </a:path>
                <a:path w="94614" h="441960">
                  <a:moveTo>
                    <a:pt x="16763" y="427990"/>
                  </a:moveTo>
                  <a:lnTo>
                    <a:pt x="15239" y="427990"/>
                  </a:lnTo>
                  <a:lnTo>
                    <a:pt x="10667" y="424179"/>
                  </a:lnTo>
                  <a:lnTo>
                    <a:pt x="16763" y="427990"/>
                  </a:lnTo>
                  <a:close/>
                </a:path>
                <a:path w="94614" h="441960">
                  <a:moveTo>
                    <a:pt x="59435" y="431800"/>
                  </a:moveTo>
                  <a:lnTo>
                    <a:pt x="48767" y="427990"/>
                  </a:lnTo>
                  <a:lnTo>
                    <a:pt x="51816" y="424179"/>
                  </a:lnTo>
                  <a:lnTo>
                    <a:pt x="59435" y="430530"/>
                  </a:lnTo>
                  <a:lnTo>
                    <a:pt x="59435" y="431800"/>
                  </a:lnTo>
                  <a:close/>
                </a:path>
                <a:path w="94614" h="441960">
                  <a:moveTo>
                    <a:pt x="62483" y="427990"/>
                  </a:moveTo>
                  <a:lnTo>
                    <a:pt x="56387" y="424179"/>
                  </a:lnTo>
                  <a:lnTo>
                    <a:pt x="56997" y="424179"/>
                  </a:lnTo>
                  <a:lnTo>
                    <a:pt x="62483" y="427990"/>
                  </a:lnTo>
                  <a:close/>
                </a:path>
                <a:path w="94614" h="441960">
                  <a:moveTo>
                    <a:pt x="53339" y="438150"/>
                  </a:moveTo>
                  <a:lnTo>
                    <a:pt x="45719" y="430530"/>
                  </a:lnTo>
                  <a:lnTo>
                    <a:pt x="48767" y="427990"/>
                  </a:lnTo>
                  <a:lnTo>
                    <a:pt x="55879" y="430530"/>
                  </a:lnTo>
                  <a:lnTo>
                    <a:pt x="53339" y="430530"/>
                  </a:lnTo>
                  <a:lnTo>
                    <a:pt x="59435" y="431800"/>
                  </a:lnTo>
                  <a:lnTo>
                    <a:pt x="51816" y="431800"/>
                  </a:lnTo>
                  <a:lnTo>
                    <a:pt x="56387" y="435610"/>
                  </a:lnTo>
                  <a:lnTo>
                    <a:pt x="51816" y="435610"/>
                  </a:lnTo>
                  <a:lnTo>
                    <a:pt x="53339" y="438150"/>
                  </a:lnTo>
                  <a:close/>
                </a:path>
                <a:path w="94614" h="441960">
                  <a:moveTo>
                    <a:pt x="62483" y="430530"/>
                  </a:moveTo>
                  <a:lnTo>
                    <a:pt x="59435" y="430530"/>
                  </a:lnTo>
                  <a:lnTo>
                    <a:pt x="56387" y="427990"/>
                  </a:lnTo>
                  <a:lnTo>
                    <a:pt x="62483" y="430530"/>
                  </a:lnTo>
                  <a:close/>
                </a:path>
                <a:path w="94614" h="441960">
                  <a:moveTo>
                    <a:pt x="48767" y="436245"/>
                  </a:moveTo>
                  <a:lnTo>
                    <a:pt x="45719" y="430530"/>
                  </a:lnTo>
                  <a:lnTo>
                    <a:pt x="50799" y="435610"/>
                  </a:lnTo>
                  <a:lnTo>
                    <a:pt x="48767" y="435610"/>
                  </a:lnTo>
                  <a:lnTo>
                    <a:pt x="48767" y="436245"/>
                  </a:lnTo>
                  <a:close/>
                </a:path>
                <a:path w="94614" h="441960">
                  <a:moveTo>
                    <a:pt x="59435" y="431800"/>
                  </a:moveTo>
                  <a:lnTo>
                    <a:pt x="53339" y="430530"/>
                  </a:lnTo>
                  <a:lnTo>
                    <a:pt x="55879" y="430530"/>
                  </a:lnTo>
                  <a:lnTo>
                    <a:pt x="59435" y="431800"/>
                  </a:lnTo>
                  <a:close/>
                </a:path>
                <a:path w="94614" h="441960">
                  <a:moveTo>
                    <a:pt x="56387" y="435610"/>
                  </a:moveTo>
                  <a:lnTo>
                    <a:pt x="51816" y="431800"/>
                  </a:lnTo>
                  <a:lnTo>
                    <a:pt x="59435" y="431800"/>
                  </a:lnTo>
                  <a:lnTo>
                    <a:pt x="56387" y="435610"/>
                  </a:lnTo>
                  <a:close/>
                </a:path>
                <a:path w="94614" h="441960">
                  <a:moveTo>
                    <a:pt x="48767" y="441960"/>
                  </a:moveTo>
                  <a:lnTo>
                    <a:pt x="45719" y="435610"/>
                  </a:lnTo>
                  <a:lnTo>
                    <a:pt x="47074" y="435610"/>
                  </a:lnTo>
                  <a:lnTo>
                    <a:pt x="48767" y="441960"/>
                  </a:lnTo>
                  <a:close/>
                </a:path>
                <a:path w="94614" h="441960">
                  <a:moveTo>
                    <a:pt x="51816" y="441960"/>
                  </a:moveTo>
                  <a:lnTo>
                    <a:pt x="48767" y="436245"/>
                  </a:lnTo>
                  <a:lnTo>
                    <a:pt x="48767" y="435610"/>
                  </a:lnTo>
                  <a:lnTo>
                    <a:pt x="51816" y="441960"/>
                  </a:lnTo>
                  <a:close/>
                </a:path>
                <a:path w="94614" h="441960">
                  <a:moveTo>
                    <a:pt x="51816" y="441960"/>
                  </a:moveTo>
                  <a:lnTo>
                    <a:pt x="48767" y="435610"/>
                  </a:lnTo>
                  <a:lnTo>
                    <a:pt x="50799" y="435610"/>
                  </a:lnTo>
                  <a:lnTo>
                    <a:pt x="53339" y="438150"/>
                  </a:lnTo>
                  <a:lnTo>
                    <a:pt x="51816" y="441960"/>
                  </a:lnTo>
                  <a:close/>
                </a:path>
                <a:path w="94614" h="441960">
                  <a:moveTo>
                    <a:pt x="51816" y="441960"/>
                  </a:moveTo>
                  <a:lnTo>
                    <a:pt x="48767" y="441960"/>
                  </a:lnTo>
                  <a:lnTo>
                    <a:pt x="48767" y="436245"/>
                  </a:lnTo>
                  <a:lnTo>
                    <a:pt x="51816" y="44196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415027" y="1554480"/>
              <a:ext cx="82550" cy="429895"/>
            </a:xfrm>
            <a:custGeom>
              <a:avLst/>
              <a:gdLst/>
              <a:ahLst/>
              <a:cxnLst/>
              <a:rect l="l" t="t" r="r" b="b"/>
              <a:pathLst>
                <a:path w="82550" h="429894">
                  <a:moveTo>
                    <a:pt x="48768" y="429768"/>
                  </a:moveTo>
                  <a:lnTo>
                    <a:pt x="39624" y="429768"/>
                  </a:lnTo>
                  <a:lnTo>
                    <a:pt x="0" y="426720"/>
                  </a:lnTo>
                  <a:lnTo>
                    <a:pt x="0" y="425196"/>
                  </a:lnTo>
                  <a:lnTo>
                    <a:pt x="4572" y="425196"/>
                  </a:lnTo>
                  <a:lnTo>
                    <a:pt x="7620" y="422148"/>
                  </a:lnTo>
                  <a:lnTo>
                    <a:pt x="7620" y="419100"/>
                  </a:lnTo>
                  <a:lnTo>
                    <a:pt x="16764" y="409956"/>
                  </a:lnTo>
                  <a:lnTo>
                    <a:pt x="16764" y="403860"/>
                  </a:lnTo>
                  <a:lnTo>
                    <a:pt x="19812" y="402336"/>
                  </a:lnTo>
                  <a:lnTo>
                    <a:pt x="22860" y="396240"/>
                  </a:lnTo>
                  <a:lnTo>
                    <a:pt x="22860" y="390144"/>
                  </a:lnTo>
                  <a:lnTo>
                    <a:pt x="24384" y="384048"/>
                  </a:lnTo>
                  <a:lnTo>
                    <a:pt x="24384" y="377952"/>
                  </a:lnTo>
                  <a:lnTo>
                    <a:pt x="27432" y="370332"/>
                  </a:lnTo>
                  <a:lnTo>
                    <a:pt x="27432" y="364236"/>
                  </a:lnTo>
                  <a:lnTo>
                    <a:pt x="30480" y="355092"/>
                  </a:lnTo>
                  <a:lnTo>
                    <a:pt x="30480" y="347472"/>
                  </a:lnTo>
                  <a:lnTo>
                    <a:pt x="33528" y="341376"/>
                  </a:lnTo>
                  <a:lnTo>
                    <a:pt x="33528" y="332232"/>
                  </a:lnTo>
                  <a:lnTo>
                    <a:pt x="36576" y="324612"/>
                  </a:lnTo>
                  <a:lnTo>
                    <a:pt x="36576" y="303275"/>
                  </a:lnTo>
                  <a:lnTo>
                    <a:pt x="39624" y="295655"/>
                  </a:lnTo>
                  <a:lnTo>
                    <a:pt x="39624" y="266699"/>
                  </a:lnTo>
                  <a:lnTo>
                    <a:pt x="42672" y="254507"/>
                  </a:lnTo>
                  <a:lnTo>
                    <a:pt x="42672" y="169163"/>
                  </a:lnTo>
                  <a:lnTo>
                    <a:pt x="39624" y="156972"/>
                  </a:lnTo>
                  <a:lnTo>
                    <a:pt x="39624" y="129539"/>
                  </a:lnTo>
                  <a:lnTo>
                    <a:pt x="36576" y="120395"/>
                  </a:lnTo>
                  <a:lnTo>
                    <a:pt x="36576" y="100583"/>
                  </a:lnTo>
                  <a:lnTo>
                    <a:pt x="33528" y="91439"/>
                  </a:lnTo>
                  <a:lnTo>
                    <a:pt x="33528" y="82295"/>
                  </a:lnTo>
                  <a:lnTo>
                    <a:pt x="30480" y="77724"/>
                  </a:lnTo>
                  <a:lnTo>
                    <a:pt x="30480" y="68580"/>
                  </a:lnTo>
                  <a:lnTo>
                    <a:pt x="27432" y="59435"/>
                  </a:lnTo>
                  <a:lnTo>
                    <a:pt x="27432" y="54863"/>
                  </a:lnTo>
                  <a:lnTo>
                    <a:pt x="24384" y="48767"/>
                  </a:lnTo>
                  <a:lnTo>
                    <a:pt x="24384" y="39624"/>
                  </a:lnTo>
                  <a:lnTo>
                    <a:pt x="22860" y="33528"/>
                  </a:lnTo>
                  <a:lnTo>
                    <a:pt x="22860" y="28955"/>
                  </a:lnTo>
                  <a:lnTo>
                    <a:pt x="19812" y="22859"/>
                  </a:lnTo>
                  <a:lnTo>
                    <a:pt x="16764" y="19811"/>
                  </a:lnTo>
                  <a:lnTo>
                    <a:pt x="16764" y="13715"/>
                  </a:lnTo>
                  <a:lnTo>
                    <a:pt x="7620" y="4572"/>
                  </a:lnTo>
                  <a:lnTo>
                    <a:pt x="7620" y="3048"/>
                  </a:lnTo>
                  <a:lnTo>
                    <a:pt x="6096" y="0"/>
                  </a:lnTo>
                  <a:lnTo>
                    <a:pt x="42672" y="3048"/>
                  </a:lnTo>
                  <a:lnTo>
                    <a:pt x="45720" y="4572"/>
                  </a:lnTo>
                  <a:lnTo>
                    <a:pt x="48768" y="4572"/>
                  </a:lnTo>
                  <a:lnTo>
                    <a:pt x="48768" y="7619"/>
                  </a:lnTo>
                  <a:lnTo>
                    <a:pt x="50292" y="10667"/>
                  </a:lnTo>
                  <a:lnTo>
                    <a:pt x="53340" y="13715"/>
                  </a:lnTo>
                  <a:lnTo>
                    <a:pt x="53340" y="16763"/>
                  </a:lnTo>
                  <a:lnTo>
                    <a:pt x="56388" y="19811"/>
                  </a:lnTo>
                  <a:lnTo>
                    <a:pt x="59436" y="25907"/>
                  </a:lnTo>
                  <a:lnTo>
                    <a:pt x="59436" y="28955"/>
                  </a:lnTo>
                  <a:lnTo>
                    <a:pt x="62484" y="33528"/>
                  </a:lnTo>
                  <a:lnTo>
                    <a:pt x="65532" y="39624"/>
                  </a:lnTo>
                  <a:lnTo>
                    <a:pt x="65532" y="45719"/>
                  </a:lnTo>
                  <a:lnTo>
                    <a:pt x="68580" y="51815"/>
                  </a:lnTo>
                  <a:lnTo>
                    <a:pt x="68580" y="59435"/>
                  </a:lnTo>
                  <a:lnTo>
                    <a:pt x="71628" y="65531"/>
                  </a:lnTo>
                  <a:lnTo>
                    <a:pt x="71628" y="74676"/>
                  </a:lnTo>
                  <a:lnTo>
                    <a:pt x="73152" y="79248"/>
                  </a:lnTo>
                  <a:lnTo>
                    <a:pt x="73152" y="88391"/>
                  </a:lnTo>
                  <a:lnTo>
                    <a:pt x="76200" y="97535"/>
                  </a:lnTo>
                  <a:lnTo>
                    <a:pt x="76200" y="105155"/>
                  </a:lnTo>
                  <a:lnTo>
                    <a:pt x="79248" y="114300"/>
                  </a:lnTo>
                  <a:lnTo>
                    <a:pt x="79248" y="134111"/>
                  </a:lnTo>
                  <a:lnTo>
                    <a:pt x="82296" y="143255"/>
                  </a:lnTo>
                  <a:lnTo>
                    <a:pt x="82296" y="289559"/>
                  </a:lnTo>
                  <a:lnTo>
                    <a:pt x="79248" y="301751"/>
                  </a:lnTo>
                  <a:lnTo>
                    <a:pt x="79248" y="318515"/>
                  </a:lnTo>
                  <a:lnTo>
                    <a:pt x="76200" y="327660"/>
                  </a:lnTo>
                  <a:lnTo>
                    <a:pt x="76200" y="335280"/>
                  </a:lnTo>
                  <a:lnTo>
                    <a:pt x="73152" y="344424"/>
                  </a:lnTo>
                  <a:lnTo>
                    <a:pt x="73152" y="352044"/>
                  </a:lnTo>
                  <a:lnTo>
                    <a:pt x="71628" y="361188"/>
                  </a:lnTo>
                  <a:lnTo>
                    <a:pt x="71628" y="370332"/>
                  </a:lnTo>
                  <a:lnTo>
                    <a:pt x="68580" y="376428"/>
                  </a:lnTo>
                  <a:lnTo>
                    <a:pt x="68580" y="381000"/>
                  </a:lnTo>
                  <a:lnTo>
                    <a:pt x="65532" y="390144"/>
                  </a:lnTo>
                  <a:lnTo>
                    <a:pt x="65532" y="396240"/>
                  </a:lnTo>
                  <a:lnTo>
                    <a:pt x="62484" y="402336"/>
                  </a:lnTo>
                  <a:lnTo>
                    <a:pt x="59436" y="403860"/>
                  </a:lnTo>
                  <a:lnTo>
                    <a:pt x="59436" y="409956"/>
                  </a:lnTo>
                  <a:lnTo>
                    <a:pt x="56388" y="416052"/>
                  </a:lnTo>
                  <a:lnTo>
                    <a:pt x="53340" y="419100"/>
                  </a:lnTo>
                  <a:lnTo>
                    <a:pt x="53340" y="422148"/>
                  </a:lnTo>
                  <a:lnTo>
                    <a:pt x="48768" y="426720"/>
                  </a:lnTo>
                  <a:lnTo>
                    <a:pt x="48768" y="42976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411980" y="1548384"/>
              <a:ext cx="94615" cy="441959"/>
            </a:xfrm>
            <a:custGeom>
              <a:avLst/>
              <a:gdLst/>
              <a:ahLst/>
              <a:cxnLst/>
              <a:rect l="l" t="t" r="r" b="b"/>
              <a:pathLst>
                <a:path w="94614" h="441960">
                  <a:moveTo>
                    <a:pt x="3073" y="9987"/>
                  </a:moveTo>
                  <a:lnTo>
                    <a:pt x="3047" y="5080"/>
                  </a:lnTo>
                  <a:lnTo>
                    <a:pt x="4571" y="0"/>
                  </a:lnTo>
                  <a:lnTo>
                    <a:pt x="3073" y="9987"/>
                  </a:lnTo>
                  <a:close/>
                </a:path>
                <a:path w="94614" h="441960">
                  <a:moveTo>
                    <a:pt x="4571" y="12700"/>
                  </a:moveTo>
                  <a:lnTo>
                    <a:pt x="4571" y="11430"/>
                  </a:lnTo>
                  <a:lnTo>
                    <a:pt x="3047" y="10160"/>
                  </a:lnTo>
                  <a:lnTo>
                    <a:pt x="4571" y="0"/>
                  </a:lnTo>
                  <a:lnTo>
                    <a:pt x="7619" y="0"/>
                  </a:lnTo>
                  <a:lnTo>
                    <a:pt x="45719" y="2540"/>
                  </a:lnTo>
                  <a:lnTo>
                    <a:pt x="45719" y="8890"/>
                  </a:lnTo>
                  <a:lnTo>
                    <a:pt x="47853" y="8890"/>
                  </a:lnTo>
                  <a:lnTo>
                    <a:pt x="47243" y="11430"/>
                  </a:lnTo>
                  <a:lnTo>
                    <a:pt x="6095" y="11430"/>
                  </a:lnTo>
                  <a:lnTo>
                    <a:pt x="4571" y="12700"/>
                  </a:lnTo>
                  <a:close/>
                </a:path>
                <a:path w="94614" h="441960">
                  <a:moveTo>
                    <a:pt x="45719" y="8890"/>
                  </a:moveTo>
                  <a:lnTo>
                    <a:pt x="45719" y="2540"/>
                  </a:lnTo>
                  <a:lnTo>
                    <a:pt x="48767" y="2540"/>
                  </a:lnTo>
                  <a:lnTo>
                    <a:pt x="45719" y="8890"/>
                  </a:lnTo>
                  <a:close/>
                </a:path>
                <a:path w="94614" h="441960">
                  <a:moveTo>
                    <a:pt x="47853" y="8890"/>
                  </a:moveTo>
                  <a:lnTo>
                    <a:pt x="45719" y="8890"/>
                  </a:lnTo>
                  <a:lnTo>
                    <a:pt x="48767" y="2540"/>
                  </a:lnTo>
                  <a:lnTo>
                    <a:pt x="48767" y="5080"/>
                  </a:lnTo>
                  <a:lnTo>
                    <a:pt x="47853" y="8890"/>
                  </a:lnTo>
                  <a:close/>
                </a:path>
                <a:path w="94614" h="441960">
                  <a:moveTo>
                    <a:pt x="45719" y="16510"/>
                  </a:moveTo>
                  <a:lnTo>
                    <a:pt x="42671" y="12700"/>
                  </a:lnTo>
                  <a:lnTo>
                    <a:pt x="21335" y="11430"/>
                  </a:lnTo>
                  <a:lnTo>
                    <a:pt x="47243" y="11430"/>
                  </a:lnTo>
                  <a:lnTo>
                    <a:pt x="48767" y="10160"/>
                  </a:lnTo>
                  <a:lnTo>
                    <a:pt x="48767" y="5080"/>
                  </a:lnTo>
                  <a:lnTo>
                    <a:pt x="53339" y="5080"/>
                  </a:lnTo>
                  <a:lnTo>
                    <a:pt x="45719" y="16510"/>
                  </a:lnTo>
                  <a:close/>
                </a:path>
                <a:path w="94614" h="441960">
                  <a:moveTo>
                    <a:pt x="51707" y="10522"/>
                  </a:moveTo>
                  <a:lnTo>
                    <a:pt x="53339" y="5080"/>
                  </a:lnTo>
                  <a:lnTo>
                    <a:pt x="53339" y="8890"/>
                  </a:lnTo>
                  <a:lnTo>
                    <a:pt x="52023" y="9987"/>
                  </a:lnTo>
                  <a:lnTo>
                    <a:pt x="51976" y="10160"/>
                  </a:lnTo>
                  <a:lnTo>
                    <a:pt x="51707" y="10522"/>
                  </a:lnTo>
                  <a:close/>
                </a:path>
                <a:path w="94614" h="441960">
                  <a:moveTo>
                    <a:pt x="48767" y="16510"/>
                  </a:moveTo>
                  <a:lnTo>
                    <a:pt x="45719" y="16510"/>
                  </a:lnTo>
                  <a:lnTo>
                    <a:pt x="53339" y="8890"/>
                  </a:lnTo>
                  <a:lnTo>
                    <a:pt x="56387" y="8890"/>
                  </a:lnTo>
                  <a:lnTo>
                    <a:pt x="51816" y="12700"/>
                  </a:lnTo>
                  <a:lnTo>
                    <a:pt x="52577" y="12700"/>
                  </a:lnTo>
                  <a:lnTo>
                    <a:pt x="48767" y="16510"/>
                  </a:lnTo>
                  <a:close/>
                </a:path>
                <a:path w="94614" h="441960">
                  <a:moveTo>
                    <a:pt x="7619" y="12700"/>
                  </a:moveTo>
                  <a:lnTo>
                    <a:pt x="6095" y="11430"/>
                  </a:lnTo>
                  <a:lnTo>
                    <a:pt x="10667" y="11430"/>
                  </a:lnTo>
                  <a:lnTo>
                    <a:pt x="7619" y="12700"/>
                  </a:lnTo>
                  <a:close/>
                </a:path>
                <a:path w="94614" h="441960">
                  <a:moveTo>
                    <a:pt x="19811" y="35560"/>
                  </a:moveTo>
                  <a:lnTo>
                    <a:pt x="13716" y="27940"/>
                  </a:lnTo>
                  <a:lnTo>
                    <a:pt x="13716" y="22860"/>
                  </a:lnTo>
                  <a:lnTo>
                    <a:pt x="7619" y="16510"/>
                  </a:lnTo>
                  <a:lnTo>
                    <a:pt x="7619" y="12700"/>
                  </a:lnTo>
                  <a:lnTo>
                    <a:pt x="12191" y="11430"/>
                  </a:lnTo>
                  <a:lnTo>
                    <a:pt x="21335" y="11430"/>
                  </a:lnTo>
                  <a:lnTo>
                    <a:pt x="22859" y="12700"/>
                  </a:lnTo>
                  <a:lnTo>
                    <a:pt x="22859" y="16510"/>
                  </a:lnTo>
                  <a:lnTo>
                    <a:pt x="25908" y="22860"/>
                  </a:lnTo>
                  <a:lnTo>
                    <a:pt x="27431" y="27940"/>
                  </a:lnTo>
                  <a:lnTo>
                    <a:pt x="27431" y="34290"/>
                  </a:lnTo>
                  <a:lnTo>
                    <a:pt x="19811" y="35560"/>
                  </a:lnTo>
                  <a:close/>
                </a:path>
                <a:path w="94614" h="441960">
                  <a:moveTo>
                    <a:pt x="48767" y="19050"/>
                  </a:moveTo>
                  <a:lnTo>
                    <a:pt x="48767" y="16510"/>
                  </a:lnTo>
                  <a:lnTo>
                    <a:pt x="52577" y="12700"/>
                  </a:lnTo>
                  <a:lnTo>
                    <a:pt x="56387" y="12700"/>
                  </a:lnTo>
                  <a:lnTo>
                    <a:pt x="48767" y="19050"/>
                  </a:lnTo>
                  <a:close/>
                </a:path>
                <a:path w="94614" h="441960">
                  <a:moveTo>
                    <a:pt x="51816" y="22860"/>
                  </a:moveTo>
                  <a:lnTo>
                    <a:pt x="48767" y="19050"/>
                  </a:lnTo>
                  <a:lnTo>
                    <a:pt x="56387" y="12700"/>
                  </a:lnTo>
                  <a:lnTo>
                    <a:pt x="59435" y="12700"/>
                  </a:lnTo>
                  <a:lnTo>
                    <a:pt x="51816" y="22860"/>
                  </a:lnTo>
                  <a:close/>
                </a:path>
                <a:path w="94614" h="441960">
                  <a:moveTo>
                    <a:pt x="53339" y="25400"/>
                  </a:moveTo>
                  <a:lnTo>
                    <a:pt x="51816" y="22860"/>
                  </a:lnTo>
                  <a:lnTo>
                    <a:pt x="56387" y="19050"/>
                  </a:lnTo>
                  <a:lnTo>
                    <a:pt x="59435" y="12700"/>
                  </a:lnTo>
                  <a:lnTo>
                    <a:pt x="62483" y="16510"/>
                  </a:lnTo>
                  <a:lnTo>
                    <a:pt x="62483" y="19050"/>
                  </a:lnTo>
                  <a:lnTo>
                    <a:pt x="53339" y="25400"/>
                  </a:lnTo>
                  <a:close/>
                </a:path>
                <a:path w="94614" h="441960">
                  <a:moveTo>
                    <a:pt x="53339" y="27940"/>
                  </a:moveTo>
                  <a:lnTo>
                    <a:pt x="53339" y="25400"/>
                  </a:lnTo>
                  <a:lnTo>
                    <a:pt x="62483" y="19050"/>
                  </a:lnTo>
                  <a:lnTo>
                    <a:pt x="65531" y="22860"/>
                  </a:lnTo>
                  <a:lnTo>
                    <a:pt x="53339" y="27940"/>
                  </a:lnTo>
                  <a:close/>
                </a:path>
                <a:path w="94614" h="441960">
                  <a:moveTo>
                    <a:pt x="56387" y="34290"/>
                  </a:moveTo>
                  <a:lnTo>
                    <a:pt x="53339" y="27940"/>
                  </a:lnTo>
                  <a:lnTo>
                    <a:pt x="65531" y="22860"/>
                  </a:lnTo>
                  <a:lnTo>
                    <a:pt x="68579" y="27940"/>
                  </a:lnTo>
                  <a:lnTo>
                    <a:pt x="68579" y="33020"/>
                  </a:lnTo>
                  <a:lnTo>
                    <a:pt x="57911" y="33020"/>
                  </a:lnTo>
                  <a:lnTo>
                    <a:pt x="56387" y="34290"/>
                  </a:lnTo>
                  <a:close/>
                </a:path>
                <a:path w="94614" h="441960">
                  <a:moveTo>
                    <a:pt x="59435" y="41910"/>
                  </a:moveTo>
                  <a:lnTo>
                    <a:pt x="56387" y="35560"/>
                  </a:lnTo>
                  <a:lnTo>
                    <a:pt x="59435" y="35560"/>
                  </a:lnTo>
                  <a:lnTo>
                    <a:pt x="57911" y="33020"/>
                  </a:lnTo>
                  <a:lnTo>
                    <a:pt x="68579" y="33020"/>
                  </a:lnTo>
                  <a:lnTo>
                    <a:pt x="68579" y="34290"/>
                  </a:lnTo>
                  <a:lnTo>
                    <a:pt x="71627" y="35560"/>
                  </a:lnTo>
                  <a:lnTo>
                    <a:pt x="59435" y="41910"/>
                  </a:lnTo>
                  <a:close/>
                </a:path>
                <a:path w="94614" h="441960">
                  <a:moveTo>
                    <a:pt x="45719" y="312420"/>
                  </a:moveTo>
                  <a:lnTo>
                    <a:pt x="39623" y="308610"/>
                  </a:lnTo>
                  <a:lnTo>
                    <a:pt x="33527" y="308610"/>
                  </a:lnTo>
                  <a:lnTo>
                    <a:pt x="36575" y="300990"/>
                  </a:lnTo>
                  <a:lnTo>
                    <a:pt x="36575" y="260350"/>
                  </a:lnTo>
                  <a:lnTo>
                    <a:pt x="39623" y="248920"/>
                  </a:lnTo>
                  <a:lnTo>
                    <a:pt x="39623" y="185420"/>
                  </a:lnTo>
                  <a:lnTo>
                    <a:pt x="36575" y="175260"/>
                  </a:lnTo>
                  <a:lnTo>
                    <a:pt x="36575" y="134620"/>
                  </a:lnTo>
                  <a:lnTo>
                    <a:pt x="33527" y="125730"/>
                  </a:lnTo>
                  <a:lnTo>
                    <a:pt x="33527" y="109220"/>
                  </a:lnTo>
                  <a:lnTo>
                    <a:pt x="30479" y="100330"/>
                  </a:lnTo>
                  <a:lnTo>
                    <a:pt x="30479" y="91440"/>
                  </a:lnTo>
                  <a:lnTo>
                    <a:pt x="27431" y="83820"/>
                  </a:lnTo>
                  <a:lnTo>
                    <a:pt x="27431" y="73660"/>
                  </a:lnTo>
                  <a:lnTo>
                    <a:pt x="25908" y="67310"/>
                  </a:lnTo>
                  <a:lnTo>
                    <a:pt x="25908" y="60960"/>
                  </a:lnTo>
                  <a:lnTo>
                    <a:pt x="22859" y="54610"/>
                  </a:lnTo>
                  <a:lnTo>
                    <a:pt x="22859" y="48260"/>
                  </a:lnTo>
                  <a:lnTo>
                    <a:pt x="19811" y="41910"/>
                  </a:lnTo>
                  <a:lnTo>
                    <a:pt x="19811" y="35560"/>
                  </a:lnTo>
                  <a:lnTo>
                    <a:pt x="30479" y="34290"/>
                  </a:lnTo>
                  <a:lnTo>
                    <a:pt x="30479" y="39370"/>
                  </a:lnTo>
                  <a:lnTo>
                    <a:pt x="33527" y="45720"/>
                  </a:lnTo>
                  <a:lnTo>
                    <a:pt x="33527" y="50800"/>
                  </a:lnTo>
                  <a:lnTo>
                    <a:pt x="36575" y="57150"/>
                  </a:lnTo>
                  <a:lnTo>
                    <a:pt x="36575" y="64770"/>
                  </a:lnTo>
                  <a:lnTo>
                    <a:pt x="39623" y="73660"/>
                  </a:lnTo>
                  <a:lnTo>
                    <a:pt x="39623" y="80010"/>
                  </a:lnTo>
                  <a:lnTo>
                    <a:pt x="42671" y="87630"/>
                  </a:lnTo>
                  <a:lnTo>
                    <a:pt x="42671" y="96520"/>
                  </a:lnTo>
                  <a:lnTo>
                    <a:pt x="45719" y="105410"/>
                  </a:lnTo>
                  <a:lnTo>
                    <a:pt x="45719" y="125730"/>
                  </a:lnTo>
                  <a:lnTo>
                    <a:pt x="48767" y="134620"/>
                  </a:lnTo>
                  <a:lnTo>
                    <a:pt x="48767" y="162560"/>
                  </a:lnTo>
                  <a:lnTo>
                    <a:pt x="51816" y="175260"/>
                  </a:lnTo>
                  <a:lnTo>
                    <a:pt x="51816" y="260350"/>
                  </a:lnTo>
                  <a:lnTo>
                    <a:pt x="48767" y="271780"/>
                  </a:lnTo>
                  <a:lnTo>
                    <a:pt x="48767" y="300990"/>
                  </a:lnTo>
                  <a:lnTo>
                    <a:pt x="45719" y="308610"/>
                  </a:lnTo>
                  <a:lnTo>
                    <a:pt x="45719" y="312420"/>
                  </a:lnTo>
                  <a:close/>
                </a:path>
                <a:path w="94614" h="441960">
                  <a:moveTo>
                    <a:pt x="62483" y="48260"/>
                  </a:moveTo>
                  <a:lnTo>
                    <a:pt x="59435" y="41910"/>
                  </a:lnTo>
                  <a:lnTo>
                    <a:pt x="71627" y="35560"/>
                  </a:lnTo>
                  <a:lnTo>
                    <a:pt x="74675" y="41910"/>
                  </a:lnTo>
                  <a:lnTo>
                    <a:pt x="62483" y="48260"/>
                  </a:lnTo>
                  <a:close/>
                </a:path>
                <a:path w="94614" h="441960">
                  <a:moveTo>
                    <a:pt x="62483" y="54610"/>
                  </a:moveTo>
                  <a:lnTo>
                    <a:pt x="62483" y="48260"/>
                  </a:lnTo>
                  <a:lnTo>
                    <a:pt x="74675" y="41910"/>
                  </a:lnTo>
                  <a:lnTo>
                    <a:pt x="68579" y="45720"/>
                  </a:lnTo>
                  <a:lnTo>
                    <a:pt x="74675" y="45720"/>
                  </a:lnTo>
                  <a:lnTo>
                    <a:pt x="74675" y="50800"/>
                  </a:lnTo>
                  <a:lnTo>
                    <a:pt x="62483" y="54610"/>
                  </a:lnTo>
                  <a:close/>
                </a:path>
                <a:path w="94614" h="441960">
                  <a:moveTo>
                    <a:pt x="65531" y="60960"/>
                  </a:moveTo>
                  <a:lnTo>
                    <a:pt x="62483" y="54610"/>
                  </a:lnTo>
                  <a:lnTo>
                    <a:pt x="74675" y="50800"/>
                  </a:lnTo>
                  <a:lnTo>
                    <a:pt x="76200" y="57150"/>
                  </a:lnTo>
                  <a:lnTo>
                    <a:pt x="65531" y="60960"/>
                  </a:lnTo>
                  <a:close/>
                </a:path>
                <a:path w="94614" h="441960">
                  <a:moveTo>
                    <a:pt x="65531" y="64770"/>
                  </a:moveTo>
                  <a:lnTo>
                    <a:pt x="65531" y="60960"/>
                  </a:lnTo>
                  <a:lnTo>
                    <a:pt x="76200" y="57150"/>
                  </a:lnTo>
                  <a:lnTo>
                    <a:pt x="76200" y="62230"/>
                  </a:lnTo>
                  <a:lnTo>
                    <a:pt x="65531" y="64770"/>
                  </a:lnTo>
                  <a:close/>
                </a:path>
                <a:path w="94614" h="441960">
                  <a:moveTo>
                    <a:pt x="68579" y="73660"/>
                  </a:moveTo>
                  <a:lnTo>
                    <a:pt x="65531" y="64770"/>
                  </a:lnTo>
                  <a:lnTo>
                    <a:pt x="76200" y="62230"/>
                  </a:lnTo>
                  <a:lnTo>
                    <a:pt x="79247" y="71120"/>
                  </a:lnTo>
                  <a:lnTo>
                    <a:pt x="68579" y="73660"/>
                  </a:lnTo>
                  <a:close/>
                </a:path>
                <a:path w="94614" h="441960">
                  <a:moveTo>
                    <a:pt x="68579" y="80010"/>
                  </a:moveTo>
                  <a:lnTo>
                    <a:pt x="68579" y="73660"/>
                  </a:lnTo>
                  <a:lnTo>
                    <a:pt x="79247" y="71120"/>
                  </a:lnTo>
                  <a:lnTo>
                    <a:pt x="82295" y="77470"/>
                  </a:lnTo>
                  <a:lnTo>
                    <a:pt x="68579" y="80010"/>
                  </a:lnTo>
                  <a:close/>
                </a:path>
                <a:path w="94614" h="441960">
                  <a:moveTo>
                    <a:pt x="71627" y="87630"/>
                  </a:moveTo>
                  <a:lnTo>
                    <a:pt x="68579" y="80010"/>
                  </a:lnTo>
                  <a:lnTo>
                    <a:pt x="82295" y="77470"/>
                  </a:lnTo>
                  <a:lnTo>
                    <a:pt x="82295" y="85090"/>
                  </a:lnTo>
                  <a:lnTo>
                    <a:pt x="71627" y="87630"/>
                  </a:lnTo>
                  <a:close/>
                </a:path>
                <a:path w="94614" h="441960">
                  <a:moveTo>
                    <a:pt x="71627" y="96520"/>
                  </a:moveTo>
                  <a:lnTo>
                    <a:pt x="71627" y="87630"/>
                  </a:lnTo>
                  <a:lnTo>
                    <a:pt x="82295" y="85090"/>
                  </a:lnTo>
                  <a:lnTo>
                    <a:pt x="82295" y="93980"/>
                  </a:lnTo>
                  <a:lnTo>
                    <a:pt x="71627" y="96520"/>
                  </a:lnTo>
                  <a:close/>
                </a:path>
                <a:path w="94614" h="441960">
                  <a:moveTo>
                    <a:pt x="76200" y="123190"/>
                  </a:moveTo>
                  <a:lnTo>
                    <a:pt x="74675" y="114300"/>
                  </a:lnTo>
                  <a:lnTo>
                    <a:pt x="74675" y="105410"/>
                  </a:lnTo>
                  <a:lnTo>
                    <a:pt x="71627" y="96520"/>
                  </a:lnTo>
                  <a:lnTo>
                    <a:pt x="82295" y="93980"/>
                  </a:lnTo>
                  <a:lnTo>
                    <a:pt x="85343" y="102870"/>
                  </a:lnTo>
                  <a:lnTo>
                    <a:pt x="85343" y="110490"/>
                  </a:lnTo>
                  <a:lnTo>
                    <a:pt x="88391" y="119380"/>
                  </a:lnTo>
                  <a:lnTo>
                    <a:pt x="76200" y="123190"/>
                  </a:lnTo>
                  <a:close/>
                </a:path>
                <a:path w="94614" h="441960">
                  <a:moveTo>
                    <a:pt x="76200" y="132080"/>
                  </a:moveTo>
                  <a:lnTo>
                    <a:pt x="76200" y="123190"/>
                  </a:lnTo>
                  <a:lnTo>
                    <a:pt x="88391" y="119380"/>
                  </a:lnTo>
                  <a:lnTo>
                    <a:pt x="88391" y="129540"/>
                  </a:lnTo>
                  <a:lnTo>
                    <a:pt x="76200" y="132080"/>
                  </a:lnTo>
                  <a:close/>
                </a:path>
                <a:path w="94614" h="441960">
                  <a:moveTo>
                    <a:pt x="79247" y="191770"/>
                  </a:moveTo>
                  <a:lnTo>
                    <a:pt x="79247" y="160020"/>
                  </a:lnTo>
                  <a:lnTo>
                    <a:pt x="76200" y="148590"/>
                  </a:lnTo>
                  <a:lnTo>
                    <a:pt x="76200" y="132080"/>
                  </a:lnTo>
                  <a:lnTo>
                    <a:pt x="88391" y="129540"/>
                  </a:lnTo>
                  <a:lnTo>
                    <a:pt x="88391" y="139700"/>
                  </a:lnTo>
                  <a:lnTo>
                    <a:pt x="91439" y="148590"/>
                  </a:lnTo>
                  <a:lnTo>
                    <a:pt x="91439" y="187960"/>
                  </a:lnTo>
                  <a:lnTo>
                    <a:pt x="79247" y="191770"/>
                  </a:lnTo>
                  <a:close/>
                </a:path>
                <a:path w="94614" h="441960">
                  <a:moveTo>
                    <a:pt x="91439" y="278130"/>
                  </a:moveTo>
                  <a:lnTo>
                    <a:pt x="85343" y="275590"/>
                  </a:lnTo>
                  <a:lnTo>
                    <a:pt x="79247" y="275590"/>
                  </a:lnTo>
                  <a:lnTo>
                    <a:pt x="79247" y="191770"/>
                  </a:lnTo>
                  <a:lnTo>
                    <a:pt x="91439" y="187960"/>
                  </a:lnTo>
                  <a:lnTo>
                    <a:pt x="91439" y="200660"/>
                  </a:lnTo>
                  <a:lnTo>
                    <a:pt x="94487" y="210820"/>
                  </a:lnTo>
                  <a:lnTo>
                    <a:pt x="94487" y="233680"/>
                  </a:lnTo>
                  <a:lnTo>
                    <a:pt x="91439" y="243840"/>
                  </a:lnTo>
                  <a:lnTo>
                    <a:pt x="91439" y="275590"/>
                  </a:lnTo>
                  <a:lnTo>
                    <a:pt x="85343" y="275590"/>
                  </a:lnTo>
                  <a:lnTo>
                    <a:pt x="91439" y="278130"/>
                  </a:lnTo>
                  <a:close/>
                </a:path>
                <a:path w="94614" h="441960">
                  <a:moveTo>
                    <a:pt x="91439" y="298450"/>
                  </a:moveTo>
                  <a:lnTo>
                    <a:pt x="85343" y="294640"/>
                  </a:lnTo>
                  <a:lnTo>
                    <a:pt x="76200" y="294640"/>
                  </a:lnTo>
                  <a:lnTo>
                    <a:pt x="79247" y="285750"/>
                  </a:lnTo>
                  <a:lnTo>
                    <a:pt x="79247" y="275590"/>
                  </a:lnTo>
                  <a:lnTo>
                    <a:pt x="91439" y="278130"/>
                  </a:lnTo>
                  <a:lnTo>
                    <a:pt x="91439" y="294640"/>
                  </a:lnTo>
                  <a:lnTo>
                    <a:pt x="85343" y="294640"/>
                  </a:lnTo>
                  <a:lnTo>
                    <a:pt x="91439" y="298450"/>
                  </a:lnTo>
                  <a:close/>
                </a:path>
                <a:path w="94614" h="441960">
                  <a:moveTo>
                    <a:pt x="88391" y="327660"/>
                  </a:moveTo>
                  <a:lnTo>
                    <a:pt x="82295" y="323850"/>
                  </a:lnTo>
                  <a:lnTo>
                    <a:pt x="76200" y="323850"/>
                  </a:lnTo>
                  <a:lnTo>
                    <a:pt x="76200" y="294640"/>
                  </a:lnTo>
                  <a:lnTo>
                    <a:pt x="91439" y="298450"/>
                  </a:lnTo>
                  <a:lnTo>
                    <a:pt x="88391" y="307340"/>
                  </a:lnTo>
                  <a:lnTo>
                    <a:pt x="88391" y="323850"/>
                  </a:lnTo>
                  <a:lnTo>
                    <a:pt x="82295" y="323850"/>
                  </a:lnTo>
                  <a:lnTo>
                    <a:pt x="88391" y="327660"/>
                  </a:lnTo>
                  <a:close/>
                </a:path>
                <a:path w="94614" h="441960">
                  <a:moveTo>
                    <a:pt x="39623" y="363220"/>
                  </a:moveTo>
                  <a:lnTo>
                    <a:pt x="33527" y="360680"/>
                  </a:lnTo>
                  <a:lnTo>
                    <a:pt x="27431" y="360680"/>
                  </a:lnTo>
                  <a:lnTo>
                    <a:pt x="27431" y="353060"/>
                  </a:lnTo>
                  <a:lnTo>
                    <a:pt x="30479" y="344170"/>
                  </a:lnTo>
                  <a:lnTo>
                    <a:pt x="30479" y="334010"/>
                  </a:lnTo>
                  <a:lnTo>
                    <a:pt x="33527" y="327660"/>
                  </a:lnTo>
                  <a:lnTo>
                    <a:pt x="33527" y="308610"/>
                  </a:lnTo>
                  <a:lnTo>
                    <a:pt x="45719" y="312420"/>
                  </a:lnTo>
                  <a:lnTo>
                    <a:pt x="45719" y="330200"/>
                  </a:lnTo>
                  <a:lnTo>
                    <a:pt x="42671" y="337820"/>
                  </a:lnTo>
                  <a:lnTo>
                    <a:pt x="42671" y="346710"/>
                  </a:lnTo>
                  <a:lnTo>
                    <a:pt x="40494" y="353060"/>
                  </a:lnTo>
                  <a:lnTo>
                    <a:pt x="33527" y="353060"/>
                  </a:lnTo>
                  <a:lnTo>
                    <a:pt x="39623" y="355600"/>
                  </a:lnTo>
                  <a:lnTo>
                    <a:pt x="39623" y="363220"/>
                  </a:lnTo>
                  <a:close/>
                </a:path>
                <a:path w="94614" h="441960">
                  <a:moveTo>
                    <a:pt x="85343" y="334010"/>
                  </a:moveTo>
                  <a:lnTo>
                    <a:pt x="79247" y="332740"/>
                  </a:lnTo>
                  <a:lnTo>
                    <a:pt x="74675" y="332740"/>
                  </a:lnTo>
                  <a:lnTo>
                    <a:pt x="76200" y="323850"/>
                  </a:lnTo>
                  <a:lnTo>
                    <a:pt x="88391" y="327660"/>
                  </a:lnTo>
                  <a:lnTo>
                    <a:pt x="85953" y="332740"/>
                  </a:lnTo>
                  <a:lnTo>
                    <a:pt x="79247" y="332740"/>
                  </a:lnTo>
                  <a:lnTo>
                    <a:pt x="85343" y="334010"/>
                  </a:lnTo>
                  <a:close/>
                </a:path>
                <a:path w="94614" h="441960">
                  <a:moveTo>
                    <a:pt x="85343" y="344170"/>
                  </a:moveTo>
                  <a:lnTo>
                    <a:pt x="79247" y="340360"/>
                  </a:lnTo>
                  <a:lnTo>
                    <a:pt x="74675" y="340360"/>
                  </a:lnTo>
                  <a:lnTo>
                    <a:pt x="74675" y="332740"/>
                  </a:lnTo>
                  <a:lnTo>
                    <a:pt x="85343" y="334010"/>
                  </a:lnTo>
                  <a:lnTo>
                    <a:pt x="85343" y="340360"/>
                  </a:lnTo>
                  <a:lnTo>
                    <a:pt x="79247" y="340360"/>
                  </a:lnTo>
                  <a:lnTo>
                    <a:pt x="85343" y="344170"/>
                  </a:lnTo>
                  <a:close/>
                </a:path>
                <a:path w="94614" h="441960">
                  <a:moveTo>
                    <a:pt x="82295" y="353060"/>
                  </a:moveTo>
                  <a:lnTo>
                    <a:pt x="76200" y="350520"/>
                  </a:lnTo>
                  <a:lnTo>
                    <a:pt x="71627" y="350520"/>
                  </a:lnTo>
                  <a:lnTo>
                    <a:pt x="74675" y="340360"/>
                  </a:lnTo>
                  <a:lnTo>
                    <a:pt x="85343" y="344170"/>
                  </a:lnTo>
                  <a:lnTo>
                    <a:pt x="83166" y="350520"/>
                  </a:lnTo>
                  <a:lnTo>
                    <a:pt x="76200" y="350520"/>
                  </a:lnTo>
                  <a:lnTo>
                    <a:pt x="82295" y="353060"/>
                  </a:lnTo>
                  <a:close/>
                </a:path>
                <a:path w="94614" h="441960">
                  <a:moveTo>
                    <a:pt x="82295" y="360680"/>
                  </a:moveTo>
                  <a:lnTo>
                    <a:pt x="76200" y="358140"/>
                  </a:lnTo>
                  <a:lnTo>
                    <a:pt x="71627" y="358140"/>
                  </a:lnTo>
                  <a:lnTo>
                    <a:pt x="71627" y="350520"/>
                  </a:lnTo>
                  <a:lnTo>
                    <a:pt x="82295" y="353060"/>
                  </a:lnTo>
                  <a:lnTo>
                    <a:pt x="82295" y="358140"/>
                  </a:lnTo>
                  <a:lnTo>
                    <a:pt x="76200" y="358140"/>
                  </a:lnTo>
                  <a:lnTo>
                    <a:pt x="82295" y="360680"/>
                  </a:lnTo>
                  <a:close/>
                </a:path>
                <a:path w="94614" h="441960">
                  <a:moveTo>
                    <a:pt x="39623" y="355600"/>
                  </a:moveTo>
                  <a:lnTo>
                    <a:pt x="33527" y="353060"/>
                  </a:lnTo>
                  <a:lnTo>
                    <a:pt x="40494" y="353060"/>
                  </a:lnTo>
                  <a:lnTo>
                    <a:pt x="39623" y="355600"/>
                  </a:lnTo>
                  <a:close/>
                </a:path>
                <a:path w="94614" h="441960">
                  <a:moveTo>
                    <a:pt x="71627" y="355600"/>
                  </a:moveTo>
                  <a:lnTo>
                    <a:pt x="39623" y="355600"/>
                  </a:lnTo>
                  <a:lnTo>
                    <a:pt x="40494" y="353060"/>
                  </a:lnTo>
                  <a:lnTo>
                    <a:pt x="71627" y="353060"/>
                  </a:lnTo>
                  <a:lnTo>
                    <a:pt x="71627" y="355600"/>
                  </a:lnTo>
                  <a:close/>
                </a:path>
                <a:path w="94614" h="441960">
                  <a:moveTo>
                    <a:pt x="79247" y="375920"/>
                  </a:moveTo>
                  <a:lnTo>
                    <a:pt x="68579" y="372110"/>
                  </a:lnTo>
                  <a:lnTo>
                    <a:pt x="68579" y="367030"/>
                  </a:lnTo>
                  <a:lnTo>
                    <a:pt x="71627" y="358140"/>
                  </a:lnTo>
                  <a:lnTo>
                    <a:pt x="82295" y="360680"/>
                  </a:lnTo>
                  <a:lnTo>
                    <a:pt x="82295" y="367030"/>
                  </a:lnTo>
                  <a:lnTo>
                    <a:pt x="79247" y="375920"/>
                  </a:lnTo>
                  <a:close/>
                </a:path>
                <a:path w="94614" h="441960">
                  <a:moveTo>
                    <a:pt x="30479" y="401320"/>
                  </a:moveTo>
                  <a:lnTo>
                    <a:pt x="19811" y="398780"/>
                  </a:lnTo>
                  <a:lnTo>
                    <a:pt x="19811" y="392430"/>
                  </a:lnTo>
                  <a:lnTo>
                    <a:pt x="22859" y="386080"/>
                  </a:lnTo>
                  <a:lnTo>
                    <a:pt x="22859" y="382270"/>
                  </a:lnTo>
                  <a:lnTo>
                    <a:pt x="25908" y="375920"/>
                  </a:lnTo>
                  <a:lnTo>
                    <a:pt x="25908" y="367030"/>
                  </a:lnTo>
                  <a:lnTo>
                    <a:pt x="27431" y="360680"/>
                  </a:lnTo>
                  <a:lnTo>
                    <a:pt x="39623" y="363220"/>
                  </a:lnTo>
                  <a:lnTo>
                    <a:pt x="36575" y="369570"/>
                  </a:lnTo>
                  <a:lnTo>
                    <a:pt x="36575" y="375920"/>
                  </a:lnTo>
                  <a:lnTo>
                    <a:pt x="30479" y="375920"/>
                  </a:lnTo>
                  <a:lnTo>
                    <a:pt x="36575" y="378460"/>
                  </a:lnTo>
                  <a:lnTo>
                    <a:pt x="33527" y="383540"/>
                  </a:lnTo>
                  <a:lnTo>
                    <a:pt x="33527" y="389890"/>
                  </a:lnTo>
                  <a:lnTo>
                    <a:pt x="30479" y="396240"/>
                  </a:lnTo>
                  <a:lnTo>
                    <a:pt x="30479" y="401320"/>
                  </a:lnTo>
                  <a:close/>
                </a:path>
                <a:path w="94614" h="441960">
                  <a:moveTo>
                    <a:pt x="76200" y="389890"/>
                  </a:moveTo>
                  <a:lnTo>
                    <a:pt x="71627" y="386080"/>
                  </a:lnTo>
                  <a:lnTo>
                    <a:pt x="65531" y="386080"/>
                  </a:lnTo>
                  <a:lnTo>
                    <a:pt x="65531" y="382270"/>
                  </a:lnTo>
                  <a:lnTo>
                    <a:pt x="68579" y="372110"/>
                  </a:lnTo>
                  <a:lnTo>
                    <a:pt x="79247" y="375920"/>
                  </a:lnTo>
                  <a:lnTo>
                    <a:pt x="76200" y="382270"/>
                  </a:lnTo>
                  <a:lnTo>
                    <a:pt x="76200" y="386080"/>
                  </a:lnTo>
                  <a:lnTo>
                    <a:pt x="71627" y="386080"/>
                  </a:lnTo>
                  <a:lnTo>
                    <a:pt x="76200" y="389890"/>
                  </a:lnTo>
                  <a:close/>
                </a:path>
                <a:path w="94614" h="441960">
                  <a:moveTo>
                    <a:pt x="36575" y="378460"/>
                  </a:moveTo>
                  <a:lnTo>
                    <a:pt x="30479" y="375920"/>
                  </a:lnTo>
                  <a:lnTo>
                    <a:pt x="36575" y="375920"/>
                  </a:lnTo>
                  <a:lnTo>
                    <a:pt x="36575" y="378460"/>
                  </a:lnTo>
                  <a:close/>
                </a:path>
                <a:path w="94614" h="441960">
                  <a:moveTo>
                    <a:pt x="66674" y="378460"/>
                  </a:moveTo>
                  <a:lnTo>
                    <a:pt x="36575" y="378460"/>
                  </a:lnTo>
                  <a:lnTo>
                    <a:pt x="36575" y="375920"/>
                  </a:lnTo>
                  <a:lnTo>
                    <a:pt x="67436" y="375920"/>
                  </a:lnTo>
                  <a:lnTo>
                    <a:pt x="66674" y="378460"/>
                  </a:lnTo>
                  <a:close/>
                </a:path>
                <a:path w="94614" h="441960">
                  <a:moveTo>
                    <a:pt x="74675" y="396240"/>
                  </a:moveTo>
                  <a:lnTo>
                    <a:pt x="62483" y="392430"/>
                  </a:lnTo>
                  <a:lnTo>
                    <a:pt x="65531" y="386080"/>
                  </a:lnTo>
                  <a:lnTo>
                    <a:pt x="76200" y="389890"/>
                  </a:lnTo>
                  <a:lnTo>
                    <a:pt x="74675" y="396240"/>
                  </a:lnTo>
                  <a:close/>
                </a:path>
                <a:path w="94614" h="441960">
                  <a:moveTo>
                    <a:pt x="74675" y="401320"/>
                  </a:moveTo>
                  <a:lnTo>
                    <a:pt x="62483" y="398780"/>
                  </a:lnTo>
                  <a:lnTo>
                    <a:pt x="62483" y="392430"/>
                  </a:lnTo>
                  <a:lnTo>
                    <a:pt x="74675" y="396240"/>
                  </a:lnTo>
                  <a:lnTo>
                    <a:pt x="74675" y="401320"/>
                  </a:lnTo>
                  <a:close/>
                </a:path>
                <a:path w="94614" h="441960">
                  <a:moveTo>
                    <a:pt x="16763" y="427990"/>
                  </a:moveTo>
                  <a:lnTo>
                    <a:pt x="7619" y="421640"/>
                  </a:lnTo>
                  <a:lnTo>
                    <a:pt x="7619" y="419100"/>
                  </a:lnTo>
                  <a:lnTo>
                    <a:pt x="13716" y="412750"/>
                  </a:lnTo>
                  <a:lnTo>
                    <a:pt x="13716" y="407670"/>
                  </a:lnTo>
                  <a:lnTo>
                    <a:pt x="16763" y="405130"/>
                  </a:lnTo>
                  <a:lnTo>
                    <a:pt x="19811" y="398780"/>
                  </a:lnTo>
                  <a:lnTo>
                    <a:pt x="27431" y="401320"/>
                  </a:lnTo>
                  <a:lnTo>
                    <a:pt x="27431" y="407670"/>
                  </a:lnTo>
                  <a:lnTo>
                    <a:pt x="25908" y="412750"/>
                  </a:lnTo>
                  <a:lnTo>
                    <a:pt x="24688" y="415290"/>
                  </a:lnTo>
                  <a:lnTo>
                    <a:pt x="19811" y="415290"/>
                  </a:lnTo>
                  <a:lnTo>
                    <a:pt x="22859" y="419100"/>
                  </a:lnTo>
                  <a:lnTo>
                    <a:pt x="22859" y="421640"/>
                  </a:lnTo>
                  <a:lnTo>
                    <a:pt x="16763" y="427990"/>
                  </a:lnTo>
                  <a:close/>
                </a:path>
                <a:path w="94614" h="441960">
                  <a:moveTo>
                    <a:pt x="71627" y="407670"/>
                  </a:moveTo>
                  <a:lnTo>
                    <a:pt x="59435" y="405130"/>
                  </a:lnTo>
                  <a:lnTo>
                    <a:pt x="62483" y="398780"/>
                  </a:lnTo>
                  <a:lnTo>
                    <a:pt x="74675" y="401320"/>
                  </a:lnTo>
                  <a:lnTo>
                    <a:pt x="71627" y="407670"/>
                  </a:lnTo>
                  <a:close/>
                </a:path>
                <a:path w="94614" h="441960">
                  <a:moveTo>
                    <a:pt x="68579" y="419100"/>
                  </a:moveTo>
                  <a:lnTo>
                    <a:pt x="56387" y="412750"/>
                  </a:lnTo>
                  <a:lnTo>
                    <a:pt x="59435" y="410210"/>
                  </a:lnTo>
                  <a:lnTo>
                    <a:pt x="56387" y="408940"/>
                  </a:lnTo>
                  <a:lnTo>
                    <a:pt x="59435" y="405130"/>
                  </a:lnTo>
                  <a:lnTo>
                    <a:pt x="71627" y="407670"/>
                  </a:lnTo>
                  <a:lnTo>
                    <a:pt x="70865" y="408940"/>
                  </a:lnTo>
                  <a:lnTo>
                    <a:pt x="62483" y="408940"/>
                  </a:lnTo>
                  <a:lnTo>
                    <a:pt x="68579" y="412750"/>
                  </a:lnTo>
                  <a:lnTo>
                    <a:pt x="68579" y="415290"/>
                  </a:lnTo>
                  <a:lnTo>
                    <a:pt x="62483" y="415290"/>
                  </a:lnTo>
                  <a:lnTo>
                    <a:pt x="68579" y="419100"/>
                  </a:lnTo>
                  <a:close/>
                </a:path>
                <a:path w="94614" h="441960">
                  <a:moveTo>
                    <a:pt x="68579" y="412750"/>
                  </a:moveTo>
                  <a:lnTo>
                    <a:pt x="62483" y="408940"/>
                  </a:lnTo>
                  <a:lnTo>
                    <a:pt x="70865" y="408940"/>
                  </a:lnTo>
                  <a:lnTo>
                    <a:pt x="68579" y="412750"/>
                  </a:lnTo>
                  <a:close/>
                </a:path>
                <a:path w="94614" h="441960">
                  <a:moveTo>
                    <a:pt x="65531" y="421640"/>
                  </a:moveTo>
                  <a:lnTo>
                    <a:pt x="53339" y="419100"/>
                  </a:lnTo>
                  <a:lnTo>
                    <a:pt x="56387" y="412750"/>
                  </a:lnTo>
                  <a:lnTo>
                    <a:pt x="68579" y="419100"/>
                  </a:lnTo>
                  <a:lnTo>
                    <a:pt x="65531" y="421640"/>
                  </a:lnTo>
                  <a:close/>
                </a:path>
                <a:path w="94614" h="441960">
                  <a:moveTo>
                    <a:pt x="22859" y="419100"/>
                  </a:moveTo>
                  <a:lnTo>
                    <a:pt x="19811" y="415290"/>
                  </a:lnTo>
                  <a:lnTo>
                    <a:pt x="24688" y="415290"/>
                  </a:lnTo>
                  <a:lnTo>
                    <a:pt x="22859" y="419100"/>
                  </a:lnTo>
                  <a:close/>
                </a:path>
                <a:path w="94614" h="441960">
                  <a:moveTo>
                    <a:pt x="53339" y="419100"/>
                  </a:moveTo>
                  <a:lnTo>
                    <a:pt x="22859" y="419100"/>
                  </a:lnTo>
                  <a:lnTo>
                    <a:pt x="24688" y="415290"/>
                  </a:lnTo>
                  <a:lnTo>
                    <a:pt x="55168" y="415290"/>
                  </a:lnTo>
                  <a:lnTo>
                    <a:pt x="53339" y="419100"/>
                  </a:lnTo>
                  <a:close/>
                </a:path>
                <a:path w="94614" h="441960">
                  <a:moveTo>
                    <a:pt x="68579" y="419100"/>
                  </a:moveTo>
                  <a:lnTo>
                    <a:pt x="62483" y="415290"/>
                  </a:lnTo>
                  <a:lnTo>
                    <a:pt x="68579" y="415290"/>
                  </a:lnTo>
                  <a:lnTo>
                    <a:pt x="68579" y="419100"/>
                  </a:lnTo>
                  <a:close/>
                </a:path>
                <a:path w="94614" h="441960">
                  <a:moveTo>
                    <a:pt x="62483" y="427990"/>
                  </a:moveTo>
                  <a:lnTo>
                    <a:pt x="53339" y="421640"/>
                  </a:lnTo>
                  <a:lnTo>
                    <a:pt x="53339" y="419100"/>
                  </a:lnTo>
                  <a:lnTo>
                    <a:pt x="65531" y="421640"/>
                  </a:lnTo>
                  <a:lnTo>
                    <a:pt x="62483" y="427990"/>
                  </a:lnTo>
                  <a:close/>
                </a:path>
                <a:path w="94614" h="441960">
                  <a:moveTo>
                    <a:pt x="48767" y="441960"/>
                  </a:moveTo>
                  <a:lnTo>
                    <a:pt x="42671" y="441960"/>
                  </a:lnTo>
                  <a:lnTo>
                    <a:pt x="0" y="438150"/>
                  </a:lnTo>
                  <a:lnTo>
                    <a:pt x="0" y="427990"/>
                  </a:lnTo>
                  <a:lnTo>
                    <a:pt x="3048" y="424179"/>
                  </a:lnTo>
                  <a:lnTo>
                    <a:pt x="4571" y="424179"/>
                  </a:lnTo>
                  <a:lnTo>
                    <a:pt x="4571" y="421640"/>
                  </a:lnTo>
                  <a:lnTo>
                    <a:pt x="6095" y="422910"/>
                  </a:lnTo>
                  <a:lnTo>
                    <a:pt x="9143" y="422910"/>
                  </a:lnTo>
                  <a:lnTo>
                    <a:pt x="15239" y="427990"/>
                  </a:lnTo>
                  <a:lnTo>
                    <a:pt x="16763" y="427990"/>
                  </a:lnTo>
                  <a:lnTo>
                    <a:pt x="42671" y="430530"/>
                  </a:lnTo>
                  <a:lnTo>
                    <a:pt x="45719" y="430530"/>
                  </a:lnTo>
                  <a:lnTo>
                    <a:pt x="47074" y="435610"/>
                  </a:lnTo>
                  <a:lnTo>
                    <a:pt x="45719" y="435610"/>
                  </a:lnTo>
                  <a:lnTo>
                    <a:pt x="48767" y="441960"/>
                  </a:lnTo>
                  <a:close/>
                </a:path>
                <a:path w="94614" h="441960">
                  <a:moveTo>
                    <a:pt x="9143" y="422910"/>
                  </a:moveTo>
                  <a:lnTo>
                    <a:pt x="6095" y="422910"/>
                  </a:lnTo>
                  <a:lnTo>
                    <a:pt x="7619" y="421640"/>
                  </a:lnTo>
                  <a:lnTo>
                    <a:pt x="9143" y="422910"/>
                  </a:lnTo>
                  <a:close/>
                </a:path>
                <a:path w="94614" h="441960">
                  <a:moveTo>
                    <a:pt x="62483" y="430530"/>
                  </a:moveTo>
                  <a:lnTo>
                    <a:pt x="51816" y="424179"/>
                  </a:lnTo>
                  <a:lnTo>
                    <a:pt x="53339" y="421640"/>
                  </a:lnTo>
                  <a:lnTo>
                    <a:pt x="56997" y="424179"/>
                  </a:lnTo>
                  <a:lnTo>
                    <a:pt x="56387" y="424179"/>
                  </a:lnTo>
                  <a:lnTo>
                    <a:pt x="62483" y="427990"/>
                  </a:lnTo>
                  <a:lnTo>
                    <a:pt x="62483" y="430530"/>
                  </a:lnTo>
                  <a:close/>
                </a:path>
                <a:path w="94614" h="441960">
                  <a:moveTo>
                    <a:pt x="16763" y="427990"/>
                  </a:moveTo>
                  <a:lnTo>
                    <a:pt x="15239" y="427990"/>
                  </a:lnTo>
                  <a:lnTo>
                    <a:pt x="10667" y="424179"/>
                  </a:lnTo>
                  <a:lnTo>
                    <a:pt x="16763" y="427990"/>
                  </a:lnTo>
                  <a:close/>
                </a:path>
                <a:path w="94614" h="441960">
                  <a:moveTo>
                    <a:pt x="59435" y="431800"/>
                  </a:moveTo>
                  <a:lnTo>
                    <a:pt x="48767" y="427990"/>
                  </a:lnTo>
                  <a:lnTo>
                    <a:pt x="51816" y="424179"/>
                  </a:lnTo>
                  <a:lnTo>
                    <a:pt x="59435" y="430530"/>
                  </a:lnTo>
                  <a:lnTo>
                    <a:pt x="59435" y="431800"/>
                  </a:lnTo>
                  <a:close/>
                </a:path>
                <a:path w="94614" h="441960">
                  <a:moveTo>
                    <a:pt x="62483" y="427990"/>
                  </a:moveTo>
                  <a:lnTo>
                    <a:pt x="56387" y="424179"/>
                  </a:lnTo>
                  <a:lnTo>
                    <a:pt x="56997" y="424179"/>
                  </a:lnTo>
                  <a:lnTo>
                    <a:pt x="62483" y="427990"/>
                  </a:lnTo>
                  <a:close/>
                </a:path>
                <a:path w="94614" h="441960">
                  <a:moveTo>
                    <a:pt x="53339" y="438150"/>
                  </a:moveTo>
                  <a:lnTo>
                    <a:pt x="45719" y="430530"/>
                  </a:lnTo>
                  <a:lnTo>
                    <a:pt x="48767" y="427990"/>
                  </a:lnTo>
                  <a:lnTo>
                    <a:pt x="55879" y="430530"/>
                  </a:lnTo>
                  <a:lnTo>
                    <a:pt x="53339" y="430530"/>
                  </a:lnTo>
                  <a:lnTo>
                    <a:pt x="59435" y="431800"/>
                  </a:lnTo>
                  <a:lnTo>
                    <a:pt x="51816" y="431800"/>
                  </a:lnTo>
                  <a:lnTo>
                    <a:pt x="56387" y="435610"/>
                  </a:lnTo>
                  <a:lnTo>
                    <a:pt x="51816" y="435610"/>
                  </a:lnTo>
                  <a:lnTo>
                    <a:pt x="53339" y="438150"/>
                  </a:lnTo>
                  <a:close/>
                </a:path>
                <a:path w="94614" h="441960">
                  <a:moveTo>
                    <a:pt x="62483" y="430530"/>
                  </a:moveTo>
                  <a:lnTo>
                    <a:pt x="59435" y="430530"/>
                  </a:lnTo>
                  <a:lnTo>
                    <a:pt x="56387" y="427990"/>
                  </a:lnTo>
                  <a:lnTo>
                    <a:pt x="62483" y="430530"/>
                  </a:lnTo>
                  <a:close/>
                </a:path>
                <a:path w="94614" h="441960">
                  <a:moveTo>
                    <a:pt x="48767" y="436245"/>
                  </a:moveTo>
                  <a:lnTo>
                    <a:pt x="45719" y="430530"/>
                  </a:lnTo>
                  <a:lnTo>
                    <a:pt x="50799" y="435610"/>
                  </a:lnTo>
                  <a:lnTo>
                    <a:pt x="48767" y="435610"/>
                  </a:lnTo>
                  <a:lnTo>
                    <a:pt x="48767" y="436245"/>
                  </a:lnTo>
                  <a:close/>
                </a:path>
                <a:path w="94614" h="441960">
                  <a:moveTo>
                    <a:pt x="59435" y="431800"/>
                  </a:moveTo>
                  <a:lnTo>
                    <a:pt x="53339" y="430530"/>
                  </a:lnTo>
                  <a:lnTo>
                    <a:pt x="55879" y="430530"/>
                  </a:lnTo>
                  <a:lnTo>
                    <a:pt x="59435" y="431800"/>
                  </a:lnTo>
                  <a:close/>
                </a:path>
                <a:path w="94614" h="441960">
                  <a:moveTo>
                    <a:pt x="56387" y="435610"/>
                  </a:moveTo>
                  <a:lnTo>
                    <a:pt x="51816" y="431800"/>
                  </a:lnTo>
                  <a:lnTo>
                    <a:pt x="59435" y="431800"/>
                  </a:lnTo>
                  <a:lnTo>
                    <a:pt x="56387" y="435610"/>
                  </a:lnTo>
                  <a:close/>
                </a:path>
                <a:path w="94614" h="441960">
                  <a:moveTo>
                    <a:pt x="48767" y="441960"/>
                  </a:moveTo>
                  <a:lnTo>
                    <a:pt x="45719" y="435610"/>
                  </a:lnTo>
                  <a:lnTo>
                    <a:pt x="47074" y="435610"/>
                  </a:lnTo>
                  <a:lnTo>
                    <a:pt x="48767" y="441960"/>
                  </a:lnTo>
                  <a:close/>
                </a:path>
                <a:path w="94614" h="441960">
                  <a:moveTo>
                    <a:pt x="51816" y="441960"/>
                  </a:moveTo>
                  <a:lnTo>
                    <a:pt x="48767" y="436245"/>
                  </a:lnTo>
                  <a:lnTo>
                    <a:pt x="48767" y="435610"/>
                  </a:lnTo>
                  <a:lnTo>
                    <a:pt x="51816" y="441960"/>
                  </a:lnTo>
                  <a:close/>
                </a:path>
                <a:path w="94614" h="441960">
                  <a:moveTo>
                    <a:pt x="51816" y="441960"/>
                  </a:moveTo>
                  <a:lnTo>
                    <a:pt x="48767" y="435610"/>
                  </a:lnTo>
                  <a:lnTo>
                    <a:pt x="50799" y="435610"/>
                  </a:lnTo>
                  <a:lnTo>
                    <a:pt x="53339" y="438150"/>
                  </a:lnTo>
                  <a:lnTo>
                    <a:pt x="51816" y="441960"/>
                  </a:lnTo>
                  <a:close/>
                </a:path>
                <a:path w="94614" h="441960">
                  <a:moveTo>
                    <a:pt x="51816" y="441960"/>
                  </a:moveTo>
                  <a:lnTo>
                    <a:pt x="48767" y="441960"/>
                  </a:lnTo>
                  <a:lnTo>
                    <a:pt x="48767" y="436245"/>
                  </a:lnTo>
                  <a:lnTo>
                    <a:pt x="51816" y="44196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367783" y="1551431"/>
              <a:ext cx="90170" cy="429895"/>
            </a:xfrm>
            <a:custGeom>
              <a:avLst/>
              <a:gdLst/>
              <a:ahLst/>
              <a:cxnLst/>
              <a:rect l="l" t="t" r="r" b="b"/>
              <a:pathLst>
                <a:path w="90170" h="429894">
                  <a:moveTo>
                    <a:pt x="47244" y="429767"/>
                  </a:moveTo>
                  <a:lnTo>
                    <a:pt x="21336" y="393191"/>
                  </a:lnTo>
                  <a:lnTo>
                    <a:pt x="9144" y="335279"/>
                  </a:lnTo>
                  <a:lnTo>
                    <a:pt x="0" y="214883"/>
                  </a:lnTo>
                  <a:lnTo>
                    <a:pt x="3048" y="172211"/>
                  </a:lnTo>
                  <a:lnTo>
                    <a:pt x="9144" y="94487"/>
                  </a:lnTo>
                  <a:lnTo>
                    <a:pt x="21336" y="36576"/>
                  </a:lnTo>
                  <a:lnTo>
                    <a:pt x="38100" y="6095"/>
                  </a:lnTo>
                  <a:lnTo>
                    <a:pt x="41148" y="3047"/>
                  </a:lnTo>
                  <a:lnTo>
                    <a:pt x="47244" y="0"/>
                  </a:lnTo>
                  <a:lnTo>
                    <a:pt x="48768" y="3047"/>
                  </a:lnTo>
                  <a:lnTo>
                    <a:pt x="54864" y="6095"/>
                  </a:lnTo>
                  <a:lnTo>
                    <a:pt x="57912" y="10667"/>
                  </a:lnTo>
                  <a:lnTo>
                    <a:pt x="64008" y="16763"/>
                  </a:lnTo>
                  <a:lnTo>
                    <a:pt x="70104" y="36576"/>
                  </a:lnTo>
                  <a:lnTo>
                    <a:pt x="74676" y="62483"/>
                  </a:lnTo>
                  <a:lnTo>
                    <a:pt x="80772" y="94487"/>
                  </a:lnTo>
                  <a:lnTo>
                    <a:pt x="86868" y="132587"/>
                  </a:lnTo>
                  <a:lnTo>
                    <a:pt x="89916" y="172211"/>
                  </a:lnTo>
                  <a:lnTo>
                    <a:pt x="89916" y="257555"/>
                  </a:lnTo>
                  <a:lnTo>
                    <a:pt x="86868" y="298703"/>
                  </a:lnTo>
                  <a:lnTo>
                    <a:pt x="80772" y="335279"/>
                  </a:lnTo>
                  <a:lnTo>
                    <a:pt x="74676" y="367283"/>
                  </a:lnTo>
                  <a:lnTo>
                    <a:pt x="70104" y="393191"/>
                  </a:lnTo>
                  <a:lnTo>
                    <a:pt x="64008" y="413003"/>
                  </a:lnTo>
                  <a:lnTo>
                    <a:pt x="57912" y="419099"/>
                  </a:lnTo>
                  <a:lnTo>
                    <a:pt x="54864" y="425195"/>
                  </a:lnTo>
                  <a:lnTo>
                    <a:pt x="48768" y="428243"/>
                  </a:lnTo>
                  <a:lnTo>
                    <a:pt x="47244" y="429767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363212" y="1545336"/>
              <a:ext cx="100965" cy="441959"/>
            </a:xfrm>
            <a:custGeom>
              <a:avLst/>
              <a:gdLst/>
              <a:ahLst/>
              <a:cxnLst/>
              <a:rect l="l" t="t" r="r" b="b"/>
              <a:pathLst>
                <a:path w="100964" h="441960">
                  <a:moveTo>
                    <a:pt x="51816" y="441960"/>
                  </a:moveTo>
                  <a:lnTo>
                    <a:pt x="19812" y="402336"/>
                  </a:lnTo>
                  <a:lnTo>
                    <a:pt x="7620" y="341376"/>
                  </a:lnTo>
                  <a:lnTo>
                    <a:pt x="3048" y="304800"/>
                  </a:lnTo>
                  <a:lnTo>
                    <a:pt x="3048" y="263652"/>
                  </a:lnTo>
                  <a:lnTo>
                    <a:pt x="0" y="220980"/>
                  </a:lnTo>
                  <a:lnTo>
                    <a:pt x="3048" y="178308"/>
                  </a:lnTo>
                  <a:lnTo>
                    <a:pt x="3048" y="138684"/>
                  </a:lnTo>
                  <a:lnTo>
                    <a:pt x="7620" y="100584"/>
                  </a:lnTo>
                  <a:lnTo>
                    <a:pt x="19812" y="39624"/>
                  </a:lnTo>
                  <a:lnTo>
                    <a:pt x="39624" y="6096"/>
                  </a:lnTo>
                  <a:lnTo>
                    <a:pt x="51816" y="0"/>
                  </a:lnTo>
                  <a:lnTo>
                    <a:pt x="56388" y="3048"/>
                  </a:lnTo>
                  <a:lnTo>
                    <a:pt x="65532" y="12192"/>
                  </a:lnTo>
                  <a:lnTo>
                    <a:pt x="66751" y="13716"/>
                  </a:lnTo>
                  <a:lnTo>
                    <a:pt x="51816" y="13716"/>
                  </a:lnTo>
                  <a:lnTo>
                    <a:pt x="42672" y="16764"/>
                  </a:lnTo>
                  <a:lnTo>
                    <a:pt x="36576" y="28956"/>
                  </a:lnTo>
                  <a:lnTo>
                    <a:pt x="30480" y="45720"/>
                  </a:lnTo>
                  <a:lnTo>
                    <a:pt x="25908" y="71628"/>
                  </a:lnTo>
                  <a:lnTo>
                    <a:pt x="19812" y="103632"/>
                  </a:lnTo>
                  <a:lnTo>
                    <a:pt x="16764" y="138684"/>
                  </a:lnTo>
                  <a:lnTo>
                    <a:pt x="13716" y="178308"/>
                  </a:lnTo>
                  <a:lnTo>
                    <a:pt x="10668" y="220980"/>
                  </a:lnTo>
                  <a:lnTo>
                    <a:pt x="13716" y="263652"/>
                  </a:lnTo>
                  <a:lnTo>
                    <a:pt x="16764" y="304800"/>
                  </a:lnTo>
                  <a:lnTo>
                    <a:pt x="19812" y="338328"/>
                  </a:lnTo>
                  <a:lnTo>
                    <a:pt x="25908" y="370332"/>
                  </a:lnTo>
                  <a:lnTo>
                    <a:pt x="30480" y="396240"/>
                  </a:lnTo>
                  <a:lnTo>
                    <a:pt x="36576" y="413004"/>
                  </a:lnTo>
                  <a:lnTo>
                    <a:pt x="42672" y="425196"/>
                  </a:lnTo>
                  <a:lnTo>
                    <a:pt x="51816" y="428244"/>
                  </a:lnTo>
                  <a:lnTo>
                    <a:pt x="67564" y="428244"/>
                  </a:lnTo>
                  <a:lnTo>
                    <a:pt x="65532" y="431292"/>
                  </a:lnTo>
                  <a:lnTo>
                    <a:pt x="59436" y="435864"/>
                  </a:lnTo>
                  <a:lnTo>
                    <a:pt x="56388" y="438912"/>
                  </a:lnTo>
                  <a:lnTo>
                    <a:pt x="51816" y="441960"/>
                  </a:lnTo>
                  <a:close/>
                </a:path>
                <a:path w="100964" h="441960">
                  <a:moveTo>
                    <a:pt x="74676" y="71628"/>
                  </a:moveTo>
                  <a:lnTo>
                    <a:pt x="68580" y="45720"/>
                  </a:lnTo>
                  <a:lnTo>
                    <a:pt x="62484" y="28956"/>
                  </a:lnTo>
                  <a:lnTo>
                    <a:pt x="56388" y="16764"/>
                  </a:lnTo>
                  <a:lnTo>
                    <a:pt x="51816" y="13716"/>
                  </a:lnTo>
                  <a:lnTo>
                    <a:pt x="66751" y="13716"/>
                  </a:lnTo>
                  <a:lnTo>
                    <a:pt x="71628" y="19812"/>
                  </a:lnTo>
                  <a:lnTo>
                    <a:pt x="79248" y="39624"/>
                  </a:lnTo>
                  <a:lnTo>
                    <a:pt x="85344" y="68580"/>
                  </a:lnTo>
                  <a:lnTo>
                    <a:pt x="74676" y="71628"/>
                  </a:lnTo>
                  <a:close/>
                </a:path>
                <a:path w="100964" h="441960">
                  <a:moveTo>
                    <a:pt x="85344" y="373380"/>
                  </a:moveTo>
                  <a:lnTo>
                    <a:pt x="74676" y="370332"/>
                  </a:lnTo>
                  <a:lnTo>
                    <a:pt x="79248" y="338328"/>
                  </a:lnTo>
                  <a:lnTo>
                    <a:pt x="85344" y="304800"/>
                  </a:lnTo>
                  <a:lnTo>
                    <a:pt x="85344" y="263652"/>
                  </a:lnTo>
                  <a:lnTo>
                    <a:pt x="88392" y="220980"/>
                  </a:lnTo>
                  <a:lnTo>
                    <a:pt x="85344" y="178308"/>
                  </a:lnTo>
                  <a:lnTo>
                    <a:pt x="85344" y="138684"/>
                  </a:lnTo>
                  <a:lnTo>
                    <a:pt x="79248" y="103632"/>
                  </a:lnTo>
                  <a:lnTo>
                    <a:pt x="74676" y="71628"/>
                  </a:lnTo>
                  <a:lnTo>
                    <a:pt x="85344" y="68580"/>
                  </a:lnTo>
                  <a:lnTo>
                    <a:pt x="91440" y="100584"/>
                  </a:lnTo>
                  <a:lnTo>
                    <a:pt x="97536" y="138684"/>
                  </a:lnTo>
                  <a:lnTo>
                    <a:pt x="100584" y="178308"/>
                  </a:lnTo>
                  <a:lnTo>
                    <a:pt x="100584" y="263652"/>
                  </a:lnTo>
                  <a:lnTo>
                    <a:pt x="97536" y="304800"/>
                  </a:lnTo>
                  <a:lnTo>
                    <a:pt x="91440" y="341376"/>
                  </a:lnTo>
                  <a:lnTo>
                    <a:pt x="85344" y="373380"/>
                  </a:lnTo>
                  <a:close/>
                </a:path>
                <a:path w="100964" h="441960">
                  <a:moveTo>
                    <a:pt x="67564" y="428244"/>
                  </a:moveTo>
                  <a:lnTo>
                    <a:pt x="51816" y="428244"/>
                  </a:lnTo>
                  <a:lnTo>
                    <a:pt x="56388" y="425196"/>
                  </a:lnTo>
                  <a:lnTo>
                    <a:pt x="62484" y="413004"/>
                  </a:lnTo>
                  <a:lnTo>
                    <a:pt x="68580" y="396240"/>
                  </a:lnTo>
                  <a:lnTo>
                    <a:pt x="74676" y="370332"/>
                  </a:lnTo>
                  <a:lnTo>
                    <a:pt x="85344" y="373380"/>
                  </a:lnTo>
                  <a:lnTo>
                    <a:pt x="79248" y="402336"/>
                  </a:lnTo>
                  <a:lnTo>
                    <a:pt x="71628" y="422148"/>
                  </a:lnTo>
                  <a:lnTo>
                    <a:pt x="67564" y="42824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053840" y="1519427"/>
              <a:ext cx="375285" cy="367665"/>
            </a:xfrm>
            <a:custGeom>
              <a:avLst/>
              <a:gdLst/>
              <a:ahLst/>
              <a:cxnLst/>
              <a:rect l="l" t="t" r="r" b="b"/>
              <a:pathLst>
                <a:path w="375285" h="367664">
                  <a:moveTo>
                    <a:pt x="217932" y="367284"/>
                  </a:moveTo>
                  <a:lnTo>
                    <a:pt x="193548" y="367284"/>
                  </a:lnTo>
                  <a:lnTo>
                    <a:pt x="170688" y="367284"/>
                  </a:lnTo>
                  <a:lnTo>
                    <a:pt x="147828" y="364236"/>
                  </a:lnTo>
                  <a:lnTo>
                    <a:pt x="128016" y="359664"/>
                  </a:lnTo>
                  <a:lnTo>
                    <a:pt x="108204" y="353568"/>
                  </a:lnTo>
                  <a:lnTo>
                    <a:pt x="91440" y="344424"/>
                  </a:lnTo>
                  <a:lnTo>
                    <a:pt x="74676" y="336804"/>
                  </a:lnTo>
                  <a:lnTo>
                    <a:pt x="59436" y="324612"/>
                  </a:lnTo>
                  <a:lnTo>
                    <a:pt x="45720" y="313944"/>
                  </a:lnTo>
                  <a:lnTo>
                    <a:pt x="0" y="313944"/>
                  </a:lnTo>
                  <a:lnTo>
                    <a:pt x="0" y="161544"/>
                  </a:lnTo>
                  <a:lnTo>
                    <a:pt x="62484" y="161544"/>
                  </a:lnTo>
                  <a:lnTo>
                    <a:pt x="71628" y="152400"/>
                  </a:lnTo>
                  <a:lnTo>
                    <a:pt x="82296" y="146303"/>
                  </a:lnTo>
                  <a:lnTo>
                    <a:pt x="82296" y="109727"/>
                  </a:lnTo>
                  <a:lnTo>
                    <a:pt x="71628" y="109727"/>
                  </a:lnTo>
                  <a:lnTo>
                    <a:pt x="71628" y="51816"/>
                  </a:lnTo>
                  <a:lnTo>
                    <a:pt x="105156" y="51816"/>
                  </a:lnTo>
                  <a:lnTo>
                    <a:pt x="105156" y="28956"/>
                  </a:lnTo>
                  <a:lnTo>
                    <a:pt x="120396" y="28956"/>
                  </a:lnTo>
                  <a:lnTo>
                    <a:pt x="120396" y="0"/>
                  </a:lnTo>
                  <a:lnTo>
                    <a:pt x="248412" y="0"/>
                  </a:lnTo>
                  <a:lnTo>
                    <a:pt x="248412" y="28956"/>
                  </a:lnTo>
                  <a:lnTo>
                    <a:pt x="263652" y="28956"/>
                  </a:lnTo>
                  <a:lnTo>
                    <a:pt x="263652" y="51816"/>
                  </a:lnTo>
                  <a:lnTo>
                    <a:pt x="297180" y="51816"/>
                  </a:lnTo>
                  <a:lnTo>
                    <a:pt x="297180" y="109727"/>
                  </a:lnTo>
                  <a:lnTo>
                    <a:pt x="286512" y="109727"/>
                  </a:lnTo>
                  <a:lnTo>
                    <a:pt x="286512" y="138684"/>
                  </a:lnTo>
                  <a:lnTo>
                    <a:pt x="309372" y="149352"/>
                  </a:lnTo>
                  <a:lnTo>
                    <a:pt x="326136" y="161544"/>
                  </a:lnTo>
                  <a:lnTo>
                    <a:pt x="365760" y="161544"/>
                  </a:lnTo>
                  <a:lnTo>
                    <a:pt x="371855" y="198120"/>
                  </a:lnTo>
                  <a:lnTo>
                    <a:pt x="374904" y="239268"/>
                  </a:lnTo>
                  <a:lnTo>
                    <a:pt x="371855" y="275844"/>
                  </a:lnTo>
                  <a:lnTo>
                    <a:pt x="365760" y="313944"/>
                  </a:lnTo>
                  <a:lnTo>
                    <a:pt x="342900" y="313944"/>
                  </a:lnTo>
                  <a:lnTo>
                    <a:pt x="329184" y="324612"/>
                  </a:lnTo>
                  <a:lnTo>
                    <a:pt x="313944" y="336804"/>
                  </a:lnTo>
                  <a:lnTo>
                    <a:pt x="297180" y="344424"/>
                  </a:lnTo>
                  <a:lnTo>
                    <a:pt x="280416" y="353568"/>
                  </a:lnTo>
                  <a:lnTo>
                    <a:pt x="260604" y="359664"/>
                  </a:lnTo>
                  <a:lnTo>
                    <a:pt x="237744" y="364236"/>
                  </a:lnTo>
                  <a:lnTo>
                    <a:pt x="217932" y="367284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044695" y="1513331"/>
              <a:ext cx="390525" cy="379730"/>
            </a:xfrm>
            <a:custGeom>
              <a:avLst/>
              <a:gdLst/>
              <a:ahLst/>
              <a:cxnLst/>
              <a:rect l="l" t="t" r="r" b="b"/>
              <a:pathLst>
                <a:path w="390525" h="379730">
                  <a:moveTo>
                    <a:pt x="134111" y="41148"/>
                  </a:moveTo>
                  <a:lnTo>
                    <a:pt x="129539" y="41148"/>
                  </a:lnTo>
                  <a:lnTo>
                    <a:pt x="129539" y="35052"/>
                  </a:lnTo>
                  <a:lnTo>
                    <a:pt x="114299" y="35052"/>
                  </a:lnTo>
                  <a:lnTo>
                    <a:pt x="114299" y="28956"/>
                  </a:lnTo>
                  <a:lnTo>
                    <a:pt x="123443" y="28956"/>
                  </a:lnTo>
                  <a:lnTo>
                    <a:pt x="123443" y="0"/>
                  </a:lnTo>
                  <a:lnTo>
                    <a:pt x="129539" y="0"/>
                  </a:lnTo>
                  <a:lnTo>
                    <a:pt x="129539" y="6095"/>
                  </a:lnTo>
                  <a:lnTo>
                    <a:pt x="263651" y="6095"/>
                  </a:lnTo>
                  <a:lnTo>
                    <a:pt x="263651" y="12191"/>
                  </a:lnTo>
                  <a:lnTo>
                    <a:pt x="134111" y="12191"/>
                  </a:lnTo>
                  <a:lnTo>
                    <a:pt x="134111" y="41148"/>
                  </a:lnTo>
                  <a:close/>
                </a:path>
                <a:path w="390525" h="379730">
                  <a:moveTo>
                    <a:pt x="257555" y="6095"/>
                  </a:moveTo>
                  <a:lnTo>
                    <a:pt x="129539" y="6095"/>
                  </a:lnTo>
                  <a:lnTo>
                    <a:pt x="129539" y="0"/>
                  </a:lnTo>
                  <a:lnTo>
                    <a:pt x="257555" y="0"/>
                  </a:lnTo>
                  <a:lnTo>
                    <a:pt x="257555" y="6095"/>
                  </a:lnTo>
                  <a:close/>
                </a:path>
                <a:path w="390525" h="379730">
                  <a:moveTo>
                    <a:pt x="263651" y="6095"/>
                  </a:moveTo>
                  <a:lnTo>
                    <a:pt x="257555" y="6095"/>
                  </a:lnTo>
                  <a:lnTo>
                    <a:pt x="257555" y="0"/>
                  </a:lnTo>
                  <a:lnTo>
                    <a:pt x="263651" y="0"/>
                  </a:lnTo>
                  <a:lnTo>
                    <a:pt x="263651" y="6095"/>
                  </a:lnTo>
                  <a:close/>
                </a:path>
                <a:path w="390525" h="379730">
                  <a:moveTo>
                    <a:pt x="257555" y="41148"/>
                  </a:moveTo>
                  <a:lnTo>
                    <a:pt x="251459" y="41148"/>
                  </a:lnTo>
                  <a:lnTo>
                    <a:pt x="251459" y="12191"/>
                  </a:lnTo>
                  <a:lnTo>
                    <a:pt x="263651" y="12191"/>
                  </a:lnTo>
                  <a:lnTo>
                    <a:pt x="263651" y="28956"/>
                  </a:lnTo>
                  <a:lnTo>
                    <a:pt x="272795" y="28956"/>
                  </a:lnTo>
                  <a:lnTo>
                    <a:pt x="272795" y="35052"/>
                  </a:lnTo>
                  <a:lnTo>
                    <a:pt x="257555" y="35052"/>
                  </a:lnTo>
                  <a:lnTo>
                    <a:pt x="257555" y="41148"/>
                  </a:lnTo>
                  <a:close/>
                </a:path>
                <a:path w="390525" h="379730">
                  <a:moveTo>
                    <a:pt x="120395" y="64008"/>
                  </a:moveTo>
                  <a:lnTo>
                    <a:pt x="114299" y="64008"/>
                  </a:lnTo>
                  <a:lnTo>
                    <a:pt x="114299" y="57912"/>
                  </a:lnTo>
                  <a:lnTo>
                    <a:pt x="80771" y="57912"/>
                  </a:lnTo>
                  <a:lnTo>
                    <a:pt x="80771" y="51815"/>
                  </a:lnTo>
                  <a:lnTo>
                    <a:pt x="108203" y="51815"/>
                  </a:lnTo>
                  <a:lnTo>
                    <a:pt x="108203" y="28956"/>
                  </a:lnTo>
                  <a:lnTo>
                    <a:pt x="114299" y="28956"/>
                  </a:lnTo>
                  <a:lnTo>
                    <a:pt x="114299" y="35052"/>
                  </a:lnTo>
                  <a:lnTo>
                    <a:pt x="129539" y="35052"/>
                  </a:lnTo>
                  <a:lnTo>
                    <a:pt x="129539" y="41148"/>
                  </a:lnTo>
                  <a:lnTo>
                    <a:pt x="120395" y="41148"/>
                  </a:lnTo>
                  <a:lnTo>
                    <a:pt x="120395" y="64008"/>
                  </a:lnTo>
                  <a:close/>
                </a:path>
                <a:path w="390525" h="379730">
                  <a:moveTo>
                    <a:pt x="272795" y="64008"/>
                  </a:moveTo>
                  <a:lnTo>
                    <a:pt x="266699" y="64008"/>
                  </a:lnTo>
                  <a:lnTo>
                    <a:pt x="266699" y="41148"/>
                  </a:lnTo>
                  <a:lnTo>
                    <a:pt x="257555" y="41148"/>
                  </a:lnTo>
                  <a:lnTo>
                    <a:pt x="257555" y="35052"/>
                  </a:lnTo>
                  <a:lnTo>
                    <a:pt x="272795" y="35052"/>
                  </a:lnTo>
                  <a:lnTo>
                    <a:pt x="272795" y="28956"/>
                  </a:lnTo>
                  <a:lnTo>
                    <a:pt x="277367" y="28956"/>
                  </a:lnTo>
                  <a:lnTo>
                    <a:pt x="277367" y="51815"/>
                  </a:lnTo>
                  <a:lnTo>
                    <a:pt x="306323" y="51815"/>
                  </a:lnTo>
                  <a:lnTo>
                    <a:pt x="306323" y="57912"/>
                  </a:lnTo>
                  <a:lnTo>
                    <a:pt x="272795" y="57912"/>
                  </a:lnTo>
                  <a:lnTo>
                    <a:pt x="272795" y="64008"/>
                  </a:lnTo>
                  <a:close/>
                </a:path>
                <a:path w="390525" h="379730">
                  <a:moveTo>
                    <a:pt x="85343" y="164592"/>
                  </a:moveTo>
                  <a:lnTo>
                    <a:pt x="77723" y="164592"/>
                  </a:lnTo>
                  <a:lnTo>
                    <a:pt x="74675" y="158495"/>
                  </a:lnTo>
                  <a:lnTo>
                    <a:pt x="80771" y="152400"/>
                  </a:lnTo>
                  <a:lnTo>
                    <a:pt x="85343" y="149352"/>
                  </a:lnTo>
                  <a:lnTo>
                    <a:pt x="85343" y="120395"/>
                  </a:lnTo>
                  <a:lnTo>
                    <a:pt x="74675" y="120395"/>
                  </a:lnTo>
                  <a:lnTo>
                    <a:pt x="74675" y="51815"/>
                  </a:lnTo>
                  <a:lnTo>
                    <a:pt x="80771" y="51815"/>
                  </a:lnTo>
                  <a:lnTo>
                    <a:pt x="80771" y="57912"/>
                  </a:lnTo>
                  <a:lnTo>
                    <a:pt x="114299" y="57912"/>
                  </a:lnTo>
                  <a:lnTo>
                    <a:pt x="114299" y="64008"/>
                  </a:lnTo>
                  <a:lnTo>
                    <a:pt x="85343" y="64008"/>
                  </a:lnTo>
                  <a:lnTo>
                    <a:pt x="85343" y="109728"/>
                  </a:lnTo>
                  <a:lnTo>
                    <a:pt x="97535" y="109728"/>
                  </a:lnTo>
                  <a:lnTo>
                    <a:pt x="97535" y="158495"/>
                  </a:lnTo>
                  <a:lnTo>
                    <a:pt x="94487" y="158495"/>
                  </a:lnTo>
                  <a:lnTo>
                    <a:pt x="85343" y="164592"/>
                  </a:lnTo>
                  <a:close/>
                </a:path>
                <a:path w="390525" h="379730">
                  <a:moveTo>
                    <a:pt x="295655" y="149352"/>
                  </a:moveTo>
                  <a:lnTo>
                    <a:pt x="289559" y="149352"/>
                  </a:lnTo>
                  <a:lnTo>
                    <a:pt x="289559" y="109728"/>
                  </a:lnTo>
                  <a:lnTo>
                    <a:pt x="300227" y="109728"/>
                  </a:lnTo>
                  <a:lnTo>
                    <a:pt x="300227" y="64008"/>
                  </a:lnTo>
                  <a:lnTo>
                    <a:pt x="272795" y="64008"/>
                  </a:lnTo>
                  <a:lnTo>
                    <a:pt x="272795" y="57912"/>
                  </a:lnTo>
                  <a:lnTo>
                    <a:pt x="306323" y="57912"/>
                  </a:lnTo>
                  <a:lnTo>
                    <a:pt x="306323" y="51815"/>
                  </a:lnTo>
                  <a:lnTo>
                    <a:pt x="312419" y="51815"/>
                  </a:lnTo>
                  <a:lnTo>
                    <a:pt x="312419" y="120395"/>
                  </a:lnTo>
                  <a:lnTo>
                    <a:pt x="300227" y="120395"/>
                  </a:lnTo>
                  <a:lnTo>
                    <a:pt x="300227" y="141732"/>
                  </a:lnTo>
                  <a:lnTo>
                    <a:pt x="303275" y="141732"/>
                  </a:lnTo>
                  <a:lnTo>
                    <a:pt x="302405" y="144780"/>
                  </a:lnTo>
                  <a:lnTo>
                    <a:pt x="295655" y="144780"/>
                  </a:lnTo>
                  <a:lnTo>
                    <a:pt x="295655" y="149352"/>
                  </a:lnTo>
                  <a:close/>
                </a:path>
                <a:path w="390525" h="379730">
                  <a:moveTo>
                    <a:pt x="306323" y="155448"/>
                  </a:moveTo>
                  <a:lnTo>
                    <a:pt x="303275" y="155448"/>
                  </a:lnTo>
                  <a:lnTo>
                    <a:pt x="300227" y="152400"/>
                  </a:lnTo>
                  <a:lnTo>
                    <a:pt x="303275" y="141732"/>
                  </a:lnTo>
                  <a:lnTo>
                    <a:pt x="306323" y="144780"/>
                  </a:lnTo>
                  <a:lnTo>
                    <a:pt x="309371" y="144780"/>
                  </a:lnTo>
                  <a:lnTo>
                    <a:pt x="306323" y="155448"/>
                  </a:lnTo>
                  <a:close/>
                </a:path>
                <a:path w="390525" h="379730">
                  <a:moveTo>
                    <a:pt x="300227" y="152400"/>
                  </a:moveTo>
                  <a:lnTo>
                    <a:pt x="298703" y="152400"/>
                  </a:lnTo>
                  <a:lnTo>
                    <a:pt x="295655" y="149352"/>
                  </a:lnTo>
                  <a:lnTo>
                    <a:pt x="297179" y="144780"/>
                  </a:lnTo>
                  <a:lnTo>
                    <a:pt x="302405" y="144780"/>
                  </a:lnTo>
                  <a:lnTo>
                    <a:pt x="300227" y="152400"/>
                  </a:lnTo>
                  <a:close/>
                </a:path>
                <a:path w="390525" h="379730">
                  <a:moveTo>
                    <a:pt x="332232" y="172212"/>
                  </a:moveTo>
                  <a:lnTo>
                    <a:pt x="318515" y="164592"/>
                  </a:lnTo>
                  <a:lnTo>
                    <a:pt x="306323" y="155448"/>
                  </a:lnTo>
                  <a:lnTo>
                    <a:pt x="309371" y="144780"/>
                  </a:lnTo>
                  <a:lnTo>
                    <a:pt x="326136" y="152400"/>
                  </a:lnTo>
                  <a:lnTo>
                    <a:pt x="338327" y="161544"/>
                  </a:lnTo>
                  <a:lnTo>
                    <a:pt x="374904" y="161544"/>
                  </a:lnTo>
                  <a:lnTo>
                    <a:pt x="374904" y="166116"/>
                  </a:lnTo>
                  <a:lnTo>
                    <a:pt x="381234" y="166116"/>
                  </a:lnTo>
                  <a:lnTo>
                    <a:pt x="381468" y="167640"/>
                  </a:lnTo>
                  <a:lnTo>
                    <a:pt x="335280" y="167640"/>
                  </a:lnTo>
                  <a:lnTo>
                    <a:pt x="332232" y="172212"/>
                  </a:lnTo>
                  <a:close/>
                </a:path>
                <a:path w="390525" h="379730">
                  <a:moveTo>
                    <a:pt x="74675" y="172212"/>
                  </a:moveTo>
                  <a:lnTo>
                    <a:pt x="71627" y="172212"/>
                  </a:lnTo>
                  <a:lnTo>
                    <a:pt x="71627" y="167640"/>
                  </a:lnTo>
                  <a:lnTo>
                    <a:pt x="9143" y="167640"/>
                  </a:lnTo>
                  <a:lnTo>
                    <a:pt x="9143" y="161544"/>
                  </a:lnTo>
                  <a:lnTo>
                    <a:pt x="71627" y="161544"/>
                  </a:lnTo>
                  <a:lnTo>
                    <a:pt x="71627" y="158495"/>
                  </a:lnTo>
                  <a:lnTo>
                    <a:pt x="74675" y="158495"/>
                  </a:lnTo>
                  <a:lnTo>
                    <a:pt x="77723" y="164592"/>
                  </a:lnTo>
                  <a:lnTo>
                    <a:pt x="85343" y="164592"/>
                  </a:lnTo>
                  <a:lnTo>
                    <a:pt x="80771" y="167640"/>
                  </a:lnTo>
                  <a:lnTo>
                    <a:pt x="77723" y="170688"/>
                  </a:lnTo>
                  <a:lnTo>
                    <a:pt x="74675" y="170688"/>
                  </a:lnTo>
                  <a:lnTo>
                    <a:pt x="74675" y="172212"/>
                  </a:lnTo>
                  <a:close/>
                </a:path>
                <a:path w="390525" h="379730">
                  <a:moveTo>
                    <a:pt x="318515" y="164592"/>
                  </a:moveTo>
                  <a:lnTo>
                    <a:pt x="85343" y="164592"/>
                  </a:lnTo>
                  <a:lnTo>
                    <a:pt x="94487" y="158495"/>
                  </a:lnTo>
                  <a:lnTo>
                    <a:pt x="310387" y="158495"/>
                  </a:lnTo>
                  <a:lnTo>
                    <a:pt x="318515" y="164592"/>
                  </a:lnTo>
                  <a:close/>
                </a:path>
                <a:path w="390525" h="379730">
                  <a:moveTo>
                    <a:pt x="202691" y="379476"/>
                  </a:moveTo>
                  <a:lnTo>
                    <a:pt x="179831" y="379476"/>
                  </a:lnTo>
                  <a:lnTo>
                    <a:pt x="156971" y="376428"/>
                  </a:lnTo>
                  <a:lnTo>
                    <a:pt x="137159" y="370332"/>
                  </a:lnTo>
                  <a:lnTo>
                    <a:pt x="114299" y="365760"/>
                  </a:lnTo>
                  <a:lnTo>
                    <a:pt x="108203" y="362712"/>
                  </a:lnTo>
                  <a:lnTo>
                    <a:pt x="103631" y="359664"/>
                  </a:lnTo>
                  <a:lnTo>
                    <a:pt x="88391" y="350520"/>
                  </a:lnTo>
                  <a:lnTo>
                    <a:pt x="74675" y="342900"/>
                  </a:lnTo>
                  <a:lnTo>
                    <a:pt x="62483" y="333756"/>
                  </a:lnTo>
                  <a:lnTo>
                    <a:pt x="51815" y="324612"/>
                  </a:lnTo>
                  <a:lnTo>
                    <a:pt x="0" y="324612"/>
                  </a:lnTo>
                  <a:lnTo>
                    <a:pt x="0" y="161544"/>
                  </a:lnTo>
                  <a:lnTo>
                    <a:pt x="9143" y="161544"/>
                  </a:lnTo>
                  <a:lnTo>
                    <a:pt x="9143" y="167640"/>
                  </a:lnTo>
                  <a:lnTo>
                    <a:pt x="71627" y="167640"/>
                  </a:lnTo>
                  <a:lnTo>
                    <a:pt x="71627" y="172212"/>
                  </a:lnTo>
                  <a:lnTo>
                    <a:pt x="13715" y="172212"/>
                  </a:lnTo>
                  <a:lnTo>
                    <a:pt x="13715" y="313944"/>
                  </a:lnTo>
                  <a:lnTo>
                    <a:pt x="57911" y="313944"/>
                  </a:lnTo>
                  <a:lnTo>
                    <a:pt x="59435" y="316992"/>
                  </a:lnTo>
                  <a:lnTo>
                    <a:pt x="54863" y="320040"/>
                  </a:lnTo>
                  <a:lnTo>
                    <a:pt x="54863" y="321564"/>
                  </a:lnTo>
                  <a:lnTo>
                    <a:pt x="65254" y="321564"/>
                  </a:lnTo>
                  <a:lnTo>
                    <a:pt x="80771" y="333756"/>
                  </a:lnTo>
                  <a:lnTo>
                    <a:pt x="120395" y="353568"/>
                  </a:lnTo>
                  <a:lnTo>
                    <a:pt x="160019" y="365760"/>
                  </a:lnTo>
                  <a:lnTo>
                    <a:pt x="179831" y="368808"/>
                  </a:lnTo>
                  <a:lnTo>
                    <a:pt x="272491" y="368808"/>
                  </a:lnTo>
                  <a:lnTo>
                    <a:pt x="266699" y="370332"/>
                  </a:lnTo>
                  <a:lnTo>
                    <a:pt x="234695" y="376428"/>
                  </a:lnTo>
                  <a:lnTo>
                    <a:pt x="202691" y="379476"/>
                  </a:lnTo>
                  <a:close/>
                </a:path>
                <a:path w="390525" h="379730">
                  <a:moveTo>
                    <a:pt x="381234" y="166116"/>
                  </a:moveTo>
                  <a:lnTo>
                    <a:pt x="374904" y="166116"/>
                  </a:lnTo>
                  <a:lnTo>
                    <a:pt x="374904" y="161544"/>
                  </a:lnTo>
                  <a:lnTo>
                    <a:pt x="377951" y="161544"/>
                  </a:lnTo>
                  <a:lnTo>
                    <a:pt x="381000" y="164592"/>
                  </a:lnTo>
                  <a:lnTo>
                    <a:pt x="381234" y="166116"/>
                  </a:lnTo>
                  <a:close/>
                </a:path>
                <a:path w="390525" h="379730">
                  <a:moveTo>
                    <a:pt x="335280" y="172212"/>
                  </a:moveTo>
                  <a:lnTo>
                    <a:pt x="332232" y="172212"/>
                  </a:lnTo>
                  <a:lnTo>
                    <a:pt x="335280" y="167640"/>
                  </a:lnTo>
                  <a:lnTo>
                    <a:pt x="335280" y="172212"/>
                  </a:lnTo>
                  <a:close/>
                </a:path>
                <a:path w="390525" h="379730">
                  <a:moveTo>
                    <a:pt x="381703" y="316992"/>
                  </a:moveTo>
                  <a:lnTo>
                    <a:pt x="347472" y="316992"/>
                  </a:lnTo>
                  <a:lnTo>
                    <a:pt x="348996" y="313944"/>
                  </a:lnTo>
                  <a:lnTo>
                    <a:pt x="370332" y="313944"/>
                  </a:lnTo>
                  <a:lnTo>
                    <a:pt x="374904" y="281940"/>
                  </a:lnTo>
                  <a:lnTo>
                    <a:pt x="374904" y="204216"/>
                  </a:lnTo>
                  <a:lnTo>
                    <a:pt x="370332" y="172212"/>
                  </a:lnTo>
                  <a:lnTo>
                    <a:pt x="335280" y="172212"/>
                  </a:lnTo>
                  <a:lnTo>
                    <a:pt x="335280" y="167640"/>
                  </a:lnTo>
                  <a:lnTo>
                    <a:pt x="381468" y="167640"/>
                  </a:lnTo>
                  <a:lnTo>
                    <a:pt x="387096" y="204216"/>
                  </a:lnTo>
                  <a:lnTo>
                    <a:pt x="390144" y="245364"/>
                  </a:lnTo>
                  <a:lnTo>
                    <a:pt x="387096" y="281940"/>
                  </a:lnTo>
                  <a:lnTo>
                    <a:pt x="381703" y="316992"/>
                  </a:lnTo>
                  <a:close/>
                </a:path>
                <a:path w="390525" h="379730">
                  <a:moveTo>
                    <a:pt x="65254" y="321564"/>
                  </a:moveTo>
                  <a:lnTo>
                    <a:pt x="54863" y="321564"/>
                  </a:lnTo>
                  <a:lnTo>
                    <a:pt x="59435" y="316992"/>
                  </a:lnTo>
                  <a:lnTo>
                    <a:pt x="65254" y="321564"/>
                  </a:lnTo>
                  <a:close/>
                </a:path>
                <a:path w="390525" h="379730">
                  <a:moveTo>
                    <a:pt x="341375" y="336804"/>
                  </a:moveTo>
                  <a:lnTo>
                    <a:pt x="332232" y="327660"/>
                  </a:lnTo>
                  <a:lnTo>
                    <a:pt x="341375" y="321564"/>
                  </a:lnTo>
                  <a:lnTo>
                    <a:pt x="347472" y="316992"/>
                  </a:lnTo>
                  <a:lnTo>
                    <a:pt x="355092" y="324612"/>
                  </a:lnTo>
                  <a:lnTo>
                    <a:pt x="347472" y="330708"/>
                  </a:lnTo>
                  <a:lnTo>
                    <a:pt x="341375" y="336804"/>
                  </a:lnTo>
                  <a:close/>
                </a:path>
                <a:path w="390525" h="379730">
                  <a:moveTo>
                    <a:pt x="352044" y="321564"/>
                  </a:moveTo>
                  <a:lnTo>
                    <a:pt x="347472" y="316992"/>
                  </a:lnTo>
                  <a:lnTo>
                    <a:pt x="352044" y="320040"/>
                  </a:lnTo>
                  <a:lnTo>
                    <a:pt x="352044" y="321564"/>
                  </a:lnTo>
                  <a:close/>
                </a:path>
                <a:path w="390525" h="379730">
                  <a:moveTo>
                    <a:pt x="355092" y="324612"/>
                  </a:moveTo>
                  <a:lnTo>
                    <a:pt x="352044" y="321564"/>
                  </a:lnTo>
                  <a:lnTo>
                    <a:pt x="353060" y="321564"/>
                  </a:lnTo>
                  <a:lnTo>
                    <a:pt x="355092" y="324612"/>
                  </a:lnTo>
                  <a:close/>
                </a:path>
                <a:path w="390525" h="379730">
                  <a:moveTo>
                    <a:pt x="381000" y="324612"/>
                  </a:moveTo>
                  <a:lnTo>
                    <a:pt x="355092" y="324612"/>
                  </a:lnTo>
                  <a:lnTo>
                    <a:pt x="353060" y="321564"/>
                  </a:lnTo>
                  <a:lnTo>
                    <a:pt x="381000" y="321564"/>
                  </a:lnTo>
                  <a:lnTo>
                    <a:pt x="381000" y="324612"/>
                  </a:lnTo>
                  <a:close/>
                </a:path>
                <a:path w="390525" h="379730">
                  <a:moveTo>
                    <a:pt x="321564" y="350520"/>
                  </a:moveTo>
                  <a:lnTo>
                    <a:pt x="315467" y="339852"/>
                  </a:lnTo>
                  <a:lnTo>
                    <a:pt x="323088" y="333756"/>
                  </a:lnTo>
                  <a:lnTo>
                    <a:pt x="332232" y="327660"/>
                  </a:lnTo>
                  <a:lnTo>
                    <a:pt x="338327" y="333756"/>
                  </a:lnTo>
                  <a:lnTo>
                    <a:pt x="335280" y="333756"/>
                  </a:lnTo>
                  <a:lnTo>
                    <a:pt x="341375" y="336804"/>
                  </a:lnTo>
                  <a:lnTo>
                    <a:pt x="332232" y="344424"/>
                  </a:lnTo>
                  <a:lnTo>
                    <a:pt x="321564" y="350520"/>
                  </a:lnTo>
                  <a:close/>
                </a:path>
                <a:path w="390525" h="379730">
                  <a:moveTo>
                    <a:pt x="341375" y="336804"/>
                  </a:moveTo>
                  <a:lnTo>
                    <a:pt x="335280" y="333756"/>
                  </a:lnTo>
                  <a:lnTo>
                    <a:pt x="338327" y="333756"/>
                  </a:lnTo>
                  <a:lnTo>
                    <a:pt x="341375" y="336804"/>
                  </a:lnTo>
                  <a:close/>
                </a:path>
                <a:path w="390525" h="379730">
                  <a:moveTo>
                    <a:pt x="272491" y="368808"/>
                  </a:moveTo>
                  <a:lnTo>
                    <a:pt x="202691" y="368808"/>
                  </a:lnTo>
                  <a:lnTo>
                    <a:pt x="234695" y="365760"/>
                  </a:lnTo>
                  <a:lnTo>
                    <a:pt x="263651" y="359664"/>
                  </a:lnTo>
                  <a:lnTo>
                    <a:pt x="292607" y="350520"/>
                  </a:lnTo>
                  <a:lnTo>
                    <a:pt x="315467" y="339852"/>
                  </a:lnTo>
                  <a:lnTo>
                    <a:pt x="321564" y="350520"/>
                  </a:lnTo>
                  <a:lnTo>
                    <a:pt x="295655" y="362712"/>
                  </a:lnTo>
                  <a:lnTo>
                    <a:pt x="272491" y="36880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22419" y="1564893"/>
              <a:ext cx="234696" cy="67309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4081272" y="1283207"/>
              <a:ext cx="36830" cy="128270"/>
            </a:xfrm>
            <a:custGeom>
              <a:avLst/>
              <a:gdLst/>
              <a:ahLst/>
              <a:cxnLst/>
              <a:rect l="l" t="t" r="r" b="b"/>
              <a:pathLst>
                <a:path w="36829" h="128269">
                  <a:moveTo>
                    <a:pt x="0" y="128016"/>
                  </a:moveTo>
                  <a:lnTo>
                    <a:pt x="36575" y="128016"/>
                  </a:lnTo>
                  <a:lnTo>
                    <a:pt x="36575" y="0"/>
                  </a:lnTo>
                  <a:lnTo>
                    <a:pt x="0" y="0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9595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076700" y="1278635"/>
              <a:ext cx="41275" cy="137160"/>
            </a:xfrm>
            <a:custGeom>
              <a:avLst/>
              <a:gdLst/>
              <a:ahLst/>
              <a:cxnLst/>
              <a:rect l="l" t="t" r="r" b="b"/>
              <a:pathLst>
                <a:path w="41275" h="137159">
                  <a:moveTo>
                    <a:pt x="41148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123190"/>
                  </a:lnTo>
                  <a:lnTo>
                    <a:pt x="0" y="132080"/>
                  </a:lnTo>
                  <a:lnTo>
                    <a:pt x="0" y="137160"/>
                  </a:lnTo>
                  <a:lnTo>
                    <a:pt x="41148" y="137160"/>
                  </a:lnTo>
                  <a:lnTo>
                    <a:pt x="41148" y="132080"/>
                  </a:lnTo>
                  <a:lnTo>
                    <a:pt x="41148" y="123190"/>
                  </a:lnTo>
                  <a:lnTo>
                    <a:pt x="10668" y="123190"/>
                  </a:lnTo>
                  <a:lnTo>
                    <a:pt x="10668" y="10160"/>
                  </a:lnTo>
                  <a:lnTo>
                    <a:pt x="41148" y="10160"/>
                  </a:lnTo>
                  <a:lnTo>
                    <a:pt x="41148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56303" y="1389887"/>
              <a:ext cx="97536" cy="64007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4021835" y="1554479"/>
              <a:ext cx="62865" cy="445134"/>
            </a:xfrm>
            <a:custGeom>
              <a:avLst/>
              <a:gdLst/>
              <a:ahLst/>
              <a:cxnLst/>
              <a:rect l="l" t="t" r="r" b="b"/>
              <a:pathLst>
                <a:path w="62864" h="445135">
                  <a:moveTo>
                    <a:pt x="39624" y="445008"/>
                  </a:moveTo>
                  <a:lnTo>
                    <a:pt x="36576" y="445008"/>
                  </a:lnTo>
                  <a:lnTo>
                    <a:pt x="0" y="438912"/>
                  </a:lnTo>
                  <a:lnTo>
                    <a:pt x="3048" y="438912"/>
                  </a:lnTo>
                  <a:lnTo>
                    <a:pt x="3048" y="432816"/>
                  </a:lnTo>
                  <a:lnTo>
                    <a:pt x="6096" y="432816"/>
                  </a:lnTo>
                  <a:lnTo>
                    <a:pt x="6096" y="426720"/>
                  </a:lnTo>
                  <a:lnTo>
                    <a:pt x="9144" y="425196"/>
                  </a:lnTo>
                  <a:lnTo>
                    <a:pt x="9144" y="416052"/>
                  </a:lnTo>
                  <a:lnTo>
                    <a:pt x="10668" y="413004"/>
                  </a:lnTo>
                  <a:lnTo>
                    <a:pt x="10668" y="402336"/>
                  </a:lnTo>
                  <a:lnTo>
                    <a:pt x="13716" y="396240"/>
                  </a:lnTo>
                  <a:lnTo>
                    <a:pt x="13716" y="381000"/>
                  </a:lnTo>
                  <a:lnTo>
                    <a:pt x="16764" y="373380"/>
                  </a:lnTo>
                  <a:lnTo>
                    <a:pt x="16764" y="350520"/>
                  </a:lnTo>
                  <a:lnTo>
                    <a:pt x="19812" y="341376"/>
                  </a:lnTo>
                  <a:lnTo>
                    <a:pt x="19812" y="295656"/>
                  </a:lnTo>
                  <a:lnTo>
                    <a:pt x="22860" y="283464"/>
                  </a:lnTo>
                  <a:lnTo>
                    <a:pt x="22860" y="153924"/>
                  </a:lnTo>
                  <a:lnTo>
                    <a:pt x="19812" y="143256"/>
                  </a:lnTo>
                  <a:lnTo>
                    <a:pt x="19812" y="97536"/>
                  </a:lnTo>
                  <a:lnTo>
                    <a:pt x="16764" y="88392"/>
                  </a:lnTo>
                  <a:lnTo>
                    <a:pt x="16764" y="62484"/>
                  </a:lnTo>
                  <a:lnTo>
                    <a:pt x="13716" y="56388"/>
                  </a:lnTo>
                  <a:lnTo>
                    <a:pt x="13716" y="42671"/>
                  </a:lnTo>
                  <a:lnTo>
                    <a:pt x="10668" y="36576"/>
                  </a:lnTo>
                  <a:lnTo>
                    <a:pt x="10668" y="25908"/>
                  </a:lnTo>
                  <a:lnTo>
                    <a:pt x="9144" y="19812"/>
                  </a:lnTo>
                  <a:lnTo>
                    <a:pt x="9144" y="13716"/>
                  </a:lnTo>
                  <a:lnTo>
                    <a:pt x="6096" y="7620"/>
                  </a:lnTo>
                  <a:lnTo>
                    <a:pt x="6096" y="4571"/>
                  </a:lnTo>
                  <a:lnTo>
                    <a:pt x="3048" y="3047"/>
                  </a:lnTo>
                  <a:lnTo>
                    <a:pt x="3048" y="0"/>
                  </a:lnTo>
                  <a:lnTo>
                    <a:pt x="36576" y="4571"/>
                  </a:lnTo>
                  <a:lnTo>
                    <a:pt x="42672" y="4571"/>
                  </a:lnTo>
                  <a:lnTo>
                    <a:pt x="42672" y="10668"/>
                  </a:lnTo>
                  <a:lnTo>
                    <a:pt x="45720" y="13716"/>
                  </a:lnTo>
                  <a:lnTo>
                    <a:pt x="45720" y="16764"/>
                  </a:lnTo>
                  <a:lnTo>
                    <a:pt x="48768" y="22860"/>
                  </a:lnTo>
                  <a:lnTo>
                    <a:pt x="48768" y="30480"/>
                  </a:lnTo>
                  <a:lnTo>
                    <a:pt x="51816" y="36576"/>
                  </a:lnTo>
                  <a:lnTo>
                    <a:pt x="51816" y="48768"/>
                  </a:lnTo>
                  <a:lnTo>
                    <a:pt x="54864" y="54864"/>
                  </a:lnTo>
                  <a:lnTo>
                    <a:pt x="54864" y="77724"/>
                  </a:lnTo>
                  <a:lnTo>
                    <a:pt x="57912" y="82295"/>
                  </a:lnTo>
                  <a:lnTo>
                    <a:pt x="57912" y="108204"/>
                  </a:lnTo>
                  <a:lnTo>
                    <a:pt x="59436" y="120395"/>
                  </a:lnTo>
                  <a:lnTo>
                    <a:pt x="59436" y="188976"/>
                  </a:lnTo>
                  <a:lnTo>
                    <a:pt x="62484" y="201168"/>
                  </a:lnTo>
                  <a:lnTo>
                    <a:pt x="62484" y="246888"/>
                  </a:lnTo>
                  <a:lnTo>
                    <a:pt x="59436" y="257556"/>
                  </a:lnTo>
                  <a:lnTo>
                    <a:pt x="59436" y="329184"/>
                  </a:lnTo>
                  <a:lnTo>
                    <a:pt x="57912" y="338328"/>
                  </a:lnTo>
                  <a:lnTo>
                    <a:pt x="57912" y="364236"/>
                  </a:lnTo>
                  <a:lnTo>
                    <a:pt x="54864" y="373380"/>
                  </a:lnTo>
                  <a:lnTo>
                    <a:pt x="54864" y="393192"/>
                  </a:lnTo>
                  <a:lnTo>
                    <a:pt x="51816" y="399288"/>
                  </a:lnTo>
                  <a:lnTo>
                    <a:pt x="51816" y="413004"/>
                  </a:lnTo>
                  <a:lnTo>
                    <a:pt x="48768" y="416052"/>
                  </a:lnTo>
                  <a:lnTo>
                    <a:pt x="48768" y="426720"/>
                  </a:lnTo>
                  <a:lnTo>
                    <a:pt x="45720" y="429768"/>
                  </a:lnTo>
                  <a:lnTo>
                    <a:pt x="45720" y="432816"/>
                  </a:lnTo>
                  <a:lnTo>
                    <a:pt x="42672" y="435864"/>
                  </a:lnTo>
                  <a:lnTo>
                    <a:pt x="42672" y="441960"/>
                  </a:lnTo>
                  <a:lnTo>
                    <a:pt x="39624" y="441960"/>
                  </a:lnTo>
                  <a:lnTo>
                    <a:pt x="39624" y="44500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018788" y="1548384"/>
              <a:ext cx="71755" cy="457200"/>
            </a:xfrm>
            <a:custGeom>
              <a:avLst/>
              <a:gdLst/>
              <a:ahLst/>
              <a:cxnLst/>
              <a:rect l="l" t="t" r="r" b="b"/>
              <a:pathLst>
                <a:path w="71754" h="457200">
                  <a:moveTo>
                    <a:pt x="3047" y="12700"/>
                  </a:moveTo>
                  <a:lnTo>
                    <a:pt x="3047" y="10160"/>
                  </a:lnTo>
                  <a:lnTo>
                    <a:pt x="0" y="10160"/>
                  </a:lnTo>
                  <a:lnTo>
                    <a:pt x="3047" y="0"/>
                  </a:lnTo>
                  <a:lnTo>
                    <a:pt x="6095" y="0"/>
                  </a:lnTo>
                  <a:lnTo>
                    <a:pt x="42671" y="5080"/>
                  </a:lnTo>
                  <a:lnTo>
                    <a:pt x="41147" y="11430"/>
                  </a:lnTo>
                  <a:lnTo>
                    <a:pt x="7619" y="11430"/>
                  </a:lnTo>
                  <a:lnTo>
                    <a:pt x="3047" y="12700"/>
                  </a:lnTo>
                  <a:close/>
                </a:path>
                <a:path w="71754" h="457200">
                  <a:moveTo>
                    <a:pt x="13715" y="102870"/>
                  </a:moveTo>
                  <a:lnTo>
                    <a:pt x="13715" y="77470"/>
                  </a:lnTo>
                  <a:lnTo>
                    <a:pt x="12191" y="71120"/>
                  </a:lnTo>
                  <a:lnTo>
                    <a:pt x="12191" y="48260"/>
                  </a:lnTo>
                  <a:lnTo>
                    <a:pt x="9143" y="41910"/>
                  </a:lnTo>
                  <a:lnTo>
                    <a:pt x="9143" y="34290"/>
                  </a:lnTo>
                  <a:lnTo>
                    <a:pt x="6095" y="27940"/>
                  </a:lnTo>
                  <a:lnTo>
                    <a:pt x="6095" y="19050"/>
                  </a:lnTo>
                  <a:lnTo>
                    <a:pt x="3047" y="16510"/>
                  </a:lnTo>
                  <a:lnTo>
                    <a:pt x="3047" y="12700"/>
                  </a:lnTo>
                  <a:lnTo>
                    <a:pt x="10667" y="11430"/>
                  </a:lnTo>
                  <a:lnTo>
                    <a:pt x="41147" y="11430"/>
                  </a:lnTo>
                  <a:lnTo>
                    <a:pt x="42671" y="10160"/>
                  </a:lnTo>
                  <a:lnTo>
                    <a:pt x="42671" y="5080"/>
                  </a:lnTo>
                  <a:lnTo>
                    <a:pt x="48767" y="5080"/>
                  </a:lnTo>
                  <a:lnTo>
                    <a:pt x="48767" y="8890"/>
                  </a:lnTo>
                  <a:lnTo>
                    <a:pt x="44195" y="10160"/>
                  </a:lnTo>
                  <a:lnTo>
                    <a:pt x="45719" y="10160"/>
                  </a:lnTo>
                  <a:lnTo>
                    <a:pt x="43281" y="12700"/>
                  </a:lnTo>
                  <a:lnTo>
                    <a:pt x="13715" y="12700"/>
                  </a:lnTo>
                  <a:lnTo>
                    <a:pt x="16763" y="16510"/>
                  </a:lnTo>
                  <a:lnTo>
                    <a:pt x="16763" y="25400"/>
                  </a:lnTo>
                  <a:lnTo>
                    <a:pt x="19811" y="31750"/>
                  </a:lnTo>
                  <a:lnTo>
                    <a:pt x="19811" y="41910"/>
                  </a:lnTo>
                  <a:lnTo>
                    <a:pt x="22859" y="48260"/>
                  </a:lnTo>
                  <a:lnTo>
                    <a:pt x="22859" y="62230"/>
                  </a:lnTo>
                  <a:lnTo>
                    <a:pt x="25908" y="67310"/>
                  </a:lnTo>
                  <a:lnTo>
                    <a:pt x="25908" y="91440"/>
                  </a:lnTo>
                  <a:lnTo>
                    <a:pt x="28955" y="100330"/>
                  </a:lnTo>
                  <a:lnTo>
                    <a:pt x="13715" y="102870"/>
                  </a:lnTo>
                  <a:close/>
                </a:path>
                <a:path w="71754" h="457200">
                  <a:moveTo>
                    <a:pt x="45719" y="10160"/>
                  </a:moveTo>
                  <a:lnTo>
                    <a:pt x="44195" y="10160"/>
                  </a:lnTo>
                  <a:lnTo>
                    <a:pt x="48767" y="8890"/>
                  </a:lnTo>
                  <a:lnTo>
                    <a:pt x="45719" y="10160"/>
                  </a:lnTo>
                  <a:close/>
                </a:path>
                <a:path w="71754" h="457200">
                  <a:moveTo>
                    <a:pt x="45719" y="10160"/>
                  </a:moveTo>
                  <a:lnTo>
                    <a:pt x="48767" y="8890"/>
                  </a:lnTo>
                  <a:lnTo>
                    <a:pt x="51815" y="8890"/>
                  </a:lnTo>
                  <a:lnTo>
                    <a:pt x="45719" y="10160"/>
                  </a:lnTo>
                  <a:close/>
                </a:path>
                <a:path w="71754" h="457200">
                  <a:moveTo>
                    <a:pt x="39623" y="16510"/>
                  </a:moveTo>
                  <a:lnTo>
                    <a:pt x="51815" y="8890"/>
                  </a:lnTo>
                  <a:lnTo>
                    <a:pt x="51815" y="10160"/>
                  </a:lnTo>
                  <a:lnTo>
                    <a:pt x="39623" y="16510"/>
                  </a:lnTo>
                  <a:close/>
                </a:path>
                <a:path w="71754" h="457200">
                  <a:moveTo>
                    <a:pt x="42671" y="19050"/>
                  </a:moveTo>
                  <a:lnTo>
                    <a:pt x="39623" y="16510"/>
                  </a:lnTo>
                  <a:lnTo>
                    <a:pt x="51815" y="10160"/>
                  </a:lnTo>
                  <a:lnTo>
                    <a:pt x="51815" y="12700"/>
                  </a:lnTo>
                  <a:lnTo>
                    <a:pt x="42671" y="19050"/>
                  </a:lnTo>
                  <a:close/>
                </a:path>
                <a:path w="71754" h="457200">
                  <a:moveTo>
                    <a:pt x="39623" y="16510"/>
                  </a:moveTo>
                  <a:lnTo>
                    <a:pt x="13715" y="12700"/>
                  </a:lnTo>
                  <a:lnTo>
                    <a:pt x="43281" y="12700"/>
                  </a:lnTo>
                  <a:lnTo>
                    <a:pt x="39623" y="16510"/>
                  </a:lnTo>
                  <a:close/>
                </a:path>
                <a:path w="71754" h="457200">
                  <a:moveTo>
                    <a:pt x="42671" y="22860"/>
                  </a:moveTo>
                  <a:lnTo>
                    <a:pt x="42671" y="19050"/>
                  </a:lnTo>
                  <a:lnTo>
                    <a:pt x="51815" y="12700"/>
                  </a:lnTo>
                  <a:lnTo>
                    <a:pt x="54863" y="16510"/>
                  </a:lnTo>
                  <a:lnTo>
                    <a:pt x="48767" y="19050"/>
                  </a:lnTo>
                  <a:lnTo>
                    <a:pt x="49987" y="19050"/>
                  </a:lnTo>
                  <a:lnTo>
                    <a:pt x="42671" y="22860"/>
                  </a:lnTo>
                  <a:close/>
                </a:path>
                <a:path w="71754" h="457200">
                  <a:moveTo>
                    <a:pt x="42671" y="25400"/>
                  </a:moveTo>
                  <a:lnTo>
                    <a:pt x="42671" y="22860"/>
                  </a:lnTo>
                  <a:lnTo>
                    <a:pt x="49987" y="19050"/>
                  </a:lnTo>
                  <a:lnTo>
                    <a:pt x="54863" y="19050"/>
                  </a:lnTo>
                  <a:lnTo>
                    <a:pt x="54863" y="22860"/>
                  </a:lnTo>
                  <a:lnTo>
                    <a:pt x="42671" y="25400"/>
                  </a:lnTo>
                  <a:close/>
                </a:path>
                <a:path w="71754" h="457200">
                  <a:moveTo>
                    <a:pt x="45719" y="27940"/>
                  </a:moveTo>
                  <a:lnTo>
                    <a:pt x="42671" y="25400"/>
                  </a:lnTo>
                  <a:lnTo>
                    <a:pt x="54863" y="22860"/>
                  </a:lnTo>
                  <a:lnTo>
                    <a:pt x="57911" y="25400"/>
                  </a:lnTo>
                  <a:lnTo>
                    <a:pt x="45719" y="27940"/>
                  </a:lnTo>
                  <a:close/>
                </a:path>
                <a:path w="71754" h="457200">
                  <a:moveTo>
                    <a:pt x="45719" y="34290"/>
                  </a:moveTo>
                  <a:lnTo>
                    <a:pt x="45719" y="27940"/>
                  </a:lnTo>
                  <a:lnTo>
                    <a:pt x="57911" y="25400"/>
                  </a:lnTo>
                  <a:lnTo>
                    <a:pt x="57911" y="31750"/>
                  </a:lnTo>
                  <a:lnTo>
                    <a:pt x="45719" y="34290"/>
                  </a:lnTo>
                  <a:close/>
                </a:path>
                <a:path w="71754" h="457200">
                  <a:moveTo>
                    <a:pt x="45719" y="35560"/>
                  </a:moveTo>
                  <a:lnTo>
                    <a:pt x="45719" y="34290"/>
                  </a:lnTo>
                  <a:lnTo>
                    <a:pt x="57911" y="31750"/>
                  </a:lnTo>
                  <a:lnTo>
                    <a:pt x="57911" y="34290"/>
                  </a:lnTo>
                  <a:lnTo>
                    <a:pt x="45719" y="35560"/>
                  </a:lnTo>
                  <a:close/>
                </a:path>
                <a:path w="71754" h="457200">
                  <a:moveTo>
                    <a:pt x="48767" y="41910"/>
                  </a:moveTo>
                  <a:lnTo>
                    <a:pt x="45719" y="35560"/>
                  </a:lnTo>
                  <a:lnTo>
                    <a:pt x="57911" y="34290"/>
                  </a:lnTo>
                  <a:lnTo>
                    <a:pt x="60959" y="39370"/>
                  </a:lnTo>
                  <a:lnTo>
                    <a:pt x="48767" y="41910"/>
                  </a:lnTo>
                  <a:close/>
                </a:path>
                <a:path w="71754" h="457200">
                  <a:moveTo>
                    <a:pt x="48767" y="48260"/>
                  </a:moveTo>
                  <a:lnTo>
                    <a:pt x="48767" y="41910"/>
                  </a:lnTo>
                  <a:lnTo>
                    <a:pt x="60959" y="39370"/>
                  </a:lnTo>
                  <a:lnTo>
                    <a:pt x="60959" y="45720"/>
                  </a:lnTo>
                  <a:lnTo>
                    <a:pt x="48767" y="48260"/>
                  </a:lnTo>
                  <a:close/>
                </a:path>
                <a:path w="71754" h="457200">
                  <a:moveTo>
                    <a:pt x="51815" y="67310"/>
                  </a:moveTo>
                  <a:lnTo>
                    <a:pt x="51815" y="60960"/>
                  </a:lnTo>
                  <a:lnTo>
                    <a:pt x="48767" y="54610"/>
                  </a:lnTo>
                  <a:lnTo>
                    <a:pt x="48767" y="48260"/>
                  </a:lnTo>
                  <a:lnTo>
                    <a:pt x="60959" y="45720"/>
                  </a:lnTo>
                  <a:lnTo>
                    <a:pt x="60959" y="54610"/>
                  </a:lnTo>
                  <a:lnTo>
                    <a:pt x="62483" y="60960"/>
                  </a:lnTo>
                  <a:lnTo>
                    <a:pt x="62483" y="64770"/>
                  </a:lnTo>
                  <a:lnTo>
                    <a:pt x="51815" y="67310"/>
                  </a:lnTo>
                  <a:close/>
                </a:path>
                <a:path w="71754" h="457200">
                  <a:moveTo>
                    <a:pt x="54863" y="91440"/>
                  </a:moveTo>
                  <a:lnTo>
                    <a:pt x="51815" y="83820"/>
                  </a:lnTo>
                  <a:lnTo>
                    <a:pt x="51815" y="67310"/>
                  </a:lnTo>
                  <a:lnTo>
                    <a:pt x="62483" y="64770"/>
                  </a:lnTo>
                  <a:lnTo>
                    <a:pt x="62483" y="73660"/>
                  </a:lnTo>
                  <a:lnTo>
                    <a:pt x="65531" y="83820"/>
                  </a:lnTo>
                  <a:lnTo>
                    <a:pt x="65531" y="87630"/>
                  </a:lnTo>
                  <a:lnTo>
                    <a:pt x="54863" y="91440"/>
                  </a:lnTo>
                  <a:close/>
                </a:path>
                <a:path w="71754" h="457200">
                  <a:moveTo>
                    <a:pt x="54863" y="100330"/>
                  </a:moveTo>
                  <a:lnTo>
                    <a:pt x="54863" y="91440"/>
                  </a:lnTo>
                  <a:lnTo>
                    <a:pt x="65531" y="87630"/>
                  </a:lnTo>
                  <a:lnTo>
                    <a:pt x="65531" y="96520"/>
                  </a:lnTo>
                  <a:lnTo>
                    <a:pt x="54863" y="100330"/>
                  </a:lnTo>
                  <a:close/>
                </a:path>
                <a:path w="71754" h="457200">
                  <a:moveTo>
                    <a:pt x="54863" y="109220"/>
                  </a:moveTo>
                  <a:lnTo>
                    <a:pt x="54863" y="100330"/>
                  </a:lnTo>
                  <a:lnTo>
                    <a:pt x="65531" y="96520"/>
                  </a:lnTo>
                  <a:lnTo>
                    <a:pt x="65531" y="105410"/>
                  </a:lnTo>
                  <a:lnTo>
                    <a:pt x="54863" y="109220"/>
                  </a:lnTo>
                  <a:close/>
                </a:path>
                <a:path w="71754" h="457200">
                  <a:moveTo>
                    <a:pt x="42671" y="457200"/>
                  </a:moveTo>
                  <a:lnTo>
                    <a:pt x="39623" y="457200"/>
                  </a:lnTo>
                  <a:lnTo>
                    <a:pt x="3047" y="450850"/>
                  </a:lnTo>
                  <a:lnTo>
                    <a:pt x="0" y="438150"/>
                  </a:lnTo>
                  <a:lnTo>
                    <a:pt x="3047" y="435610"/>
                  </a:lnTo>
                  <a:lnTo>
                    <a:pt x="3047" y="431800"/>
                  </a:lnTo>
                  <a:lnTo>
                    <a:pt x="6095" y="430530"/>
                  </a:lnTo>
                  <a:lnTo>
                    <a:pt x="6095" y="421640"/>
                  </a:lnTo>
                  <a:lnTo>
                    <a:pt x="9143" y="415290"/>
                  </a:lnTo>
                  <a:lnTo>
                    <a:pt x="9143" y="407670"/>
                  </a:lnTo>
                  <a:lnTo>
                    <a:pt x="12191" y="398780"/>
                  </a:lnTo>
                  <a:lnTo>
                    <a:pt x="12191" y="378460"/>
                  </a:lnTo>
                  <a:lnTo>
                    <a:pt x="13715" y="372110"/>
                  </a:lnTo>
                  <a:lnTo>
                    <a:pt x="13715" y="346710"/>
                  </a:lnTo>
                  <a:lnTo>
                    <a:pt x="16763" y="337820"/>
                  </a:lnTo>
                  <a:lnTo>
                    <a:pt x="16763" y="289560"/>
                  </a:lnTo>
                  <a:lnTo>
                    <a:pt x="19811" y="278130"/>
                  </a:lnTo>
                  <a:lnTo>
                    <a:pt x="19811" y="168910"/>
                  </a:lnTo>
                  <a:lnTo>
                    <a:pt x="16763" y="160020"/>
                  </a:lnTo>
                  <a:lnTo>
                    <a:pt x="16763" y="110490"/>
                  </a:lnTo>
                  <a:lnTo>
                    <a:pt x="13715" y="102870"/>
                  </a:lnTo>
                  <a:lnTo>
                    <a:pt x="22859" y="102870"/>
                  </a:lnTo>
                  <a:lnTo>
                    <a:pt x="28955" y="100330"/>
                  </a:lnTo>
                  <a:lnTo>
                    <a:pt x="28955" y="139700"/>
                  </a:lnTo>
                  <a:lnTo>
                    <a:pt x="32003" y="148590"/>
                  </a:lnTo>
                  <a:lnTo>
                    <a:pt x="32003" y="278130"/>
                  </a:lnTo>
                  <a:lnTo>
                    <a:pt x="25908" y="278130"/>
                  </a:lnTo>
                  <a:lnTo>
                    <a:pt x="32003" y="281940"/>
                  </a:lnTo>
                  <a:lnTo>
                    <a:pt x="32003" y="300990"/>
                  </a:lnTo>
                  <a:lnTo>
                    <a:pt x="28955" y="308610"/>
                  </a:lnTo>
                  <a:lnTo>
                    <a:pt x="28955" y="346710"/>
                  </a:lnTo>
                  <a:lnTo>
                    <a:pt x="25908" y="355600"/>
                  </a:lnTo>
                  <a:lnTo>
                    <a:pt x="25908" y="378460"/>
                  </a:lnTo>
                  <a:lnTo>
                    <a:pt x="19811" y="378460"/>
                  </a:lnTo>
                  <a:lnTo>
                    <a:pt x="25908" y="382270"/>
                  </a:lnTo>
                  <a:lnTo>
                    <a:pt x="22859" y="386080"/>
                  </a:lnTo>
                  <a:lnTo>
                    <a:pt x="22859" y="392430"/>
                  </a:lnTo>
                  <a:lnTo>
                    <a:pt x="16763" y="392430"/>
                  </a:lnTo>
                  <a:lnTo>
                    <a:pt x="22859" y="396240"/>
                  </a:lnTo>
                  <a:lnTo>
                    <a:pt x="22859" y="401320"/>
                  </a:lnTo>
                  <a:lnTo>
                    <a:pt x="19811" y="407670"/>
                  </a:lnTo>
                  <a:lnTo>
                    <a:pt x="19811" y="419100"/>
                  </a:lnTo>
                  <a:lnTo>
                    <a:pt x="18287" y="421640"/>
                  </a:lnTo>
                  <a:lnTo>
                    <a:pt x="12191" y="421640"/>
                  </a:lnTo>
                  <a:lnTo>
                    <a:pt x="16763" y="424180"/>
                  </a:lnTo>
                  <a:lnTo>
                    <a:pt x="16763" y="430530"/>
                  </a:lnTo>
                  <a:lnTo>
                    <a:pt x="12191" y="430530"/>
                  </a:lnTo>
                  <a:lnTo>
                    <a:pt x="16763" y="431800"/>
                  </a:lnTo>
                  <a:lnTo>
                    <a:pt x="9143" y="431800"/>
                  </a:lnTo>
                  <a:lnTo>
                    <a:pt x="13715" y="435610"/>
                  </a:lnTo>
                  <a:lnTo>
                    <a:pt x="13715" y="439420"/>
                  </a:lnTo>
                  <a:lnTo>
                    <a:pt x="39623" y="444500"/>
                  </a:lnTo>
                  <a:lnTo>
                    <a:pt x="41147" y="450850"/>
                  </a:lnTo>
                  <a:lnTo>
                    <a:pt x="41147" y="452120"/>
                  </a:lnTo>
                  <a:lnTo>
                    <a:pt x="42671" y="457200"/>
                  </a:lnTo>
                  <a:close/>
                </a:path>
                <a:path w="71754" h="457200">
                  <a:moveTo>
                    <a:pt x="54863" y="116840"/>
                  </a:moveTo>
                  <a:lnTo>
                    <a:pt x="54863" y="109220"/>
                  </a:lnTo>
                  <a:lnTo>
                    <a:pt x="65531" y="105410"/>
                  </a:lnTo>
                  <a:lnTo>
                    <a:pt x="65531" y="114300"/>
                  </a:lnTo>
                  <a:lnTo>
                    <a:pt x="54863" y="116840"/>
                  </a:lnTo>
                  <a:close/>
                </a:path>
                <a:path w="71754" h="457200">
                  <a:moveTo>
                    <a:pt x="57911" y="198120"/>
                  </a:moveTo>
                  <a:lnTo>
                    <a:pt x="57911" y="125730"/>
                  </a:lnTo>
                  <a:lnTo>
                    <a:pt x="54863" y="116840"/>
                  </a:lnTo>
                  <a:lnTo>
                    <a:pt x="65531" y="114300"/>
                  </a:lnTo>
                  <a:lnTo>
                    <a:pt x="68579" y="125730"/>
                  </a:lnTo>
                  <a:lnTo>
                    <a:pt x="68579" y="185420"/>
                  </a:lnTo>
                  <a:lnTo>
                    <a:pt x="71627" y="194310"/>
                  </a:lnTo>
                  <a:lnTo>
                    <a:pt x="57911" y="198120"/>
                  </a:lnTo>
                  <a:close/>
                </a:path>
                <a:path w="71754" h="457200">
                  <a:moveTo>
                    <a:pt x="68579" y="275590"/>
                  </a:moveTo>
                  <a:lnTo>
                    <a:pt x="57911" y="271780"/>
                  </a:lnTo>
                  <a:lnTo>
                    <a:pt x="57911" y="198120"/>
                  </a:lnTo>
                  <a:lnTo>
                    <a:pt x="71627" y="194310"/>
                  </a:lnTo>
                  <a:lnTo>
                    <a:pt x="71627" y="262890"/>
                  </a:lnTo>
                  <a:lnTo>
                    <a:pt x="68579" y="275590"/>
                  </a:lnTo>
                  <a:close/>
                </a:path>
                <a:path w="71754" h="457200">
                  <a:moveTo>
                    <a:pt x="68579" y="334010"/>
                  </a:moveTo>
                  <a:lnTo>
                    <a:pt x="57911" y="332740"/>
                  </a:lnTo>
                  <a:lnTo>
                    <a:pt x="57911" y="271780"/>
                  </a:lnTo>
                  <a:lnTo>
                    <a:pt x="68579" y="275590"/>
                  </a:lnTo>
                  <a:lnTo>
                    <a:pt x="68579" y="334010"/>
                  </a:lnTo>
                  <a:close/>
                </a:path>
                <a:path w="71754" h="457200">
                  <a:moveTo>
                    <a:pt x="32003" y="281940"/>
                  </a:moveTo>
                  <a:lnTo>
                    <a:pt x="25908" y="278130"/>
                  </a:lnTo>
                  <a:lnTo>
                    <a:pt x="32003" y="278130"/>
                  </a:lnTo>
                  <a:lnTo>
                    <a:pt x="32003" y="281940"/>
                  </a:lnTo>
                  <a:close/>
                </a:path>
                <a:path w="71754" h="457200">
                  <a:moveTo>
                    <a:pt x="57911" y="281940"/>
                  </a:moveTo>
                  <a:lnTo>
                    <a:pt x="32003" y="281940"/>
                  </a:lnTo>
                  <a:lnTo>
                    <a:pt x="32003" y="278130"/>
                  </a:lnTo>
                  <a:lnTo>
                    <a:pt x="57911" y="278130"/>
                  </a:lnTo>
                  <a:lnTo>
                    <a:pt x="57911" y="281940"/>
                  </a:lnTo>
                  <a:close/>
                </a:path>
                <a:path w="71754" h="457200">
                  <a:moveTo>
                    <a:pt x="65531" y="378460"/>
                  </a:moveTo>
                  <a:lnTo>
                    <a:pt x="51815" y="375920"/>
                  </a:lnTo>
                  <a:lnTo>
                    <a:pt x="54863" y="369570"/>
                  </a:lnTo>
                  <a:lnTo>
                    <a:pt x="54863" y="344170"/>
                  </a:lnTo>
                  <a:lnTo>
                    <a:pt x="57911" y="332740"/>
                  </a:lnTo>
                  <a:lnTo>
                    <a:pt x="68579" y="334010"/>
                  </a:lnTo>
                  <a:lnTo>
                    <a:pt x="65531" y="344170"/>
                  </a:lnTo>
                  <a:lnTo>
                    <a:pt x="65531" y="378460"/>
                  </a:lnTo>
                  <a:close/>
                </a:path>
                <a:path w="71754" h="457200">
                  <a:moveTo>
                    <a:pt x="60959" y="407670"/>
                  </a:moveTo>
                  <a:lnTo>
                    <a:pt x="54863" y="405130"/>
                  </a:lnTo>
                  <a:lnTo>
                    <a:pt x="48767" y="405130"/>
                  </a:lnTo>
                  <a:lnTo>
                    <a:pt x="51815" y="398780"/>
                  </a:lnTo>
                  <a:lnTo>
                    <a:pt x="51815" y="375920"/>
                  </a:lnTo>
                  <a:lnTo>
                    <a:pt x="65531" y="378460"/>
                  </a:lnTo>
                  <a:lnTo>
                    <a:pt x="62483" y="383540"/>
                  </a:lnTo>
                  <a:lnTo>
                    <a:pt x="62483" y="398780"/>
                  </a:lnTo>
                  <a:lnTo>
                    <a:pt x="61395" y="405130"/>
                  </a:lnTo>
                  <a:lnTo>
                    <a:pt x="54863" y="405130"/>
                  </a:lnTo>
                  <a:lnTo>
                    <a:pt x="60959" y="407670"/>
                  </a:lnTo>
                  <a:close/>
                </a:path>
                <a:path w="71754" h="457200">
                  <a:moveTo>
                    <a:pt x="25908" y="382270"/>
                  </a:moveTo>
                  <a:lnTo>
                    <a:pt x="19811" y="378460"/>
                  </a:lnTo>
                  <a:lnTo>
                    <a:pt x="25908" y="378460"/>
                  </a:lnTo>
                  <a:lnTo>
                    <a:pt x="25908" y="382270"/>
                  </a:lnTo>
                  <a:close/>
                </a:path>
                <a:path w="71754" h="457200">
                  <a:moveTo>
                    <a:pt x="51815" y="382270"/>
                  </a:moveTo>
                  <a:lnTo>
                    <a:pt x="25908" y="382270"/>
                  </a:lnTo>
                  <a:lnTo>
                    <a:pt x="25908" y="378460"/>
                  </a:lnTo>
                  <a:lnTo>
                    <a:pt x="51815" y="378460"/>
                  </a:lnTo>
                  <a:lnTo>
                    <a:pt x="51815" y="382270"/>
                  </a:lnTo>
                  <a:close/>
                </a:path>
                <a:path w="71754" h="457200">
                  <a:moveTo>
                    <a:pt x="22859" y="396240"/>
                  </a:moveTo>
                  <a:lnTo>
                    <a:pt x="16763" y="392430"/>
                  </a:lnTo>
                  <a:lnTo>
                    <a:pt x="22859" y="392430"/>
                  </a:lnTo>
                  <a:lnTo>
                    <a:pt x="22859" y="396240"/>
                  </a:lnTo>
                  <a:close/>
                </a:path>
                <a:path w="71754" h="457200">
                  <a:moveTo>
                    <a:pt x="51815" y="396240"/>
                  </a:moveTo>
                  <a:lnTo>
                    <a:pt x="22859" y="396240"/>
                  </a:lnTo>
                  <a:lnTo>
                    <a:pt x="22859" y="392430"/>
                  </a:lnTo>
                  <a:lnTo>
                    <a:pt x="51815" y="392430"/>
                  </a:lnTo>
                  <a:lnTo>
                    <a:pt x="51815" y="396240"/>
                  </a:lnTo>
                  <a:close/>
                </a:path>
                <a:path w="71754" h="457200">
                  <a:moveTo>
                    <a:pt x="60959" y="412750"/>
                  </a:moveTo>
                  <a:lnTo>
                    <a:pt x="48767" y="408940"/>
                  </a:lnTo>
                  <a:lnTo>
                    <a:pt x="48767" y="405130"/>
                  </a:lnTo>
                  <a:lnTo>
                    <a:pt x="60959" y="407670"/>
                  </a:lnTo>
                  <a:lnTo>
                    <a:pt x="60959" y="412750"/>
                  </a:lnTo>
                  <a:close/>
                </a:path>
                <a:path w="71754" h="457200">
                  <a:moveTo>
                    <a:pt x="60959" y="419100"/>
                  </a:moveTo>
                  <a:lnTo>
                    <a:pt x="48767" y="415290"/>
                  </a:lnTo>
                  <a:lnTo>
                    <a:pt x="48767" y="408940"/>
                  </a:lnTo>
                  <a:lnTo>
                    <a:pt x="60959" y="412750"/>
                  </a:lnTo>
                  <a:lnTo>
                    <a:pt x="60959" y="419100"/>
                  </a:lnTo>
                  <a:close/>
                </a:path>
                <a:path w="71754" h="457200">
                  <a:moveTo>
                    <a:pt x="57911" y="424180"/>
                  </a:moveTo>
                  <a:lnTo>
                    <a:pt x="51815" y="421640"/>
                  </a:lnTo>
                  <a:lnTo>
                    <a:pt x="45719" y="421640"/>
                  </a:lnTo>
                  <a:lnTo>
                    <a:pt x="48767" y="415290"/>
                  </a:lnTo>
                  <a:lnTo>
                    <a:pt x="60959" y="419100"/>
                  </a:lnTo>
                  <a:lnTo>
                    <a:pt x="59435" y="421640"/>
                  </a:lnTo>
                  <a:lnTo>
                    <a:pt x="51815" y="421640"/>
                  </a:lnTo>
                  <a:lnTo>
                    <a:pt x="57911" y="424180"/>
                  </a:lnTo>
                  <a:close/>
                </a:path>
                <a:path w="71754" h="457200">
                  <a:moveTo>
                    <a:pt x="16763" y="424180"/>
                  </a:moveTo>
                  <a:lnTo>
                    <a:pt x="12191" y="421640"/>
                  </a:lnTo>
                  <a:lnTo>
                    <a:pt x="18287" y="421640"/>
                  </a:lnTo>
                  <a:lnTo>
                    <a:pt x="16763" y="424180"/>
                  </a:lnTo>
                  <a:close/>
                </a:path>
                <a:path w="71754" h="457200">
                  <a:moveTo>
                    <a:pt x="45719" y="424180"/>
                  </a:moveTo>
                  <a:lnTo>
                    <a:pt x="16763" y="424180"/>
                  </a:lnTo>
                  <a:lnTo>
                    <a:pt x="18287" y="421640"/>
                  </a:lnTo>
                  <a:lnTo>
                    <a:pt x="45719" y="421640"/>
                  </a:lnTo>
                  <a:lnTo>
                    <a:pt x="45719" y="424180"/>
                  </a:lnTo>
                  <a:close/>
                </a:path>
                <a:path w="71754" h="457200">
                  <a:moveTo>
                    <a:pt x="57911" y="430530"/>
                  </a:moveTo>
                  <a:lnTo>
                    <a:pt x="51815" y="427990"/>
                  </a:lnTo>
                  <a:lnTo>
                    <a:pt x="45719" y="427990"/>
                  </a:lnTo>
                  <a:lnTo>
                    <a:pt x="45719" y="421640"/>
                  </a:lnTo>
                  <a:lnTo>
                    <a:pt x="57911" y="424180"/>
                  </a:lnTo>
                  <a:lnTo>
                    <a:pt x="57911" y="427990"/>
                  </a:lnTo>
                  <a:lnTo>
                    <a:pt x="51815" y="427990"/>
                  </a:lnTo>
                  <a:lnTo>
                    <a:pt x="57911" y="430530"/>
                  </a:lnTo>
                  <a:close/>
                </a:path>
                <a:path w="71754" h="457200">
                  <a:moveTo>
                    <a:pt x="57911" y="431800"/>
                  </a:moveTo>
                  <a:lnTo>
                    <a:pt x="45719" y="430530"/>
                  </a:lnTo>
                  <a:lnTo>
                    <a:pt x="45719" y="427990"/>
                  </a:lnTo>
                  <a:lnTo>
                    <a:pt x="57911" y="430530"/>
                  </a:lnTo>
                  <a:lnTo>
                    <a:pt x="57911" y="431800"/>
                  </a:lnTo>
                  <a:close/>
                </a:path>
                <a:path w="71754" h="457200">
                  <a:moveTo>
                    <a:pt x="16763" y="431800"/>
                  </a:moveTo>
                  <a:lnTo>
                    <a:pt x="12191" y="430530"/>
                  </a:lnTo>
                  <a:lnTo>
                    <a:pt x="16763" y="430530"/>
                  </a:lnTo>
                  <a:lnTo>
                    <a:pt x="16763" y="431800"/>
                  </a:lnTo>
                  <a:close/>
                </a:path>
                <a:path w="71754" h="457200">
                  <a:moveTo>
                    <a:pt x="42671" y="435610"/>
                  </a:moveTo>
                  <a:lnTo>
                    <a:pt x="13715" y="435610"/>
                  </a:lnTo>
                  <a:lnTo>
                    <a:pt x="16763" y="431800"/>
                  </a:lnTo>
                  <a:lnTo>
                    <a:pt x="16763" y="430530"/>
                  </a:lnTo>
                  <a:lnTo>
                    <a:pt x="45719" y="430530"/>
                  </a:lnTo>
                  <a:lnTo>
                    <a:pt x="42671" y="431800"/>
                  </a:lnTo>
                  <a:lnTo>
                    <a:pt x="42671" y="435610"/>
                  </a:lnTo>
                  <a:close/>
                </a:path>
                <a:path w="71754" h="457200">
                  <a:moveTo>
                    <a:pt x="56083" y="435610"/>
                  </a:moveTo>
                  <a:lnTo>
                    <a:pt x="49987" y="435610"/>
                  </a:lnTo>
                  <a:lnTo>
                    <a:pt x="42671" y="431800"/>
                  </a:lnTo>
                  <a:lnTo>
                    <a:pt x="45719" y="430530"/>
                  </a:lnTo>
                  <a:lnTo>
                    <a:pt x="57911" y="431800"/>
                  </a:lnTo>
                  <a:lnTo>
                    <a:pt x="56083" y="435610"/>
                  </a:lnTo>
                  <a:close/>
                </a:path>
                <a:path w="71754" h="457200">
                  <a:moveTo>
                    <a:pt x="13715" y="435610"/>
                  </a:moveTo>
                  <a:lnTo>
                    <a:pt x="9143" y="431800"/>
                  </a:lnTo>
                  <a:lnTo>
                    <a:pt x="16763" y="431800"/>
                  </a:lnTo>
                  <a:lnTo>
                    <a:pt x="13715" y="435610"/>
                  </a:lnTo>
                  <a:close/>
                </a:path>
                <a:path w="71754" h="457200">
                  <a:moveTo>
                    <a:pt x="54863" y="441960"/>
                  </a:moveTo>
                  <a:lnTo>
                    <a:pt x="42671" y="438150"/>
                  </a:lnTo>
                  <a:lnTo>
                    <a:pt x="42671" y="431800"/>
                  </a:lnTo>
                  <a:lnTo>
                    <a:pt x="49987" y="435610"/>
                  </a:lnTo>
                  <a:lnTo>
                    <a:pt x="48767" y="435610"/>
                  </a:lnTo>
                  <a:lnTo>
                    <a:pt x="54863" y="438150"/>
                  </a:lnTo>
                  <a:lnTo>
                    <a:pt x="48767" y="438150"/>
                  </a:lnTo>
                  <a:lnTo>
                    <a:pt x="54863" y="441960"/>
                  </a:lnTo>
                  <a:close/>
                </a:path>
                <a:path w="71754" h="457200">
                  <a:moveTo>
                    <a:pt x="51815" y="444500"/>
                  </a:moveTo>
                  <a:lnTo>
                    <a:pt x="45719" y="444500"/>
                  </a:lnTo>
                  <a:lnTo>
                    <a:pt x="39623" y="441960"/>
                  </a:lnTo>
                  <a:lnTo>
                    <a:pt x="42671" y="438150"/>
                  </a:lnTo>
                  <a:lnTo>
                    <a:pt x="54863" y="441960"/>
                  </a:lnTo>
                  <a:lnTo>
                    <a:pt x="51815" y="444500"/>
                  </a:lnTo>
                  <a:close/>
                </a:path>
                <a:path w="71754" h="457200">
                  <a:moveTo>
                    <a:pt x="54863" y="441960"/>
                  </a:moveTo>
                  <a:lnTo>
                    <a:pt x="48767" y="438150"/>
                  </a:lnTo>
                  <a:lnTo>
                    <a:pt x="54863" y="438150"/>
                  </a:lnTo>
                  <a:lnTo>
                    <a:pt x="54863" y="441960"/>
                  </a:lnTo>
                  <a:close/>
                </a:path>
                <a:path w="71754" h="457200">
                  <a:moveTo>
                    <a:pt x="41147" y="450850"/>
                  </a:moveTo>
                  <a:lnTo>
                    <a:pt x="39623" y="444500"/>
                  </a:lnTo>
                  <a:lnTo>
                    <a:pt x="39623" y="441960"/>
                  </a:lnTo>
                  <a:lnTo>
                    <a:pt x="51815" y="447040"/>
                  </a:lnTo>
                  <a:lnTo>
                    <a:pt x="42671" y="447040"/>
                  </a:lnTo>
                  <a:lnTo>
                    <a:pt x="41147" y="450850"/>
                  </a:lnTo>
                  <a:close/>
                </a:path>
                <a:path w="71754" h="457200">
                  <a:moveTo>
                    <a:pt x="46329" y="450850"/>
                  </a:moveTo>
                  <a:lnTo>
                    <a:pt x="44500" y="450850"/>
                  </a:lnTo>
                  <a:lnTo>
                    <a:pt x="42671" y="447040"/>
                  </a:lnTo>
                  <a:lnTo>
                    <a:pt x="46329" y="450850"/>
                  </a:lnTo>
                  <a:close/>
                </a:path>
                <a:path w="71754" h="457200">
                  <a:moveTo>
                    <a:pt x="48767" y="450850"/>
                  </a:moveTo>
                  <a:lnTo>
                    <a:pt x="46329" y="450850"/>
                  </a:lnTo>
                  <a:lnTo>
                    <a:pt x="42671" y="447040"/>
                  </a:lnTo>
                  <a:lnTo>
                    <a:pt x="45719" y="447040"/>
                  </a:lnTo>
                  <a:lnTo>
                    <a:pt x="48767" y="450850"/>
                  </a:lnTo>
                  <a:close/>
                </a:path>
                <a:path w="71754" h="457200">
                  <a:moveTo>
                    <a:pt x="51815" y="450850"/>
                  </a:moveTo>
                  <a:lnTo>
                    <a:pt x="48767" y="450850"/>
                  </a:lnTo>
                  <a:lnTo>
                    <a:pt x="45719" y="447040"/>
                  </a:lnTo>
                  <a:lnTo>
                    <a:pt x="51815" y="450850"/>
                  </a:lnTo>
                  <a:close/>
                </a:path>
                <a:path w="71754" h="457200">
                  <a:moveTo>
                    <a:pt x="51815" y="450850"/>
                  </a:moveTo>
                  <a:lnTo>
                    <a:pt x="45719" y="447040"/>
                  </a:lnTo>
                  <a:lnTo>
                    <a:pt x="51815" y="447040"/>
                  </a:lnTo>
                  <a:lnTo>
                    <a:pt x="51815" y="450850"/>
                  </a:lnTo>
                  <a:close/>
                </a:path>
                <a:path w="71754" h="457200">
                  <a:moveTo>
                    <a:pt x="42671" y="457200"/>
                  </a:moveTo>
                  <a:lnTo>
                    <a:pt x="41147" y="450850"/>
                  </a:lnTo>
                  <a:lnTo>
                    <a:pt x="42671" y="450850"/>
                  </a:lnTo>
                  <a:lnTo>
                    <a:pt x="42671" y="457200"/>
                  </a:lnTo>
                  <a:close/>
                </a:path>
                <a:path w="71754" h="457200">
                  <a:moveTo>
                    <a:pt x="45719" y="453390"/>
                  </a:moveTo>
                  <a:lnTo>
                    <a:pt x="42671" y="450850"/>
                  </a:lnTo>
                  <a:lnTo>
                    <a:pt x="44500" y="450850"/>
                  </a:lnTo>
                  <a:lnTo>
                    <a:pt x="45719" y="45339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021835" y="1554479"/>
              <a:ext cx="62865" cy="445134"/>
            </a:xfrm>
            <a:custGeom>
              <a:avLst/>
              <a:gdLst/>
              <a:ahLst/>
              <a:cxnLst/>
              <a:rect l="l" t="t" r="r" b="b"/>
              <a:pathLst>
                <a:path w="62864" h="445135">
                  <a:moveTo>
                    <a:pt x="39624" y="445008"/>
                  </a:moveTo>
                  <a:lnTo>
                    <a:pt x="36576" y="445008"/>
                  </a:lnTo>
                  <a:lnTo>
                    <a:pt x="0" y="438912"/>
                  </a:lnTo>
                  <a:lnTo>
                    <a:pt x="3048" y="438912"/>
                  </a:lnTo>
                  <a:lnTo>
                    <a:pt x="3048" y="432816"/>
                  </a:lnTo>
                  <a:lnTo>
                    <a:pt x="6096" y="432816"/>
                  </a:lnTo>
                  <a:lnTo>
                    <a:pt x="6096" y="426720"/>
                  </a:lnTo>
                  <a:lnTo>
                    <a:pt x="9144" y="425196"/>
                  </a:lnTo>
                  <a:lnTo>
                    <a:pt x="9144" y="416052"/>
                  </a:lnTo>
                  <a:lnTo>
                    <a:pt x="10668" y="413004"/>
                  </a:lnTo>
                  <a:lnTo>
                    <a:pt x="10668" y="402336"/>
                  </a:lnTo>
                  <a:lnTo>
                    <a:pt x="13716" y="396240"/>
                  </a:lnTo>
                  <a:lnTo>
                    <a:pt x="13716" y="381000"/>
                  </a:lnTo>
                  <a:lnTo>
                    <a:pt x="16764" y="373380"/>
                  </a:lnTo>
                  <a:lnTo>
                    <a:pt x="16764" y="350520"/>
                  </a:lnTo>
                  <a:lnTo>
                    <a:pt x="19812" y="341376"/>
                  </a:lnTo>
                  <a:lnTo>
                    <a:pt x="19812" y="295656"/>
                  </a:lnTo>
                  <a:lnTo>
                    <a:pt x="22860" y="283464"/>
                  </a:lnTo>
                  <a:lnTo>
                    <a:pt x="22860" y="153924"/>
                  </a:lnTo>
                  <a:lnTo>
                    <a:pt x="19812" y="143256"/>
                  </a:lnTo>
                  <a:lnTo>
                    <a:pt x="19812" y="97536"/>
                  </a:lnTo>
                  <a:lnTo>
                    <a:pt x="16764" y="88392"/>
                  </a:lnTo>
                  <a:lnTo>
                    <a:pt x="16764" y="62484"/>
                  </a:lnTo>
                  <a:lnTo>
                    <a:pt x="13716" y="56388"/>
                  </a:lnTo>
                  <a:lnTo>
                    <a:pt x="13716" y="42671"/>
                  </a:lnTo>
                  <a:lnTo>
                    <a:pt x="10668" y="36576"/>
                  </a:lnTo>
                  <a:lnTo>
                    <a:pt x="10668" y="25908"/>
                  </a:lnTo>
                  <a:lnTo>
                    <a:pt x="9144" y="19812"/>
                  </a:lnTo>
                  <a:lnTo>
                    <a:pt x="9144" y="13716"/>
                  </a:lnTo>
                  <a:lnTo>
                    <a:pt x="6096" y="7620"/>
                  </a:lnTo>
                  <a:lnTo>
                    <a:pt x="6096" y="4571"/>
                  </a:lnTo>
                  <a:lnTo>
                    <a:pt x="3048" y="3047"/>
                  </a:lnTo>
                  <a:lnTo>
                    <a:pt x="3048" y="0"/>
                  </a:lnTo>
                  <a:lnTo>
                    <a:pt x="36576" y="4571"/>
                  </a:lnTo>
                  <a:lnTo>
                    <a:pt x="42672" y="4571"/>
                  </a:lnTo>
                  <a:lnTo>
                    <a:pt x="42672" y="10668"/>
                  </a:lnTo>
                  <a:lnTo>
                    <a:pt x="45720" y="13716"/>
                  </a:lnTo>
                  <a:lnTo>
                    <a:pt x="45720" y="16764"/>
                  </a:lnTo>
                  <a:lnTo>
                    <a:pt x="48768" y="22860"/>
                  </a:lnTo>
                  <a:lnTo>
                    <a:pt x="48768" y="30480"/>
                  </a:lnTo>
                  <a:lnTo>
                    <a:pt x="51816" y="36576"/>
                  </a:lnTo>
                  <a:lnTo>
                    <a:pt x="51816" y="48768"/>
                  </a:lnTo>
                  <a:lnTo>
                    <a:pt x="54864" y="54864"/>
                  </a:lnTo>
                  <a:lnTo>
                    <a:pt x="54864" y="77724"/>
                  </a:lnTo>
                  <a:lnTo>
                    <a:pt x="57912" y="82295"/>
                  </a:lnTo>
                  <a:lnTo>
                    <a:pt x="57912" y="108204"/>
                  </a:lnTo>
                  <a:lnTo>
                    <a:pt x="59436" y="120395"/>
                  </a:lnTo>
                  <a:lnTo>
                    <a:pt x="59436" y="188976"/>
                  </a:lnTo>
                  <a:lnTo>
                    <a:pt x="62484" y="201168"/>
                  </a:lnTo>
                  <a:lnTo>
                    <a:pt x="62484" y="246888"/>
                  </a:lnTo>
                  <a:lnTo>
                    <a:pt x="59436" y="257556"/>
                  </a:lnTo>
                  <a:lnTo>
                    <a:pt x="59436" y="329184"/>
                  </a:lnTo>
                  <a:lnTo>
                    <a:pt x="57912" y="338328"/>
                  </a:lnTo>
                  <a:lnTo>
                    <a:pt x="57912" y="364236"/>
                  </a:lnTo>
                  <a:lnTo>
                    <a:pt x="54864" y="373380"/>
                  </a:lnTo>
                  <a:lnTo>
                    <a:pt x="54864" y="393192"/>
                  </a:lnTo>
                  <a:lnTo>
                    <a:pt x="51816" y="399288"/>
                  </a:lnTo>
                  <a:lnTo>
                    <a:pt x="51816" y="413004"/>
                  </a:lnTo>
                  <a:lnTo>
                    <a:pt x="48768" y="416052"/>
                  </a:lnTo>
                  <a:lnTo>
                    <a:pt x="48768" y="426720"/>
                  </a:lnTo>
                  <a:lnTo>
                    <a:pt x="45720" y="429768"/>
                  </a:lnTo>
                  <a:lnTo>
                    <a:pt x="45720" y="432816"/>
                  </a:lnTo>
                  <a:lnTo>
                    <a:pt x="42672" y="435864"/>
                  </a:lnTo>
                  <a:lnTo>
                    <a:pt x="42672" y="441960"/>
                  </a:lnTo>
                  <a:lnTo>
                    <a:pt x="39624" y="441960"/>
                  </a:lnTo>
                  <a:lnTo>
                    <a:pt x="39624" y="44500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018788" y="1548384"/>
              <a:ext cx="71755" cy="457200"/>
            </a:xfrm>
            <a:custGeom>
              <a:avLst/>
              <a:gdLst/>
              <a:ahLst/>
              <a:cxnLst/>
              <a:rect l="l" t="t" r="r" b="b"/>
              <a:pathLst>
                <a:path w="71754" h="457200">
                  <a:moveTo>
                    <a:pt x="3047" y="12700"/>
                  </a:moveTo>
                  <a:lnTo>
                    <a:pt x="3047" y="10160"/>
                  </a:lnTo>
                  <a:lnTo>
                    <a:pt x="0" y="10160"/>
                  </a:lnTo>
                  <a:lnTo>
                    <a:pt x="3047" y="0"/>
                  </a:lnTo>
                  <a:lnTo>
                    <a:pt x="6095" y="0"/>
                  </a:lnTo>
                  <a:lnTo>
                    <a:pt x="42671" y="5080"/>
                  </a:lnTo>
                  <a:lnTo>
                    <a:pt x="41147" y="11430"/>
                  </a:lnTo>
                  <a:lnTo>
                    <a:pt x="7619" y="11430"/>
                  </a:lnTo>
                  <a:lnTo>
                    <a:pt x="3047" y="12700"/>
                  </a:lnTo>
                  <a:close/>
                </a:path>
                <a:path w="71754" h="457200">
                  <a:moveTo>
                    <a:pt x="13715" y="102870"/>
                  </a:moveTo>
                  <a:lnTo>
                    <a:pt x="13715" y="77470"/>
                  </a:lnTo>
                  <a:lnTo>
                    <a:pt x="12191" y="71120"/>
                  </a:lnTo>
                  <a:lnTo>
                    <a:pt x="12191" y="48260"/>
                  </a:lnTo>
                  <a:lnTo>
                    <a:pt x="9143" y="41910"/>
                  </a:lnTo>
                  <a:lnTo>
                    <a:pt x="9143" y="34290"/>
                  </a:lnTo>
                  <a:lnTo>
                    <a:pt x="6095" y="27940"/>
                  </a:lnTo>
                  <a:lnTo>
                    <a:pt x="6095" y="19050"/>
                  </a:lnTo>
                  <a:lnTo>
                    <a:pt x="3047" y="16510"/>
                  </a:lnTo>
                  <a:lnTo>
                    <a:pt x="3047" y="12700"/>
                  </a:lnTo>
                  <a:lnTo>
                    <a:pt x="10667" y="11430"/>
                  </a:lnTo>
                  <a:lnTo>
                    <a:pt x="41147" y="11430"/>
                  </a:lnTo>
                  <a:lnTo>
                    <a:pt x="42671" y="10160"/>
                  </a:lnTo>
                  <a:lnTo>
                    <a:pt x="42671" y="5080"/>
                  </a:lnTo>
                  <a:lnTo>
                    <a:pt x="48767" y="5080"/>
                  </a:lnTo>
                  <a:lnTo>
                    <a:pt x="48767" y="8890"/>
                  </a:lnTo>
                  <a:lnTo>
                    <a:pt x="44195" y="10160"/>
                  </a:lnTo>
                  <a:lnTo>
                    <a:pt x="45719" y="10160"/>
                  </a:lnTo>
                  <a:lnTo>
                    <a:pt x="43281" y="12700"/>
                  </a:lnTo>
                  <a:lnTo>
                    <a:pt x="13715" y="12700"/>
                  </a:lnTo>
                  <a:lnTo>
                    <a:pt x="16763" y="16510"/>
                  </a:lnTo>
                  <a:lnTo>
                    <a:pt x="16763" y="25400"/>
                  </a:lnTo>
                  <a:lnTo>
                    <a:pt x="19811" y="31750"/>
                  </a:lnTo>
                  <a:lnTo>
                    <a:pt x="19811" y="41910"/>
                  </a:lnTo>
                  <a:lnTo>
                    <a:pt x="22859" y="48260"/>
                  </a:lnTo>
                  <a:lnTo>
                    <a:pt x="22859" y="62230"/>
                  </a:lnTo>
                  <a:lnTo>
                    <a:pt x="25908" y="67310"/>
                  </a:lnTo>
                  <a:lnTo>
                    <a:pt x="25908" y="91440"/>
                  </a:lnTo>
                  <a:lnTo>
                    <a:pt x="28955" y="100330"/>
                  </a:lnTo>
                  <a:lnTo>
                    <a:pt x="13715" y="102870"/>
                  </a:lnTo>
                  <a:close/>
                </a:path>
                <a:path w="71754" h="457200">
                  <a:moveTo>
                    <a:pt x="45719" y="10160"/>
                  </a:moveTo>
                  <a:lnTo>
                    <a:pt x="44195" y="10160"/>
                  </a:lnTo>
                  <a:lnTo>
                    <a:pt x="48767" y="8890"/>
                  </a:lnTo>
                  <a:lnTo>
                    <a:pt x="45719" y="10160"/>
                  </a:lnTo>
                  <a:close/>
                </a:path>
                <a:path w="71754" h="457200">
                  <a:moveTo>
                    <a:pt x="45719" y="10160"/>
                  </a:moveTo>
                  <a:lnTo>
                    <a:pt x="48767" y="8890"/>
                  </a:lnTo>
                  <a:lnTo>
                    <a:pt x="51815" y="8890"/>
                  </a:lnTo>
                  <a:lnTo>
                    <a:pt x="45719" y="10160"/>
                  </a:lnTo>
                  <a:close/>
                </a:path>
                <a:path w="71754" h="457200">
                  <a:moveTo>
                    <a:pt x="39623" y="16510"/>
                  </a:moveTo>
                  <a:lnTo>
                    <a:pt x="51815" y="8890"/>
                  </a:lnTo>
                  <a:lnTo>
                    <a:pt x="51815" y="10160"/>
                  </a:lnTo>
                  <a:lnTo>
                    <a:pt x="39623" y="16510"/>
                  </a:lnTo>
                  <a:close/>
                </a:path>
                <a:path w="71754" h="457200">
                  <a:moveTo>
                    <a:pt x="42671" y="19050"/>
                  </a:moveTo>
                  <a:lnTo>
                    <a:pt x="39623" y="16510"/>
                  </a:lnTo>
                  <a:lnTo>
                    <a:pt x="51815" y="10160"/>
                  </a:lnTo>
                  <a:lnTo>
                    <a:pt x="51815" y="12700"/>
                  </a:lnTo>
                  <a:lnTo>
                    <a:pt x="42671" y="19050"/>
                  </a:lnTo>
                  <a:close/>
                </a:path>
                <a:path w="71754" h="457200">
                  <a:moveTo>
                    <a:pt x="39623" y="16510"/>
                  </a:moveTo>
                  <a:lnTo>
                    <a:pt x="13715" y="12700"/>
                  </a:lnTo>
                  <a:lnTo>
                    <a:pt x="43281" y="12700"/>
                  </a:lnTo>
                  <a:lnTo>
                    <a:pt x="39623" y="16510"/>
                  </a:lnTo>
                  <a:close/>
                </a:path>
                <a:path w="71754" h="457200">
                  <a:moveTo>
                    <a:pt x="42671" y="22860"/>
                  </a:moveTo>
                  <a:lnTo>
                    <a:pt x="42671" y="19050"/>
                  </a:lnTo>
                  <a:lnTo>
                    <a:pt x="51815" y="12700"/>
                  </a:lnTo>
                  <a:lnTo>
                    <a:pt x="54863" y="16510"/>
                  </a:lnTo>
                  <a:lnTo>
                    <a:pt x="48767" y="19050"/>
                  </a:lnTo>
                  <a:lnTo>
                    <a:pt x="49987" y="19050"/>
                  </a:lnTo>
                  <a:lnTo>
                    <a:pt x="42671" y="22860"/>
                  </a:lnTo>
                  <a:close/>
                </a:path>
                <a:path w="71754" h="457200">
                  <a:moveTo>
                    <a:pt x="42671" y="25400"/>
                  </a:moveTo>
                  <a:lnTo>
                    <a:pt x="42671" y="22860"/>
                  </a:lnTo>
                  <a:lnTo>
                    <a:pt x="49987" y="19050"/>
                  </a:lnTo>
                  <a:lnTo>
                    <a:pt x="54863" y="19050"/>
                  </a:lnTo>
                  <a:lnTo>
                    <a:pt x="54863" y="22860"/>
                  </a:lnTo>
                  <a:lnTo>
                    <a:pt x="42671" y="25400"/>
                  </a:lnTo>
                  <a:close/>
                </a:path>
                <a:path w="71754" h="457200">
                  <a:moveTo>
                    <a:pt x="45719" y="27940"/>
                  </a:moveTo>
                  <a:lnTo>
                    <a:pt x="42671" y="25400"/>
                  </a:lnTo>
                  <a:lnTo>
                    <a:pt x="54863" y="22860"/>
                  </a:lnTo>
                  <a:lnTo>
                    <a:pt x="57911" y="25400"/>
                  </a:lnTo>
                  <a:lnTo>
                    <a:pt x="45719" y="27940"/>
                  </a:lnTo>
                  <a:close/>
                </a:path>
                <a:path w="71754" h="457200">
                  <a:moveTo>
                    <a:pt x="45719" y="34290"/>
                  </a:moveTo>
                  <a:lnTo>
                    <a:pt x="45719" y="27940"/>
                  </a:lnTo>
                  <a:lnTo>
                    <a:pt x="57911" y="25400"/>
                  </a:lnTo>
                  <a:lnTo>
                    <a:pt x="57911" y="31750"/>
                  </a:lnTo>
                  <a:lnTo>
                    <a:pt x="45719" y="34290"/>
                  </a:lnTo>
                  <a:close/>
                </a:path>
                <a:path w="71754" h="457200">
                  <a:moveTo>
                    <a:pt x="45719" y="35560"/>
                  </a:moveTo>
                  <a:lnTo>
                    <a:pt x="45719" y="34290"/>
                  </a:lnTo>
                  <a:lnTo>
                    <a:pt x="57911" y="31750"/>
                  </a:lnTo>
                  <a:lnTo>
                    <a:pt x="57911" y="34290"/>
                  </a:lnTo>
                  <a:lnTo>
                    <a:pt x="45719" y="35560"/>
                  </a:lnTo>
                  <a:close/>
                </a:path>
                <a:path w="71754" h="457200">
                  <a:moveTo>
                    <a:pt x="48767" y="41910"/>
                  </a:moveTo>
                  <a:lnTo>
                    <a:pt x="45719" y="35560"/>
                  </a:lnTo>
                  <a:lnTo>
                    <a:pt x="57911" y="34290"/>
                  </a:lnTo>
                  <a:lnTo>
                    <a:pt x="60959" y="39370"/>
                  </a:lnTo>
                  <a:lnTo>
                    <a:pt x="48767" y="41910"/>
                  </a:lnTo>
                  <a:close/>
                </a:path>
                <a:path w="71754" h="457200">
                  <a:moveTo>
                    <a:pt x="48767" y="48260"/>
                  </a:moveTo>
                  <a:lnTo>
                    <a:pt x="48767" y="41910"/>
                  </a:lnTo>
                  <a:lnTo>
                    <a:pt x="60959" y="39370"/>
                  </a:lnTo>
                  <a:lnTo>
                    <a:pt x="60959" y="45720"/>
                  </a:lnTo>
                  <a:lnTo>
                    <a:pt x="48767" y="48260"/>
                  </a:lnTo>
                  <a:close/>
                </a:path>
                <a:path w="71754" h="457200">
                  <a:moveTo>
                    <a:pt x="51815" y="67310"/>
                  </a:moveTo>
                  <a:lnTo>
                    <a:pt x="51815" y="60960"/>
                  </a:lnTo>
                  <a:lnTo>
                    <a:pt x="48767" y="54610"/>
                  </a:lnTo>
                  <a:lnTo>
                    <a:pt x="48767" y="48260"/>
                  </a:lnTo>
                  <a:lnTo>
                    <a:pt x="60959" y="45720"/>
                  </a:lnTo>
                  <a:lnTo>
                    <a:pt x="60959" y="54610"/>
                  </a:lnTo>
                  <a:lnTo>
                    <a:pt x="62483" y="60960"/>
                  </a:lnTo>
                  <a:lnTo>
                    <a:pt x="62483" y="64770"/>
                  </a:lnTo>
                  <a:lnTo>
                    <a:pt x="51815" y="67310"/>
                  </a:lnTo>
                  <a:close/>
                </a:path>
                <a:path w="71754" h="457200">
                  <a:moveTo>
                    <a:pt x="54863" y="91440"/>
                  </a:moveTo>
                  <a:lnTo>
                    <a:pt x="51815" y="83820"/>
                  </a:lnTo>
                  <a:lnTo>
                    <a:pt x="51815" y="67310"/>
                  </a:lnTo>
                  <a:lnTo>
                    <a:pt x="62483" y="64770"/>
                  </a:lnTo>
                  <a:lnTo>
                    <a:pt x="62483" y="73660"/>
                  </a:lnTo>
                  <a:lnTo>
                    <a:pt x="65531" y="83820"/>
                  </a:lnTo>
                  <a:lnTo>
                    <a:pt x="65531" y="87630"/>
                  </a:lnTo>
                  <a:lnTo>
                    <a:pt x="54863" y="91440"/>
                  </a:lnTo>
                  <a:close/>
                </a:path>
                <a:path w="71754" h="457200">
                  <a:moveTo>
                    <a:pt x="54863" y="100330"/>
                  </a:moveTo>
                  <a:lnTo>
                    <a:pt x="54863" y="91440"/>
                  </a:lnTo>
                  <a:lnTo>
                    <a:pt x="65531" y="87630"/>
                  </a:lnTo>
                  <a:lnTo>
                    <a:pt x="65531" y="96520"/>
                  </a:lnTo>
                  <a:lnTo>
                    <a:pt x="54863" y="100330"/>
                  </a:lnTo>
                  <a:close/>
                </a:path>
                <a:path w="71754" h="457200">
                  <a:moveTo>
                    <a:pt x="54863" y="109220"/>
                  </a:moveTo>
                  <a:lnTo>
                    <a:pt x="54863" y="100330"/>
                  </a:lnTo>
                  <a:lnTo>
                    <a:pt x="65531" y="96520"/>
                  </a:lnTo>
                  <a:lnTo>
                    <a:pt x="65531" y="105410"/>
                  </a:lnTo>
                  <a:lnTo>
                    <a:pt x="54863" y="109220"/>
                  </a:lnTo>
                  <a:close/>
                </a:path>
                <a:path w="71754" h="457200">
                  <a:moveTo>
                    <a:pt x="42671" y="457200"/>
                  </a:moveTo>
                  <a:lnTo>
                    <a:pt x="39623" y="457200"/>
                  </a:lnTo>
                  <a:lnTo>
                    <a:pt x="3047" y="450850"/>
                  </a:lnTo>
                  <a:lnTo>
                    <a:pt x="0" y="438150"/>
                  </a:lnTo>
                  <a:lnTo>
                    <a:pt x="3047" y="435610"/>
                  </a:lnTo>
                  <a:lnTo>
                    <a:pt x="3047" y="431800"/>
                  </a:lnTo>
                  <a:lnTo>
                    <a:pt x="6095" y="430530"/>
                  </a:lnTo>
                  <a:lnTo>
                    <a:pt x="6095" y="421640"/>
                  </a:lnTo>
                  <a:lnTo>
                    <a:pt x="9143" y="415290"/>
                  </a:lnTo>
                  <a:lnTo>
                    <a:pt x="9143" y="407670"/>
                  </a:lnTo>
                  <a:lnTo>
                    <a:pt x="12191" y="398780"/>
                  </a:lnTo>
                  <a:lnTo>
                    <a:pt x="12191" y="378460"/>
                  </a:lnTo>
                  <a:lnTo>
                    <a:pt x="13715" y="372110"/>
                  </a:lnTo>
                  <a:lnTo>
                    <a:pt x="13715" y="346710"/>
                  </a:lnTo>
                  <a:lnTo>
                    <a:pt x="16763" y="337820"/>
                  </a:lnTo>
                  <a:lnTo>
                    <a:pt x="16763" y="289560"/>
                  </a:lnTo>
                  <a:lnTo>
                    <a:pt x="19811" y="278130"/>
                  </a:lnTo>
                  <a:lnTo>
                    <a:pt x="19811" y="168910"/>
                  </a:lnTo>
                  <a:lnTo>
                    <a:pt x="16763" y="160020"/>
                  </a:lnTo>
                  <a:lnTo>
                    <a:pt x="16763" y="110490"/>
                  </a:lnTo>
                  <a:lnTo>
                    <a:pt x="13715" y="102870"/>
                  </a:lnTo>
                  <a:lnTo>
                    <a:pt x="22859" y="102870"/>
                  </a:lnTo>
                  <a:lnTo>
                    <a:pt x="28955" y="100330"/>
                  </a:lnTo>
                  <a:lnTo>
                    <a:pt x="28955" y="139700"/>
                  </a:lnTo>
                  <a:lnTo>
                    <a:pt x="32003" y="148590"/>
                  </a:lnTo>
                  <a:lnTo>
                    <a:pt x="32003" y="278130"/>
                  </a:lnTo>
                  <a:lnTo>
                    <a:pt x="25908" y="278130"/>
                  </a:lnTo>
                  <a:lnTo>
                    <a:pt x="32003" y="281940"/>
                  </a:lnTo>
                  <a:lnTo>
                    <a:pt x="32003" y="300990"/>
                  </a:lnTo>
                  <a:lnTo>
                    <a:pt x="28955" y="308610"/>
                  </a:lnTo>
                  <a:lnTo>
                    <a:pt x="28955" y="346710"/>
                  </a:lnTo>
                  <a:lnTo>
                    <a:pt x="25908" y="355600"/>
                  </a:lnTo>
                  <a:lnTo>
                    <a:pt x="25908" y="378460"/>
                  </a:lnTo>
                  <a:lnTo>
                    <a:pt x="19811" y="378460"/>
                  </a:lnTo>
                  <a:lnTo>
                    <a:pt x="25908" y="382270"/>
                  </a:lnTo>
                  <a:lnTo>
                    <a:pt x="22859" y="386080"/>
                  </a:lnTo>
                  <a:lnTo>
                    <a:pt x="22859" y="392430"/>
                  </a:lnTo>
                  <a:lnTo>
                    <a:pt x="16763" y="392430"/>
                  </a:lnTo>
                  <a:lnTo>
                    <a:pt x="22859" y="396240"/>
                  </a:lnTo>
                  <a:lnTo>
                    <a:pt x="22859" y="401320"/>
                  </a:lnTo>
                  <a:lnTo>
                    <a:pt x="19811" y="407670"/>
                  </a:lnTo>
                  <a:lnTo>
                    <a:pt x="19811" y="419100"/>
                  </a:lnTo>
                  <a:lnTo>
                    <a:pt x="18287" y="421640"/>
                  </a:lnTo>
                  <a:lnTo>
                    <a:pt x="12191" y="421640"/>
                  </a:lnTo>
                  <a:lnTo>
                    <a:pt x="16763" y="424180"/>
                  </a:lnTo>
                  <a:lnTo>
                    <a:pt x="16763" y="430530"/>
                  </a:lnTo>
                  <a:lnTo>
                    <a:pt x="12191" y="430530"/>
                  </a:lnTo>
                  <a:lnTo>
                    <a:pt x="16763" y="431800"/>
                  </a:lnTo>
                  <a:lnTo>
                    <a:pt x="9143" y="431800"/>
                  </a:lnTo>
                  <a:lnTo>
                    <a:pt x="13715" y="435610"/>
                  </a:lnTo>
                  <a:lnTo>
                    <a:pt x="13715" y="439420"/>
                  </a:lnTo>
                  <a:lnTo>
                    <a:pt x="39623" y="444500"/>
                  </a:lnTo>
                  <a:lnTo>
                    <a:pt x="41147" y="450850"/>
                  </a:lnTo>
                  <a:lnTo>
                    <a:pt x="41147" y="452120"/>
                  </a:lnTo>
                  <a:lnTo>
                    <a:pt x="42671" y="457200"/>
                  </a:lnTo>
                  <a:close/>
                </a:path>
                <a:path w="71754" h="457200">
                  <a:moveTo>
                    <a:pt x="54863" y="116840"/>
                  </a:moveTo>
                  <a:lnTo>
                    <a:pt x="54863" y="109220"/>
                  </a:lnTo>
                  <a:lnTo>
                    <a:pt x="65531" y="105410"/>
                  </a:lnTo>
                  <a:lnTo>
                    <a:pt x="65531" y="114300"/>
                  </a:lnTo>
                  <a:lnTo>
                    <a:pt x="54863" y="116840"/>
                  </a:lnTo>
                  <a:close/>
                </a:path>
                <a:path w="71754" h="457200">
                  <a:moveTo>
                    <a:pt x="57911" y="198120"/>
                  </a:moveTo>
                  <a:lnTo>
                    <a:pt x="57911" y="125730"/>
                  </a:lnTo>
                  <a:lnTo>
                    <a:pt x="54863" y="116840"/>
                  </a:lnTo>
                  <a:lnTo>
                    <a:pt x="65531" y="114300"/>
                  </a:lnTo>
                  <a:lnTo>
                    <a:pt x="68579" y="125730"/>
                  </a:lnTo>
                  <a:lnTo>
                    <a:pt x="68579" y="185420"/>
                  </a:lnTo>
                  <a:lnTo>
                    <a:pt x="71627" y="194310"/>
                  </a:lnTo>
                  <a:lnTo>
                    <a:pt x="57911" y="198120"/>
                  </a:lnTo>
                  <a:close/>
                </a:path>
                <a:path w="71754" h="457200">
                  <a:moveTo>
                    <a:pt x="68579" y="275590"/>
                  </a:moveTo>
                  <a:lnTo>
                    <a:pt x="57911" y="271780"/>
                  </a:lnTo>
                  <a:lnTo>
                    <a:pt x="57911" y="198120"/>
                  </a:lnTo>
                  <a:lnTo>
                    <a:pt x="71627" y="194310"/>
                  </a:lnTo>
                  <a:lnTo>
                    <a:pt x="71627" y="262890"/>
                  </a:lnTo>
                  <a:lnTo>
                    <a:pt x="68579" y="275590"/>
                  </a:lnTo>
                  <a:close/>
                </a:path>
                <a:path w="71754" h="457200">
                  <a:moveTo>
                    <a:pt x="68579" y="334010"/>
                  </a:moveTo>
                  <a:lnTo>
                    <a:pt x="57911" y="332740"/>
                  </a:lnTo>
                  <a:lnTo>
                    <a:pt x="57911" y="271780"/>
                  </a:lnTo>
                  <a:lnTo>
                    <a:pt x="68579" y="275590"/>
                  </a:lnTo>
                  <a:lnTo>
                    <a:pt x="68579" y="334010"/>
                  </a:lnTo>
                  <a:close/>
                </a:path>
                <a:path w="71754" h="457200">
                  <a:moveTo>
                    <a:pt x="32003" y="281940"/>
                  </a:moveTo>
                  <a:lnTo>
                    <a:pt x="25908" y="278130"/>
                  </a:lnTo>
                  <a:lnTo>
                    <a:pt x="32003" y="278130"/>
                  </a:lnTo>
                  <a:lnTo>
                    <a:pt x="32003" y="281940"/>
                  </a:lnTo>
                  <a:close/>
                </a:path>
                <a:path w="71754" h="457200">
                  <a:moveTo>
                    <a:pt x="57911" y="281940"/>
                  </a:moveTo>
                  <a:lnTo>
                    <a:pt x="32003" y="281940"/>
                  </a:lnTo>
                  <a:lnTo>
                    <a:pt x="32003" y="278130"/>
                  </a:lnTo>
                  <a:lnTo>
                    <a:pt x="57911" y="278130"/>
                  </a:lnTo>
                  <a:lnTo>
                    <a:pt x="57911" y="281940"/>
                  </a:lnTo>
                  <a:close/>
                </a:path>
                <a:path w="71754" h="457200">
                  <a:moveTo>
                    <a:pt x="65531" y="378460"/>
                  </a:moveTo>
                  <a:lnTo>
                    <a:pt x="51815" y="375920"/>
                  </a:lnTo>
                  <a:lnTo>
                    <a:pt x="54863" y="369570"/>
                  </a:lnTo>
                  <a:lnTo>
                    <a:pt x="54863" y="344170"/>
                  </a:lnTo>
                  <a:lnTo>
                    <a:pt x="57911" y="332740"/>
                  </a:lnTo>
                  <a:lnTo>
                    <a:pt x="68579" y="334010"/>
                  </a:lnTo>
                  <a:lnTo>
                    <a:pt x="65531" y="344170"/>
                  </a:lnTo>
                  <a:lnTo>
                    <a:pt x="65531" y="378460"/>
                  </a:lnTo>
                  <a:close/>
                </a:path>
                <a:path w="71754" h="457200">
                  <a:moveTo>
                    <a:pt x="60959" y="407670"/>
                  </a:moveTo>
                  <a:lnTo>
                    <a:pt x="54863" y="405130"/>
                  </a:lnTo>
                  <a:lnTo>
                    <a:pt x="48767" y="405130"/>
                  </a:lnTo>
                  <a:lnTo>
                    <a:pt x="51815" y="398780"/>
                  </a:lnTo>
                  <a:lnTo>
                    <a:pt x="51815" y="375920"/>
                  </a:lnTo>
                  <a:lnTo>
                    <a:pt x="65531" y="378460"/>
                  </a:lnTo>
                  <a:lnTo>
                    <a:pt x="62483" y="383540"/>
                  </a:lnTo>
                  <a:lnTo>
                    <a:pt x="62483" y="398780"/>
                  </a:lnTo>
                  <a:lnTo>
                    <a:pt x="61395" y="405130"/>
                  </a:lnTo>
                  <a:lnTo>
                    <a:pt x="54863" y="405130"/>
                  </a:lnTo>
                  <a:lnTo>
                    <a:pt x="60959" y="407670"/>
                  </a:lnTo>
                  <a:close/>
                </a:path>
                <a:path w="71754" h="457200">
                  <a:moveTo>
                    <a:pt x="25908" y="382270"/>
                  </a:moveTo>
                  <a:lnTo>
                    <a:pt x="19811" y="378460"/>
                  </a:lnTo>
                  <a:lnTo>
                    <a:pt x="25908" y="378460"/>
                  </a:lnTo>
                  <a:lnTo>
                    <a:pt x="25908" y="382270"/>
                  </a:lnTo>
                  <a:close/>
                </a:path>
                <a:path w="71754" h="457200">
                  <a:moveTo>
                    <a:pt x="51815" y="382270"/>
                  </a:moveTo>
                  <a:lnTo>
                    <a:pt x="25908" y="382270"/>
                  </a:lnTo>
                  <a:lnTo>
                    <a:pt x="25908" y="378460"/>
                  </a:lnTo>
                  <a:lnTo>
                    <a:pt x="51815" y="378460"/>
                  </a:lnTo>
                  <a:lnTo>
                    <a:pt x="51815" y="382270"/>
                  </a:lnTo>
                  <a:close/>
                </a:path>
                <a:path w="71754" h="457200">
                  <a:moveTo>
                    <a:pt x="22859" y="396240"/>
                  </a:moveTo>
                  <a:lnTo>
                    <a:pt x="16763" y="392430"/>
                  </a:lnTo>
                  <a:lnTo>
                    <a:pt x="22859" y="392430"/>
                  </a:lnTo>
                  <a:lnTo>
                    <a:pt x="22859" y="396240"/>
                  </a:lnTo>
                  <a:close/>
                </a:path>
                <a:path w="71754" h="457200">
                  <a:moveTo>
                    <a:pt x="51815" y="396240"/>
                  </a:moveTo>
                  <a:lnTo>
                    <a:pt x="22859" y="396240"/>
                  </a:lnTo>
                  <a:lnTo>
                    <a:pt x="22859" y="392430"/>
                  </a:lnTo>
                  <a:lnTo>
                    <a:pt x="51815" y="392430"/>
                  </a:lnTo>
                  <a:lnTo>
                    <a:pt x="51815" y="396240"/>
                  </a:lnTo>
                  <a:close/>
                </a:path>
                <a:path w="71754" h="457200">
                  <a:moveTo>
                    <a:pt x="60959" y="412750"/>
                  </a:moveTo>
                  <a:lnTo>
                    <a:pt x="48767" y="408940"/>
                  </a:lnTo>
                  <a:lnTo>
                    <a:pt x="48767" y="405130"/>
                  </a:lnTo>
                  <a:lnTo>
                    <a:pt x="60959" y="407670"/>
                  </a:lnTo>
                  <a:lnTo>
                    <a:pt x="60959" y="412750"/>
                  </a:lnTo>
                  <a:close/>
                </a:path>
                <a:path w="71754" h="457200">
                  <a:moveTo>
                    <a:pt x="60959" y="419100"/>
                  </a:moveTo>
                  <a:lnTo>
                    <a:pt x="48767" y="415290"/>
                  </a:lnTo>
                  <a:lnTo>
                    <a:pt x="48767" y="408940"/>
                  </a:lnTo>
                  <a:lnTo>
                    <a:pt x="60959" y="412750"/>
                  </a:lnTo>
                  <a:lnTo>
                    <a:pt x="60959" y="419100"/>
                  </a:lnTo>
                  <a:close/>
                </a:path>
                <a:path w="71754" h="457200">
                  <a:moveTo>
                    <a:pt x="57911" y="424180"/>
                  </a:moveTo>
                  <a:lnTo>
                    <a:pt x="51815" y="421640"/>
                  </a:lnTo>
                  <a:lnTo>
                    <a:pt x="45719" y="421640"/>
                  </a:lnTo>
                  <a:lnTo>
                    <a:pt x="48767" y="415290"/>
                  </a:lnTo>
                  <a:lnTo>
                    <a:pt x="60959" y="419100"/>
                  </a:lnTo>
                  <a:lnTo>
                    <a:pt x="59435" y="421640"/>
                  </a:lnTo>
                  <a:lnTo>
                    <a:pt x="51815" y="421640"/>
                  </a:lnTo>
                  <a:lnTo>
                    <a:pt x="57911" y="424180"/>
                  </a:lnTo>
                  <a:close/>
                </a:path>
                <a:path w="71754" h="457200">
                  <a:moveTo>
                    <a:pt x="16763" y="424180"/>
                  </a:moveTo>
                  <a:lnTo>
                    <a:pt x="12191" y="421640"/>
                  </a:lnTo>
                  <a:lnTo>
                    <a:pt x="18287" y="421640"/>
                  </a:lnTo>
                  <a:lnTo>
                    <a:pt x="16763" y="424180"/>
                  </a:lnTo>
                  <a:close/>
                </a:path>
                <a:path w="71754" h="457200">
                  <a:moveTo>
                    <a:pt x="45719" y="424180"/>
                  </a:moveTo>
                  <a:lnTo>
                    <a:pt x="16763" y="424180"/>
                  </a:lnTo>
                  <a:lnTo>
                    <a:pt x="18287" y="421640"/>
                  </a:lnTo>
                  <a:lnTo>
                    <a:pt x="45719" y="421640"/>
                  </a:lnTo>
                  <a:lnTo>
                    <a:pt x="45719" y="424180"/>
                  </a:lnTo>
                  <a:close/>
                </a:path>
                <a:path w="71754" h="457200">
                  <a:moveTo>
                    <a:pt x="57911" y="430530"/>
                  </a:moveTo>
                  <a:lnTo>
                    <a:pt x="51815" y="427990"/>
                  </a:lnTo>
                  <a:lnTo>
                    <a:pt x="45719" y="427990"/>
                  </a:lnTo>
                  <a:lnTo>
                    <a:pt x="45719" y="421640"/>
                  </a:lnTo>
                  <a:lnTo>
                    <a:pt x="57911" y="424180"/>
                  </a:lnTo>
                  <a:lnTo>
                    <a:pt x="57911" y="427990"/>
                  </a:lnTo>
                  <a:lnTo>
                    <a:pt x="51815" y="427990"/>
                  </a:lnTo>
                  <a:lnTo>
                    <a:pt x="57911" y="430530"/>
                  </a:lnTo>
                  <a:close/>
                </a:path>
                <a:path w="71754" h="457200">
                  <a:moveTo>
                    <a:pt x="57911" y="431800"/>
                  </a:moveTo>
                  <a:lnTo>
                    <a:pt x="45719" y="430530"/>
                  </a:lnTo>
                  <a:lnTo>
                    <a:pt x="45719" y="427990"/>
                  </a:lnTo>
                  <a:lnTo>
                    <a:pt x="57911" y="430530"/>
                  </a:lnTo>
                  <a:lnTo>
                    <a:pt x="57911" y="431800"/>
                  </a:lnTo>
                  <a:close/>
                </a:path>
                <a:path w="71754" h="457200">
                  <a:moveTo>
                    <a:pt x="16763" y="431800"/>
                  </a:moveTo>
                  <a:lnTo>
                    <a:pt x="12191" y="430530"/>
                  </a:lnTo>
                  <a:lnTo>
                    <a:pt x="16763" y="430530"/>
                  </a:lnTo>
                  <a:lnTo>
                    <a:pt x="16763" y="431800"/>
                  </a:lnTo>
                  <a:close/>
                </a:path>
                <a:path w="71754" h="457200">
                  <a:moveTo>
                    <a:pt x="42671" y="435610"/>
                  </a:moveTo>
                  <a:lnTo>
                    <a:pt x="13715" y="435610"/>
                  </a:lnTo>
                  <a:lnTo>
                    <a:pt x="16763" y="431800"/>
                  </a:lnTo>
                  <a:lnTo>
                    <a:pt x="16763" y="430530"/>
                  </a:lnTo>
                  <a:lnTo>
                    <a:pt x="45719" y="430530"/>
                  </a:lnTo>
                  <a:lnTo>
                    <a:pt x="42671" y="431800"/>
                  </a:lnTo>
                  <a:lnTo>
                    <a:pt x="42671" y="435610"/>
                  </a:lnTo>
                  <a:close/>
                </a:path>
                <a:path w="71754" h="457200">
                  <a:moveTo>
                    <a:pt x="56083" y="435610"/>
                  </a:moveTo>
                  <a:lnTo>
                    <a:pt x="49987" y="435610"/>
                  </a:lnTo>
                  <a:lnTo>
                    <a:pt x="42671" y="431800"/>
                  </a:lnTo>
                  <a:lnTo>
                    <a:pt x="45719" y="430530"/>
                  </a:lnTo>
                  <a:lnTo>
                    <a:pt x="57911" y="431800"/>
                  </a:lnTo>
                  <a:lnTo>
                    <a:pt x="56083" y="435610"/>
                  </a:lnTo>
                  <a:close/>
                </a:path>
                <a:path w="71754" h="457200">
                  <a:moveTo>
                    <a:pt x="13715" y="435610"/>
                  </a:moveTo>
                  <a:lnTo>
                    <a:pt x="9143" y="431800"/>
                  </a:lnTo>
                  <a:lnTo>
                    <a:pt x="16763" y="431800"/>
                  </a:lnTo>
                  <a:lnTo>
                    <a:pt x="13715" y="435610"/>
                  </a:lnTo>
                  <a:close/>
                </a:path>
                <a:path w="71754" h="457200">
                  <a:moveTo>
                    <a:pt x="54863" y="441960"/>
                  </a:moveTo>
                  <a:lnTo>
                    <a:pt x="42671" y="438150"/>
                  </a:lnTo>
                  <a:lnTo>
                    <a:pt x="42671" y="431800"/>
                  </a:lnTo>
                  <a:lnTo>
                    <a:pt x="49987" y="435610"/>
                  </a:lnTo>
                  <a:lnTo>
                    <a:pt x="48767" y="435610"/>
                  </a:lnTo>
                  <a:lnTo>
                    <a:pt x="54863" y="438150"/>
                  </a:lnTo>
                  <a:lnTo>
                    <a:pt x="48767" y="438150"/>
                  </a:lnTo>
                  <a:lnTo>
                    <a:pt x="54863" y="441960"/>
                  </a:lnTo>
                  <a:close/>
                </a:path>
                <a:path w="71754" h="457200">
                  <a:moveTo>
                    <a:pt x="51815" y="444500"/>
                  </a:moveTo>
                  <a:lnTo>
                    <a:pt x="45719" y="444500"/>
                  </a:lnTo>
                  <a:lnTo>
                    <a:pt x="39623" y="441960"/>
                  </a:lnTo>
                  <a:lnTo>
                    <a:pt x="42671" y="438150"/>
                  </a:lnTo>
                  <a:lnTo>
                    <a:pt x="54863" y="441960"/>
                  </a:lnTo>
                  <a:lnTo>
                    <a:pt x="51815" y="444500"/>
                  </a:lnTo>
                  <a:close/>
                </a:path>
                <a:path w="71754" h="457200">
                  <a:moveTo>
                    <a:pt x="54863" y="441960"/>
                  </a:moveTo>
                  <a:lnTo>
                    <a:pt x="48767" y="438150"/>
                  </a:lnTo>
                  <a:lnTo>
                    <a:pt x="54863" y="438150"/>
                  </a:lnTo>
                  <a:lnTo>
                    <a:pt x="54863" y="441960"/>
                  </a:lnTo>
                  <a:close/>
                </a:path>
                <a:path w="71754" h="457200">
                  <a:moveTo>
                    <a:pt x="41147" y="450850"/>
                  </a:moveTo>
                  <a:lnTo>
                    <a:pt x="39623" y="444500"/>
                  </a:lnTo>
                  <a:lnTo>
                    <a:pt x="39623" y="441960"/>
                  </a:lnTo>
                  <a:lnTo>
                    <a:pt x="51815" y="447040"/>
                  </a:lnTo>
                  <a:lnTo>
                    <a:pt x="42671" y="447040"/>
                  </a:lnTo>
                  <a:lnTo>
                    <a:pt x="41147" y="450850"/>
                  </a:lnTo>
                  <a:close/>
                </a:path>
                <a:path w="71754" h="457200">
                  <a:moveTo>
                    <a:pt x="46329" y="450850"/>
                  </a:moveTo>
                  <a:lnTo>
                    <a:pt x="44500" y="450850"/>
                  </a:lnTo>
                  <a:lnTo>
                    <a:pt x="42671" y="447040"/>
                  </a:lnTo>
                  <a:lnTo>
                    <a:pt x="46329" y="450850"/>
                  </a:lnTo>
                  <a:close/>
                </a:path>
                <a:path w="71754" h="457200">
                  <a:moveTo>
                    <a:pt x="48767" y="450850"/>
                  </a:moveTo>
                  <a:lnTo>
                    <a:pt x="46329" y="450850"/>
                  </a:lnTo>
                  <a:lnTo>
                    <a:pt x="42671" y="447040"/>
                  </a:lnTo>
                  <a:lnTo>
                    <a:pt x="45719" y="447040"/>
                  </a:lnTo>
                  <a:lnTo>
                    <a:pt x="48767" y="450850"/>
                  </a:lnTo>
                  <a:close/>
                </a:path>
                <a:path w="71754" h="457200">
                  <a:moveTo>
                    <a:pt x="51815" y="450850"/>
                  </a:moveTo>
                  <a:lnTo>
                    <a:pt x="48767" y="450850"/>
                  </a:lnTo>
                  <a:lnTo>
                    <a:pt x="45719" y="447040"/>
                  </a:lnTo>
                  <a:lnTo>
                    <a:pt x="51815" y="450850"/>
                  </a:lnTo>
                  <a:close/>
                </a:path>
                <a:path w="71754" h="457200">
                  <a:moveTo>
                    <a:pt x="51815" y="450850"/>
                  </a:moveTo>
                  <a:lnTo>
                    <a:pt x="45719" y="447040"/>
                  </a:lnTo>
                  <a:lnTo>
                    <a:pt x="51815" y="447040"/>
                  </a:lnTo>
                  <a:lnTo>
                    <a:pt x="51815" y="450850"/>
                  </a:lnTo>
                  <a:close/>
                </a:path>
                <a:path w="71754" h="457200">
                  <a:moveTo>
                    <a:pt x="42671" y="457200"/>
                  </a:moveTo>
                  <a:lnTo>
                    <a:pt x="41147" y="450850"/>
                  </a:lnTo>
                  <a:lnTo>
                    <a:pt x="42671" y="450850"/>
                  </a:lnTo>
                  <a:lnTo>
                    <a:pt x="42671" y="457200"/>
                  </a:lnTo>
                  <a:close/>
                </a:path>
                <a:path w="71754" h="457200">
                  <a:moveTo>
                    <a:pt x="45719" y="453390"/>
                  </a:moveTo>
                  <a:lnTo>
                    <a:pt x="42671" y="450850"/>
                  </a:lnTo>
                  <a:lnTo>
                    <a:pt x="44500" y="450850"/>
                  </a:lnTo>
                  <a:lnTo>
                    <a:pt x="45719" y="45339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998976" y="1554479"/>
              <a:ext cx="45720" cy="439420"/>
            </a:xfrm>
            <a:custGeom>
              <a:avLst/>
              <a:gdLst/>
              <a:ahLst/>
              <a:cxnLst/>
              <a:rect l="l" t="t" r="r" b="b"/>
              <a:pathLst>
                <a:path w="45720" h="439419">
                  <a:moveTo>
                    <a:pt x="22859" y="438911"/>
                  </a:moveTo>
                  <a:lnTo>
                    <a:pt x="9143" y="402335"/>
                  </a:lnTo>
                  <a:lnTo>
                    <a:pt x="0" y="303275"/>
                  </a:lnTo>
                  <a:lnTo>
                    <a:pt x="0" y="134111"/>
                  </a:lnTo>
                  <a:lnTo>
                    <a:pt x="6095" y="62483"/>
                  </a:lnTo>
                  <a:lnTo>
                    <a:pt x="9143" y="36576"/>
                  </a:lnTo>
                  <a:lnTo>
                    <a:pt x="16763" y="3048"/>
                  </a:lnTo>
                  <a:lnTo>
                    <a:pt x="22859" y="0"/>
                  </a:lnTo>
                  <a:lnTo>
                    <a:pt x="25907" y="3048"/>
                  </a:lnTo>
                  <a:lnTo>
                    <a:pt x="32003" y="16763"/>
                  </a:lnTo>
                  <a:lnTo>
                    <a:pt x="33527" y="36576"/>
                  </a:lnTo>
                  <a:lnTo>
                    <a:pt x="39623" y="62483"/>
                  </a:lnTo>
                  <a:lnTo>
                    <a:pt x="42671" y="134111"/>
                  </a:lnTo>
                  <a:lnTo>
                    <a:pt x="45719" y="217932"/>
                  </a:lnTo>
                  <a:lnTo>
                    <a:pt x="42671" y="303275"/>
                  </a:lnTo>
                  <a:lnTo>
                    <a:pt x="39623" y="373379"/>
                  </a:lnTo>
                  <a:lnTo>
                    <a:pt x="33527" y="402335"/>
                  </a:lnTo>
                  <a:lnTo>
                    <a:pt x="32003" y="422147"/>
                  </a:lnTo>
                  <a:lnTo>
                    <a:pt x="25907" y="432815"/>
                  </a:lnTo>
                  <a:lnTo>
                    <a:pt x="22859" y="438911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992879" y="1548383"/>
              <a:ext cx="58419" cy="451484"/>
            </a:xfrm>
            <a:custGeom>
              <a:avLst/>
              <a:gdLst/>
              <a:ahLst/>
              <a:cxnLst/>
              <a:rect l="l" t="t" r="r" b="b"/>
              <a:pathLst>
                <a:path w="58420" h="451485">
                  <a:moveTo>
                    <a:pt x="32004" y="451104"/>
                  </a:moveTo>
                  <a:lnTo>
                    <a:pt x="25908" y="451104"/>
                  </a:lnTo>
                  <a:lnTo>
                    <a:pt x="19812" y="445008"/>
                  </a:lnTo>
                  <a:lnTo>
                    <a:pt x="16764" y="438912"/>
                  </a:lnTo>
                  <a:lnTo>
                    <a:pt x="15240" y="431292"/>
                  </a:lnTo>
                  <a:lnTo>
                    <a:pt x="9144" y="409956"/>
                  </a:lnTo>
                  <a:lnTo>
                    <a:pt x="6096" y="382524"/>
                  </a:lnTo>
                  <a:lnTo>
                    <a:pt x="3048" y="347472"/>
                  </a:lnTo>
                  <a:lnTo>
                    <a:pt x="0" y="309372"/>
                  </a:lnTo>
                  <a:lnTo>
                    <a:pt x="0" y="140208"/>
                  </a:lnTo>
                  <a:lnTo>
                    <a:pt x="3048" y="100584"/>
                  </a:lnTo>
                  <a:lnTo>
                    <a:pt x="6096" y="68580"/>
                  </a:lnTo>
                  <a:lnTo>
                    <a:pt x="9144" y="39624"/>
                  </a:lnTo>
                  <a:lnTo>
                    <a:pt x="15240" y="16764"/>
                  </a:lnTo>
                  <a:lnTo>
                    <a:pt x="16764" y="10667"/>
                  </a:lnTo>
                  <a:lnTo>
                    <a:pt x="19812" y="3048"/>
                  </a:lnTo>
                  <a:lnTo>
                    <a:pt x="25908" y="0"/>
                  </a:lnTo>
                  <a:lnTo>
                    <a:pt x="32004" y="0"/>
                  </a:lnTo>
                  <a:lnTo>
                    <a:pt x="35052" y="3048"/>
                  </a:lnTo>
                  <a:lnTo>
                    <a:pt x="38100" y="10667"/>
                  </a:lnTo>
                  <a:lnTo>
                    <a:pt x="28956" y="10667"/>
                  </a:lnTo>
                  <a:lnTo>
                    <a:pt x="22860" y="25908"/>
                  </a:lnTo>
                  <a:lnTo>
                    <a:pt x="16764" y="68580"/>
                  </a:lnTo>
                  <a:lnTo>
                    <a:pt x="15240" y="103632"/>
                  </a:lnTo>
                  <a:lnTo>
                    <a:pt x="12192" y="140208"/>
                  </a:lnTo>
                  <a:lnTo>
                    <a:pt x="12192" y="309372"/>
                  </a:lnTo>
                  <a:lnTo>
                    <a:pt x="15240" y="347472"/>
                  </a:lnTo>
                  <a:lnTo>
                    <a:pt x="16764" y="379476"/>
                  </a:lnTo>
                  <a:lnTo>
                    <a:pt x="22860" y="422148"/>
                  </a:lnTo>
                  <a:lnTo>
                    <a:pt x="28956" y="438912"/>
                  </a:lnTo>
                  <a:lnTo>
                    <a:pt x="38100" y="438912"/>
                  </a:lnTo>
                  <a:lnTo>
                    <a:pt x="32004" y="451104"/>
                  </a:lnTo>
                  <a:close/>
                </a:path>
                <a:path w="58420" h="451485">
                  <a:moveTo>
                    <a:pt x="38100" y="71628"/>
                  </a:moveTo>
                  <a:lnTo>
                    <a:pt x="35052" y="25908"/>
                  </a:lnTo>
                  <a:lnTo>
                    <a:pt x="28956" y="10667"/>
                  </a:lnTo>
                  <a:lnTo>
                    <a:pt x="38100" y="10667"/>
                  </a:lnTo>
                  <a:lnTo>
                    <a:pt x="39624" y="16764"/>
                  </a:lnTo>
                  <a:lnTo>
                    <a:pt x="45720" y="39624"/>
                  </a:lnTo>
                  <a:lnTo>
                    <a:pt x="51816" y="68580"/>
                  </a:lnTo>
                  <a:lnTo>
                    <a:pt x="38100" y="71628"/>
                  </a:lnTo>
                  <a:close/>
                </a:path>
                <a:path w="58420" h="451485">
                  <a:moveTo>
                    <a:pt x="51816" y="382524"/>
                  </a:moveTo>
                  <a:lnTo>
                    <a:pt x="38100" y="379476"/>
                  </a:lnTo>
                  <a:lnTo>
                    <a:pt x="39624" y="347472"/>
                  </a:lnTo>
                  <a:lnTo>
                    <a:pt x="42672" y="309372"/>
                  </a:lnTo>
                  <a:lnTo>
                    <a:pt x="45720" y="269748"/>
                  </a:lnTo>
                  <a:lnTo>
                    <a:pt x="45720" y="181356"/>
                  </a:lnTo>
                  <a:lnTo>
                    <a:pt x="42672" y="140208"/>
                  </a:lnTo>
                  <a:lnTo>
                    <a:pt x="39624" y="103632"/>
                  </a:lnTo>
                  <a:lnTo>
                    <a:pt x="38100" y="71628"/>
                  </a:lnTo>
                  <a:lnTo>
                    <a:pt x="51816" y="68580"/>
                  </a:lnTo>
                  <a:lnTo>
                    <a:pt x="54864" y="100584"/>
                  </a:lnTo>
                  <a:lnTo>
                    <a:pt x="54864" y="137160"/>
                  </a:lnTo>
                  <a:lnTo>
                    <a:pt x="57912" y="181356"/>
                  </a:lnTo>
                  <a:lnTo>
                    <a:pt x="57912" y="269748"/>
                  </a:lnTo>
                  <a:lnTo>
                    <a:pt x="54864" y="309372"/>
                  </a:lnTo>
                  <a:lnTo>
                    <a:pt x="54864" y="347472"/>
                  </a:lnTo>
                  <a:lnTo>
                    <a:pt x="51816" y="382524"/>
                  </a:lnTo>
                  <a:close/>
                </a:path>
                <a:path w="58420" h="451485">
                  <a:moveTo>
                    <a:pt x="38100" y="438912"/>
                  </a:moveTo>
                  <a:lnTo>
                    <a:pt x="28956" y="438912"/>
                  </a:lnTo>
                  <a:lnTo>
                    <a:pt x="35052" y="422148"/>
                  </a:lnTo>
                  <a:lnTo>
                    <a:pt x="38100" y="379476"/>
                  </a:lnTo>
                  <a:lnTo>
                    <a:pt x="51816" y="382524"/>
                  </a:lnTo>
                  <a:lnTo>
                    <a:pt x="45720" y="409956"/>
                  </a:lnTo>
                  <a:lnTo>
                    <a:pt x="39624" y="431292"/>
                  </a:lnTo>
                  <a:lnTo>
                    <a:pt x="38100" y="43891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117848" y="1251204"/>
              <a:ext cx="242570" cy="274320"/>
            </a:xfrm>
            <a:custGeom>
              <a:avLst/>
              <a:gdLst/>
              <a:ahLst/>
              <a:cxnLst/>
              <a:rect l="l" t="t" r="r" b="b"/>
              <a:pathLst>
                <a:path w="242570" h="274319">
                  <a:moveTo>
                    <a:pt x="242316" y="274320"/>
                  </a:moveTo>
                  <a:lnTo>
                    <a:pt x="0" y="274320"/>
                  </a:lnTo>
                  <a:lnTo>
                    <a:pt x="0" y="0"/>
                  </a:lnTo>
                  <a:lnTo>
                    <a:pt x="242316" y="0"/>
                  </a:lnTo>
                  <a:lnTo>
                    <a:pt x="242316" y="27432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113276" y="1243342"/>
              <a:ext cx="254635" cy="288290"/>
            </a:xfrm>
            <a:custGeom>
              <a:avLst/>
              <a:gdLst/>
              <a:ahLst/>
              <a:cxnLst/>
              <a:rect l="l" t="t" r="r" b="b"/>
              <a:pathLst>
                <a:path w="254635" h="288290">
                  <a:moveTo>
                    <a:pt x="254508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273050"/>
                  </a:lnTo>
                  <a:lnTo>
                    <a:pt x="0" y="281940"/>
                  </a:lnTo>
                  <a:lnTo>
                    <a:pt x="0" y="288290"/>
                  </a:lnTo>
                  <a:lnTo>
                    <a:pt x="246888" y="288290"/>
                  </a:lnTo>
                  <a:lnTo>
                    <a:pt x="254508" y="288290"/>
                  </a:lnTo>
                  <a:lnTo>
                    <a:pt x="254508" y="282194"/>
                  </a:lnTo>
                  <a:lnTo>
                    <a:pt x="246888" y="282194"/>
                  </a:lnTo>
                  <a:lnTo>
                    <a:pt x="246888" y="281940"/>
                  </a:lnTo>
                  <a:lnTo>
                    <a:pt x="254508" y="281940"/>
                  </a:lnTo>
                  <a:lnTo>
                    <a:pt x="254508" y="273050"/>
                  </a:lnTo>
                  <a:lnTo>
                    <a:pt x="254508" y="15494"/>
                  </a:lnTo>
                  <a:lnTo>
                    <a:pt x="240792" y="15494"/>
                  </a:lnTo>
                  <a:lnTo>
                    <a:pt x="240792" y="273050"/>
                  </a:lnTo>
                  <a:lnTo>
                    <a:pt x="12192" y="273050"/>
                  </a:lnTo>
                  <a:lnTo>
                    <a:pt x="12192" y="15240"/>
                  </a:lnTo>
                  <a:lnTo>
                    <a:pt x="254508" y="15240"/>
                  </a:lnTo>
                  <a:lnTo>
                    <a:pt x="254508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0020" y="1278128"/>
              <a:ext cx="77724" cy="134620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/>
          <p:nvPr/>
        </p:nvSpPr>
        <p:spPr>
          <a:xfrm>
            <a:off x="2395206" y="2038605"/>
            <a:ext cx="17843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X0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2232660" y="1344167"/>
            <a:ext cx="1780539" cy="701040"/>
            <a:chOff x="2232660" y="1344167"/>
            <a:chExt cx="1780539" cy="701040"/>
          </a:xfrm>
        </p:grpSpPr>
        <p:sp>
          <p:nvSpPr>
            <p:cNvPr id="34" name="object 34" descr=""/>
            <p:cNvSpPr/>
            <p:nvPr/>
          </p:nvSpPr>
          <p:spPr>
            <a:xfrm>
              <a:off x="2671572" y="1706879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4" h="0">
                  <a:moveTo>
                    <a:pt x="0" y="0"/>
                  </a:moveTo>
                  <a:lnTo>
                    <a:pt x="719327" y="0"/>
                  </a:lnTo>
                </a:path>
              </a:pathLst>
            </a:custGeom>
            <a:ln w="4762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05555" y="1668779"/>
              <a:ext cx="85344" cy="71627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2665463" y="1699259"/>
              <a:ext cx="688975" cy="13970"/>
            </a:xfrm>
            <a:custGeom>
              <a:avLst/>
              <a:gdLst/>
              <a:ahLst/>
              <a:cxnLst/>
              <a:rect l="l" t="t" r="r" b="b"/>
              <a:pathLst>
                <a:path w="688975" h="13969">
                  <a:moveTo>
                    <a:pt x="688860" y="0"/>
                  </a:moveTo>
                  <a:lnTo>
                    <a:pt x="7632" y="0"/>
                  </a:lnTo>
                  <a:lnTo>
                    <a:pt x="6108" y="0"/>
                  </a:lnTo>
                  <a:lnTo>
                    <a:pt x="0" y="0"/>
                  </a:lnTo>
                  <a:lnTo>
                    <a:pt x="0" y="13716"/>
                  </a:lnTo>
                  <a:lnTo>
                    <a:pt x="6108" y="13716"/>
                  </a:lnTo>
                  <a:lnTo>
                    <a:pt x="7632" y="13716"/>
                  </a:lnTo>
                  <a:lnTo>
                    <a:pt x="688860" y="13716"/>
                  </a:lnTo>
                  <a:lnTo>
                    <a:pt x="688860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32660" y="1344167"/>
              <a:ext cx="449580" cy="701040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3393948" y="1706879"/>
              <a:ext cx="614680" cy="0"/>
            </a:xfrm>
            <a:custGeom>
              <a:avLst/>
              <a:gdLst/>
              <a:ahLst/>
              <a:cxnLst/>
              <a:rect l="l" t="t" r="r" b="b"/>
              <a:pathLst>
                <a:path w="614679" h="0">
                  <a:moveTo>
                    <a:pt x="0" y="0"/>
                  </a:moveTo>
                  <a:lnTo>
                    <a:pt x="614171" y="0"/>
                  </a:lnTo>
                </a:path>
              </a:pathLst>
            </a:custGeom>
            <a:ln w="4762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3387839" y="1700783"/>
              <a:ext cx="624840" cy="10795"/>
            </a:xfrm>
            <a:custGeom>
              <a:avLst/>
              <a:gdLst/>
              <a:ahLst/>
              <a:cxnLst/>
              <a:rect l="l" t="t" r="r" b="b"/>
              <a:pathLst>
                <a:path w="624839" h="10794">
                  <a:moveTo>
                    <a:pt x="624840" y="0"/>
                  </a:moveTo>
                  <a:lnTo>
                    <a:pt x="620268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10668"/>
                  </a:lnTo>
                  <a:lnTo>
                    <a:pt x="6096" y="10668"/>
                  </a:lnTo>
                  <a:lnTo>
                    <a:pt x="620268" y="10668"/>
                  </a:lnTo>
                  <a:lnTo>
                    <a:pt x="624840" y="10668"/>
                  </a:lnTo>
                  <a:lnTo>
                    <a:pt x="624840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/>
          <p:nvPr/>
        </p:nvSpPr>
        <p:spPr>
          <a:xfrm>
            <a:off x="2020811" y="1461528"/>
            <a:ext cx="155575" cy="495300"/>
          </a:xfrm>
          <a:custGeom>
            <a:avLst/>
            <a:gdLst/>
            <a:ahLst/>
            <a:cxnLst/>
            <a:rect l="l" t="t" r="r" b="b"/>
            <a:pathLst>
              <a:path w="155575" h="495300">
                <a:moveTo>
                  <a:pt x="155460" y="495300"/>
                </a:moveTo>
                <a:lnTo>
                  <a:pt x="123456" y="437388"/>
                </a:lnTo>
                <a:lnTo>
                  <a:pt x="110820" y="456920"/>
                </a:lnTo>
                <a:lnTo>
                  <a:pt x="97536" y="448056"/>
                </a:lnTo>
                <a:lnTo>
                  <a:pt x="83820" y="437388"/>
                </a:lnTo>
                <a:lnTo>
                  <a:pt x="71628" y="422148"/>
                </a:lnTo>
                <a:lnTo>
                  <a:pt x="60960" y="411480"/>
                </a:lnTo>
                <a:lnTo>
                  <a:pt x="41148" y="382524"/>
                </a:lnTo>
                <a:lnTo>
                  <a:pt x="25908" y="350520"/>
                </a:lnTo>
                <a:lnTo>
                  <a:pt x="18288" y="320040"/>
                </a:lnTo>
                <a:lnTo>
                  <a:pt x="12192" y="284988"/>
                </a:lnTo>
                <a:lnTo>
                  <a:pt x="12192" y="252984"/>
                </a:lnTo>
                <a:lnTo>
                  <a:pt x="19812" y="187452"/>
                </a:lnTo>
                <a:lnTo>
                  <a:pt x="41148" y="123444"/>
                </a:lnTo>
                <a:lnTo>
                  <a:pt x="74676" y="70104"/>
                </a:lnTo>
                <a:lnTo>
                  <a:pt x="117348" y="25908"/>
                </a:lnTo>
                <a:lnTo>
                  <a:pt x="143256" y="9144"/>
                </a:lnTo>
                <a:lnTo>
                  <a:pt x="138684" y="0"/>
                </a:lnTo>
                <a:lnTo>
                  <a:pt x="86868" y="38100"/>
                </a:lnTo>
                <a:lnTo>
                  <a:pt x="45720" y="89916"/>
                </a:lnTo>
                <a:lnTo>
                  <a:pt x="18288" y="149352"/>
                </a:lnTo>
                <a:lnTo>
                  <a:pt x="0" y="219456"/>
                </a:lnTo>
                <a:lnTo>
                  <a:pt x="0" y="288036"/>
                </a:lnTo>
                <a:lnTo>
                  <a:pt x="15240" y="353568"/>
                </a:lnTo>
                <a:lnTo>
                  <a:pt x="32004" y="388620"/>
                </a:lnTo>
                <a:lnTo>
                  <a:pt x="64008" y="431292"/>
                </a:lnTo>
                <a:lnTo>
                  <a:pt x="91440" y="457200"/>
                </a:lnTo>
                <a:lnTo>
                  <a:pt x="103568" y="468122"/>
                </a:lnTo>
                <a:lnTo>
                  <a:pt x="89928" y="489204"/>
                </a:lnTo>
                <a:lnTo>
                  <a:pt x="155460" y="495300"/>
                </a:lnTo>
                <a:close/>
              </a:path>
            </a:pathLst>
          </a:custGeom>
          <a:solidFill>
            <a:srgbClr val="1F1A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3934428" y="2009622"/>
            <a:ext cx="158686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30">
                <a:solidFill>
                  <a:srgbClr val="1F1A16"/>
                </a:solidFill>
                <a:latin typeface="Arial"/>
                <a:cs typeface="Arial"/>
              </a:rPr>
              <a:t>Y0(Electromagnetic</a:t>
            </a:r>
            <a:r>
              <a:rPr dirty="0" sz="950" spc="215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1A16"/>
                </a:solidFill>
                <a:latin typeface="Arial"/>
                <a:cs typeface="Arial"/>
              </a:rPr>
              <a:t>valve</a:t>
            </a:r>
            <a:r>
              <a:rPr dirty="0" sz="950" spc="-10">
                <a:solidFill>
                  <a:srgbClr val="1F1A16"/>
                </a:solidFill>
                <a:latin typeface="FangSong"/>
                <a:cs typeface="FangSong"/>
              </a:rPr>
              <a:t>)</a:t>
            </a:r>
            <a:endParaRPr sz="950">
              <a:latin typeface="FangSong"/>
              <a:cs typeface="FangSong"/>
            </a:endParaRPr>
          </a:p>
        </p:txBody>
      </p:sp>
      <p:pic>
        <p:nvPicPr>
          <p:cNvPr id="42" name="object 4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9704" y="2636519"/>
            <a:ext cx="76200" cy="76200"/>
          </a:xfrm>
          <a:prstGeom prst="rect">
            <a:avLst/>
          </a:prstGeom>
        </p:spPr>
      </p:pic>
      <p:sp>
        <p:nvSpPr>
          <p:cNvPr id="43" name="object 43" descr=""/>
          <p:cNvSpPr txBox="1"/>
          <p:nvPr/>
        </p:nvSpPr>
        <p:spPr>
          <a:xfrm>
            <a:off x="656318" y="2308898"/>
            <a:ext cx="6037580" cy="66865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Purpose:</a:t>
            </a:r>
            <a:endParaRPr sz="1050">
              <a:latin typeface="Arial"/>
              <a:cs typeface="Arial"/>
            </a:endParaRPr>
          </a:p>
          <a:p>
            <a:pPr marL="299085" marR="5080">
              <a:lnSpc>
                <a:spcPts val="1700"/>
              </a:lnSpc>
              <a:spcBef>
                <a:spcPts val="85"/>
              </a:spcBef>
            </a:pPr>
            <a:r>
              <a:rPr dirty="0" sz="1050" spc="-10">
                <a:latin typeface="Arial"/>
                <a:cs typeface="Arial"/>
              </a:rPr>
              <a:t>Creating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pulse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one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program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scan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cycle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condition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trigger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electromagnetic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valve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or </a:t>
            </a:r>
            <a:r>
              <a:rPr dirty="0" sz="1050" spc="-10">
                <a:latin typeface="Arial"/>
                <a:cs typeface="Arial"/>
              </a:rPr>
              <a:t>other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devices</a:t>
            </a:r>
            <a:r>
              <a:rPr dirty="0" sz="1050" spc="-20">
                <a:latin typeface="Arial"/>
                <a:cs typeface="Arial"/>
              </a:rPr>
              <a:t> when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switch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turned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off.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1973580" y="3290316"/>
            <a:ext cx="2981325" cy="1355090"/>
            <a:chOff x="1973580" y="3290316"/>
            <a:chExt cx="2981325" cy="1355090"/>
          </a:xfrm>
        </p:grpSpPr>
        <p:sp>
          <p:nvSpPr>
            <p:cNvPr id="45" name="object 45" descr=""/>
            <p:cNvSpPr/>
            <p:nvPr/>
          </p:nvSpPr>
          <p:spPr>
            <a:xfrm>
              <a:off x="2541270" y="3515868"/>
              <a:ext cx="0" cy="896619"/>
            </a:xfrm>
            <a:custGeom>
              <a:avLst/>
              <a:gdLst/>
              <a:ahLst/>
              <a:cxnLst/>
              <a:rect l="l" t="t" r="r" b="b"/>
              <a:pathLst>
                <a:path w="0" h="896620">
                  <a:moveTo>
                    <a:pt x="0" y="0"/>
                  </a:moveTo>
                  <a:lnTo>
                    <a:pt x="0" y="896112"/>
                  </a:lnTo>
                </a:path>
              </a:pathLst>
            </a:custGeom>
            <a:ln w="16763">
              <a:solidFill>
                <a:srgbClr val="1F1A16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973580" y="3290328"/>
              <a:ext cx="2981325" cy="1355090"/>
            </a:xfrm>
            <a:custGeom>
              <a:avLst/>
              <a:gdLst/>
              <a:ahLst/>
              <a:cxnLst/>
              <a:rect l="l" t="t" r="r" b="b"/>
              <a:pathLst>
                <a:path w="2981325" h="1355089">
                  <a:moveTo>
                    <a:pt x="566928" y="1141476"/>
                  </a:moveTo>
                  <a:lnTo>
                    <a:pt x="553212" y="1141476"/>
                  </a:lnTo>
                  <a:lnTo>
                    <a:pt x="553212" y="1354836"/>
                  </a:lnTo>
                  <a:lnTo>
                    <a:pt x="566928" y="1354836"/>
                  </a:lnTo>
                  <a:lnTo>
                    <a:pt x="566928" y="1141476"/>
                  </a:lnTo>
                  <a:close/>
                </a:path>
                <a:path w="2981325" h="1355089">
                  <a:moveTo>
                    <a:pt x="569976" y="757428"/>
                  </a:moveTo>
                  <a:lnTo>
                    <a:pt x="0" y="757428"/>
                  </a:lnTo>
                  <a:lnTo>
                    <a:pt x="0" y="769620"/>
                  </a:lnTo>
                  <a:lnTo>
                    <a:pt x="569976" y="769620"/>
                  </a:lnTo>
                  <a:lnTo>
                    <a:pt x="569976" y="757428"/>
                  </a:lnTo>
                  <a:close/>
                </a:path>
                <a:path w="2981325" h="1355089">
                  <a:moveTo>
                    <a:pt x="621792" y="566928"/>
                  </a:moveTo>
                  <a:lnTo>
                    <a:pt x="615696" y="566928"/>
                  </a:lnTo>
                  <a:lnTo>
                    <a:pt x="615696" y="565404"/>
                  </a:lnTo>
                  <a:lnTo>
                    <a:pt x="562343" y="565404"/>
                  </a:lnTo>
                  <a:lnTo>
                    <a:pt x="562343" y="577583"/>
                  </a:lnTo>
                  <a:lnTo>
                    <a:pt x="608076" y="577583"/>
                  </a:lnTo>
                  <a:lnTo>
                    <a:pt x="608076" y="772668"/>
                  </a:lnTo>
                  <a:lnTo>
                    <a:pt x="621792" y="772668"/>
                  </a:lnTo>
                  <a:lnTo>
                    <a:pt x="621792" y="566928"/>
                  </a:lnTo>
                  <a:close/>
                </a:path>
                <a:path w="2981325" h="1355089">
                  <a:moveTo>
                    <a:pt x="1981200" y="470916"/>
                  </a:moveTo>
                  <a:lnTo>
                    <a:pt x="1970519" y="470916"/>
                  </a:lnTo>
                  <a:lnTo>
                    <a:pt x="1970519" y="528815"/>
                  </a:lnTo>
                  <a:lnTo>
                    <a:pt x="1981200" y="528815"/>
                  </a:lnTo>
                  <a:lnTo>
                    <a:pt x="1981200" y="470916"/>
                  </a:lnTo>
                  <a:close/>
                </a:path>
                <a:path w="2981325" h="1355089">
                  <a:moveTo>
                    <a:pt x="1982711" y="228600"/>
                  </a:moveTo>
                  <a:lnTo>
                    <a:pt x="1969008" y="228600"/>
                  </a:lnTo>
                  <a:lnTo>
                    <a:pt x="1969008" y="291084"/>
                  </a:lnTo>
                  <a:lnTo>
                    <a:pt x="1982711" y="291084"/>
                  </a:lnTo>
                  <a:lnTo>
                    <a:pt x="1982711" y="228600"/>
                  </a:lnTo>
                  <a:close/>
                </a:path>
                <a:path w="2981325" h="1355089">
                  <a:moveTo>
                    <a:pt x="1988820" y="784860"/>
                  </a:moveTo>
                  <a:lnTo>
                    <a:pt x="1975104" y="784860"/>
                  </a:lnTo>
                  <a:lnTo>
                    <a:pt x="1975104" y="832637"/>
                  </a:lnTo>
                  <a:lnTo>
                    <a:pt x="1921764" y="803148"/>
                  </a:lnTo>
                  <a:lnTo>
                    <a:pt x="1921764" y="829056"/>
                  </a:lnTo>
                  <a:lnTo>
                    <a:pt x="1918716" y="826008"/>
                  </a:lnTo>
                  <a:lnTo>
                    <a:pt x="1859267" y="826008"/>
                  </a:lnTo>
                  <a:lnTo>
                    <a:pt x="1859267" y="841248"/>
                  </a:lnTo>
                  <a:lnTo>
                    <a:pt x="1918716" y="841248"/>
                  </a:lnTo>
                  <a:lnTo>
                    <a:pt x="1921764" y="839216"/>
                  </a:lnTo>
                  <a:lnTo>
                    <a:pt x="1921764" y="864108"/>
                  </a:lnTo>
                  <a:lnTo>
                    <a:pt x="1975104" y="837438"/>
                  </a:lnTo>
                  <a:lnTo>
                    <a:pt x="1975104" y="890016"/>
                  </a:lnTo>
                  <a:lnTo>
                    <a:pt x="1988820" y="890016"/>
                  </a:lnTo>
                  <a:lnTo>
                    <a:pt x="1988820" y="784860"/>
                  </a:lnTo>
                  <a:close/>
                </a:path>
                <a:path w="2981325" h="1355089">
                  <a:moveTo>
                    <a:pt x="2031492" y="559308"/>
                  </a:moveTo>
                  <a:lnTo>
                    <a:pt x="2025383" y="559308"/>
                  </a:lnTo>
                  <a:lnTo>
                    <a:pt x="2025383" y="553199"/>
                  </a:lnTo>
                  <a:lnTo>
                    <a:pt x="1972043" y="553199"/>
                  </a:lnTo>
                  <a:lnTo>
                    <a:pt x="1972043" y="559308"/>
                  </a:lnTo>
                  <a:lnTo>
                    <a:pt x="1969008" y="559308"/>
                  </a:lnTo>
                  <a:lnTo>
                    <a:pt x="1969008" y="760463"/>
                  </a:lnTo>
                  <a:lnTo>
                    <a:pt x="623316" y="760463"/>
                  </a:lnTo>
                  <a:lnTo>
                    <a:pt x="623316" y="772655"/>
                  </a:lnTo>
                  <a:lnTo>
                    <a:pt x="1979676" y="772655"/>
                  </a:lnTo>
                  <a:lnTo>
                    <a:pt x="1979676" y="762000"/>
                  </a:lnTo>
                  <a:lnTo>
                    <a:pt x="1982711" y="762000"/>
                  </a:lnTo>
                  <a:lnTo>
                    <a:pt x="1982711" y="568439"/>
                  </a:lnTo>
                  <a:lnTo>
                    <a:pt x="2017776" y="568439"/>
                  </a:lnTo>
                  <a:lnTo>
                    <a:pt x="2017776" y="762000"/>
                  </a:lnTo>
                  <a:lnTo>
                    <a:pt x="2031492" y="762000"/>
                  </a:lnTo>
                  <a:lnTo>
                    <a:pt x="2031492" y="559308"/>
                  </a:lnTo>
                  <a:close/>
                </a:path>
                <a:path w="2981325" h="1355089">
                  <a:moveTo>
                    <a:pt x="2148827" y="826008"/>
                  </a:moveTo>
                  <a:lnTo>
                    <a:pt x="2087867" y="826008"/>
                  </a:lnTo>
                  <a:lnTo>
                    <a:pt x="2084819" y="829056"/>
                  </a:lnTo>
                  <a:lnTo>
                    <a:pt x="2084819" y="803148"/>
                  </a:lnTo>
                  <a:lnTo>
                    <a:pt x="2034540" y="831697"/>
                  </a:lnTo>
                  <a:lnTo>
                    <a:pt x="2034540" y="784860"/>
                  </a:lnTo>
                  <a:lnTo>
                    <a:pt x="2020811" y="784860"/>
                  </a:lnTo>
                  <a:lnTo>
                    <a:pt x="2020811" y="890016"/>
                  </a:lnTo>
                  <a:lnTo>
                    <a:pt x="2034540" y="890016"/>
                  </a:lnTo>
                  <a:lnTo>
                    <a:pt x="2034540" y="835152"/>
                  </a:lnTo>
                  <a:lnTo>
                    <a:pt x="2078748" y="835152"/>
                  </a:lnTo>
                  <a:lnTo>
                    <a:pt x="2087867" y="841248"/>
                  </a:lnTo>
                  <a:lnTo>
                    <a:pt x="2148827" y="841248"/>
                  </a:lnTo>
                  <a:lnTo>
                    <a:pt x="2148827" y="826008"/>
                  </a:lnTo>
                  <a:close/>
                </a:path>
                <a:path w="2981325" h="1355089">
                  <a:moveTo>
                    <a:pt x="2980931" y="202692"/>
                  </a:moveTo>
                  <a:lnTo>
                    <a:pt x="1983206" y="202692"/>
                  </a:lnTo>
                  <a:lnTo>
                    <a:pt x="2007108" y="158483"/>
                  </a:lnTo>
                  <a:lnTo>
                    <a:pt x="1982724" y="158483"/>
                  </a:lnTo>
                  <a:lnTo>
                    <a:pt x="1982724" y="6083"/>
                  </a:lnTo>
                  <a:lnTo>
                    <a:pt x="1979676" y="6083"/>
                  </a:lnTo>
                  <a:lnTo>
                    <a:pt x="1979676" y="0"/>
                  </a:lnTo>
                  <a:lnTo>
                    <a:pt x="1671828" y="0"/>
                  </a:lnTo>
                  <a:lnTo>
                    <a:pt x="1671828" y="6083"/>
                  </a:lnTo>
                  <a:lnTo>
                    <a:pt x="1671828" y="12192"/>
                  </a:lnTo>
                  <a:lnTo>
                    <a:pt x="1671828" y="202692"/>
                  </a:lnTo>
                  <a:lnTo>
                    <a:pt x="581875" y="202692"/>
                  </a:lnTo>
                  <a:lnTo>
                    <a:pt x="603504" y="164592"/>
                  </a:lnTo>
                  <a:lnTo>
                    <a:pt x="577596" y="164592"/>
                  </a:lnTo>
                  <a:lnTo>
                    <a:pt x="577596" y="12192"/>
                  </a:lnTo>
                  <a:lnTo>
                    <a:pt x="576072" y="12192"/>
                  </a:lnTo>
                  <a:lnTo>
                    <a:pt x="576072" y="6083"/>
                  </a:lnTo>
                  <a:lnTo>
                    <a:pt x="269748" y="6083"/>
                  </a:lnTo>
                  <a:lnTo>
                    <a:pt x="269748" y="10668"/>
                  </a:lnTo>
                  <a:lnTo>
                    <a:pt x="266700" y="10668"/>
                  </a:lnTo>
                  <a:lnTo>
                    <a:pt x="266700" y="216408"/>
                  </a:lnTo>
                  <a:lnTo>
                    <a:pt x="280416" y="216408"/>
                  </a:lnTo>
                  <a:lnTo>
                    <a:pt x="280416" y="18275"/>
                  </a:lnTo>
                  <a:lnTo>
                    <a:pt x="565404" y="18275"/>
                  </a:lnTo>
                  <a:lnTo>
                    <a:pt x="565404" y="164592"/>
                  </a:lnTo>
                  <a:lnTo>
                    <a:pt x="539496" y="164592"/>
                  </a:lnTo>
                  <a:lnTo>
                    <a:pt x="571500" y="220980"/>
                  </a:lnTo>
                  <a:lnTo>
                    <a:pt x="572363" y="219456"/>
                  </a:lnTo>
                  <a:lnTo>
                    <a:pt x="1679448" y="219456"/>
                  </a:lnTo>
                  <a:lnTo>
                    <a:pt x="1679448" y="210299"/>
                  </a:lnTo>
                  <a:lnTo>
                    <a:pt x="1684020" y="210299"/>
                  </a:lnTo>
                  <a:lnTo>
                    <a:pt x="1684020" y="12192"/>
                  </a:lnTo>
                  <a:lnTo>
                    <a:pt x="1967484" y="12192"/>
                  </a:lnTo>
                  <a:lnTo>
                    <a:pt x="1967484" y="158483"/>
                  </a:lnTo>
                  <a:lnTo>
                    <a:pt x="1944611" y="158483"/>
                  </a:lnTo>
                  <a:lnTo>
                    <a:pt x="1969706" y="202692"/>
                  </a:lnTo>
                  <a:lnTo>
                    <a:pt x="1967484" y="202692"/>
                  </a:lnTo>
                  <a:lnTo>
                    <a:pt x="1967484" y="216408"/>
                  </a:lnTo>
                  <a:lnTo>
                    <a:pt x="2980931" y="216408"/>
                  </a:lnTo>
                  <a:lnTo>
                    <a:pt x="2980931" y="20269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/>
          <p:nvPr/>
        </p:nvSpPr>
        <p:spPr>
          <a:xfrm>
            <a:off x="3942588" y="3639311"/>
            <a:ext cx="13970" cy="62865"/>
          </a:xfrm>
          <a:custGeom>
            <a:avLst/>
            <a:gdLst/>
            <a:ahLst/>
            <a:cxnLst/>
            <a:rect l="l" t="t" r="r" b="b"/>
            <a:pathLst>
              <a:path w="13970" h="62864">
                <a:moveTo>
                  <a:pt x="13715" y="62484"/>
                </a:moveTo>
                <a:lnTo>
                  <a:pt x="0" y="62484"/>
                </a:lnTo>
                <a:lnTo>
                  <a:pt x="0" y="0"/>
                </a:lnTo>
                <a:lnTo>
                  <a:pt x="13715" y="0"/>
                </a:lnTo>
                <a:lnTo>
                  <a:pt x="13715" y="62484"/>
                </a:lnTo>
                <a:close/>
              </a:path>
            </a:pathLst>
          </a:custGeom>
          <a:solidFill>
            <a:srgbClr val="1F1A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 txBox="1"/>
          <p:nvPr/>
        </p:nvSpPr>
        <p:spPr>
          <a:xfrm>
            <a:off x="1663663" y="3341615"/>
            <a:ext cx="63182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18490" algn="l"/>
              </a:tabLst>
            </a:pPr>
            <a:r>
              <a:rPr dirty="0" sz="950">
                <a:solidFill>
                  <a:srgbClr val="1F1A16"/>
                </a:solidFill>
                <a:latin typeface="Arial"/>
                <a:cs typeface="Arial"/>
              </a:rPr>
              <a:t>X0</a:t>
            </a:r>
            <a:r>
              <a:rPr dirty="0" sz="950" spc="650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u="sng" sz="950">
                <a:solidFill>
                  <a:srgbClr val="1F1A16"/>
                </a:solidFill>
                <a:uFill>
                  <a:solidFill>
                    <a:srgbClr val="1F1A16"/>
                  </a:solidFill>
                </a:uFill>
                <a:latin typeface="Times New Roman"/>
                <a:cs typeface="Times New Roman"/>
              </a:rPr>
              <a:t>	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1640854" y="3874987"/>
            <a:ext cx="27178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M10</a:t>
            </a:r>
            <a:endParaRPr sz="950">
              <a:latin typeface="Arial"/>
              <a:cs typeface="Arial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656318" y="4365746"/>
            <a:ext cx="1181100" cy="5473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Y0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spc="-10" b="1">
                <a:latin typeface="Arial"/>
                <a:cs typeface="Arial"/>
              </a:rPr>
              <a:t>Devices:</a:t>
            </a:r>
            <a:endParaRPr sz="1050">
              <a:latin typeface="Arial"/>
              <a:cs typeface="Arial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1973580" y="3284219"/>
            <a:ext cx="3874135" cy="1364615"/>
          </a:xfrm>
          <a:custGeom>
            <a:avLst/>
            <a:gdLst/>
            <a:ahLst/>
            <a:cxnLst/>
            <a:rect l="l" t="t" r="r" b="b"/>
            <a:pathLst>
              <a:path w="3874135" h="1364614">
                <a:moveTo>
                  <a:pt x="560819" y="1150632"/>
                </a:moveTo>
                <a:lnTo>
                  <a:pt x="0" y="1150632"/>
                </a:lnTo>
                <a:lnTo>
                  <a:pt x="0" y="1162824"/>
                </a:lnTo>
                <a:lnTo>
                  <a:pt x="560819" y="1162824"/>
                </a:lnTo>
                <a:lnTo>
                  <a:pt x="560819" y="1150632"/>
                </a:lnTo>
                <a:close/>
              </a:path>
              <a:path w="3874135" h="1364614">
                <a:moveTo>
                  <a:pt x="576072" y="571512"/>
                </a:moveTo>
                <a:lnTo>
                  <a:pt x="562343" y="571512"/>
                </a:lnTo>
                <a:lnTo>
                  <a:pt x="562343" y="775728"/>
                </a:lnTo>
                <a:lnTo>
                  <a:pt x="576072" y="775728"/>
                </a:lnTo>
                <a:lnTo>
                  <a:pt x="576072" y="571512"/>
                </a:lnTo>
                <a:close/>
              </a:path>
              <a:path w="3874135" h="1364614">
                <a:moveTo>
                  <a:pt x="3278111" y="473964"/>
                </a:moveTo>
                <a:lnTo>
                  <a:pt x="3265932" y="473964"/>
                </a:lnTo>
                <a:lnTo>
                  <a:pt x="3265932" y="531888"/>
                </a:lnTo>
                <a:lnTo>
                  <a:pt x="3278111" y="531888"/>
                </a:lnTo>
                <a:lnTo>
                  <a:pt x="3278111" y="473964"/>
                </a:lnTo>
                <a:close/>
              </a:path>
              <a:path w="3874135" h="1364614">
                <a:moveTo>
                  <a:pt x="3278124" y="353580"/>
                </a:moveTo>
                <a:lnTo>
                  <a:pt x="3265932" y="353580"/>
                </a:lnTo>
                <a:lnTo>
                  <a:pt x="3265932" y="414540"/>
                </a:lnTo>
                <a:lnTo>
                  <a:pt x="3278124" y="414540"/>
                </a:lnTo>
                <a:lnTo>
                  <a:pt x="3278124" y="353580"/>
                </a:lnTo>
                <a:close/>
              </a:path>
              <a:path w="3874135" h="1364614">
                <a:moveTo>
                  <a:pt x="3278124" y="231660"/>
                </a:moveTo>
                <a:lnTo>
                  <a:pt x="3265932" y="231660"/>
                </a:lnTo>
                <a:lnTo>
                  <a:pt x="3265932" y="294144"/>
                </a:lnTo>
                <a:lnTo>
                  <a:pt x="3278124" y="294144"/>
                </a:lnTo>
                <a:lnTo>
                  <a:pt x="3278124" y="231660"/>
                </a:lnTo>
                <a:close/>
              </a:path>
              <a:path w="3874135" h="1364614">
                <a:moveTo>
                  <a:pt x="3284220" y="789444"/>
                </a:moveTo>
                <a:lnTo>
                  <a:pt x="3270504" y="789444"/>
                </a:lnTo>
                <a:lnTo>
                  <a:pt x="3270504" y="832650"/>
                </a:lnTo>
                <a:lnTo>
                  <a:pt x="3217164" y="803160"/>
                </a:lnTo>
                <a:lnTo>
                  <a:pt x="3217164" y="831100"/>
                </a:lnTo>
                <a:lnTo>
                  <a:pt x="3214116" y="829056"/>
                </a:lnTo>
                <a:lnTo>
                  <a:pt x="3157715" y="829056"/>
                </a:lnTo>
                <a:lnTo>
                  <a:pt x="3157715" y="844308"/>
                </a:lnTo>
                <a:lnTo>
                  <a:pt x="3214116" y="844308"/>
                </a:lnTo>
                <a:lnTo>
                  <a:pt x="3217164" y="841260"/>
                </a:lnTo>
                <a:lnTo>
                  <a:pt x="3217164" y="867168"/>
                </a:lnTo>
                <a:lnTo>
                  <a:pt x="3270504" y="837692"/>
                </a:lnTo>
                <a:lnTo>
                  <a:pt x="3270504" y="893076"/>
                </a:lnTo>
                <a:lnTo>
                  <a:pt x="3284220" y="893076"/>
                </a:lnTo>
                <a:lnTo>
                  <a:pt x="3284220" y="789444"/>
                </a:lnTo>
                <a:close/>
              </a:path>
              <a:path w="3874135" h="1364614">
                <a:moveTo>
                  <a:pt x="3444227" y="829056"/>
                </a:moveTo>
                <a:lnTo>
                  <a:pt x="3383280" y="829056"/>
                </a:lnTo>
                <a:lnTo>
                  <a:pt x="3380232" y="831507"/>
                </a:lnTo>
                <a:lnTo>
                  <a:pt x="3380232" y="803160"/>
                </a:lnTo>
                <a:lnTo>
                  <a:pt x="3332988" y="829970"/>
                </a:lnTo>
                <a:lnTo>
                  <a:pt x="3332988" y="789444"/>
                </a:lnTo>
                <a:lnTo>
                  <a:pt x="3316224" y="789444"/>
                </a:lnTo>
                <a:lnTo>
                  <a:pt x="3316224" y="893076"/>
                </a:lnTo>
                <a:lnTo>
                  <a:pt x="3332988" y="893076"/>
                </a:lnTo>
                <a:lnTo>
                  <a:pt x="3332988" y="835164"/>
                </a:lnTo>
                <a:lnTo>
                  <a:pt x="3375647" y="835164"/>
                </a:lnTo>
                <a:lnTo>
                  <a:pt x="3383280" y="844308"/>
                </a:lnTo>
                <a:lnTo>
                  <a:pt x="3444227" y="844308"/>
                </a:lnTo>
                <a:lnTo>
                  <a:pt x="3444227" y="829056"/>
                </a:lnTo>
                <a:close/>
              </a:path>
              <a:path w="3874135" h="1364614">
                <a:moveTo>
                  <a:pt x="3851148" y="1348752"/>
                </a:moveTo>
                <a:lnTo>
                  <a:pt x="562343" y="1348752"/>
                </a:lnTo>
                <a:lnTo>
                  <a:pt x="562343" y="1363992"/>
                </a:lnTo>
                <a:lnTo>
                  <a:pt x="3851148" y="1363992"/>
                </a:lnTo>
                <a:lnTo>
                  <a:pt x="3851148" y="1348752"/>
                </a:lnTo>
                <a:close/>
              </a:path>
              <a:path w="3874135" h="1364614">
                <a:moveTo>
                  <a:pt x="3863340" y="211848"/>
                </a:moveTo>
                <a:lnTo>
                  <a:pt x="3276219" y="211848"/>
                </a:lnTo>
                <a:lnTo>
                  <a:pt x="3304032" y="161556"/>
                </a:lnTo>
                <a:lnTo>
                  <a:pt x="3278111" y="161556"/>
                </a:lnTo>
                <a:lnTo>
                  <a:pt x="3278111" y="9144"/>
                </a:lnTo>
                <a:lnTo>
                  <a:pt x="3275063" y="9144"/>
                </a:lnTo>
                <a:lnTo>
                  <a:pt x="3275063" y="0"/>
                </a:lnTo>
                <a:lnTo>
                  <a:pt x="2967215" y="0"/>
                </a:lnTo>
                <a:lnTo>
                  <a:pt x="2967215" y="9156"/>
                </a:lnTo>
                <a:lnTo>
                  <a:pt x="2967215" y="15240"/>
                </a:lnTo>
                <a:lnTo>
                  <a:pt x="2967215" y="213372"/>
                </a:lnTo>
                <a:lnTo>
                  <a:pt x="2980931" y="213372"/>
                </a:lnTo>
                <a:lnTo>
                  <a:pt x="2980931" y="15240"/>
                </a:lnTo>
                <a:lnTo>
                  <a:pt x="3265919" y="15240"/>
                </a:lnTo>
                <a:lnTo>
                  <a:pt x="3265919" y="161556"/>
                </a:lnTo>
                <a:lnTo>
                  <a:pt x="3240024" y="161556"/>
                </a:lnTo>
                <a:lnTo>
                  <a:pt x="3267799" y="211848"/>
                </a:lnTo>
                <a:lnTo>
                  <a:pt x="3262884" y="211848"/>
                </a:lnTo>
                <a:lnTo>
                  <a:pt x="3262884" y="225564"/>
                </a:lnTo>
                <a:lnTo>
                  <a:pt x="3863340" y="225564"/>
                </a:lnTo>
                <a:lnTo>
                  <a:pt x="3863340" y="211848"/>
                </a:lnTo>
                <a:close/>
              </a:path>
              <a:path w="3874135" h="1364614">
                <a:moveTo>
                  <a:pt x="3874008" y="763536"/>
                </a:moveTo>
                <a:lnTo>
                  <a:pt x="3326879" y="763536"/>
                </a:lnTo>
                <a:lnTo>
                  <a:pt x="3326879" y="562368"/>
                </a:lnTo>
                <a:lnTo>
                  <a:pt x="3320796" y="562368"/>
                </a:lnTo>
                <a:lnTo>
                  <a:pt x="3320796" y="556272"/>
                </a:lnTo>
                <a:lnTo>
                  <a:pt x="3267456" y="556272"/>
                </a:lnTo>
                <a:lnTo>
                  <a:pt x="3267443" y="562368"/>
                </a:lnTo>
                <a:lnTo>
                  <a:pt x="3265932" y="562368"/>
                </a:lnTo>
                <a:lnTo>
                  <a:pt x="3265932" y="763536"/>
                </a:lnTo>
                <a:lnTo>
                  <a:pt x="2017776" y="763536"/>
                </a:lnTo>
                <a:lnTo>
                  <a:pt x="2017776" y="775728"/>
                </a:lnTo>
                <a:lnTo>
                  <a:pt x="3281172" y="775728"/>
                </a:lnTo>
                <a:lnTo>
                  <a:pt x="3281172" y="765060"/>
                </a:lnTo>
                <a:lnTo>
                  <a:pt x="3281172" y="763536"/>
                </a:lnTo>
                <a:lnTo>
                  <a:pt x="3281172" y="573036"/>
                </a:lnTo>
                <a:lnTo>
                  <a:pt x="3314700" y="573036"/>
                </a:lnTo>
                <a:lnTo>
                  <a:pt x="3314700" y="763536"/>
                </a:lnTo>
                <a:lnTo>
                  <a:pt x="3314700" y="765060"/>
                </a:lnTo>
                <a:lnTo>
                  <a:pt x="3314700" y="778776"/>
                </a:lnTo>
                <a:lnTo>
                  <a:pt x="3874008" y="778776"/>
                </a:lnTo>
                <a:lnTo>
                  <a:pt x="3874008" y="763536"/>
                </a:lnTo>
                <a:close/>
              </a:path>
            </a:pathLst>
          </a:custGeom>
          <a:solidFill>
            <a:srgbClr val="1F1A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 txBox="1"/>
          <p:nvPr/>
        </p:nvSpPr>
        <p:spPr>
          <a:xfrm>
            <a:off x="3544311" y="4170684"/>
            <a:ext cx="902969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solidFill>
                  <a:srgbClr val="1F1A16"/>
                </a:solidFill>
                <a:latin typeface="Arial"/>
                <a:cs typeface="Arial"/>
              </a:rPr>
              <a:t>One</a:t>
            </a:r>
            <a:r>
              <a:rPr dirty="0" sz="950" spc="100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1A16"/>
                </a:solidFill>
                <a:latin typeface="Arial"/>
                <a:cs typeface="Arial"/>
              </a:rPr>
              <a:t>scan</a:t>
            </a:r>
            <a:r>
              <a:rPr dirty="0" sz="950" spc="105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1A16"/>
                </a:solidFill>
                <a:latin typeface="Arial"/>
                <a:cs typeface="Arial"/>
              </a:rPr>
              <a:t>cycle</a:t>
            </a:r>
            <a:endParaRPr sz="950">
              <a:latin typeface="Arial"/>
              <a:cs typeface="Arial"/>
            </a:endParaRPr>
          </a:p>
        </p:txBody>
      </p:sp>
      <p:graphicFrame>
        <p:nvGraphicFramePr>
          <p:cNvPr id="53" name="object 53" descr=""/>
          <p:cNvGraphicFramePr>
            <a:graphicFrameLocks noGrp="1"/>
          </p:cNvGraphicFramePr>
          <p:nvPr/>
        </p:nvGraphicFramePr>
        <p:xfrm>
          <a:off x="1453895" y="4931664"/>
          <a:ext cx="5331460" cy="94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0760"/>
                <a:gridCol w="4248150"/>
              </a:tblGrid>
              <a:tr h="276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Device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Function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M10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Creating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trigger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pulse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one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program</a:t>
                      </a:r>
                      <a:r>
                        <a:rPr dirty="0" sz="900" spc="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scan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cycle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1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Electromagnetic</a:t>
                      </a:r>
                      <a:r>
                        <a:rPr dirty="0" sz="900" spc="2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valve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4" name="object 54" descr=""/>
          <p:cNvSpPr/>
          <p:nvPr/>
        </p:nvSpPr>
        <p:spPr>
          <a:xfrm>
            <a:off x="2578608" y="5279148"/>
            <a:ext cx="954405" cy="111760"/>
          </a:xfrm>
          <a:custGeom>
            <a:avLst/>
            <a:gdLst/>
            <a:ahLst/>
            <a:cxnLst/>
            <a:rect l="l" t="t" r="r" b="b"/>
            <a:pathLst>
              <a:path w="954404" h="111760">
                <a:moveTo>
                  <a:pt x="67056" y="57912"/>
                </a:moveTo>
                <a:lnTo>
                  <a:pt x="65532" y="54864"/>
                </a:lnTo>
                <a:lnTo>
                  <a:pt x="64008" y="50292"/>
                </a:lnTo>
                <a:lnTo>
                  <a:pt x="57912" y="44196"/>
                </a:lnTo>
                <a:lnTo>
                  <a:pt x="53340" y="42672"/>
                </a:lnTo>
                <a:lnTo>
                  <a:pt x="44196" y="38100"/>
                </a:lnTo>
                <a:lnTo>
                  <a:pt x="33528" y="36576"/>
                </a:lnTo>
                <a:lnTo>
                  <a:pt x="24384" y="35052"/>
                </a:lnTo>
                <a:lnTo>
                  <a:pt x="18288" y="32004"/>
                </a:lnTo>
                <a:lnTo>
                  <a:pt x="15240" y="28956"/>
                </a:lnTo>
                <a:lnTo>
                  <a:pt x="13716" y="25908"/>
                </a:lnTo>
                <a:lnTo>
                  <a:pt x="13716" y="19812"/>
                </a:lnTo>
                <a:lnTo>
                  <a:pt x="15240" y="16764"/>
                </a:lnTo>
                <a:lnTo>
                  <a:pt x="18288" y="13716"/>
                </a:lnTo>
                <a:lnTo>
                  <a:pt x="21336" y="12192"/>
                </a:lnTo>
                <a:lnTo>
                  <a:pt x="25908" y="10668"/>
                </a:lnTo>
                <a:lnTo>
                  <a:pt x="39624" y="10668"/>
                </a:lnTo>
                <a:lnTo>
                  <a:pt x="45720" y="12192"/>
                </a:lnTo>
                <a:lnTo>
                  <a:pt x="48768" y="15240"/>
                </a:lnTo>
                <a:lnTo>
                  <a:pt x="51816" y="16764"/>
                </a:lnTo>
                <a:lnTo>
                  <a:pt x="54864" y="25908"/>
                </a:lnTo>
                <a:lnTo>
                  <a:pt x="65532" y="25908"/>
                </a:lnTo>
                <a:lnTo>
                  <a:pt x="65532" y="21336"/>
                </a:lnTo>
                <a:lnTo>
                  <a:pt x="39624" y="0"/>
                </a:lnTo>
                <a:lnTo>
                  <a:pt x="27432" y="0"/>
                </a:lnTo>
                <a:lnTo>
                  <a:pt x="3048" y="19812"/>
                </a:lnTo>
                <a:lnTo>
                  <a:pt x="3048" y="30480"/>
                </a:lnTo>
                <a:lnTo>
                  <a:pt x="6096" y="35052"/>
                </a:lnTo>
                <a:lnTo>
                  <a:pt x="7620" y="38100"/>
                </a:lnTo>
                <a:lnTo>
                  <a:pt x="10668" y="39624"/>
                </a:lnTo>
                <a:lnTo>
                  <a:pt x="15240" y="42672"/>
                </a:lnTo>
                <a:lnTo>
                  <a:pt x="18288" y="44196"/>
                </a:lnTo>
                <a:lnTo>
                  <a:pt x="22860" y="45720"/>
                </a:lnTo>
                <a:lnTo>
                  <a:pt x="32004" y="47244"/>
                </a:lnTo>
                <a:lnTo>
                  <a:pt x="39624" y="48768"/>
                </a:lnTo>
                <a:lnTo>
                  <a:pt x="44196" y="50292"/>
                </a:lnTo>
                <a:lnTo>
                  <a:pt x="53340" y="54864"/>
                </a:lnTo>
                <a:lnTo>
                  <a:pt x="54864" y="56388"/>
                </a:lnTo>
                <a:lnTo>
                  <a:pt x="54864" y="57912"/>
                </a:lnTo>
                <a:lnTo>
                  <a:pt x="56388" y="60960"/>
                </a:lnTo>
                <a:lnTo>
                  <a:pt x="56388" y="65532"/>
                </a:lnTo>
                <a:lnTo>
                  <a:pt x="54864" y="68580"/>
                </a:lnTo>
                <a:lnTo>
                  <a:pt x="53340" y="70104"/>
                </a:lnTo>
                <a:lnTo>
                  <a:pt x="51816" y="73152"/>
                </a:lnTo>
                <a:lnTo>
                  <a:pt x="50292" y="74676"/>
                </a:lnTo>
                <a:lnTo>
                  <a:pt x="47244" y="76200"/>
                </a:lnTo>
                <a:lnTo>
                  <a:pt x="42672" y="77724"/>
                </a:lnTo>
                <a:lnTo>
                  <a:pt x="25908" y="77724"/>
                </a:lnTo>
                <a:lnTo>
                  <a:pt x="22860" y="74676"/>
                </a:lnTo>
                <a:lnTo>
                  <a:pt x="18288" y="73152"/>
                </a:lnTo>
                <a:lnTo>
                  <a:pt x="15240" y="71628"/>
                </a:lnTo>
                <a:lnTo>
                  <a:pt x="10668" y="62484"/>
                </a:lnTo>
                <a:lnTo>
                  <a:pt x="10668" y="57912"/>
                </a:lnTo>
                <a:lnTo>
                  <a:pt x="0" y="57912"/>
                </a:lnTo>
                <a:lnTo>
                  <a:pt x="0" y="64008"/>
                </a:lnTo>
                <a:lnTo>
                  <a:pt x="1524" y="70104"/>
                </a:lnTo>
                <a:lnTo>
                  <a:pt x="4572" y="74676"/>
                </a:lnTo>
                <a:lnTo>
                  <a:pt x="7620" y="79248"/>
                </a:lnTo>
                <a:lnTo>
                  <a:pt x="10668" y="82296"/>
                </a:lnTo>
                <a:lnTo>
                  <a:pt x="16764" y="85344"/>
                </a:lnTo>
                <a:lnTo>
                  <a:pt x="21336" y="86868"/>
                </a:lnTo>
                <a:lnTo>
                  <a:pt x="27432" y="88392"/>
                </a:lnTo>
                <a:lnTo>
                  <a:pt x="41148" y="88392"/>
                </a:lnTo>
                <a:lnTo>
                  <a:pt x="47244" y="86868"/>
                </a:lnTo>
                <a:lnTo>
                  <a:pt x="51816" y="85344"/>
                </a:lnTo>
                <a:lnTo>
                  <a:pt x="60960" y="79248"/>
                </a:lnTo>
                <a:lnTo>
                  <a:pt x="62484" y="76200"/>
                </a:lnTo>
                <a:lnTo>
                  <a:pt x="65532" y="71628"/>
                </a:lnTo>
                <a:lnTo>
                  <a:pt x="67056" y="67056"/>
                </a:lnTo>
                <a:lnTo>
                  <a:pt x="67056" y="57912"/>
                </a:lnTo>
                <a:close/>
              </a:path>
              <a:path w="954404" h="111760">
                <a:moveTo>
                  <a:pt x="161544" y="24371"/>
                </a:moveTo>
                <a:lnTo>
                  <a:pt x="150876" y="24371"/>
                </a:lnTo>
                <a:lnTo>
                  <a:pt x="138684" y="60947"/>
                </a:lnTo>
                <a:lnTo>
                  <a:pt x="135636" y="73139"/>
                </a:lnTo>
                <a:lnTo>
                  <a:pt x="123444" y="24371"/>
                </a:lnTo>
                <a:lnTo>
                  <a:pt x="111252" y="24371"/>
                </a:lnTo>
                <a:lnTo>
                  <a:pt x="102108" y="60947"/>
                </a:lnTo>
                <a:lnTo>
                  <a:pt x="100584" y="68567"/>
                </a:lnTo>
                <a:lnTo>
                  <a:pt x="99060" y="73139"/>
                </a:lnTo>
                <a:lnTo>
                  <a:pt x="99060" y="74663"/>
                </a:lnTo>
                <a:lnTo>
                  <a:pt x="96012" y="60947"/>
                </a:lnTo>
                <a:lnTo>
                  <a:pt x="83820" y="24371"/>
                </a:lnTo>
                <a:lnTo>
                  <a:pt x="73152" y="24371"/>
                </a:lnTo>
                <a:lnTo>
                  <a:pt x="92964" y="86855"/>
                </a:lnTo>
                <a:lnTo>
                  <a:pt x="105156" y="86855"/>
                </a:lnTo>
                <a:lnTo>
                  <a:pt x="117348" y="39611"/>
                </a:lnTo>
                <a:lnTo>
                  <a:pt x="120396" y="50279"/>
                </a:lnTo>
                <a:lnTo>
                  <a:pt x="129540" y="86855"/>
                </a:lnTo>
                <a:lnTo>
                  <a:pt x="141732" y="86855"/>
                </a:lnTo>
                <a:lnTo>
                  <a:pt x="161544" y="24371"/>
                </a:lnTo>
                <a:close/>
              </a:path>
              <a:path w="954404" h="111760">
                <a:moveTo>
                  <a:pt x="176771" y="24384"/>
                </a:moveTo>
                <a:lnTo>
                  <a:pt x="166103" y="24384"/>
                </a:lnTo>
                <a:lnTo>
                  <a:pt x="166103" y="86868"/>
                </a:lnTo>
                <a:lnTo>
                  <a:pt x="176771" y="86868"/>
                </a:lnTo>
                <a:lnTo>
                  <a:pt x="176771" y="24384"/>
                </a:lnTo>
                <a:close/>
              </a:path>
              <a:path w="954404" h="111760">
                <a:moveTo>
                  <a:pt x="176771" y="1524"/>
                </a:moveTo>
                <a:lnTo>
                  <a:pt x="166103" y="1524"/>
                </a:lnTo>
                <a:lnTo>
                  <a:pt x="166103" y="12192"/>
                </a:lnTo>
                <a:lnTo>
                  <a:pt x="176771" y="12192"/>
                </a:lnTo>
                <a:lnTo>
                  <a:pt x="176771" y="1524"/>
                </a:lnTo>
                <a:close/>
              </a:path>
              <a:path w="954404" h="111760">
                <a:moveTo>
                  <a:pt x="216395" y="86868"/>
                </a:moveTo>
                <a:lnTo>
                  <a:pt x="214871" y="77724"/>
                </a:lnTo>
                <a:lnTo>
                  <a:pt x="207251" y="77724"/>
                </a:lnTo>
                <a:lnTo>
                  <a:pt x="204203" y="74676"/>
                </a:lnTo>
                <a:lnTo>
                  <a:pt x="204203" y="35052"/>
                </a:lnTo>
                <a:lnTo>
                  <a:pt x="214871" y="35052"/>
                </a:lnTo>
                <a:lnTo>
                  <a:pt x="214871" y="24384"/>
                </a:lnTo>
                <a:lnTo>
                  <a:pt x="204203" y="24384"/>
                </a:lnTo>
                <a:lnTo>
                  <a:pt x="204203" y="3048"/>
                </a:lnTo>
                <a:lnTo>
                  <a:pt x="193535" y="9144"/>
                </a:lnTo>
                <a:lnTo>
                  <a:pt x="193535" y="24384"/>
                </a:lnTo>
                <a:lnTo>
                  <a:pt x="185915" y="24384"/>
                </a:lnTo>
                <a:lnTo>
                  <a:pt x="185915" y="35052"/>
                </a:lnTo>
                <a:lnTo>
                  <a:pt x="193535" y="35052"/>
                </a:lnTo>
                <a:lnTo>
                  <a:pt x="193535" y="80772"/>
                </a:lnTo>
                <a:lnTo>
                  <a:pt x="195059" y="82296"/>
                </a:lnTo>
                <a:lnTo>
                  <a:pt x="195059" y="83820"/>
                </a:lnTo>
                <a:lnTo>
                  <a:pt x="196583" y="85344"/>
                </a:lnTo>
                <a:lnTo>
                  <a:pt x="199631" y="86868"/>
                </a:lnTo>
                <a:lnTo>
                  <a:pt x="201155" y="88392"/>
                </a:lnTo>
                <a:lnTo>
                  <a:pt x="213347" y="88392"/>
                </a:lnTo>
                <a:lnTo>
                  <a:pt x="216395" y="86868"/>
                </a:lnTo>
                <a:close/>
              </a:path>
              <a:path w="954404" h="111760">
                <a:moveTo>
                  <a:pt x="275844" y="65532"/>
                </a:moveTo>
                <a:lnTo>
                  <a:pt x="265176" y="64008"/>
                </a:lnTo>
                <a:lnTo>
                  <a:pt x="263652" y="68580"/>
                </a:lnTo>
                <a:lnTo>
                  <a:pt x="262128" y="71628"/>
                </a:lnTo>
                <a:lnTo>
                  <a:pt x="259080" y="74676"/>
                </a:lnTo>
                <a:lnTo>
                  <a:pt x="252984" y="77724"/>
                </a:lnTo>
                <a:lnTo>
                  <a:pt x="243840" y="77724"/>
                </a:lnTo>
                <a:lnTo>
                  <a:pt x="240792" y="76200"/>
                </a:lnTo>
                <a:lnTo>
                  <a:pt x="237744" y="73152"/>
                </a:lnTo>
                <a:lnTo>
                  <a:pt x="234696" y="68580"/>
                </a:lnTo>
                <a:lnTo>
                  <a:pt x="233172" y="64008"/>
                </a:lnTo>
                <a:lnTo>
                  <a:pt x="233172" y="48768"/>
                </a:lnTo>
                <a:lnTo>
                  <a:pt x="234696" y="42672"/>
                </a:lnTo>
                <a:lnTo>
                  <a:pt x="237744" y="39624"/>
                </a:lnTo>
                <a:lnTo>
                  <a:pt x="240792" y="35052"/>
                </a:lnTo>
                <a:lnTo>
                  <a:pt x="243840" y="33528"/>
                </a:lnTo>
                <a:lnTo>
                  <a:pt x="252984" y="33528"/>
                </a:lnTo>
                <a:lnTo>
                  <a:pt x="256032" y="35052"/>
                </a:lnTo>
                <a:lnTo>
                  <a:pt x="257556" y="36576"/>
                </a:lnTo>
                <a:lnTo>
                  <a:pt x="260604" y="38100"/>
                </a:lnTo>
                <a:lnTo>
                  <a:pt x="263652" y="44196"/>
                </a:lnTo>
                <a:lnTo>
                  <a:pt x="274320" y="42672"/>
                </a:lnTo>
                <a:lnTo>
                  <a:pt x="272796" y="36576"/>
                </a:lnTo>
                <a:lnTo>
                  <a:pt x="269748" y="32004"/>
                </a:lnTo>
                <a:lnTo>
                  <a:pt x="262128" y="24384"/>
                </a:lnTo>
                <a:lnTo>
                  <a:pt x="256032" y="22860"/>
                </a:lnTo>
                <a:lnTo>
                  <a:pt x="243840" y="22860"/>
                </a:lnTo>
                <a:lnTo>
                  <a:pt x="239268" y="24384"/>
                </a:lnTo>
                <a:lnTo>
                  <a:pt x="234696" y="27432"/>
                </a:lnTo>
                <a:lnTo>
                  <a:pt x="230124" y="28956"/>
                </a:lnTo>
                <a:lnTo>
                  <a:pt x="227076" y="33528"/>
                </a:lnTo>
                <a:lnTo>
                  <a:pt x="225552" y="38100"/>
                </a:lnTo>
                <a:lnTo>
                  <a:pt x="222504" y="42672"/>
                </a:lnTo>
                <a:lnTo>
                  <a:pt x="222504" y="56388"/>
                </a:lnTo>
                <a:lnTo>
                  <a:pt x="222834" y="63830"/>
                </a:lnTo>
                <a:lnTo>
                  <a:pt x="240792" y="88392"/>
                </a:lnTo>
                <a:lnTo>
                  <a:pt x="256032" y="88392"/>
                </a:lnTo>
                <a:lnTo>
                  <a:pt x="262128" y="86868"/>
                </a:lnTo>
                <a:lnTo>
                  <a:pt x="271272" y="77724"/>
                </a:lnTo>
                <a:lnTo>
                  <a:pt x="274320" y="73152"/>
                </a:lnTo>
                <a:lnTo>
                  <a:pt x="275844" y="65532"/>
                </a:lnTo>
                <a:close/>
              </a:path>
              <a:path w="954404" h="111760">
                <a:moveTo>
                  <a:pt x="335280" y="36563"/>
                </a:moveTo>
                <a:lnTo>
                  <a:pt x="332232" y="30467"/>
                </a:lnTo>
                <a:lnTo>
                  <a:pt x="329184" y="27419"/>
                </a:lnTo>
                <a:lnTo>
                  <a:pt x="323088" y="24371"/>
                </a:lnTo>
                <a:lnTo>
                  <a:pt x="318516" y="22847"/>
                </a:lnTo>
                <a:lnTo>
                  <a:pt x="306324" y="22847"/>
                </a:lnTo>
                <a:lnTo>
                  <a:pt x="300228" y="25895"/>
                </a:lnTo>
                <a:lnTo>
                  <a:pt x="295656" y="33515"/>
                </a:lnTo>
                <a:lnTo>
                  <a:pt x="295656" y="1511"/>
                </a:lnTo>
                <a:lnTo>
                  <a:pt x="284988" y="1511"/>
                </a:lnTo>
                <a:lnTo>
                  <a:pt x="284988" y="86855"/>
                </a:lnTo>
                <a:lnTo>
                  <a:pt x="295656" y="86855"/>
                </a:lnTo>
                <a:lnTo>
                  <a:pt x="295656" y="48755"/>
                </a:lnTo>
                <a:lnTo>
                  <a:pt x="297180" y="45707"/>
                </a:lnTo>
                <a:lnTo>
                  <a:pt x="297180" y="42659"/>
                </a:lnTo>
                <a:lnTo>
                  <a:pt x="298704" y="39611"/>
                </a:lnTo>
                <a:lnTo>
                  <a:pt x="300228" y="38087"/>
                </a:lnTo>
                <a:lnTo>
                  <a:pt x="309372" y="33515"/>
                </a:lnTo>
                <a:lnTo>
                  <a:pt x="315468" y="33515"/>
                </a:lnTo>
                <a:lnTo>
                  <a:pt x="321564" y="36563"/>
                </a:lnTo>
                <a:lnTo>
                  <a:pt x="324612" y="42659"/>
                </a:lnTo>
                <a:lnTo>
                  <a:pt x="324612" y="86855"/>
                </a:lnTo>
                <a:lnTo>
                  <a:pt x="335280" y="86855"/>
                </a:lnTo>
                <a:lnTo>
                  <a:pt x="335280" y="36563"/>
                </a:lnTo>
                <a:close/>
              </a:path>
              <a:path w="954404" h="111760">
                <a:moveTo>
                  <a:pt x="379463" y="1511"/>
                </a:moveTo>
                <a:lnTo>
                  <a:pt x="371843" y="1511"/>
                </a:lnTo>
                <a:lnTo>
                  <a:pt x="366661" y="8610"/>
                </a:lnTo>
                <a:lnTo>
                  <a:pt x="350799" y="49542"/>
                </a:lnTo>
                <a:lnTo>
                  <a:pt x="350507" y="56375"/>
                </a:lnTo>
                <a:lnTo>
                  <a:pt x="351040" y="64147"/>
                </a:lnTo>
                <a:lnTo>
                  <a:pt x="367538" y="105511"/>
                </a:lnTo>
                <a:lnTo>
                  <a:pt x="371843" y="111239"/>
                </a:lnTo>
                <a:lnTo>
                  <a:pt x="379463" y="111239"/>
                </a:lnTo>
                <a:lnTo>
                  <a:pt x="371462" y="97523"/>
                </a:lnTo>
                <a:lnTo>
                  <a:pt x="365747" y="83807"/>
                </a:lnTo>
                <a:lnTo>
                  <a:pt x="362318" y="70091"/>
                </a:lnTo>
                <a:lnTo>
                  <a:pt x="361175" y="56375"/>
                </a:lnTo>
                <a:lnTo>
                  <a:pt x="361175" y="48755"/>
                </a:lnTo>
                <a:lnTo>
                  <a:pt x="362699" y="42659"/>
                </a:lnTo>
                <a:lnTo>
                  <a:pt x="364223" y="35039"/>
                </a:lnTo>
                <a:lnTo>
                  <a:pt x="365747" y="28943"/>
                </a:lnTo>
                <a:lnTo>
                  <a:pt x="367271" y="24371"/>
                </a:lnTo>
                <a:lnTo>
                  <a:pt x="374891" y="9131"/>
                </a:lnTo>
                <a:lnTo>
                  <a:pt x="379463" y="1511"/>
                </a:lnTo>
                <a:close/>
              </a:path>
              <a:path w="954404" h="111760">
                <a:moveTo>
                  <a:pt x="470916" y="36576"/>
                </a:moveTo>
                <a:lnTo>
                  <a:pt x="469392" y="28956"/>
                </a:lnTo>
                <a:lnTo>
                  <a:pt x="464820" y="21336"/>
                </a:lnTo>
                <a:lnTo>
                  <a:pt x="461772" y="15240"/>
                </a:lnTo>
                <a:lnTo>
                  <a:pt x="460248" y="13208"/>
                </a:lnTo>
                <a:lnTo>
                  <a:pt x="460248" y="38100"/>
                </a:lnTo>
                <a:lnTo>
                  <a:pt x="460133" y="45720"/>
                </a:lnTo>
                <a:lnTo>
                  <a:pt x="459676" y="51854"/>
                </a:lnTo>
                <a:lnTo>
                  <a:pt x="457962" y="58674"/>
                </a:lnTo>
                <a:lnTo>
                  <a:pt x="455104" y="64338"/>
                </a:lnTo>
                <a:lnTo>
                  <a:pt x="451104" y="68580"/>
                </a:lnTo>
                <a:lnTo>
                  <a:pt x="446532" y="74676"/>
                </a:lnTo>
                <a:lnTo>
                  <a:pt x="438912" y="77724"/>
                </a:lnTo>
                <a:lnTo>
                  <a:pt x="422148" y="77724"/>
                </a:lnTo>
                <a:lnTo>
                  <a:pt x="414528" y="74676"/>
                </a:lnTo>
                <a:lnTo>
                  <a:pt x="403860" y="64008"/>
                </a:lnTo>
                <a:lnTo>
                  <a:pt x="400812" y="54864"/>
                </a:lnTo>
                <a:lnTo>
                  <a:pt x="400900" y="44196"/>
                </a:lnTo>
                <a:lnTo>
                  <a:pt x="422148" y="10668"/>
                </a:lnTo>
                <a:lnTo>
                  <a:pt x="435864" y="10668"/>
                </a:lnTo>
                <a:lnTo>
                  <a:pt x="440436" y="12192"/>
                </a:lnTo>
                <a:lnTo>
                  <a:pt x="454152" y="21336"/>
                </a:lnTo>
                <a:lnTo>
                  <a:pt x="455676" y="27432"/>
                </a:lnTo>
                <a:lnTo>
                  <a:pt x="458724" y="32004"/>
                </a:lnTo>
                <a:lnTo>
                  <a:pt x="460248" y="38100"/>
                </a:lnTo>
                <a:lnTo>
                  <a:pt x="460248" y="13208"/>
                </a:lnTo>
                <a:lnTo>
                  <a:pt x="458343" y="10668"/>
                </a:lnTo>
                <a:lnTo>
                  <a:pt x="457200" y="9144"/>
                </a:lnTo>
                <a:lnTo>
                  <a:pt x="451104" y="6096"/>
                </a:lnTo>
                <a:lnTo>
                  <a:pt x="445008" y="1524"/>
                </a:lnTo>
                <a:lnTo>
                  <a:pt x="437388" y="0"/>
                </a:lnTo>
                <a:lnTo>
                  <a:pt x="429768" y="0"/>
                </a:lnTo>
                <a:lnTo>
                  <a:pt x="421170" y="825"/>
                </a:lnTo>
                <a:lnTo>
                  <a:pt x="392620" y="26670"/>
                </a:lnTo>
                <a:lnTo>
                  <a:pt x="390652" y="37147"/>
                </a:lnTo>
                <a:lnTo>
                  <a:pt x="390588" y="38100"/>
                </a:lnTo>
                <a:lnTo>
                  <a:pt x="390232" y="44196"/>
                </a:lnTo>
                <a:lnTo>
                  <a:pt x="390144" y="53340"/>
                </a:lnTo>
                <a:lnTo>
                  <a:pt x="391668" y="59436"/>
                </a:lnTo>
                <a:lnTo>
                  <a:pt x="394716" y="67056"/>
                </a:lnTo>
                <a:lnTo>
                  <a:pt x="397764" y="73152"/>
                </a:lnTo>
                <a:lnTo>
                  <a:pt x="402336" y="79248"/>
                </a:lnTo>
                <a:lnTo>
                  <a:pt x="408432" y="82296"/>
                </a:lnTo>
                <a:lnTo>
                  <a:pt x="414528" y="86868"/>
                </a:lnTo>
                <a:lnTo>
                  <a:pt x="422148" y="88392"/>
                </a:lnTo>
                <a:lnTo>
                  <a:pt x="437388" y="88392"/>
                </a:lnTo>
                <a:lnTo>
                  <a:pt x="443484" y="86868"/>
                </a:lnTo>
                <a:lnTo>
                  <a:pt x="451104" y="83820"/>
                </a:lnTo>
                <a:lnTo>
                  <a:pt x="457200" y="79248"/>
                </a:lnTo>
                <a:lnTo>
                  <a:pt x="458724" y="77724"/>
                </a:lnTo>
                <a:lnTo>
                  <a:pt x="461772" y="74676"/>
                </a:lnTo>
                <a:lnTo>
                  <a:pt x="464820" y="67056"/>
                </a:lnTo>
                <a:lnTo>
                  <a:pt x="469392" y="60960"/>
                </a:lnTo>
                <a:lnTo>
                  <a:pt x="470916" y="53340"/>
                </a:lnTo>
                <a:lnTo>
                  <a:pt x="470916" y="36576"/>
                </a:lnTo>
                <a:close/>
              </a:path>
              <a:path w="954404" h="111760">
                <a:moveTo>
                  <a:pt x="553212" y="1511"/>
                </a:moveTo>
                <a:lnTo>
                  <a:pt x="542544" y="1511"/>
                </a:lnTo>
                <a:lnTo>
                  <a:pt x="542544" y="70091"/>
                </a:lnTo>
                <a:lnTo>
                  <a:pt x="496824" y="1511"/>
                </a:lnTo>
                <a:lnTo>
                  <a:pt x="486156" y="1511"/>
                </a:lnTo>
                <a:lnTo>
                  <a:pt x="486156" y="86855"/>
                </a:lnTo>
                <a:lnTo>
                  <a:pt x="496824" y="86855"/>
                </a:lnTo>
                <a:lnTo>
                  <a:pt x="496824" y="19799"/>
                </a:lnTo>
                <a:lnTo>
                  <a:pt x="541020" y="86855"/>
                </a:lnTo>
                <a:lnTo>
                  <a:pt x="553212" y="86855"/>
                </a:lnTo>
                <a:lnTo>
                  <a:pt x="553212" y="1511"/>
                </a:lnTo>
                <a:close/>
              </a:path>
              <a:path w="954404" h="111760">
                <a:moveTo>
                  <a:pt x="678180" y="54864"/>
                </a:moveTo>
                <a:lnTo>
                  <a:pt x="672084" y="51816"/>
                </a:lnTo>
                <a:lnTo>
                  <a:pt x="667512" y="48768"/>
                </a:lnTo>
                <a:lnTo>
                  <a:pt x="659892" y="41148"/>
                </a:lnTo>
                <a:lnTo>
                  <a:pt x="653796" y="36576"/>
                </a:lnTo>
                <a:lnTo>
                  <a:pt x="650748" y="36576"/>
                </a:lnTo>
                <a:lnTo>
                  <a:pt x="652272" y="41148"/>
                </a:lnTo>
                <a:lnTo>
                  <a:pt x="653796" y="44196"/>
                </a:lnTo>
                <a:lnTo>
                  <a:pt x="656844" y="47244"/>
                </a:lnTo>
                <a:lnTo>
                  <a:pt x="658368" y="50292"/>
                </a:lnTo>
                <a:lnTo>
                  <a:pt x="661416" y="53340"/>
                </a:lnTo>
                <a:lnTo>
                  <a:pt x="568452" y="53340"/>
                </a:lnTo>
                <a:lnTo>
                  <a:pt x="568452" y="59436"/>
                </a:lnTo>
                <a:lnTo>
                  <a:pt x="661416" y="59436"/>
                </a:lnTo>
                <a:lnTo>
                  <a:pt x="656844" y="64008"/>
                </a:lnTo>
                <a:lnTo>
                  <a:pt x="653796" y="70104"/>
                </a:lnTo>
                <a:lnTo>
                  <a:pt x="649224" y="77724"/>
                </a:lnTo>
                <a:lnTo>
                  <a:pt x="653796" y="77724"/>
                </a:lnTo>
                <a:lnTo>
                  <a:pt x="662940" y="68580"/>
                </a:lnTo>
                <a:lnTo>
                  <a:pt x="667512" y="65532"/>
                </a:lnTo>
                <a:lnTo>
                  <a:pt x="670560" y="62484"/>
                </a:lnTo>
                <a:lnTo>
                  <a:pt x="675132" y="59436"/>
                </a:lnTo>
                <a:lnTo>
                  <a:pt x="678180" y="57912"/>
                </a:lnTo>
                <a:lnTo>
                  <a:pt x="678180" y="54864"/>
                </a:lnTo>
                <a:close/>
              </a:path>
              <a:path w="954404" h="111760">
                <a:moveTo>
                  <a:pt x="769607" y="36576"/>
                </a:moveTo>
                <a:lnTo>
                  <a:pt x="768083" y="28956"/>
                </a:lnTo>
                <a:lnTo>
                  <a:pt x="765035" y="21336"/>
                </a:lnTo>
                <a:lnTo>
                  <a:pt x="761987" y="15240"/>
                </a:lnTo>
                <a:lnTo>
                  <a:pt x="758939" y="11176"/>
                </a:lnTo>
                <a:lnTo>
                  <a:pt x="758939" y="38100"/>
                </a:lnTo>
                <a:lnTo>
                  <a:pt x="758837" y="45720"/>
                </a:lnTo>
                <a:lnTo>
                  <a:pt x="737603" y="77724"/>
                </a:lnTo>
                <a:lnTo>
                  <a:pt x="720839" y="77724"/>
                </a:lnTo>
                <a:lnTo>
                  <a:pt x="714743" y="74676"/>
                </a:lnTo>
                <a:lnTo>
                  <a:pt x="708647" y="68580"/>
                </a:lnTo>
                <a:lnTo>
                  <a:pt x="702551" y="64008"/>
                </a:lnTo>
                <a:lnTo>
                  <a:pt x="699503" y="54864"/>
                </a:lnTo>
                <a:lnTo>
                  <a:pt x="699604" y="44196"/>
                </a:lnTo>
                <a:lnTo>
                  <a:pt x="700074" y="37147"/>
                </a:lnTo>
                <a:lnTo>
                  <a:pt x="722363" y="10668"/>
                </a:lnTo>
                <a:lnTo>
                  <a:pt x="736079" y="10668"/>
                </a:lnTo>
                <a:lnTo>
                  <a:pt x="758939" y="38100"/>
                </a:lnTo>
                <a:lnTo>
                  <a:pt x="758939" y="11176"/>
                </a:lnTo>
                <a:lnTo>
                  <a:pt x="758558" y="10668"/>
                </a:lnTo>
                <a:lnTo>
                  <a:pt x="757415" y="9144"/>
                </a:lnTo>
                <a:lnTo>
                  <a:pt x="751319" y="6096"/>
                </a:lnTo>
                <a:lnTo>
                  <a:pt x="745223" y="1524"/>
                </a:lnTo>
                <a:lnTo>
                  <a:pt x="737603" y="0"/>
                </a:lnTo>
                <a:lnTo>
                  <a:pt x="729983" y="0"/>
                </a:lnTo>
                <a:lnTo>
                  <a:pt x="695909" y="18707"/>
                </a:lnTo>
                <a:lnTo>
                  <a:pt x="689483" y="38100"/>
                </a:lnTo>
                <a:lnTo>
                  <a:pt x="688835" y="45720"/>
                </a:lnTo>
                <a:lnTo>
                  <a:pt x="688835" y="53340"/>
                </a:lnTo>
                <a:lnTo>
                  <a:pt x="690359" y="59436"/>
                </a:lnTo>
                <a:lnTo>
                  <a:pt x="693407" y="67056"/>
                </a:lnTo>
                <a:lnTo>
                  <a:pt x="702551" y="79248"/>
                </a:lnTo>
                <a:lnTo>
                  <a:pt x="708647" y="82296"/>
                </a:lnTo>
                <a:lnTo>
                  <a:pt x="714743" y="86868"/>
                </a:lnTo>
                <a:lnTo>
                  <a:pt x="722363" y="88392"/>
                </a:lnTo>
                <a:lnTo>
                  <a:pt x="737603" y="88392"/>
                </a:lnTo>
                <a:lnTo>
                  <a:pt x="743699" y="86868"/>
                </a:lnTo>
                <a:lnTo>
                  <a:pt x="749795" y="83820"/>
                </a:lnTo>
                <a:lnTo>
                  <a:pt x="757923" y="77724"/>
                </a:lnTo>
                <a:lnTo>
                  <a:pt x="761987" y="74676"/>
                </a:lnTo>
                <a:lnTo>
                  <a:pt x="765035" y="67056"/>
                </a:lnTo>
                <a:lnTo>
                  <a:pt x="768083" y="60960"/>
                </a:lnTo>
                <a:lnTo>
                  <a:pt x="769607" y="53340"/>
                </a:lnTo>
                <a:lnTo>
                  <a:pt x="769607" y="36576"/>
                </a:lnTo>
                <a:close/>
              </a:path>
              <a:path w="954404" h="111760">
                <a:moveTo>
                  <a:pt x="842759" y="1511"/>
                </a:moveTo>
                <a:lnTo>
                  <a:pt x="784847" y="1511"/>
                </a:lnTo>
                <a:lnTo>
                  <a:pt x="784847" y="86855"/>
                </a:lnTo>
                <a:lnTo>
                  <a:pt x="795515" y="86855"/>
                </a:lnTo>
                <a:lnTo>
                  <a:pt x="795515" y="48755"/>
                </a:lnTo>
                <a:lnTo>
                  <a:pt x="835139" y="48755"/>
                </a:lnTo>
                <a:lnTo>
                  <a:pt x="835139" y="38087"/>
                </a:lnTo>
                <a:lnTo>
                  <a:pt x="795515" y="38087"/>
                </a:lnTo>
                <a:lnTo>
                  <a:pt x="795515" y="12179"/>
                </a:lnTo>
                <a:lnTo>
                  <a:pt x="842759" y="12179"/>
                </a:lnTo>
                <a:lnTo>
                  <a:pt x="842759" y="1511"/>
                </a:lnTo>
                <a:close/>
              </a:path>
              <a:path w="954404" h="111760">
                <a:moveTo>
                  <a:pt x="915924" y="1511"/>
                </a:moveTo>
                <a:lnTo>
                  <a:pt x="858012" y="1511"/>
                </a:lnTo>
                <a:lnTo>
                  <a:pt x="858012" y="86855"/>
                </a:lnTo>
                <a:lnTo>
                  <a:pt x="868680" y="86855"/>
                </a:lnTo>
                <a:lnTo>
                  <a:pt x="868680" y="48755"/>
                </a:lnTo>
                <a:lnTo>
                  <a:pt x="908304" y="48755"/>
                </a:lnTo>
                <a:lnTo>
                  <a:pt x="908304" y="38087"/>
                </a:lnTo>
                <a:lnTo>
                  <a:pt x="868680" y="38087"/>
                </a:lnTo>
                <a:lnTo>
                  <a:pt x="868680" y="12179"/>
                </a:lnTo>
                <a:lnTo>
                  <a:pt x="915924" y="12179"/>
                </a:lnTo>
                <a:lnTo>
                  <a:pt x="915924" y="1511"/>
                </a:lnTo>
                <a:close/>
              </a:path>
              <a:path w="954404" h="111760">
                <a:moveTo>
                  <a:pt x="954011" y="56375"/>
                </a:moveTo>
                <a:lnTo>
                  <a:pt x="942771" y="15989"/>
                </a:lnTo>
                <a:lnTo>
                  <a:pt x="932675" y="1511"/>
                </a:lnTo>
                <a:lnTo>
                  <a:pt x="925055" y="1511"/>
                </a:lnTo>
                <a:lnTo>
                  <a:pt x="931151" y="9131"/>
                </a:lnTo>
                <a:lnTo>
                  <a:pt x="935723" y="18275"/>
                </a:lnTo>
                <a:lnTo>
                  <a:pt x="937247" y="24371"/>
                </a:lnTo>
                <a:lnTo>
                  <a:pt x="940295" y="28943"/>
                </a:lnTo>
                <a:lnTo>
                  <a:pt x="941819" y="35039"/>
                </a:lnTo>
                <a:lnTo>
                  <a:pt x="943343" y="42659"/>
                </a:lnTo>
                <a:lnTo>
                  <a:pt x="943343" y="56375"/>
                </a:lnTo>
                <a:lnTo>
                  <a:pt x="942200" y="70091"/>
                </a:lnTo>
                <a:lnTo>
                  <a:pt x="938771" y="83807"/>
                </a:lnTo>
                <a:lnTo>
                  <a:pt x="933056" y="97523"/>
                </a:lnTo>
                <a:lnTo>
                  <a:pt x="925055" y="111239"/>
                </a:lnTo>
                <a:lnTo>
                  <a:pt x="932675" y="111239"/>
                </a:lnTo>
                <a:lnTo>
                  <a:pt x="952677" y="71615"/>
                </a:lnTo>
                <a:lnTo>
                  <a:pt x="953706" y="64147"/>
                </a:lnTo>
                <a:lnTo>
                  <a:pt x="954011" y="563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 txBox="1"/>
          <p:nvPr/>
        </p:nvSpPr>
        <p:spPr>
          <a:xfrm>
            <a:off x="656318" y="5889650"/>
            <a:ext cx="1115695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Program: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56" name="object 56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83791" y="6254496"/>
            <a:ext cx="5161787" cy="1831848"/>
          </a:xfrm>
          <a:prstGeom prst="rect">
            <a:avLst/>
          </a:prstGeom>
        </p:spPr>
      </p:pic>
      <p:pic>
        <p:nvPicPr>
          <p:cNvPr id="57" name="object 57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51203" y="8744711"/>
            <a:ext cx="76200" cy="76200"/>
          </a:xfrm>
          <a:prstGeom prst="rect">
            <a:avLst/>
          </a:prstGeom>
        </p:spPr>
      </p:pic>
      <p:pic>
        <p:nvPicPr>
          <p:cNvPr id="58" name="object 58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52727" y="9174480"/>
            <a:ext cx="76200" cy="76200"/>
          </a:xfrm>
          <a:prstGeom prst="rect">
            <a:avLst/>
          </a:prstGeom>
        </p:spPr>
      </p:pic>
      <p:sp>
        <p:nvSpPr>
          <p:cNvPr id="59" name="object 59" descr=""/>
          <p:cNvSpPr txBox="1"/>
          <p:nvPr/>
        </p:nvSpPr>
        <p:spPr>
          <a:xfrm>
            <a:off x="656318" y="8363105"/>
            <a:ext cx="6189345" cy="11512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Program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Description:</a:t>
            </a:r>
            <a:endParaRPr sz="1050">
              <a:latin typeface="Arial"/>
              <a:cs typeface="Arial"/>
            </a:endParaRPr>
          </a:p>
          <a:p>
            <a:pPr marL="847725" marR="160655">
              <a:lnSpc>
                <a:spcPct val="134300"/>
              </a:lnSpc>
              <a:spcBef>
                <a:spcPts val="840"/>
              </a:spcBef>
            </a:pP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X0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turned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(Falling-</a:t>
            </a:r>
            <a:r>
              <a:rPr dirty="0" sz="1050" spc="-10">
                <a:latin typeface="Arial"/>
                <a:cs typeface="Arial"/>
              </a:rPr>
              <a:t>edge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triggered),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PLF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instruction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executed,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M10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send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pulse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one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program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scan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cycle.</a:t>
            </a:r>
            <a:endParaRPr sz="1050">
              <a:latin typeface="Arial"/>
              <a:cs typeface="Arial"/>
            </a:endParaRPr>
          </a:p>
          <a:p>
            <a:pPr marL="871855" marR="5080">
              <a:lnSpc>
                <a:spcPct val="134300"/>
              </a:lnSpc>
            </a:pP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M10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[RST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Y0]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instruction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executed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Y0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35">
                <a:latin typeface="Arial"/>
                <a:cs typeface="Arial"/>
              </a:rPr>
              <a:t>OFF.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this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case,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the </a:t>
            </a:r>
            <a:r>
              <a:rPr dirty="0" sz="1050" spc="-10">
                <a:latin typeface="Arial"/>
                <a:cs typeface="Arial"/>
              </a:rPr>
              <a:t>electromagnetic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valve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shut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down.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93284" y="188496"/>
            <a:ext cx="3221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922019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26088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22019" y="9677400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892574" y="9721129"/>
            <a:ext cx="19685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50">
                <a:latin typeface="Arial"/>
                <a:cs typeface="Arial"/>
              </a:rPr>
              <a:t>5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26079" y="906284"/>
            <a:ext cx="190690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latin typeface="Arial"/>
                <a:cs typeface="Arial"/>
              </a:rPr>
              <a:t>1.5</a:t>
            </a:r>
            <a:r>
              <a:rPr dirty="0" sz="1100" spc="6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Latching</a:t>
            </a:r>
            <a:r>
              <a:rPr dirty="0" sz="1100" spc="7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Control</a:t>
            </a:r>
            <a:r>
              <a:rPr dirty="0" sz="1100" spc="6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Circuit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316479" y="1237487"/>
            <a:ext cx="3406140" cy="1586865"/>
            <a:chOff x="2316479" y="1237487"/>
            <a:chExt cx="3406140" cy="1586865"/>
          </a:xfrm>
        </p:grpSpPr>
        <p:sp>
          <p:nvSpPr>
            <p:cNvPr id="9" name="object 9" descr=""/>
            <p:cNvSpPr/>
            <p:nvPr/>
          </p:nvSpPr>
          <p:spPr>
            <a:xfrm>
              <a:off x="3474720" y="1239011"/>
              <a:ext cx="1826260" cy="516890"/>
            </a:xfrm>
            <a:custGeom>
              <a:avLst/>
              <a:gdLst/>
              <a:ahLst/>
              <a:cxnLst/>
              <a:rect l="l" t="t" r="r" b="b"/>
              <a:pathLst>
                <a:path w="1826260" h="516889">
                  <a:moveTo>
                    <a:pt x="277368" y="207264"/>
                  </a:moveTo>
                  <a:lnTo>
                    <a:pt x="80772" y="207264"/>
                  </a:lnTo>
                  <a:lnTo>
                    <a:pt x="117348" y="204216"/>
                  </a:lnTo>
                  <a:lnTo>
                    <a:pt x="156972" y="204216"/>
                  </a:lnTo>
                  <a:lnTo>
                    <a:pt x="246888" y="192024"/>
                  </a:lnTo>
                  <a:lnTo>
                    <a:pt x="341376" y="172212"/>
                  </a:lnTo>
                  <a:lnTo>
                    <a:pt x="544068" y="123443"/>
                  </a:lnTo>
                  <a:lnTo>
                    <a:pt x="854964" y="44196"/>
                  </a:lnTo>
                  <a:lnTo>
                    <a:pt x="952500" y="22860"/>
                  </a:lnTo>
                  <a:lnTo>
                    <a:pt x="998220" y="15240"/>
                  </a:lnTo>
                  <a:lnTo>
                    <a:pt x="1043940" y="6096"/>
                  </a:lnTo>
                  <a:lnTo>
                    <a:pt x="1123188" y="0"/>
                  </a:lnTo>
                  <a:lnTo>
                    <a:pt x="1161288" y="0"/>
                  </a:lnTo>
                  <a:lnTo>
                    <a:pt x="1194816" y="3048"/>
                  </a:lnTo>
                  <a:lnTo>
                    <a:pt x="1255776" y="18288"/>
                  </a:lnTo>
                  <a:lnTo>
                    <a:pt x="1298448" y="44196"/>
                  </a:lnTo>
                  <a:lnTo>
                    <a:pt x="1304895" y="51816"/>
                  </a:lnTo>
                  <a:lnTo>
                    <a:pt x="1089660" y="51816"/>
                  </a:lnTo>
                  <a:lnTo>
                    <a:pt x="1008888" y="57912"/>
                  </a:lnTo>
                  <a:lnTo>
                    <a:pt x="920496" y="71628"/>
                  </a:lnTo>
                  <a:lnTo>
                    <a:pt x="722376" y="109728"/>
                  </a:lnTo>
                  <a:lnTo>
                    <a:pt x="521208" y="155448"/>
                  </a:lnTo>
                  <a:lnTo>
                    <a:pt x="332232" y="195072"/>
                  </a:lnTo>
                  <a:lnTo>
                    <a:pt x="277368" y="207264"/>
                  </a:lnTo>
                  <a:close/>
                </a:path>
                <a:path w="1826260" h="516889">
                  <a:moveTo>
                    <a:pt x="1773936" y="516636"/>
                  </a:moveTo>
                  <a:lnTo>
                    <a:pt x="1691640" y="487680"/>
                  </a:lnTo>
                  <a:lnTo>
                    <a:pt x="1626108" y="467868"/>
                  </a:lnTo>
                  <a:lnTo>
                    <a:pt x="1568196" y="455676"/>
                  </a:lnTo>
                  <a:lnTo>
                    <a:pt x="1522476" y="448056"/>
                  </a:lnTo>
                  <a:lnTo>
                    <a:pt x="1459992" y="438912"/>
                  </a:lnTo>
                  <a:lnTo>
                    <a:pt x="1418844" y="428244"/>
                  </a:lnTo>
                  <a:lnTo>
                    <a:pt x="1405128" y="419100"/>
                  </a:lnTo>
                  <a:lnTo>
                    <a:pt x="1392936" y="405384"/>
                  </a:lnTo>
                  <a:lnTo>
                    <a:pt x="1385316" y="384048"/>
                  </a:lnTo>
                  <a:lnTo>
                    <a:pt x="1370076" y="353568"/>
                  </a:lnTo>
                  <a:lnTo>
                    <a:pt x="1339596" y="262128"/>
                  </a:lnTo>
                  <a:lnTo>
                    <a:pt x="1284732" y="115824"/>
                  </a:lnTo>
                  <a:lnTo>
                    <a:pt x="1261872" y="83819"/>
                  </a:lnTo>
                  <a:lnTo>
                    <a:pt x="1219200" y="64008"/>
                  </a:lnTo>
                  <a:lnTo>
                    <a:pt x="1161288" y="51816"/>
                  </a:lnTo>
                  <a:lnTo>
                    <a:pt x="1304895" y="51816"/>
                  </a:lnTo>
                  <a:lnTo>
                    <a:pt x="1315212" y="64008"/>
                  </a:lnTo>
                  <a:lnTo>
                    <a:pt x="1327404" y="86867"/>
                  </a:lnTo>
                  <a:lnTo>
                    <a:pt x="1388364" y="240792"/>
                  </a:lnTo>
                  <a:lnTo>
                    <a:pt x="1424940" y="341376"/>
                  </a:lnTo>
                  <a:lnTo>
                    <a:pt x="1438656" y="373380"/>
                  </a:lnTo>
                  <a:lnTo>
                    <a:pt x="1467612" y="409956"/>
                  </a:lnTo>
                  <a:lnTo>
                    <a:pt x="1502664" y="425196"/>
                  </a:lnTo>
                  <a:lnTo>
                    <a:pt x="1525524" y="428244"/>
                  </a:lnTo>
                  <a:lnTo>
                    <a:pt x="1554480" y="428244"/>
                  </a:lnTo>
                  <a:lnTo>
                    <a:pt x="1588008" y="431292"/>
                  </a:lnTo>
                  <a:lnTo>
                    <a:pt x="1630680" y="432816"/>
                  </a:lnTo>
                  <a:lnTo>
                    <a:pt x="1685544" y="441960"/>
                  </a:lnTo>
                  <a:lnTo>
                    <a:pt x="1749552" y="455676"/>
                  </a:lnTo>
                  <a:lnTo>
                    <a:pt x="1825752" y="477012"/>
                  </a:lnTo>
                  <a:lnTo>
                    <a:pt x="1773936" y="516636"/>
                  </a:lnTo>
                  <a:close/>
                </a:path>
                <a:path w="1826260" h="516889">
                  <a:moveTo>
                    <a:pt x="3048" y="233172"/>
                  </a:moveTo>
                  <a:lnTo>
                    <a:pt x="0" y="230124"/>
                  </a:lnTo>
                  <a:lnTo>
                    <a:pt x="3048" y="224028"/>
                  </a:lnTo>
                  <a:lnTo>
                    <a:pt x="6095" y="213360"/>
                  </a:lnTo>
                  <a:lnTo>
                    <a:pt x="12191" y="198120"/>
                  </a:lnTo>
                  <a:lnTo>
                    <a:pt x="45720" y="204216"/>
                  </a:lnTo>
                  <a:lnTo>
                    <a:pt x="48768" y="204216"/>
                  </a:lnTo>
                  <a:lnTo>
                    <a:pt x="42672" y="207264"/>
                  </a:lnTo>
                  <a:lnTo>
                    <a:pt x="25908" y="217932"/>
                  </a:lnTo>
                  <a:lnTo>
                    <a:pt x="12191" y="230124"/>
                  </a:lnTo>
                  <a:lnTo>
                    <a:pt x="3048" y="233172"/>
                  </a:lnTo>
                  <a:close/>
                </a:path>
                <a:path w="1826260" h="516889">
                  <a:moveTo>
                    <a:pt x="65532" y="205740"/>
                  </a:moveTo>
                  <a:lnTo>
                    <a:pt x="48768" y="204216"/>
                  </a:lnTo>
                  <a:lnTo>
                    <a:pt x="57912" y="201168"/>
                  </a:lnTo>
                  <a:lnTo>
                    <a:pt x="60960" y="198120"/>
                  </a:lnTo>
                  <a:lnTo>
                    <a:pt x="65532" y="201168"/>
                  </a:lnTo>
                  <a:lnTo>
                    <a:pt x="65532" y="205740"/>
                  </a:lnTo>
                  <a:close/>
                </a:path>
                <a:path w="1826260" h="516889">
                  <a:moveTo>
                    <a:pt x="143256" y="224028"/>
                  </a:moveTo>
                  <a:lnTo>
                    <a:pt x="85344" y="224028"/>
                  </a:lnTo>
                  <a:lnTo>
                    <a:pt x="65532" y="217932"/>
                  </a:lnTo>
                  <a:lnTo>
                    <a:pt x="65532" y="205740"/>
                  </a:lnTo>
                  <a:lnTo>
                    <a:pt x="80772" y="207264"/>
                  </a:lnTo>
                  <a:lnTo>
                    <a:pt x="277368" y="207264"/>
                  </a:lnTo>
                  <a:lnTo>
                    <a:pt x="249936" y="213360"/>
                  </a:lnTo>
                  <a:lnTo>
                    <a:pt x="143256" y="224028"/>
                  </a:lnTo>
                  <a:close/>
                </a:path>
              </a:pathLst>
            </a:custGeom>
            <a:solidFill>
              <a:srgbClr val="4D49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473196" y="1237487"/>
              <a:ext cx="1830705" cy="520065"/>
            </a:xfrm>
            <a:custGeom>
              <a:avLst/>
              <a:gdLst/>
              <a:ahLst/>
              <a:cxnLst/>
              <a:rect l="l" t="t" r="r" b="b"/>
              <a:pathLst>
                <a:path w="1830704" h="520064">
                  <a:moveTo>
                    <a:pt x="160020" y="207264"/>
                  </a:moveTo>
                  <a:lnTo>
                    <a:pt x="82296" y="207264"/>
                  </a:lnTo>
                  <a:lnTo>
                    <a:pt x="118872" y="204216"/>
                  </a:lnTo>
                  <a:lnTo>
                    <a:pt x="158496" y="204216"/>
                  </a:lnTo>
                  <a:lnTo>
                    <a:pt x="248412" y="192024"/>
                  </a:lnTo>
                  <a:lnTo>
                    <a:pt x="342900" y="172212"/>
                  </a:lnTo>
                  <a:lnTo>
                    <a:pt x="545592" y="123444"/>
                  </a:lnTo>
                  <a:lnTo>
                    <a:pt x="854964" y="44196"/>
                  </a:lnTo>
                  <a:lnTo>
                    <a:pt x="1045464" y="6096"/>
                  </a:lnTo>
                  <a:lnTo>
                    <a:pt x="1124712" y="0"/>
                  </a:lnTo>
                  <a:lnTo>
                    <a:pt x="1162812" y="0"/>
                  </a:lnTo>
                  <a:lnTo>
                    <a:pt x="1197864" y="3048"/>
                  </a:lnTo>
                  <a:lnTo>
                    <a:pt x="1124712" y="3048"/>
                  </a:lnTo>
                  <a:lnTo>
                    <a:pt x="1045464" y="9144"/>
                  </a:lnTo>
                  <a:lnTo>
                    <a:pt x="999744" y="18288"/>
                  </a:lnTo>
                  <a:lnTo>
                    <a:pt x="954024" y="25908"/>
                  </a:lnTo>
                  <a:lnTo>
                    <a:pt x="856488" y="47244"/>
                  </a:lnTo>
                  <a:lnTo>
                    <a:pt x="755904" y="71628"/>
                  </a:lnTo>
                  <a:lnTo>
                    <a:pt x="547116" y="126492"/>
                  </a:lnTo>
                  <a:lnTo>
                    <a:pt x="342900" y="175260"/>
                  </a:lnTo>
                  <a:lnTo>
                    <a:pt x="248412" y="195072"/>
                  </a:lnTo>
                  <a:lnTo>
                    <a:pt x="160020" y="207264"/>
                  </a:lnTo>
                  <a:close/>
                </a:path>
                <a:path w="1830704" h="520064">
                  <a:moveTo>
                    <a:pt x="1328928" y="89916"/>
                  </a:moveTo>
                  <a:lnTo>
                    <a:pt x="1299972" y="45720"/>
                  </a:lnTo>
                  <a:lnTo>
                    <a:pt x="1257300" y="21336"/>
                  </a:lnTo>
                  <a:lnTo>
                    <a:pt x="1196340" y="6096"/>
                  </a:lnTo>
                  <a:lnTo>
                    <a:pt x="1162812" y="3048"/>
                  </a:lnTo>
                  <a:lnTo>
                    <a:pt x="1197864" y="3048"/>
                  </a:lnTo>
                  <a:lnTo>
                    <a:pt x="1257300" y="18288"/>
                  </a:lnTo>
                  <a:lnTo>
                    <a:pt x="1301496" y="44196"/>
                  </a:lnTo>
                  <a:lnTo>
                    <a:pt x="1330452" y="88392"/>
                  </a:lnTo>
                  <a:lnTo>
                    <a:pt x="1328928" y="89916"/>
                  </a:lnTo>
                  <a:close/>
                </a:path>
                <a:path w="1830704" h="520064">
                  <a:moveTo>
                    <a:pt x="176783" y="224028"/>
                  </a:moveTo>
                  <a:lnTo>
                    <a:pt x="144779" y="224028"/>
                  </a:lnTo>
                  <a:lnTo>
                    <a:pt x="251460" y="213360"/>
                  </a:lnTo>
                  <a:lnTo>
                    <a:pt x="333756" y="195072"/>
                  </a:lnTo>
                  <a:lnTo>
                    <a:pt x="522731" y="155448"/>
                  </a:lnTo>
                  <a:lnTo>
                    <a:pt x="723900" y="109728"/>
                  </a:lnTo>
                  <a:lnTo>
                    <a:pt x="922020" y="71628"/>
                  </a:lnTo>
                  <a:lnTo>
                    <a:pt x="1010412" y="57912"/>
                  </a:lnTo>
                  <a:lnTo>
                    <a:pt x="1091184" y="51816"/>
                  </a:lnTo>
                  <a:lnTo>
                    <a:pt x="1162812" y="51816"/>
                  </a:lnTo>
                  <a:lnTo>
                    <a:pt x="1178814" y="54864"/>
                  </a:lnTo>
                  <a:lnTo>
                    <a:pt x="1091184" y="54864"/>
                  </a:lnTo>
                  <a:lnTo>
                    <a:pt x="1010412" y="60960"/>
                  </a:lnTo>
                  <a:lnTo>
                    <a:pt x="922020" y="74676"/>
                  </a:lnTo>
                  <a:lnTo>
                    <a:pt x="723900" y="112776"/>
                  </a:lnTo>
                  <a:lnTo>
                    <a:pt x="524256" y="158496"/>
                  </a:lnTo>
                  <a:lnTo>
                    <a:pt x="333756" y="198120"/>
                  </a:lnTo>
                  <a:lnTo>
                    <a:pt x="251460" y="216408"/>
                  </a:lnTo>
                  <a:lnTo>
                    <a:pt x="176783" y="224028"/>
                  </a:lnTo>
                  <a:close/>
                </a:path>
                <a:path w="1830704" h="520064">
                  <a:moveTo>
                    <a:pt x="1776984" y="519684"/>
                  </a:moveTo>
                  <a:lnTo>
                    <a:pt x="1693164" y="490728"/>
                  </a:lnTo>
                  <a:lnTo>
                    <a:pt x="1626108" y="470916"/>
                  </a:lnTo>
                  <a:lnTo>
                    <a:pt x="1569720" y="458724"/>
                  </a:lnTo>
                  <a:lnTo>
                    <a:pt x="1524000" y="451104"/>
                  </a:lnTo>
                  <a:lnTo>
                    <a:pt x="1459992" y="441960"/>
                  </a:lnTo>
                  <a:lnTo>
                    <a:pt x="1420368" y="431292"/>
                  </a:lnTo>
                  <a:lnTo>
                    <a:pt x="1405128" y="422148"/>
                  </a:lnTo>
                  <a:lnTo>
                    <a:pt x="1392936" y="406908"/>
                  </a:lnTo>
                  <a:lnTo>
                    <a:pt x="1385316" y="387096"/>
                  </a:lnTo>
                  <a:lnTo>
                    <a:pt x="1370076" y="355092"/>
                  </a:lnTo>
                  <a:lnTo>
                    <a:pt x="1339596" y="263652"/>
                  </a:lnTo>
                  <a:lnTo>
                    <a:pt x="1284732" y="117348"/>
                  </a:lnTo>
                  <a:lnTo>
                    <a:pt x="1261872" y="86868"/>
                  </a:lnTo>
                  <a:lnTo>
                    <a:pt x="1219200" y="67056"/>
                  </a:lnTo>
                  <a:lnTo>
                    <a:pt x="1162812" y="54864"/>
                  </a:lnTo>
                  <a:lnTo>
                    <a:pt x="1178814" y="54864"/>
                  </a:lnTo>
                  <a:lnTo>
                    <a:pt x="1220724" y="64008"/>
                  </a:lnTo>
                  <a:lnTo>
                    <a:pt x="1263396" y="83820"/>
                  </a:lnTo>
                  <a:lnTo>
                    <a:pt x="1287780" y="115824"/>
                  </a:lnTo>
                  <a:lnTo>
                    <a:pt x="1341120" y="262128"/>
                  </a:lnTo>
                  <a:lnTo>
                    <a:pt x="1373124" y="353568"/>
                  </a:lnTo>
                  <a:lnTo>
                    <a:pt x="1388364" y="385572"/>
                  </a:lnTo>
                  <a:lnTo>
                    <a:pt x="1406652" y="419100"/>
                  </a:lnTo>
                  <a:lnTo>
                    <a:pt x="1461516" y="438912"/>
                  </a:lnTo>
                  <a:lnTo>
                    <a:pt x="1524000" y="448055"/>
                  </a:lnTo>
                  <a:lnTo>
                    <a:pt x="1569720" y="457200"/>
                  </a:lnTo>
                  <a:lnTo>
                    <a:pt x="1627632" y="467868"/>
                  </a:lnTo>
                  <a:lnTo>
                    <a:pt x="1693164" y="487679"/>
                  </a:lnTo>
                  <a:lnTo>
                    <a:pt x="1775460" y="516636"/>
                  </a:lnTo>
                  <a:lnTo>
                    <a:pt x="1780969" y="516636"/>
                  </a:lnTo>
                  <a:lnTo>
                    <a:pt x="1776984" y="519684"/>
                  </a:lnTo>
                  <a:close/>
                </a:path>
                <a:path w="1830704" h="520064">
                  <a:moveTo>
                    <a:pt x="1780969" y="516636"/>
                  </a:moveTo>
                  <a:lnTo>
                    <a:pt x="1775460" y="516636"/>
                  </a:lnTo>
                  <a:lnTo>
                    <a:pt x="1801368" y="496824"/>
                  </a:lnTo>
                  <a:lnTo>
                    <a:pt x="1824228" y="478536"/>
                  </a:lnTo>
                  <a:lnTo>
                    <a:pt x="1749552" y="458724"/>
                  </a:lnTo>
                  <a:lnTo>
                    <a:pt x="1687068" y="445008"/>
                  </a:lnTo>
                  <a:lnTo>
                    <a:pt x="1632204" y="435864"/>
                  </a:lnTo>
                  <a:lnTo>
                    <a:pt x="1589532" y="432816"/>
                  </a:lnTo>
                  <a:lnTo>
                    <a:pt x="1556004" y="431292"/>
                  </a:lnTo>
                  <a:lnTo>
                    <a:pt x="1527048" y="431292"/>
                  </a:lnTo>
                  <a:lnTo>
                    <a:pt x="1504188" y="428244"/>
                  </a:lnTo>
                  <a:lnTo>
                    <a:pt x="1469136" y="413004"/>
                  </a:lnTo>
                  <a:lnTo>
                    <a:pt x="1440180" y="374904"/>
                  </a:lnTo>
                  <a:lnTo>
                    <a:pt x="1388364" y="243840"/>
                  </a:lnTo>
                  <a:lnTo>
                    <a:pt x="1327404" y="88392"/>
                  </a:lnTo>
                  <a:lnTo>
                    <a:pt x="1327404" y="86868"/>
                  </a:lnTo>
                  <a:lnTo>
                    <a:pt x="1328928" y="89916"/>
                  </a:lnTo>
                  <a:lnTo>
                    <a:pt x="1331617" y="89916"/>
                  </a:lnTo>
                  <a:lnTo>
                    <a:pt x="1389888" y="242316"/>
                  </a:lnTo>
                  <a:lnTo>
                    <a:pt x="1427988" y="342900"/>
                  </a:lnTo>
                  <a:lnTo>
                    <a:pt x="1441704" y="373380"/>
                  </a:lnTo>
                  <a:lnTo>
                    <a:pt x="1470660" y="411479"/>
                  </a:lnTo>
                  <a:lnTo>
                    <a:pt x="1527048" y="428244"/>
                  </a:lnTo>
                  <a:lnTo>
                    <a:pt x="1556004" y="428244"/>
                  </a:lnTo>
                  <a:lnTo>
                    <a:pt x="1589532" y="431292"/>
                  </a:lnTo>
                  <a:lnTo>
                    <a:pt x="1633728" y="432816"/>
                  </a:lnTo>
                  <a:lnTo>
                    <a:pt x="1687068" y="441960"/>
                  </a:lnTo>
                  <a:lnTo>
                    <a:pt x="1751076" y="457200"/>
                  </a:lnTo>
                  <a:lnTo>
                    <a:pt x="1830324" y="477012"/>
                  </a:lnTo>
                  <a:lnTo>
                    <a:pt x="1802892" y="499872"/>
                  </a:lnTo>
                  <a:lnTo>
                    <a:pt x="1780969" y="516636"/>
                  </a:lnTo>
                  <a:close/>
                </a:path>
                <a:path w="1830704" h="520064">
                  <a:moveTo>
                    <a:pt x="1331617" y="89916"/>
                  </a:moveTo>
                  <a:lnTo>
                    <a:pt x="1328928" y="89916"/>
                  </a:lnTo>
                  <a:lnTo>
                    <a:pt x="1330452" y="88392"/>
                  </a:lnTo>
                  <a:lnTo>
                    <a:pt x="1329690" y="86868"/>
                  </a:lnTo>
                  <a:lnTo>
                    <a:pt x="1330452" y="86868"/>
                  </a:lnTo>
                  <a:lnTo>
                    <a:pt x="1331617" y="89916"/>
                  </a:lnTo>
                  <a:close/>
                </a:path>
                <a:path w="1830704" h="520064">
                  <a:moveTo>
                    <a:pt x="4571" y="236220"/>
                  </a:moveTo>
                  <a:lnTo>
                    <a:pt x="0" y="231648"/>
                  </a:lnTo>
                  <a:lnTo>
                    <a:pt x="3048" y="225552"/>
                  </a:lnTo>
                  <a:lnTo>
                    <a:pt x="6096" y="213360"/>
                  </a:lnTo>
                  <a:lnTo>
                    <a:pt x="12191" y="198120"/>
                  </a:lnTo>
                  <a:lnTo>
                    <a:pt x="29718" y="201168"/>
                  </a:lnTo>
                  <a:lnTo>
                    <a:pt x="13716" y="201168"/>
                  </a:lnTo>
                  <a:lnTo>
                    <a:pt x="9144" y="214884"/>
                  </a:lnTo>
                  <a:lnTo>
                    <a:pt x="6096" y="225552"/>
                  </a:lnTo>
                  <a:lnTo>
                    <a:pt x="3048" y="231648"/>
                  </a:lnTo>
                  <a:lnTo>
                    <a:pt x="4571" y="233172"/>
                  </a:lnTo>
                  <a:lnTo>
                    <a:pt x="13716" y="233172"/>
                  </a:lnTo>
                  <a:lnTo>
                    <a:pt x="4571" y="236220"/>
                  </a:lnTo>
                  <a:close/>
                </a:path>
                <a:path w="1830704" h="520064">
                  <a:moveTo>
                    <a:pt x="57440" y="205102"/>
                  </a:moveTo>
                  <a:lnTo>
                    <a:pt x="50430" y="204493"/>
                  </a:lnTo>
                  <a:lnTo>
                    <a:pt x="57912" y="201168"/>
                  </a:lnTo>
                  <a:lnTo>
                    <a:pt x="60959" y="198120"/>
                  </a:lnTo>
                  <a:lnTo>
                    <a:pt x="68579" y="201168"/>
                  </a:lnTo>
                  <a:lnTo>
                    <a:pt x="62483" y="201168"/>
                  </a:lnTo>
                  <a:lnTo>
                    <a:pt x="59436" y="204216"/>
                  </a:lnTo>
                  <a:lnTo>
                    <a:pt x="57440" y="205102"/>
                  </a:lnTo>
                  <a:close/>
                </a:path>
                <a:path w="1830704" h="520064">
                  <a:moveTo>
                    <a:pt x="45080" y="206870"/>
                  </a:moveTo>
                  <a:lnTo>
                    <a:pt x="13716" y="201168"/>
                  </a:lnTo>
                  <a:lnTo>
                    <a:pt x="29718" y="201168"/>
                  </a:lnTo>
                  <a:lnTo>
                    <a:pt x="47244" y="204216"/>
                  </a:lnTo>
                  <a:lnTo>
                    <a:pt x="50430" y="204493"/>
                  </a:lnTo>
                  <a:lnTo>
                    <a:pt x="45080" y="206870"/>
                  </a:lnTo>
                  <a:close/>
                </a:path>
                <a:path w="1830704" h="520064">
                  <a:moveTo>
                    <a:pt x="68579" y="206071"/>
                  </a:moveTo>
                  <a:lnTo>
                    <a:pt x="65532" y="205806"/>
                  </a:lnTo>
                  <a:lnTo>
                    <a:pt x="65532" y="204216"/>
                  </a:lnTo>
                  <a:lnTo>
                    <a:pt x="62483" y="201168"/>
                  </a:lnTo>
                  <a:lnTo>
                    <a:pt x="68579" y="201168"/>
                  </a:lnTo>
                  <a:lnTo>
                    <a:pt x="68579" y="206071"/>
                  </a:lnTo>
                  <a:close/>
                </a:path>
                <a:path w="1830704" h="520064">
                  <a:moveTo>
                    <a:pt x="51705" y="207651"/>
                  </a:moveTo>
                  <a:lnTo>
                    <a:pt x="47244" y="207264"/>
                  </a:lnTo>
                  <a:lnTo>
                    <a:pt x="45080" y="206870"/>
                  </a:lnTo>
                  <a:lnTo>
                    <a:pt x="50430" y="204493"/>
                  </a:lnTo>
                  <a:lnTo>
                    <a:pt x="57440" y="205102"/>
                  </a:lnTo>
                  <a:lnTo>
                    <a:pt x="51705" y="207651"/>
                  </a:lnTo>
                  <a:close/>
                </a:path>
                <a:path w="1830704" h="520064">
                  <a:moveTo>
                    <a:pt x="65532" y="208854"/>
                  </a:moveTo>
                  <a:lnTo>
                    <a:pt x="51705" y="207651"/>
                  </a:lnTo>
                  <a:lnTo>
                    <a:pt x="57440" y="205102"/>
                  </a:lnTo>
                  <a:lnTo>
                    <a:pt x="65532" y="205806"/>
                  </a:lnTo>
                  <a:lnTo>
                    <a:pt x="65532" y="208854"/>
                  </a:lnTo>
                  <a:close/>
                </a:path>
                <a:path w="1830704" h="520064">
                  <a:moveTo>
                    <a:pt x="68579" y="209119"/>
                  </a:moveTo>
                  <a:lnTo>
                    <a:pt x="65532" y="208854"/>
                  </a:lnTo>
                  <a:lnTo>
                    <a:pt x="65532" y="205806"/>
                  </a:lnTo>
                  <a:lnTo>
                    <a:pt x="68579" y="206071"/>
                  </a:lnTo>
                  <a:lnTo>
                    <a:pt x="68579" y="209119"/>
                  </a:lnTo>
                  <a:close/>
                </a:path>
                <a:path w="1830704" h="520064">
                  <a:moveTo>
                    <a:pt x="82296" y="210312"/>
                  </a:moveTo>
                  <a:lnTo>
                    <a:pt x="68579" y="209119"/>
                  </a:lnTo>
                  <a:lnTo>
                    <a:pt x="68579" y="206071"/>
                  </a:lnTo>
                  <a:lnTo>
                    <a:pt x="82296" y="207264"/>
                  </a:lnTo>
                  <a:lnTo>
                    <a:pt x="118872" y="207264"/>
                  </a:lnTo>
                  <a:lnTo>
                    <a:pt x="82296" y="210312"/>
                  </a:lnTo>
                  <a:close/>
                </a:path>
                <a:path w="1830704" h="520064">
                  <a:moveTo>
                    <a:pt x="13716" y="233172"/>
                  </a:moveTo>
                  <a:lnTo>
                    <a:pt x="4571" y="233172"/>
                  </a:lnTo>
                  <a:lnTo>
                    <a:pt x="12191" y="230124"/>
                  </a:lnTo>
                  <a:lnTo>
                    <a:pt x="25908" y="219456"/>
                  </a:lnTo>
                  <a:lnTo>
                    <a:pt x="44196" y="207264"/>
                  </a:lnTo>
                  <a:lnTo>
                    <a:pt x="45080" y="206870"/>
                  </a:lnTo>
                  <a:lnTo>
                    <a:pt x="47244" y="207264"/>
                  </a:lnTo>
                  <a:lnTo>
                    <a:pt x="51705" y="207651"/>
                  </a:lnTo>
                  <a:lnTo>
                    <a:pt x="45720" y="210312"/>
                  </a:lnTo>
                  <a:lnTo>
                    <a:pt x="28955" y="220980"/>
                  </a:lnTo>
                  <a:lnTo>
                    <a:pt x="13716" y="233172"/>
                  </a:lnTo>
                  <a:close/>
                </a:path>
                <a:path w="1830704" h="520064">
                  <a:moveTo>
                    <a:pt x="144779" y="227076"/>
                  </a:moveTo>
                  <a:lnTo>
                    <a:pt x="86867" y="227076"/>
                  </a:lnTo>
                  <a:lnTo>
                    <a:pt x="65532" y="220980"/>
                  </a:lnTo>
                  <a:lnTo>
                    <a:pt x="65532" y="208854"/>
                  </a:lnTo>
                  <a:lnTo>
                    <a:pt x="68579" y="209119"/>
                  </a:lnTo>
                  <a:lnTo>
                    <a:pt x="68579" y="219456"/>
                  </a:lnTo>
                  <a:lnTo>
                    <a:pt x="88391" y="224028"/>
                  </a:lnTo>
                  <a:lnTo>
                    <a:pt x="176783" y="224028"/>
                  </a:lnTo>
                  <a:lnTo>
                    <a:pt x="144779" y="227076"/>
                  </a:lnTo>
                  <a:close/>
                </a:path>
              </a:pathLst>
            </a:custGeom>
            <a:solidFill>
              <a:srgbClr val="8382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257800" y="1621536"/>
              <a:ext cx="459105" cy="1036319"/>
            </a:xfrm>
            <a:custGeom>
              <a:avLst/>
              <a:gdLst/>
              <a:ahLst/>
              <a:cxnLst/>
              <a:rect l="l" t="t" r="r" b="b"/>
              <a:pathLst>
                <a:path w="459104" h="1036319">
                  <a:moveTo>
                    <a:pt x="402335" y="1036320"/>
                  </a:moveTo>
                  <a:lnTo>
                    <a:pt x="387095" y="1036320"/>
                  </a:lnTo>
                  <a:lnTo>
                    <a:pt x="57911" y="1036320"/>
                  </a:lnTo>
                  <a:lnTo>
                    <a:pt x="45719" y="1031748"/>
                  </a:lnTo>
                  <a:lnTo>
                    <a:pt x="12191" y="993648"/>
                  </a:lnTo>
                  <a:lnTo>
                    <a:pt x="0" y="937260"/>
                  </a:lnTo>
                  <a:lnTo>
                    <a:pt x="0" y="99060"/>
                  </a:lnTo>
                  <a:lnTo>
                    <a:pt x="6095" y="59436"/>
                  </a:lnTo>
                  <a:lnTo>
                    <a:pt x="32003" y="16764"/>
                  </a:lnTo>
                  <a:lnTo>
                    <a:pt x="71627" y="0"/>
                  </a:lnTo>
                  <a:lnTo>
                    <a:pt x="387095" y="0"/>
                  </a:lnTo>
                  <a:lnTo>
                    <a:pt x="438911" y="27432"/>
                  </a:lnTo>
                  <a:lnTo>
                    <a:pt x="452627" y="59436"/>
                  </a:lnTo>
                  <a:lnTo>
                    <a:pt x="458723" y="79247"/>
                  </a:lnTo>
                  <a:lnTo>
                    <a:pt x="458723" y="957072"/>
                  </a:lnTo>
                  <a:lnTo>
                    <a:pt x="452627" y="976884"/>
                  </a:lnTo>
                  <a:lnTo>
                    <a:pt x="448055" y="993648"/>
                  </a:lnTo>
                  <a:lnTo>
                    <a:pt x="438911" y="1008888"/>
                  </a:lnTo>
                  <a:lnTo>
                    <a:pt x="426719" y="1019556"/>
                  </a:lnTo>
                  <a:lnTo>
                    <a:pt x="416051" y="1031748"/>
                  </a:lnTo>
                  <a:lnTo>
                    <a:pt x="402335" y="103632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251704" y="1615439"/>
              <a:ext cx="471170" cy="1049020"/>
            </a:xfrm>
            <a:custGeom>
              <a:avLst/>
              <a:gdLst/>
              <a:ahLst/>
              <a:cxnLst/>
              <a:rect l="l" t="t" r="r" b="b"/>
              <a:pathLst>
                <a:path w="471170" h="1049020">
                  <a:moveTo>
                    <a:pt x="409956" y="1048512"/>
                  </a:moveTo>
                  <a:lnTo>
                    <a:pt x="64007" y="1048512"/>
                  </a:lnTo>
                  <a:lnTo>
                    <a:pt x="48767" y="1040892"/>
                  </a:lnTo>
                  <a:lnTo>
                    <a:pt x="35052" y="1031748"/>
                  </a:lnTo>
                  <a:lnTo>
                    <a:pt x="22859" y="1018032"/>
                  </a:lnTo>
                  <a:lnTo>
                    <a:pt x="15239" y="1002792"/>
                  </a:lnTo>
                  <a:lnTo>
                    <a:pt x="6096" y="986028"/>
                  </a:lnTo>
                  <a:lnTo>
                    <a:pt x="3048" y="966216"/>
                  </a:lnTo>
                  <a:lnTo>
                    <a:pt x="0" y="943356"/>
                  </a:lnTo>
                  <a:lnTo>
                    <a:pt x="0" y="105156"/>
                  </a:lnTo>
                  <a:lnTo>
                    <a:pt x="6096" y="65532"/>
                  </a:lnTo>
                  <a:lnTo>
                    <a:pt x="22859" y="30480"/>
                  </a:lnTo>
                  <a:lnTo>
                    <a:pt x="64007" y="3048"/>
                  </a:lnTo>
                  <a:lnTo>
                    <a:pt x="77724" y="0"/>
                  </a:lnTo>
                  <a:lnTo>
                    <a:pt x="393192" y="0"/>
                  </a:lnTo>
                  <a:lnTo>
                    <a:pt x="393192" y="10668"/>
                  </a:lnTo>
                  <a:lnTo>
                    <a:pt x="77724" y="10668"/>
                  </a:lnTo>
                  <a:lnTo>
                    <a:pt x="67055" y="13716"/>
                  </a:lnTo>
                  <a:lnTo>
                    <a:pt x="32004" y="36576"/>
                  </a:lnTo>
                  <a:lnTo>
                    <a:pt x="15239" y="85343"/>
                  </a:lnTo>
                  <a:lnTo>
                    <a:pt x="12191" y="105156"/>
                  </a:lnTo>
                  <a:lnTo>
                    <a:pt x="12191" y="943356"/>
                  </a:lnTo>
                  <a:lnTo>
                    <a:pt x="22859" y="996696"/>
                  </a:lnTo>
                  <a:lnTo>
                    <a:pt x="54863" y="1031748"/>
                  </a:lnTo>
                  <a:lnTo>
                    <a:pt x="67055" y="1037844"/>
                  </a:lnTo>
                  <a:lnTo>
                    <a:pt x="429768" y="1037844"/>
                  </a:lnTo>
                  <a:lnTo>
                    <a:pt x="425196" y="1040892"/>
                  </a:lnTo>
                  <a:lnTo>
                    <a:pt x="409956" y="1048512"/>
                  </a:lnTo>
                  <a:close/>
                </a:path>
                <a:path w="471170" h="1049020">
                  <a:moveTo>
                    <a:pt x="438912" y="36576"/>
                  </a:moveTo>
                  <a:lnTo>
                    <a:pt x="431292" y="25908"/>
                  </a:lnTo>
                  <a:lnTo>
                    <a:pt x="419100" y="16764"/>
                  </a:lnTo>
                  <a:lnTo>
                    <a:pt x="408432" y="13716"/>
                  </a:lnTo>
                  <a:lnTo>
                    <a:pt x="393192" y="10668"/>
                  </a:lnTo>
                  <a:lnTo>
                    <a:pt x="429768" y="10668"/>
                  </a:lnTo>
                  <a:lnTo>
                    <a:pt x="438912" y="16764"/>
                  </a:lnTo>
                  <a:lnTo>
                    <a:pt x="451104" y="30480"/>
                  </a:lnTo>
                  <a:lnTo>
                    <a:pt x="438912" y="36576"/>
                  </a:lnTo>
                  <a:close/>
                </a:path>
                <a:path w="471170" h="1049020">
                  <a:moveTo>
                    <a:pt x="451104" y="1018032"/>
                  </a:moveTo>
                  <a:lnTo>
                    <a:pt x="438912" y="1011936"/>
                  </a:lnTo>
                  <a:lnTo>
                    <a:pt x="448056" y="996696"/>
                  </a:lnTo>
                  <a:lnTo>
                    <a:pt x="454152" y="979932"/>
                  </a:lnTo>
                  <a:lnTo>
                    <a:pt x="458724" y="963168"/>
                  </a:lnTo>
                  <a:lnTo>
                    <a:pt x="458724" y="85343"/>
                  </a:lnTo>
                  <a:lnTo>
                    <a:pt x="454152" y="68580"/>
                  </a:lnTo>
                  <a:lnTo>
                    <a:pt x="448056" y="51816"/>
                  </a:lnTo>
                  <a:lnTo>
                    <a:pt x="438912" y="36576"/>
                  </a:lnTo>
                  <a:lnTo>
                    <a:pt x="451104" y="30480"/>
                  </a:lnTo>
                  <a:lnTo>
                    <a:pt x="458724" y="45720"/>
                  </a:lnTo>
                  <a:lnTo>
                    <a:pt x="464820" y="65532"/>
                  </a:lnTo>
                  <a:lnTo>
                    <a:pt x="470916" y="82296"/>
                  </a:lnTo>
                  <a:lnTo>
                    <a:pt x="470916" y="966216"/>
                  </a:lnTo>
                  <a:lnTo>
                    <a:pt x="464820" y="986028"/>
                  </a:lnTo>
                  <a:lnTo>
                    <a:pt x="458724" y="1002792"/>
                  </a:lnTo>
                  <a:lnTo>
                    <a:pt x="451104" y="1018032"/>
                  </a:lnTo>
                  <a:close/>
                </a:path>
                <a:path w="471170" h="1049020">
                  <a:moveTo>
                    <a:pt x="429768" y="1037844"/>
                  </a:moveTo>
                  <a:lnTo>
                    <a:pt x="408432" y="1037844"/>
                  </a:lnTo>
                  <a:lnTo>
                    <a:pt x="419100" y="1031748"/>
                  </a:lnTo>
                  <a:lnTo>
                    <a:pt x="431292" y="1022604"/>
                  </a:lnTo>
                  <a:lnTo>
                    <a:pt x="438912" y="1011936"/>
                  </a:lnTo>
                  <a:lnTo>
                    <a:pt x="451104" y="1018032"/>
                  </a:lnTo>
                  <a:lnTo>
                    <a:pt x="438912" y="1031748"/>
                  </a:lnTo>
                  <a:lnTo>
                    <a:pt x="429768" y="103784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277612" y="1635251"/>
              <a:ext cx="419100" cy="1005840"/>
            </a:xfrm>
            <a:custGeom>
              <a:avLst/>
              <a:gdLst/>
              <a:ahLst/>
              <a:cxnLst/>
              <a:rect l="l" t="t" r="r" b="b"/>
              <a:pathLst>
                <a:path w="419100" h="1005839">
                  <a:moveTo>
                    <a:pt x="364235" y="1005839"/>
                  </a:moveTo>
                  <a:lnTo>
                    <a:pt x="353567" y="1005839"/>
                  </a:lnTo>
                  <a:lnTo>
                    <a:pt x="51815" y="1005839"/>
                  </a:lnTo>
                  <a:lnTo>
                    <a:pt x="41148" y="999743"/>
                  </a:lnTo>
                  <a:lnTo>
                    <a:pt x="28955" y="992123"/>
                  </a:lnTo>
                  <a:lnTo>
                    <a:pt x="18287" y="976883"/>
                  </a:lnTo>
                  <a:lnTo>
                    <a:pt x="6095" y="949451"/>
                  </a:lnTo>
                  <a:lnTo>
                    <a:pt x="0" y="928115"/>
                  </a:lnTo>
                  <a:lnTo>
                    <a:pt x="0" y="77723"/>
                  </a:lnTo>
                  <a:lnTo>
                    <a:pt x="18287" y="28956"/>
                  </a:lnTo>
                  <a:lnTo>
                    <a:pt x="51815" y="3047"/>
                  </a:lnTo>
                  <a:lnTo>
                    <a:pt x="67055" y="0"/>
                  </a:lnTo>
                  <a:lnTo>
                    <a:pt x="353567" y="0"/>
                  </a:lnTo>
                  <a:lnTo>
                    <a:pt x="390143" y="16764"/>
                  </a:lnTo>
                  <a:lnTo>
                    <a:pt x="413003" y="59435"/>
                  </a:lnTo>
                  <a:lnTo>
                    <a:pt x="419099" y="97535"/>
                  </a:lnTo>
                  <a:lnTo>
                    <a:pt x="419099" y="908303"/>
                  </a:lnTo>
                  <a:lnTo>
                    <a:pt x="416051" y="928115"/>
                  </a:lnTo>
                  <a:lnTo>
                    <a:pt x="413003" y="949451"/>
                  </a:lnTo>
                  <a:lnTo>
                    <a:pt x="406907" y="963167"/>
                  </a:lnTo>
                  <a:lnTo>
                    <a:pt x="399287" y="976883"/>
                  </a:lnTo>
                  <a:lnTo>
                    <a:pt x="390143" y="992123"/>
                  </a:lnTo>
                  <a:lnTo>
                    <a:pt x="379475" y="999743"/>
                  </a:lnTo>
                  <a:lnTo>
                    <a:pt x="364235" y="1005839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273040" y="1629156"/>
              <a:ext cx="429895" cy="1018540"/>
            </a:xfrm>
            <a:custGeom>
              <a:avLst/>
              <a:gdLst/>
              <a:ahLst/>
              <a:cxnLst/>
              <a:rect l="l" t="t" r="r" b="b"/>
              <a:pathLst>
                <a:path w="429895" h="1018539">
                  <a:moveTo>
                    <a:pt x="371855" y="1018032"/>
                  </a:moveTo>
                  <a:lnTo>
                    <a:pt x="56387" y="1018032"/>
                  </a:lnTo>
                  <a:lnTo>
                    <a:pt x="42671" y="1008888"/>
                  </a:lnTo>
                  <a:lnTo>
                    <a:pt x="27431" y="1001268"/>
                  </a:lnTo>
                  <a:lnTo>
                    <a:pt x="19811" y="989076"/>
                  </a:lnTo>
                  <a:lnTo>
                    <a:pt x="10667" y="972312"/>
                  </a:lnTo>
                  <a:lnTo>
                    <a:pt x="4571" y="955547"/>
                  </a:lnTo>
                  <a:lnTo>
                    <a:pt x="0" y="937259"/>
                  </a:lnTo>
                  <a:lnTo>
                    <a:pt x="0" y="83819"/>
                  </a:lnTo>
                  <a:lnTo>
                    <a:pt x="4571" y="64007"/>
                  </a:lnTo>
                  <a:lnTo>
                    <a:pt x="10667" y="45719"/>
                  </a:lnTo>
                  <a:lnTo>
                    <a:pt x="19811" y="32004"/>
                  </a:lnTo>
                  <a:lnTo>
                    <a:pt x="27431" y="16763"/>
                  </a:lnTo>
                  <a:lnTo>
                    <a:pt x="42671" y="9143"/>
                  </a:lnTo>
                  <a:lnTo>
                    <a:pt x="56387" y="3047"/>
                  </a:lnTo>
                  <a:lnTo>
                    <a:pt x="71627" y="0"/>
                  </a:lnTo>
                  <a:lnTo>
                    <a:pt x="358139" y="0"/>
                  </a:lnTo>
                  <a:lnTo>
                    <a:pt x="358139" y="12191"/>
                  </a:lnTo>
                  <a:lnTo>
                    <a:pt x="71627" y="12191"/>
                  </a:lnTo>
                  <a:lnTo>
                    <a:pt x="59435" y="15239"/>
                  </a:lnTo>
                  <a:lnTo>
                    <a:pt x="48767" y="16763"/>
                  </a:lnTo>
                  <a:lnTo>
                    <a:pt x="36576" y="25907"/>
                  </a:lnTo>
                  <a:lnTo>
                    <a:pt x="27431" y="38100"/>
                  </a:lnTo>
                  <a:lnTo>
                    <a:pt x="22859" y="51815"/>
                  </a:lnTo>
                  <a:lnTo>
                    <a:pt x="16763" y="65531"/>
                  </a:lnTo>
                  <a:lnTo>
                    <a:pt x="10667" y="83819"/>
                  </a:lnTo>
                  <a:lnTo>
                    <a:pt x="10667" y="934211"/>
                  </a:lnTo>
                  <a:lnTo>
                    <a:pt x="16763" y="952499"/>
                  </a:lnTo>
                  <a:lnTo>
                    <a:pt x="22859" y="966216"/>
                  </a:lnTo>
                  <a:lnTo>
                    <a:pt x="27431" y="981456"/>
                  </a:lnTo>
                  <a:lnTo>
                    <a:pt x="36576" y="992124"/>
                  </a:lnTo>
                  <a:lnTo>
                    <a:pt x="48767" y="1001268"/>
                  </a:lnTo>
                  <a:lnTo>
                    <a:pt x="59435" y="1005840"/>
                  </a:lnTo>
                  <a:lnTo>
                    <a:pt x="391363" y="1005840"/>
                  </a:lnTo>
                  <a:lnTo>
                    <a:pt x="387095" y="1008888"/>
                  </a:lnTo>
                  <a:lnTo>
                    <a:pt x="371855" y="1018032"/>
                  </a:lnTo>
                  <a:close/>
                </a:path>
                <a:path w="429895" h="1018539">
                  <a:moveTo>
                    <a:pt x="397763" y="38100"/>
                  </a:moveTo>
                  <a:lnTo>
                    <a:pt x="388619" y="25907"/>
                  </a:lnTo>
                  <a:lnTo>
                    <a:pt x="380999" y="16763"/>
                  </a:lnTo>
                  <a:lnTo>
                    <a:pt x="368807" y="15239"/>
                  </a:lnTo>
                  <a:lnTo>
                    <a:pt x="358139" y="12191"/>
                  </a:lnTo>
                  <a:lnTo>
                    <a:pt x="391363" y="12191"/>
                  </a:lnTo>
                  <a:lnTo>
                    <a:pt x="397763" y="16763"/>
                  </a:lnTo>
                  <a:lnTo>
                    <a:pt x="409955" y="32004"/>
                  </a:lnTo>
                  <a:lnTo>
                    <a:pt x="397763" y="38100"/>
                  </a:lnTo>
                  <a:close/>
                </a:path>
                <a:path w="429895" h="1018539">
                  <a:moveTo>
                    <a:pt x="409955" y="989076"/>
                  </a:moveTo>
                  <a:lnTo>
                    <a:pt x="397763" y="981456"/>
                  </a:lnTo>
                  <a:lnTo>
                    <a:pt x="406907" y="966216"/>
                  </a:lnTo>
                  <a:lnTo>
                    <a:pt x="411479" y="952499"/>
                  </a:lnTo>
                  <a:lnTo>
                    <a:pt x="414527" y="934211"/>
                  </a:lnTo>
                  <a:lnTo>
                    <a:pt x="417575" y="914399"/>
                  </a:lnTo>
                  <a:lnTo>
                    <a:pt x="417575" y="103631"/>
                  </a:lnTo>
                  <a:lnTo>
                    <a:pt x="414527" y="83819"/>
                  </a:lnTo>
                  <a:lnTo>
                    <a:pt x="411479" y="65531"/>
                  </a:lnTo>
                  <a:lnTo>
                    <a:pt x="406907" y="51815"/>
                  </a:lnTo>
                  <a:lnTo>
                    <a:pt x="397763" y="38100"/>
                  </a:lnTo>
                  <a:lnTo>
                    <a:pt x="409955" y="32004"/>
                  </a:lnTo>
                  <a:lnTo>
                    <a:pt x="417575" y="45719"/>
                  </a:lnTo>
                  <a:lnTo>
                    <a:pt x="423671" y="64007"/>
                  </a:lnTo>
                  <a:lnTo>
                    <a:pt x="429767" y="103631"/>
                  </a:lnTo>
                  <a:lnTo>
                    <a:pt x="429767" y="914399"/>
                  </a:lnTo>
                  <a:lnTo>
                    <a:pt x="426719" y="937259"/>
                  </a:lnTo>
                  <a:lnTo>
                    <a:pt x="423671" y="955547"/>
                  </a:lnTo>
                  <a:lnTo>
                    <a:pt x="417575" y="972312"/>
                  </a:lnTo>
                  <a:lnTo>
                    <a:pt x="409955" y="989076"/>
                  </a:lnTo>
                  <a:close/>
                </a:path>
                <a:path w="429895" h="1018539">
                  <a:moveTo>
                    <a:pt x="391363" y="1005840"/>
                  </a:moveTo>
                  <a:lnTo>
                    <a:pt x="368807" y="1005840"/>
                  </a:lnTo>
                  <a:lnTo>
                    <a:pt x="380999" y="1001268"/>
                  </a:lnTo>
                  <a:lnTo>
                    <a:pt x="388619" y="992124"/>
                  </a:lnTo>
                  <a:lnTo>
                    <a:pt x="397763" y="981456"/>
                  </a:lnTo>
                  <a:lnTo>
                    <a:pt x="409955" y="989076"/>
                  </a:lnTo>
                  <a:lnTo>
                    <a:pt x="397763" y="1001268"/>
                  </a:lnTo>
                  <a:lnTo>
                    <a:pt x="391363" y="100584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23916" y="1685544"/>
              <a:ext cx="99060" cy="77723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20867" y="2007107"/>
              <a:ext cx="99059" cy="76200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5300472" y="1795271"/>
              <a:ext cx="356870" cy="116205"/>
            </a:xfrm>
            <a:custGeom>
              <a:avLst/>
              <a:gdLst/>
              <a:ahLst/>
              <a:cxnLst/>
              <a:rect l="l" t="t" r="r" b="b"/>
              <a:pathLst>
                <a:path w="356870" h="116205">
                  <a:moveTo>
                    <a:pt x="321563" y="115824"/>
                  </a:moveTo>
                  <a:lnTo>
                    <a:pt x="32003" y="115824"/>
                  </a:lnTo>
                  <a:lnTo>
                    <a:pt x="21335" y="112776"/>
                  </a:lnTo>
                  <a:lnTo>
                    <a:pt x="9143" y="106680"/>
                  </a:lnTo>
                  <a:lnTo>
                    <a:pt x="3047" y="94488"/>
                  </a:lnTo>
                  <a:lnTo>
                    <a:pt x="0" y="83820"/>
                  </a:lnTo>
                  <a:lnTo>
                    <a:pt x="0" y="32004"/>
                  </a:lnTo>
                  <a:lnTo>
                    <a:pt x="3047" y="19812"/>
                  </a:lnTo>
                  <a:lnTo>
                    <a:pt x="9143" y="9144"/>
                  </a:lnTo>
                  <a:lnTo>
                    <a:pt x="21335" y="3048"/>
                  </a:lnTo>
                  <a:lnTo>
                    <a:pt x="32003" y="0"/>
                  </a:lnTo>
                  <a:lnTo>
                    <a:pt x="321563" y="0"/>
                  </a:lnTo>
                  <a:lnTo>
                    <a:pt x="335279" y="3048"/>
                  </a:lnTo>
                  <a:lnTo>
                    <a:pt x="344423" y="9144"/>
                  </a:lnTo>
                  <a:lnTo>
                    <a:pt x="353567" y="19812"/>
                  </a:lnTo>
                  <a:lnTo>
                    <a:pt x="356616" y="32004"/>
                  </a:lnTo>
                  <a:lnTo>
                    <a:pt x="356616" y="83820"/>
                  </a:lnTo>
                  <a:lnTo>
                    <a:pt x="353567" y="94488"/>
                  </a:lnTo>
                  <a:lnTo>
                    <a:pt x="344423" y="106680"/>
                  </a:lnTo>
                  <a:lnTo>
                    <a:pt x="335279" y="112776"/>
                  </a:lnTo>
                  <a:lnTo>
                    <a:pt x="321563" y="115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295900" y="1790699"/>
              <a:ext cx="365760" cy="125095"/>
            </a:xfrm>
            <a:custGeom>
              <a:avLst/>
              <a:gdLst/>
              <a:ahLst/>
              <a:cxnLst/>
              <a:rect l="l" t="t" r="r" b="b"/>
              <a:pathLst>
                <a:path w="365760" h="125094">
                  <a:moveTo>
                    <a:pt x="326136" y="124968"/>
                  </a:moveTo>
                  <a:lnTo>
                    <a:pt x="36576" y="124968"/>
                  </a:lnTo>
                  <a:lnTo>
                    <a:pt x="22860" y="121920"/>
                  </a:lnTo>
                  <a:lnTo>
                    <a:pt x="10668" y="114300"/>
                  </a:lnTo>
                  <a:lnTo>
                    <a:pt x="4572" y="108204"/>
                  </a:lnTo>
                  <a:lnTo>
                    <a:pt x="1524" y="102108"/>
                  </a:lnTo>
                  <a:lnTo>
                    <a:pt x="0" y="97536"/>
                  </a:lnTo>
                  <a:lnTo>
                    <a:pt x="0" y="27432"/>
                  </a:lnTo>
                  <a:lnTo>
                    <a:pt x="4572" y="13716"/>
                  </a:lnTo>
                  <a:lnTo>
                    <a:pt x="10668" y="10668"/>
                  </a:lnTo>
                  <a:lnTo>
                    <a:pt x="22860" y="1524"/>
                  </a:lnTo>
                  <a:lnTo>
                    <a:pt x="36576" y="0"/>
                  </a:lnTo>
                  <a:lnTo>
                    <a:pt x="326136" y="0"/>
                  </a:lnTo>
                  <a:lnTo>
                    <a:pt x="326136" y="10668"/>
                  </a:lnTo>
                  <a:lnTo>
                    <a:pt x="36576" y="10668"/>
                  </a:lnTo>
                  <a:lnTo>
                    <a:pt x="27432" y="13716"/>
                  </a:lnTo>
                  <a:lnTo>
                    <a:pt x="16764" y="19812"/>
                  </a:lnTo>
                  <a:lnTo>
                    <a:pt x="10668" y="24384"/>
                  </a:lnTo>
                  <a:lnTo>
                    <a:pt x="10668" y="99060"/>
                  </a:lnTo>
                  <a:lnTo>
                    <a:pt x="16764" y="105156"/>
                  </a:lnTo>
                  <a:lnTo>
                    <a:pt x="27432" y="111252"/>
                  </a:lnTo>
                  <a:lnTo>
                    <a:pt x="36576" y="114300"/>
                  </a:lnTo>
                  <a:lnTo>
                    <a:pt x="355092" y="114300"/>
                  </a:lnTo>
                  <a:lnTo>
                    <a:pt x="342900" y="121920"/>
                  </a:lnTo>
                  <a:lnTo>
                    <a:pt x="326136" y="124968"/>
                  </a:lnTo>
                  <a:close/>
                </a:path>
                <a:path w="365760" h="125094">
                  <a:moveTo>
                    <a:pt x="345948" y="19812"/>
                  </a:moveTo>
                  <a:lnTo>
                    <a:pt x="338328" y="13716"/>
                  </a:lnTo>
                  <a:lnTo>
                    <a:pt x="326136" y="10668"/>
                  </a:lnTo>
                  <a:lnTo>
                    <a:pt x="355092" y="10668"/>
                  </a:lnTo>
                  <a:lnTo>
                    <a:pt x="345948" y="19812"/>
                  </a:lnTo>
                  <a:close/>
                </a:path>
                <a:path w="365760" h="125094">
                  <a:moveTo>
                    <a:pt x="355092" y="114300"/>
                  </a:moveTo>
                  <a:lnTo>
                    <a:pt x="345948" y="105156"/>
                  </a:lnTo>
                  <a:lnTo>
                    <a:pt x="352044" y="99060"/>
                  </a:lnTo>
                  <a:lnTo>
                    <a:pt x="355092" y="88392"/>
                  </a:lnTo>
                  <a:lnTo>
                    <a:pt x="355092" y="36576"/>
                  </a:lnTo>
                  <a:lnTo>
                    <a:pt x="352044" y="24384"/>
                  </a:lnTo>
                  <a:lnTo>
                    <a:pt x="345948" y="19812"/>
                  </a:lnTo>
                  <a:lnTo>
                    <a:pt x="355092" y="10668"/>
                  </a:lnTo>
                  <a:lnTo>
                    <a:pt x="361188" y="13716"/>
                  </a:lnTo>
                  <a:lnTo>
                    <a:pt x="365760" y="27432"/>
                  </a:lnTo>
                  <a:lnTo>
                    <a:pt x="365760" y="97536"/>
                  </a:lnTo>
                  <a:lnTo>
                    <a:pt x="364236" y="102108"/>
                  </a:lnTo>
                  <a:lnTo>
                    <a:pt x="361188" y="108204"/>
                  </a:lnTo>
                  <a:lnTo>
                    <a:pt x="355092" y="114300"/>
                  </a:lnTo>
                  <a:close/>
                </a:path>
                <a:path w="365760" h="125094">
                  <a:moveTo>
                    <a:pt x="355092" y="114300"/>
                  </a:moveTo>
                  <a:lnTo>
                    <a:pt x="326136" y="114300"/>
                  </a:lnTo>
                  <a:lnTo>
                    <a:pt x="338328" y="111252"/>
                  </a:lnTo>
                  <a:lnTo>
                    <a:pt x="345948" y="105156"/>
                  </a:lnTo>
                  <a:lnTo>
                    <a:pt x="355092" y="11430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303519" y="2119883"/>
              <a:ext cx="356870" cy="114300"/>
            </a:xfrm>
            <a:custGeom>
              <a:avLst/>
              <a:gdLst/>
              <a:ahLst/>
              <a:cxnLst/>
              <a:rect l="l" t="t" r="r" b="b"/>
              <a:pathLst>
                <a:path w="356870" h="114300">
                  <a:moveTo>
                    <a:pt x="324611" y="114300"/>
                  </a:moveTo>
                  <a:lnTo>
                    <a:pt x="35051" y="114300"/>
                  </a:lnTo>
                  <a:lnTo>
                    <a:pt x="19811" y="111252"/>
                  </a:lnTo>
                  <a:lnTo>
                    <a:pt x="9143" y="105155"/>
                  </a:lnTo>
                  <a:lnTo>
                    <a:pt x="3047" y="94488"/>
                  </a:lnTo>
                  <a:lnTo>
                    <a:pt x="0" y="82296"/>
                  </a:lnTo>
                  <a:lnTo>
                    <a:pt x="0" y="28955"/>
                  </a:lnTo>
                  <a:lnTo>
                    <a:pt x="3047" y="16764"/>
                  </a:lnTo>
                  <a:lnTo>
                    <a:pt x="9143" y="9144"/>
                  </a:lnTo>
                  <a:lnTo>
                    <a:pt x="19811" y="3048"/>
                  </a:lnTo>
                  <a:lnTo>
                    <a:pt x="35051" y="0"/>
                  </a:lnTo>
                  <a:lnTo>
                    <a:pt x="324611" y="0"/>
                  </a:lnTo>
                  <a:lnTo>
                    <a:pt x="335279" y="3048"/>
                  </a:lnTo>
                  <a:lnTo>
                    <a:pt x="347471" y="9144"/>
                  </a:lnTo>
                  <a:lnTo>
                    <a:pt x="353567" y="16764"/>
                  </a:lnTo>
                  <a:lnTo>
                    <a:pt x="356615" y="28955"/>
                  </a:lnTo>
                  <a:lnTo>
                    <a:pt x="356615" y="82296"/>
                  </a:lnTo>
                  <a:lnTo>
                    <a:pt x="353567" y="94488"/>
                  </a:lnTo>
                  <a:lnTo>
                    <a:pt x="347471" y="105155"/>
                  </a:lnTo>
                  <a:lnTo>
                    <a:pt x="335279" y="111252"/>
                  </a:lnTo>
                  <a:lnTo>
                    <a:pt x="324611" y="114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297423" y="2113787"/>
              <a:ext cx="367665" cy="127000"/>
            </a:xfrm>
            <a:custGeom>
              <a:avLst/>
              <a:gdLst/>
              <a:ahLst/>
              <a:cxnLst/>
              <a:rect l="l" t="t" r="r" b="b"/>
              <a:pathLst>
                <a:path w="367664" h="127000">
                  <a:moveTo>
                    <a:pt x="330708" y="126492"/>
                  </a:moveTo>
                  <a:lnTo>
                    <a:pt x="41148" y="126492"/>
                  </a:lnTo>
                  <a:lnTo>
                    <a:pt x="24384" y="123444"/>
                  </a:lnTo>
                  <a:lnTo>
                    <a:pt x="6096" y="109728"/>
                  </a:lnTo>
                  <a:lnTo>
                    <a:pt x="0" y="97536"/>
                  </a:lnTo>
                  <a:lnTo>
                    <a:pt x="0" y="28956"/>
                  </a:lnTo>
                  <a:lnTo>
                    <a:pt x="41148" y="0"/>
                  </a:lnTo>
                  <a:lnTo>
                    <a:pt x="330708" y="0"/>
                  </a:lnTo>
                  <a:lnTo>
                    <a:pt x="330708" y="12192"/>
                  </a:lnTo>
                  <a:lnTo>
                    <a:pt x="28956" y="12192"/>
                  </a:lnTo>
                  <a:lnTo>
                    <a:pt x="21336" y="16764"/>
                  </a:lnTo>
                  <a:lnTo>
                    <a:pt x="15240" y="25908"/>
                  </a:lnTo>
                  <a:lnTo>
                    <a:pt x="12192" y="35052"/>
                  </a:lnTo>
                  <a:lnTo>
                    <a:pt x="12192" y="88392"/>
                  </a:lnTo>
                  <a:lnTo>
                    <a:pt x="15240" y="97536"/>
                  </a:lnTo>
                  <a:lnTo>
                    <a:pt x="21336" y="106680"/>
                  </a:lnTo>
                  <a:lnTo>
                    <a:pt x="28956" y="111252"/>
                  </a:lnTo>
                  <a:lnTo>
                    <a:pt x="41148" y="114300"/>
                  </a:lnTo>
                  <a:lnTo>
                    <a:pt x="356616" y="114300"/>
                  </a:lnTo>
                  <a:lnTo>
                    <a:pt x="344424" y="123444"/>
                  </a:lnTo>
                  <a:lnTo>
                    <a:pt x="330708" y="126492"/>
                  </a:lnTo>
                  <a:close/>
                </a:path>
                <a:path w="367664" h="127000">
                  <a:moveTo>
                    <a:pt x="347472" y="16764"/>
                  </a:moveTo>
                  <a:lnTo>
                    <a:pt x="338328" y="12192"/>
                  </a:lnTo>
                  <a:lnTo>
                    <a:pt x="352958" y="12192"/>
                  </a:lnTo>
                  <a:lnTo>
                    <a:pt x="347472" y="16764"/>
                  </a:lnTo>
                  <a:close/>
                </a:path>
                <a:path w="367664" h="127000">
                  <a:moveTo>
                    <a:pt x="356616" y="114300"/>
                  </a:moveTo>
                  <a:lnTo>
                    <a:pt x="347472" y="106680"/>
                  </a:lnTo>
                  <a:lnTo>
                    <a:pt x="353568" y="97536"/>
                  </a:lnTo>
                  <a:lnTo>
                    <a:pt x="356616" y="88392"/>
                  </a:lnTo>
                  <a:lnTo>
                    <a:pt x="356616" y="35052"/>
                  </a:lnTo>
                  <a:lnTo>
                    <a:pt x="353568" y="25908"/>
                  </a:lnTo>
                  <a:lnTo>
                    <a:pt x="347472" y="16764"/>
                  </a:lnTo>
                  <a:lnTo>
                    <a:pt x="352958" y="12192"/>
                  </a:lnTo>
                  <a:lnTo>
                    <a:pt x="359663" y="12192"/>
                  </a:lnTo>
                  <a:lnTo>
                    <a:pt x="362711" y="15240"/>
                  </a:lnTo>
                  <a:lnTo>
                    <a:pt x="367284" y="28956"/>
                  </a:lnTo>
                  <a:lnTo>
                    <a:pt x="367284" y="97536"/>
                  </a:lnTo>
                  <a:lnTo>
                    <a:pt x="364235" y="103632"/>
                  </a:lnTo>
                  <a:lnTo>
                    <a:pt x="362711" y="109728"/>
                  </a:lnTo>
                  <a:lnTo>
                    <a:pt x="356616" y="114300"/>
                  </a:lnTo>
                  <a:close/>
                </a:path>
                <a:path w="367664" h="127000">
                  <a:moveTo>
                    <a:pt x="356616" y="114300"/>
                  </a:moveTo>
                  <a:lnTo>
                    <a:pt x="330708" y="114300"/>
                  </a:lnTo>
                  <a:lnTo>
                    <a:pt x="338328" y="111252"/>
                  </a:lnTo>
                  <a:lnTo>
                    <a:pt x="347472" y="106680"/>
                  </a:lnTo>
                  <a:lnTo>
                    <a:pt x="356616" y="11430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303519" y="2420111"/>
              <a:ext cx="356870" cy="116205"/>
            </a:xfrm>
            <a:custGeom>
              <a:avLst/>
              <a:gdLst/>
              <a:ahLst/>
              <a:cxnLst/>
              <a:rect l="l" t="t" r="r" b="b"/>
              <a:pathLst>
                <a:path w="356870" h="116205">
                  <a:moveTo>
                    <a:pt x="324611" y="115824"/>
                  </a:moveTo>
                  <a:lnTo>
                    <a:pt x="35051" y="115824"/>
                  </a:lnTo>
                  <a:lnTo>
                    <a:pt x="19811" y="112776"/>
                  </a:lnTo>
                  <a:lnTo>
                    <a:pt x="9143" y="106680"/>
                  </a:lnTo>
                  <a:lnTo>
                    <a:pt x="3047" y="94488"/>
                  </a:lnTo>
                  <a:lnTo>
                    <a:pt x="0" y="83820"/>
                  </a:lnTo>
                  <a:lnTo>
                    <a:pt x="0" y="32004"/>
                  </a:lnTo>
                  <a:lnTo>
                    <a:pt x="3047" y="21336"/>
                  </a:lnTo>
                  <a:lnTo>
                    <a:pt x="9143" y="9144"/>
                  </a:lnTo>
                  <a:lnTo>
                    <a:pt x="19811" y="3048"/>
                  </a:lnTo>
                  <a:lnTo>
                    <a:pt x="35051" y="0"/>
                  </a:lnTo>
                  <a:lnTo>
                    <a:pt x="324611" y="0"/>
                  </a:lnTo>
                  <a:lnTo>
                    <a:pt x="335279" y="3048"/>
                  </a:lnTo>
                  <a:lnTo>
                    <a:pt x="347471" y="9144"/>
                  </a:lnTo>
                  <a:lnTo>
                    <a:pt x="353567" y="21336"/>
                  </a:lnTo>
                  <a:lnTo>
                    <a:pt x="356615" y="32004"/>
                  </a:lnTo>
                  <a:lnTo>
                    <a:pt x="356615" y="83820"/>
                  </a:lnTo>
                  <a:lnTo>
                    <a:pt x="353567" y="94488"/>
                  </a:lnTo>
                  <a:lnTo>
                    <a:pt x="347471" y="106680"/>
                  </a:lnTo>
                  <a:lnTo>
                    <a:pt x="335279" y="112776"/>
                  </a:lnTo>
                  <a:lnTo>
                    <a:pt x="324611" y="115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316467" y="2415552"/>
              <a:ext cx="3348354" cy="408940"/>
            </a:xfrm>
            <a:custGeom>
              <a:avLst/>
              <a:gdLst/>
              <a:ahLst/>
              <a:cxnLst/>
              <a:rect l="l" t="t" r="r" b="b"/>
              <a:pathLst>
                <a:path w="3348354" h="408939">
                  <a:moveTo>
                    <a:pt x="1063752" y="208775"/>
                  </a:moveTo>
                  <a:lnTo>
                    <a:pt x="1057656" y="207251"/>
                  </a:lnTo>
                  <a:lnTo>
                    <a:pt x="1052322" y="205816"/>
                  </a:lnTo>
                  <a:lnTo>
                    <a:pt x="1052322" y="208775"/>
                  </a:lnTo>
                  <a:lnTo>
                    <a:pt x="1052169" y="208826"/>
                  </a:lnTo>
                  <a:lnTo>
                    <a:pt x="364236" y="405371"/>
                  </a:lnTo>
                  <a:lnTo>
                    <a:pt x="10668" y="237731"/>
                  </a:lnTo>
                  <a:lnTo>
                    <a:pt x="854964" y="155435"/>
                  </a:lnTo>
                  <a:lnTo>
                    <a:pt x="1052169" y="208826"/>
                  </a:lnTo>
                  <a:lnTo>
                    <a:pt x="1052029" y="208775"/>
                  </a:lnTo>
                  <a:lnTo>
                    <a:pt x="1052322" y="208775"/>
                  </a:lnTo>
                  <a:lnTo>
                    <a:pt x="1052322" y="205816"/>
                  </a:lnTo>
                  <a:lnTo>
                    <a:pt x="866228" y="155435"/>
                  </a:lnTo>
                  <a:lnTo>
                    <a:pt x="854964" y="152387"/>
                  </a:lnTo>
                  <a:lnTo>
                    <a:pt x="0" y="236207"/>
                  </a:lnTo>
                  <a:lnTo>
                    <a:pt x="364236" y="408419"/>
                  </a:lnTo>
                  <a:lnTo>
                    <a:pt x="374916" y="405371"/>
                  </a:lnTo>
                  <a:lnTo>
                    <a:pt x="1058418" y="210299"/>
                  </a:lnTo>
                  <a:lnTo>
                    <a:pt x="1063752" y="208775"/>
                  </a:lnTo>
                  <a:close/>
                </a:path>
                <a:path w="3348354" h="408939">
                  <a:moveTo>
                    <a:pt x="2363736" y="47244"/>
                  </a:moveTo>
                  <a:lnTo>
                    <a:pt x="2359164" y="47244"/>
                  </a:lnTo>
                  <a:lnTo>
                    <a:pt x="2355786" y="47396"/>
                  </a:lnTo>
                  <a:lnTo>
                    <a:pt x="2355786" y="50431"/>
                  </a:lnTo>
                  <a:lnTo>
                    <a:pt x="2103132" y="289560"/>
                  </a:lnTo>
                  <a:lnTo>
                    <a:pt x="1341132" y="196596"/>
                  </a:lnTo>
                  <a:lnTo>
                    <a:pt x="1568208" y="83820"/>
                  </a:lnTo>
                  <a:lnTo>
                    <a:pt x="2355786" y="50431"/>
                  </a:lnTo>
                  <a:lnTo>
                    <a:pt x="2355786" y="47396"/>
                  </a:lnTo>
                  <a:lnTo>
                    <a:pt x="1568208" y="80772"/>
                  </a:lnTo>
                  <a:lnTo>
                    <a:pt x="1330464" y="198120"/>
                  </a:lnTo>
                  <a:lnTo>
                    <a:pt x="2104656" y="292608"/>
                  </a:lnTo>
                  <a:lnTo>
                    <a:pt x="2107869" y="289560"/>
                  </a:lnTo>
                  <a:lnTo>
                    <a:pt x="2363736" y="47244"/>
                  </a:lnTo>
                  <a:close/>
                </a:path>
                <a:path w="3348354" h="408939">
                  <a:moveTo>
                    <a:pt x="3348228" y="27432"/>
                  </a:moveTo>
                  <a:lnTo>
                    <a:pt x="3345180" y="22860"/>
                  </a:lnTo>
                  <a:lnTo>
                    <a:pt x="3343656" y="13716"/>
                  </a:lnTo>
                  <a:lnTo>
                    <a:pt x="3337560" y="10668"/>
                  </a:lnTo>
                  <a:lnTo>
                    <a:pt x="3311652" y="10668"/>
                  </a:lnTo>
                  <a:lnTo>
                    <a:pt x="3319272" y="13716"/>
                  </a:lnTo>
                  <a:lnTo>
                    <a:pt x="3328416" y="19812"/>
                  </a:lnTo>
                  <a:lnTo>
                    <a:pt x="3334512" y="25908"/>
                  </a:lnTo>
                  <a:lnTo>
                    <a:pt x="3337560" y="36576"/>
                  </a:lnTo>
                  <a:lnTo>
                    <a:pt x="3337560" y="88392"/>
                  </a:lnTo>
                  <a:lnTo>
                    <a:pt x="3334512" y="99060"/>
                  </a:lnTo>
                  <a:lnTo>
                    <a:pt x="3328416" y="105156"/>
                  </a:lnTo>
                  <a:lnTo>
                    <a:pt x="3319272" y="111252"/>
                  </a:lnTo>
                  <a:lnTo>
                    <a:pt x="3311652" y="114300"/>
                  </a:lnTo>
                  <a:lnTo>
                    <a:pt x="3022092" y="114300"/>
                  </a:lnTo>
                  <a:lnTo>
                    <a:pt x="3009900" y="111252"/>
                  </a:lnTo>
                  <a:lnTo>
                    <a:pt x="3002280" y="105156"/>
                  </a:lnTo>
                  <a:lnTo>
                    <a:pt x="2996184" y="99060"/>
                  </a:lnTo>
                  <a:lnTo>
                    <a:pt x="2993136" y="88392"/>
                  </a:lnTo>
                  <a:lnTo>
                    <a:pt x="2993136" y="36576"/>
                  </a:lnTo>
                  <a:lnTo>
                    <a:pt x="2996184" y="25908"/>
                  </a:lnTo>
                  <a:lnTo>
                    <a:pt x="3002280" y="19812"/>
                  </a:lnTo>
                  <a:lnTo>
                    <a:pt x="3009900" y="13716"/>
                  </a:lnTo>
                  <a:lnTo>
                    <a:pt x="3022092" y="10668"/>
                  </a:lnTo>
                  <a:lnTo>
                    <a:pt x="3311652" y="10668"/>
                  </a:lnTo>
                  <a:lnTo>
                    <a:pt x="3311652" y="0"/>
                  </a:lnTo>
                  <a:lnTo>
                    <a:pt x="3022092" y="0"/>
                  </a:lnTo>
                  <a:lnTo>
                    <a:pt x="3005328" y="1524"/>
                  </a:lnTo>
                  <a:lnTo>
                    <a:pt x="2993136" y="10668"/>
                  </a:lnTo>
                  <a:lnTo>
                    <a:pt x="2987040" y="13716"/>
                  </a:lnTo>
                  <a:lnTo>
                    <a:pt x="2983992" y="22860"/>
                  </a:lnTo>
                  <a:lnTo>
                    <a:pt x="2980944" y="27432"/>
                  </a:lnTo>
                  <a:lnTo>
                    <a:pt x="2980944" y="97536"/>
                  </a:lnTo>
                  <a:lnTo>
                    <a:pt x="2983992" y="102108"/>
                  </a:lnTo>
                  <a:lnTo>
                    <a:pt x="2987040" y="108204"/>
                  </a:lnTo>
                  <a:lnTo>
                    <a:pt x="2993136" y="114300"/>
                  </a:lnTo>
                  <a:lnTo>
                    <a:pt x="3005328" y="121920"/>
                  </a:lnTo>
                  <a:lnTo>
                    <a:pt x="3022092" y="124968"/>
                  </a:lnTo>
                  <a:lnTo>
                    <a:pt x="3311652" y="124968"/>
                  </a:lnTo>
                  <a:lnTo>
                    <a:pt x="3325368" y="121920"/>
                  </a:lnTo>
                  <a:lnTo>
                    <a:pt x="3337560" y="114300"/>
                  </a:lnTo>
                  <a:lnTo>
                    <a:pt x="3343656" y="108204"/>
                  </a:lnTo>
                  <a:lnTo>
                    <a:pt x="3345180" y="102108"/>
                  </a:lnTo>
                  <a:lnTo>
                    <a:pt x="3348228" y="97536"/>
                  </a:lnTo>
                  <a:lnTo>
                    <a:pt x="3348228" y="2743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282696" y="2426208"/>
              <a:ext cx="429895" cy="283845"/>
            </a:xfrm>
            <a:custGeom>
              <a:avLst/>
              <a:gdLst/>
              <a:ahLst/>
              <a:cxnLst/>
              <a:rect l="l" t="t" r="r" b="b"/>
              <a:pathLst>
                <a:path w="429895" h="283844">
                  <a:moveTo>
                    <a:pt x="252984" y="283464"/>
                  </a:moveTo>
                  <a:lnTo>
                    <a:pt x="211836" y="283464"/>
                  </a:lnTo>
                  <a:lnTo>
                    <a:pt x="163068" y="283464"/>
                  </a:lnTo>
                  <a:lnTo>
                    <a:pt x="111252" y="275844"/>
                  </a:lnTo>
                  <a:lnTo>
                    <a:pt x="68580" y="263652"/>
                  </a:lnTo>
                  <a:lnTo>
                    <a:pt x="28955" y="240792"/>
                  </a:lnTo>
                  <a:lnTo>
                    <a:pt x="6096" y="201168"/>
                  </a:lnTo>
                  <a:lnTo>
                    <a:pt x="0" y="160020"/>
                  </a:lnTo>
                  <a:lnTo>
                    <a:pt x="3048" y="137160"/>
                  </a:lnTo>
                  <a:lnTo>
                    <a:pt x="9143" y="106680"/>
                  </a:lnTo>
                  <a:lnTo>
                    <a:pt x="13716" y="57912"/>
                  </a:lnTo>
                  <a:lnTo>
                    <a:pt x="22860" y="42671"/>
                  </a:lnTo>
                  <a:lnTo>
                    <a:pt x="32004" y="25907"/>
                  </a:lnTo>
                  <a:lnTo>
                    <a:pt x="45719" y="12192"/>
                  </a:lnTo>
                  <a:lnTo>
                    <a:pt x="77724" y="15240"/>
                  </a:lnTo>
                  <a:lnTo>
                    <a:pt x="117348" y="16764"/>
                  </a:lnTo>
                  <a:lnTo>
                    <a:pt x="166116" y="22859"/>
                  </a:lnTo>
                  <a:lnTo>
                    <a:pt x="217932" y="25907"/>
                  </a:lnTo>
                  <a:lnTo>
                    <a:pt x="272796" y="22859"/>
                  </a:lnTo>
                  <a:lnTo>
                    <a:pt x="321564" y="16764"/>
                  </a:lnTo>
                  <a:lnTo>
                    <a:pt x="367284" y="9144"/>
                  </a:lnTo>
                  <a:lnTo>
                    <a:pt x="406908" y="0"/>
                  </a:lnTo>
                  <a:lnTo>
                    <a:pt x="413004" y="16764"/>
                  </a:lnTo>
                  <a:lnTo>
                    <a:pt x="419100" y="32004"/>
                  </a:lnTo>
                  <a:lnTo>
                    <a:pt x="419100" y="48768"/>
                  </a:lnTo>
                  <a:lnTo>
                    <a:pt x="422148" y="65532"/>
                  </a:lnTo>
                  <a:lnTo>
                    <a:pt x="426719" y="117347"/>
                  </a:lnTo>
                  <a:lnTo>
                    <a:pt x="429767" y="155448"/>
                  </a:lnTo>
                  <a:lnTo>
                    <a:pt x="429767" y="172212"/>
                  </a:lnTo>
                  <a:lnTo>
                    <a:pt x="413004" y="214884"/>
                  </a:lnTo>
                  <a:lnTo>
                    <a:pt x="387096" y="246888"/>
                  </a:lnTo>
                  <a:lnTo>
                    <a:pt x="344424" y="266700"/>
                  </a:lnTo>
                  <a:lnTo>
                    <a:pt x="286512" y="280416"/>
                  </a:lnTo>
                  <a:lnTo>
                    <a:pt x="252984" y="283464"/>
                  </a:lnTo>
                  <a:close/>
                </a:path>
              </a:pathLst>
            </a:custGeom>
            <a:solidFill>
              <a:srgbClr val="AAA8A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51504" y="2388108"/>
              <a:ext cx="220980" cy="192024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2743200" y="2276855"/>
              <a:ext cx="817244" cy="161925"/>
            </a:xfrm>
            <a:custGeom>
              <a:avLst/>
              <a:gdLst/>
              <a:ahLst/>
              <a:cxnLst/>
              <a:rect l="l" t="t" r="r" b="b"/>
              <a:pathLst>
                <a:path w="817245" h="161925">
                  <a:moveTo>
                    <a:pt x="816864" y="161544"/>
                  </a:moveTo>
                  <a:lnTo>
                    <a:pt x="507491" y="143256"/>
                  </a:lnTo>
                  <a:lnTo>
                    <a:pt x="0" y="19812"/>
                  </a:lnTo>
                  <a:lnTo>
                    <a:pt x="422148" y="0"/>
                  </a:lnTo>
                  <a:lnTo>
                    <a:pt x="816864" y="1615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734056" y="2275331"/>
              <a:ext cx="835660" cy="165100"/>
            </a:xfrm>
            <a:custGeom>
              <a:avLst/>
              <a:gdLst/>
              <a:ahLst/>
              <a:cxnLst/>
              <a:rect l="l" t="t" r="r" b="b"/>
              <a:pathLst>
                <a:path w="835660" h="165100">
                  <a:moveTo>
                    <a:pt x="824515" y="163981"/>
                  </a:moveTo>
                  <a:lnTo>
                    <a:pt x="516636" y="146304"/>
                  </a:lnTo>
                  <a:lnTo>
                    <a:pt x="0" y="21336"/>
                  </a:lnTo>
                  <a:lnTo>
                    <a:pt x="431292" y="0"/>
                  </a:lnTo>
                  <a:lnTo>
                    <a:pt x="438768" y="3048"/>
                  </a:lnTo>
                  <a:lnTo>
                    <a:pt x="431292" y="3048"/>
                  </a:lnTo>
                  <a:lnTo>
                    <a:pt x="19812" y="22860"/>
                  </a:lnTo>
                  <a:lnTo>
                    <a:pt x="516636" y="143256"/>
                  </a:lnTo>
                  <a:lnTo>
                    <a:pt x="817054" y="160927"/>
                  </a:lnTo>
                  <a:lnTo>
                    <a:pt x="824515" y="163981"/>
                  </a:lnTo>
                  <a:close/>
                </a:path>
                <a:path w="835660" h="165100">
                  <a:moveTo>
                    <a:pt x="827532" y="161544"/>
                  </a:moveTo>
                  <a:lnTo>
                    <a:pt x="817054" y="160927"/>
                  </a:lnTo>
                  <a:lnTo>
                    <a:pt x="431292" y="3048"/>
                  </a:lnTo>
                  <a:lnTo>
                    <a:pt x="438768" y="3048"/>
                  </a:lnTo>
                  <a:lnTo>
                    <a:pt x="827532" y="161544"/>
                  </a:lnTo>
                  <a:close/>
                </a:path>
                <a:path w="835660" h="165100">
                  <a:moveTo>
                    <a:pt x="826008" y="164592"/>
                  </a:moveTo>
                  <a:lnTo>
                    <a:pt x="817054" y="160927"/>
                  </a:lnTo>
                  <a:lnTo>
                    <a:pt x="827532" y="161544"/>
                  </a:lnTo>
                  <a:lnTo>
                    <a:pt x="826008" y="163068"/>
                  </a:lnTo>
                  <a:lnTo>
                    <a:pt x="826008" y="164592"/>
                  </a:lnTo>
                  <a:close/>
                </a:path>
                <a:path w="835660" h="165100">
                  <a:moveTo>
                    <a:pt x="833625" y="163981"/>
                  </a:moveTo>
                  <a:lnTo>
                    <a:pt x="826008" y="163981"/>
                  </a:lnTo>
                  <a:lnTo>
                    <a:pt x="826008" y="163068"/>
                  </a:lnTo>
                  <a:lnTo>
                    <a:pt x="827532" y="161544"/>
                  </a:lnTo>
                  <a:lnTo>
                    <a:pt x="833625" y="163981"/>
                  </a:lnTo>
                  <a:close/>
                </a:path>
                <a:path w="835660" h="165100">
                  <a:moveTo>
                    <a:pt x="835152" y="164592"/>
                  </a:moveTo>
                  <a:lnTo>
                    <a:pt x="824515" y="163981"/>
                  </a:lnTo>
                  <a:lnTo>
                    <a:pt x="833625" y="163981"/>
                  </a:lnTo>
                  <a:lnTo>
                    <a:pt x="835152" y="16459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104387" y="2363723"/>
              <a:ext cx="792480" cy="264160"/>
            </a:xfrm>
            <a:custGeom>
              <a:avLst/>
              <a:gdLst/>
              <a:ahLst/>
              <a:cxnLst/>
              <a:rect l="l" t="t" r="r" b="b"/>
              <a:pathLst>
                <a:path w="792479" h="264160">
                  <a:moveTo>
                    <a:pt x="399288" y="263651"/>
                  </a:moveTo>
                  <a:lnTo>
                    <a:pt x="344424" y="263651"/>
                  </a:lnTo>
                  <a:lnTo>
                    <a:pt x="243840" y="257555"/>
                  </a:lnTo>
                  <a:lnTo>
                    <a:pt x="198120" y="251459"/>
                  </a:lnTo>
                  <a:lnTo>
                    <a:pt x="158496" y="243839"/>
                  </a:lnTo>
                  <a:lnTo>
                    <a:pt x="120396" y="231647"/>
                  </a:lnTo>
                  <a:lnTo>
                    <a:pt x="54864" y="202691"/>
                  </a:lnTo>
                  <a:lnTo>
                    <a:pt x="38100" y="195071"/>
                  </a:lnTo>
                  <a:lnTo>
                    <a:pt x="22860" y="182879"/>
                  </a:lnTo>
                  <a:lnTo>
                    <a:pt x="15239" y="172211"/>
                  </a:lnTo>
                  <a:lnTo>
                    <a:pt x="6096" y="160019"/>
                  </a:lnTo>
                  <a:lnTo>
                    <a:pt x="0" y="149351"/>
                  </a:lnTo>
                  <a:lnTo>
                    <a:pt x="0" y="137159"/>
                  </a:lnTo>
                  <a:lnTo>
                    <a:pt x="15239" y="102108"/>
                  </a:lnTo>
                  <a:lnTo>
                    <a:pt x="48767" y="71627"/>
                  </a:lnTo>
                  <a:lnTo>
                    <a:pt x="83819" y="51815"/>
                  </a:lnTo>
                  <a:lnTo>
                    <a:pt x="123443" y="36575"/>
                  </a:lnTo>
                  <a:lnTo>
                    <a:pt x="169164" y="22859"/>
                  </a:lnTo>
                  <a:lnTo>
                    <a:pt x="227076" y="13715"/>
                  </a:lnTo>
                  <a:lnTo>
                    <a:pt x="286512" y="6095"/>
                  </a:lnTo>
                  <a:lnTo>
                    <a:pt x="358140" y="3047"/>
                  </a:lnTo>
                  <a:lnTo>
                    <a:pt x="367284" y="111251"/>
                  </a:lnTo>
                  <a:lnTo>
                    <a:pt x="370332" y="120395"/>
                  </a:lnTo>
                  <a:lnTo>
                    <a:pt x="373380" y="126491"/>
                  </a:lnTo>
                  <a:lnTo>
                    <a:pt x="382524" y="131063"/>
                  </a:lnTo>
                  <a:lnTo>
                    <a:pt x="393192" y="131063"/>
                  </a:lnTo>
                  <a:lnTo>
                    <a:pt x="409956" y="128015"/>
                  </a:lnTo>
                  <a:lnTo>
                    <a:pt x="422148" y="126491"/>
                  </a:lnTo>
                  <a:lnTo>
                    <a:pt x="428244" y="120395"/>
                  </a:lnTo>
                  <a:lnTo>
                    <a:pt x="431292" y="111251"/>
                  </a:lnTo>
                  <a:lnTo>
                    <a:pt x="428244" y="0"/>
                  </a:lnTo>
                  <a:lnTo>
                    <a:pt x="480060" y="0"/>
                  </a:lnTo>
                  <a:lnTo>
                    <a:pt x="527304" y="3047"/>
                  </a:lnTo>
                  <a:lnTo>
                    <a:pt x="571500" y="6095"/>
                  </a:lnTo>
                  <a:lnTo>
                    <a:pt x="611124" y="13715"/>
                  </a:lnTo>
                  <a:lnTo>
                    <a:pt x="647700" y="22859"/>
                  </a:lnTo>
                  <a:lnTo>
                    <a:pt x="682752" y="30479"/>
                  </a:lnTo>
                  <a:lnTo>
                    <a:pt x="711708" y="45720"/>
                  </a:lnTo>
                  <a:lnTo>
                    <a:pt x="734567" y="59435"/>
                  </a:lnTo>
                  <a:lnTo>
                    <a:pt x="751332" y="71627"/>
                  </a:lnTo>
                  <a:lnTo>
                    <a:pt x="766572" y="79247"/>
                  </a:lnTo>
                  <a:lnTo>
                    <a:pt x="786384" y="102108"/>
                  </a:lnTo>
                  <a:lnTo>
                    <a:pt x="792480" y="126491"/>
                  </a:lnTo>
                  <a:lnTo>
                    <a:pt x="789432" y="137159"/>
                  </a:lnTo>
                  <a:lnTo>
                    <a:pt x="783336" y="149351"/>
                  </a:lnTo>
                  <a:lnTo>
                    <a:pt x="774191" y="160019"/>
                  </a:lnTo>
                  <a:lnTo>
                    <a:pt x="766572" y="172211"/>
                  </a:lnTo>
                  <a:lnTo>
                    <a:pt x="699515" y="211835"/>
                  </a:lnTo>
                  <a:lnTo>
                    <a:pt x="647700" y="228599"/>
                  </a:lnTo>
                  <a:lnTo>
                    <a:pt x="594360" y="243839"/>
                  </a:lnTo>
                  <a:lnTo>
                    <a:pt x="533400" y="251459"/>
                  </a:lnTo>
                  <a:lnTo>
                    <a:pt x="467868" y="260603"/>
                  </a:lnTo>
                  <a:lnTo>
                    <a:pt x="399288" y="263651"/>
                  </a:lnTo>
                  <a:close/>
                </a:path>
              </a:pathLst>
            </a:custGeom>
            <a:solidFill>
              <a:srgbClr val="9595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439668" y="1394459"/>
              <a:ext cx="120650" cy="1092835"/>
            </a:xfrm>
            <a:custGeom>
              <a:avLst/>
              <a:gdLst/>
              <a:ahLst/>
              <a:cxnLst/>
              <a:rect l="l" t="t" r="r" b="b"/>
              <a:pathLst>
                <a:path w="120650" h="1092835">
                  <a:moveTo>
                    <a:pt x="67055" y="1092708"/>
                  </a:moveTo>
                  <a:lnTo>
                    <a:pt x="51815" y="1092708"/>
                  </a:lnTo>
                  <a:lnTo>
                    <a:pt x="41147" y="1089660"/>
                  </a:lnTo>
                  <a:lnTo>
                    <a:pt x="32003" y="1071372"/>
                  </a:lnTo>
                  <a:lnTo>
                    <a:pt x="32003" y="214883"/>
                  </a:lnTo>
                  <a:lnTo>
                    <a:pt x="25907" y="205739"/>
                  </a:lnTo>
                  <a:lnTo>
                    <a:pt x="21335" y="198120"/>
                  </a:lnTo>
                  <a:lnTo>
                    <a:pt x="15239" y="185928"/>
                  </a:lnTo>
                  <a:lnTo>
                    <a:pt x="9143" y="175260"/>
                  </a:lnTo>
                  <a:lnTo>
                    <a:pt x="3047" y="146303"/>
                  </a:lnTo>
                  <a:lnTo>
                    <a:pt x="0" y="111251"/>
                  </a:lnTo>
                  <a:lnTo>
                    <a:pt x="3047" y="85343"/>
                  </a:lnTo>
                  <a:lnTo>
                    <a:pt x="3047" y="62483"/>
                  </a:lnTo>
                  <a:lnTo>
                    <a:pt x="21335" y="16764"/>
                  </a:lnTo>
                  <a:lnTo>
                    <a:pt x="54863" y="0"/>
                  </a:lnTo>
                  <a:lnTo>
                    <a:pt x="70103" y="0"/>
                  </a:lnTo>
                  <a:lnTo>
                    <a:pt x="109727" y="28956"/>
                  </a:lnTo>
                  <a:lnTo>
                    <a:pt x="120395" y="68580"/>
                  </a:lnTo>
                  <a:lnTo>
                    <a:pt x="120395" y="94487"/>
                  </a:lnTo>
                  <a:lnTo>
                    <a:pt x="118871" y="131064"/>
                  </a:lnTo>
                  <a:lnTo>
                    <a:pt x="112775" y="160020"/>
                  </a:lnTo>
                  <a:lnTo>
                    <a:pt x="106679" y="175260"/>
                  </a:lnTo>
                  <a:lnTo>
                    <a:pt x="100583" y="185928"/>
                  </a:lnTo>
                  <a:lnTo>
                    <a:pt x="96011" y="198120"/>
                  </a:lnTo>
                  <a:lnTo>
                    <a:pt x="86867" y="205739"/>
                  </a:lnTo>
                  <a:lnTo>
                    <a:pt x="86867" y="1071372"/>
                  </a:lnTo>
                  <a:lnTo>
                    <a:pt x="83819" y="1083564"/>
                  </a:lnTo>
                  <a:lnTo>
                    <a:pt x="77723" y="1089660"/>
                  </a:lnTo>
                  <a:lnTo>
                    <a:pt x="67055" y="1092708"/>
                  </a:lnTo>
                  <a:close/>
                </a:path>
              </a:pathLst>
            </a:custGeom>
            <a:solidFill>
              <a:srgbClr val="AA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438143" y="1392935"/>
              <a:ext cx="123825" cy="1096010"/>
            </a:xfrm>
            <a:custGeom>
              <a:avLst/>
              <a:gdLst/>
              <a:ahLst/>
              <a:cxnLst/>
              <a:rect l="l" t="t" r="r" b="b"/>
              <a:pathLst>
                <a:path w="123825" h="1096010">
                  <a:moveTo>
                    <a:pt x="68580" y="1095756"/>
                  </a:moveTo>
                  <a:lnTo>
                    <a:pt x="53340" y="1095756"/>
                  </a:lnTo>
                  <a:lnTo>
                    <a:pt x="41148" y="1092708"/>
                  </a:lnTo>
                  <a:lnTo>
                    <a:pt x="38100" y="1085088"/>
                  </a:lnTo>
                  <a:lnTo>
                    <a:pt x="35052" y="1080516"/>
                  </a:lnTo>
                  <a:lnTo>
                    <a:pt x="32004" y="1074420"/>
                  </a:lnTo>
                  <a:lnTo>
                    <a:pt x="32004" y="216407"/>
                  </a:lnTo>
                  <a:lnTo>
                    <a:pt x="27432" y="208787"/>
                  </a:lnTo>
                  <a:lnTo>
                    <a:pt x="3048" y="147827"/>
                  </a:lnTo>
                  <a:lnTo>
                    <a:pt x="0" y="112775"/>
                  </a:lnTo>
                  <a:lnTo>
                    <a:pt x="3048" y="86867"/>
                  </a:lnTo>
                  <a:lnTo>
                    <a:pt x="3048" y="64007"/>
                  </a:lnTo>
                  <a:lnTo>
                    <a:pt x="21336" y="18287"/>
                  </a:lnTo>
                  <a:lnTo>
                    <a:pt x="56388" y="0"/>
                  </a:lnTo>
                  <a:lnTo>
                    <a:pt x="71628" y="0"/>
                  </a:lnTo>
                  <a:lnTo>
                    <a:pt x="85344" y="3048"/>
                  </a:lnTo>
                  <a:lnTo>
                    <a:pt x="56388" y="3048"/>
                  </a:lnTo>
                  <a:lnTo>
                    <a:pt x="42672" y="6095"/>
                  </a:lnTo>
                  <a:lnTo>
                    <a:pt x="32004" y="10667"/>
                  </a:lnTo>
                  <a:lnTo>
                    <a:pt x="22860" y="19811"/>
                  </a:lnTo>
                  <a:lnTo>
                    <a:pt x="18288" y="30479"/>
                  </a:lnTo>
                  <a:lnTo>
                    <a:pt x="12192" y="44195"/>
                  </a:lnTo>
                  <a:lnTo>
                    <a:pt x="6096" y="64007"/>
                  </a:lnTo>
                  <a:lnTo>
                    <a:pt x="6096" y="86867"/>
                  </a:lnTo>
                  <a:lnTo>
                    <a:pt x="3048" y="112775"/>
                  </a:lnTo>
                  <a:lnTo>
                    <a:pt x="6096" y="147827"/>
                  </a:lnTo>
                  <a:lnTo>
                    <a:pt x="12192" y="175259"/>
                  </a:lnTo>
                  <a:lnTo>
                    <a:pt x="18288" y="187452"/>
                  </a:lnTo>
                  <a:lnTo>
                    <a:pt x="22860" y="198119"/>
                  </a:lnTo>
                  <a:lnTo>
                    <a:pt x="35052" y="216407"/>
                  </a:lnTo>
                  <a:lnTo>
                    <a:pt x="35052" y="1072896"/>
                  </a:lnTo>
                  <a:lnTo>
                    <a:pt x="41148" y="1085088"/>
                  </a:lnTo>
                  <a:lnTo>
                    <a:pt x="42672" y="1089660"/>
                  </a:lnTo>
                  <a:lnTo>
                    <a:pt x="53340" y="1092708"/>
                  </a:lnTo>
                  <a:lnTo>
                    <a:pt x="80772" y="1092708"/>
                  </a:lnTo>
                  <a:lnTo>
                    <a:pt x="68580" y="1095756"/>
                  </a:lnTo>
                  <a:close/>
                </a:path>
                <a:path w="123825" h="1096010">
                  <a:moveTo>
                    <a:pt x="80772" y="1092708"/>
                  </a:moveTo>
                  <a:lnTo>
                    <a:pt x="68580" y="1092708"/>
                  </a:lnTo>
                  <a:lnTo>
                    <a:pt x="79248" y="1089660"/>
                  </a:lnTo>
                  <a:lnTo>
                    <a:pt x="83820" y="1085088"/>
                  </a:lnTo>
                  <a:lnTo>
                    <a:pt x="86868" y="1072896"/>
                  </a:lnTo>
                  <a:lnTo>
                    <a:pt x="86868" y="207263"/>
                  </a:lnTo>
                  <a:lnTo>
                    <a:pt x="96012" y="198119"/>
                  </a:lnTo>
                  <a:lnTo>
                    <a:pt x="100584" y="187452"/>
                  </a:lnTo>
                  <a:lnTo>
                    <a:pt x="106680" y="175259"/>
                  </a:lnTo>
                  <a:lnTo>
                    <a:pt x="112776" y="161543"/>
                  </a:lnTo>
                  <a:lnTo>
                    <a:pt x="118872" y="132587"/>
                  </a:lnTo>
                  <a:lnTo>
                    <a:pt x="121920" y="96011"/>
                  </a:lnTo>
                  <a:lnTo>
                    <a:pt x="121920" y="70104"/>
                  </a:lnTo>
                  <a:lnTo>
                    <a:pt x="109728" y="30479"/>
                  </a:lnTo>
                  <a:lnTo>
                    <a:pt x="70104" y="3048"/>
                  </a:lnTo>
                  <a:lnTo>
                    <a:pt x="85344" y="3048"/>
                  </a:lnTo>
                  <a:lnTo>
                    <a:pt x="118872" y="47243"/>
                  </a:lnTo>
                  <a:lnTo>
                    <a:pt x="123444" y="70104"/>
                  </a:lnTo>
                  <a:lnTo>
                    <a:pt x="123444" y="96011"/>
                  </a:lnTo>
                  <a:lnTo>
                    <a:pt x="121920" y="134111"/>
                  </a:lnTo>
                  <a:lnTo>
                    <a:pt x="109728" y="176783"/>
                  </a:lnTo>
                  <a:lnTo>
                    <a:pt x="89916" y="208787"/>
                  </a:lnTo>
                  <a:lnTo>
                    <a:pt x="89916" y="1074420"/>
                  </a:lnTo>
                  <a:lnTo>
                    <a:pt x="86868" y="1085088"/>
                  </a:lnTo>
                  <a:lnTo>
                    <a:pt x="80772" y="109270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23132" y="2418587"/>
              <a:ext cx="126492" cy="112776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20867" y="2308859"/>
              <a:ext cx="99059" cy="76200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/>
          <p:nvPr/>
        </p:nvSpPr>
        <p:spPr>
          <a:xfrm>
            <a:off x="5316727" y="1633027"/>
            <a:ext cx="377825" cy="9112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r" marR="21590">
              <a:lnSpc>
                <a:spcPct val="100000"/>
              </a:lnSpc>
              <a:spcBef>
                <a:spcPts val="185"/>
              </a:spcBef>
            </a:pPr>
            <a:r>
              <a:rPr dirty="0" sz="850" spc="-25">
                <a:solidFill>
                  <a:srgbClr val="1F1A16"/>
                </a:solidFill>
                <a:latin typeface="Arial"/>
                <a:cs typeface="Arial"/>
              </a:rPr>
              <a:t>X0</a:t>
            </a:r>
            <a:endParaRPr sz="850">
              <a:latin typeface="Arial"/>
              <a:cs typeface="Arial"/>
            </a:endParaRPr>
          </a:p>
          <a:p>
            <a:pPr algn="r" marR="47625">
              <a:lnSpc>
                <a:spcPct val="100000"/>
              </a:lnSpc>
              <a:spcBef>
                <a:spcPts val="105"/>
              </a:spcBef>
            </a:pPr>
            <a:r>
              <a:rPr dirty="0" sz="700" spc="-10">
                <a:solidFill>
                  <a:srgbClr val="1F1A16"/>
                </a:solidFill>
                <a:latin typeface="Arial"/>
                <a:cs typeface="Arial"/>
              </a:rPr>
              <a:t>START</a:t>
            </a:r>
            <a:endParaRPr sz="7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495"/>
              </a:spcBef>
            </a:pPr>
            <a:r>
              <a:rPr dirty="0" sz="850" spc="-25">
                <a:solidFill>
                  <a:srgbClr val="1F1A16"/>
                </a:solidFill>
                <a:latin typeface="Arial"/>
                <a:cs typeface="Arial"/>
              </a:rPr>
              <a:t>X1</a:t>
            </a:r>
            <a:endParaRPr sz="850">
              <a:latin typeface="Arial"/>
              <a:cs typeface="Arial"/>
            </a:endParaRPr>
          </a:p>
          <a:p>
            <a:pPr marL="35560">
              <a:lnSpc>
                <a:spcPct val="100000"/>
              </a:lnSpc>
              <a:spcBef>
                <a:spcPts val="210"/>
              </a:spcBef>
            </a:pPr>
            <a:r>
              <a:rPr dirty="0" sz="700" spc="-20">
                <a:solidFill>
                  <a:srgbClr val="1F1A16"/>
                </a:solidFill>
                <a:latin typeface="Arial"/>
                <a:cs typeface="Arial"/>
              </a:rPr>
              <a:t>STOP</a:t>
            </a:r>
            <a:endParaRPr sz="700">
              <a:latin typeface="Arial"/>
              <a:cs typeface="Arial"/>
            </a:endParaRPr>
          </a:p>
          <a:p>
            <a:pPr marL="227329">
              <a:lnSpc>
                <a:spcPct val="100000"/>
              </a:lnSpc>
              <a:spcBef>
                <a:spcPts val="345"/>
              </a:spcBef>
            </a:pPr>
            <a:r>
              <a:rPr dirty="0" sz="850" spc="-25">
                <a:solidFill>
                  <a:srgbClr val="1F1A16"/>
                </a:solidFill>
                <a:latin typeface="Arial"/>
                <a:cs typeface="Arial"/>
              </a:rPr>
              <a:t>X2</a:t>
            </a:r>
            <a:endParaRPr sz="850">
              <a:latin typeface="Arial"/>
              <a:cs typeface="Arial"/>
            </a:endParaRPr>
          </a:p>
          <a:p>
            <a:pPr marL="41275">
              <a:lnSpc>
                <a:spcPct val="100000"/>
              </a:lnSpc>
              <a:spcBef>
                <a:spcPts val="150"/>
              </a:spcBef>
            </a:pPr>
            <a:r>
              <a:rPr dirty="0" sz="700" spc="-20">
                <a:solidFill>
                  <a:srgbClr val="1F1A16"/>
                </a:solidFill>
                <a:latin typeface="Arial"/>
                <a:cs typeface="Arial"/>
              </a:rPr>
              <a:t>TEST</a:t>
            </a:r>
            <a:endParaRPr sz="70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3585504" y="1461039"/>
            <a:ext cx="163195" cy="1536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50" spc="-25">
                <a:solidFill>
                  <a:srgbClr val="1F1A16"/>
                </a:solidFill>
                <a:latin typeface="Arial"/>
                <a:cs typeface="Arial"/>
              </a:rPr>
              <a:t>Y0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3493008" y="1427987"/>
            <a:ext cx="67310" cy="1021080"/>
            <a:chOff x="3493008" y="1427987"/>
            <a:chExt cx="67310" cy="1021080"/>
          </a:xfrm>
        </p:grpSpPr>
        <p:sp>
          <p:nvSpPr>
            <p:cNvPr id="35" name="object 35" descr=""/>
            <p:cNvSpPr/>
            <p:nvPr/>
          </p:nvSpPr>
          <p:spPr>
            <a:xfrm>
              <a:off x="3494532" y="1431035"/>
              <a:ext cx="64135" cy="1015365"/>
            </a:xfrm>
            <a:custGeom>
              <a:avLst/>
              <a:gdLst/>
              <a:ahLst/>
              <a:cxnLst/>
              <a:rect l="l" t="t" r="r" b="b"/>
              <a:pathLst>
                <a:path w="64135" h="1015364">
                  <a:moveTo>
                    <a:pt x="0" y="1014983"/>
                  </a:moveTo>
                  <a:lnTo>
                    <a:pt x="6096" y="149351"/>
                  </a:lnTo>
                  <a:lnTo>
                    <a:pt x="19812" y="138683"/>
                  </a:lnTo>
                  <a:lnTo>
                    <a:pt x="32004" y="123443"/>
                  </a:lnTo>
                  <a:lnTo>
                    <a:pt x="41148" y="112775"/>
                  </a:lnTo>
                  <a:lnTo>
                    <a:pt x="42672" y="97535"/>
                  </a:lnTo>
                  <a:lnTo>
                    <a:pt x="42672" y="64007"/>
                  </a:lnTo>
                  <a:lnTo>
                    <a:pt x="41148" y="35051"/>
                  </a:lnTo>
                  <a:lnTo>
                    <a:pt x="38100" y="15239"/>
                  </a:lnTo>
                  <a:lnTo>
                    <a:pt x="32004" y="0"/>
                  </a:lnTo>
                  <a:lnTo>
                    <a:pt x="41148" y="6095"/>
                  </a:lnTo>
                  <a:lnTo>
                    <a:pt x="48768" y="12191"/>
                  </a:lnTo>
                  <a:lnTo>
                    <a:pt x="54864" y="22859"/>
                  </a:lnTo>
                  <a:lnTo>
                    <a:pt x="57912" y="35051"/>
                  </a:lnTo>
                  <a:lnTo>
                    <a:pt x="64008" y="48767"/>
                  </a:lnTo>
                  <a:lnTo>
                    <a:pt x="64008" y="106679"/>
                  </a:lnTo>
                  <a:lnTo>
                    <a:pt x="60960" y="120395"/>
                  </a:lnTo>
                  <a:lnTo>
                    <a:pt x="51816" y="141731"/>
                  </a:lnTo>
                  <a:lnTo>
                    <a:pt x="41148" y="158495"/>
                  </a:lnTo>
                  <a:lnTo>
                    <a:pt x="22860" y="175259"/>
                  </a:lnTo>
                  <a:lnTo>
                    <a:pt x="19812" y="998220"/>
                  </a:lnTo>
                  <a:lnTo>
                    <a:pt x="0" y="10149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493008" y="1427987"/>
              <a:ext cx="67310" cy="1021080"/>
            </a:xfrm>
            <a:custGeom>
              <a:avLst/>
              <a:gdLst/>
              <a:ahLst/>
              <a:cxnLst/>
              <a:rect l="l" t="t" r="r" b="b"/>
              <a:pathLst>
                <a:path w="67310" h="1021080">
                  <a:moveTo>
                    <a:pt x="0" y="1021080"/>
                  </a:moveTo>
                  <a:lnTo>
                    <a:pt x="5903" y="179832"/>
                  </a:lnTo>
                  <a:lnTo>
                    <a:pt x="5914" y="178308"/>
                  </a:lnTo>
                  <a:lnTo>
                    <a:pt x="6031" y="161543"/>
                  </a:lnTo>
                  <a:lnTo>
                    <a:pt x="6096" y="152400"/>
                  </a:lnTo>
                  <a:lnTo>
                    <a:pt x="21336" y="140208"/>
                  </a:lnTo>
                  <a:lnTo>
                    <a:pt x="32004" y="126492"/>
                  </a:lnTo>
                  <a:lnTo>
                    <a:pt x="41148" y="114300"/>
                  </a:lnTo>
                  <a:lnTo>
                    <a:pt x="42672" y="100584"/>
                  </a:lnTo>
                  <a:lnTo>
                    <a:pt x="42672" y="67056"/>
                  </a:lnTo>
                  <a:lnTo>
                    <a:pt x="41148" y="38100"/>
                  </a:lnTo>
                  <a:lnTo>
                    <a:pt x="38100" y="18288"/>
                  </a:lnTo>
                  <a:lnTo>
                    <a:pt x="30480" y="0"/>
                  </a:lnTo>
                  <a:lnTo>
                    <a:pt x="42672" y="7620"/>
                  </a:lnTo>
                  <a:lnTo>
                    <a:pt x="36576" y="7620"/>
                  </a:lnTo>
                  <a:lnTo>
                    <a:pt x="41148" y="18288"/>
                  </a:lnTo>
                  <a:lnTo>
                    <a:pt x="42672" y="38100"/>
                  </a:lnTo>
                  <a:lnTo>
                    <a:pt x="45720" y="67056"/>
                  </a:lnTo>
                  <a:lnTo>
                    <a:pt x="45720" y="100584"/>
                  </a:lnTo>
                  <a:lnTo>
                    <a:pt x="42672" y="115824"/>
                  </a:lnTo>
                  <a:lnTo>
                    <a:pt x="35052" y="128016"/>
                  </a:lnTo>
                  <a:lnTo>
                    <a:pt x="22860" y="141732"/>
                  </a:lnTo>
                  <a:lnTo>
                    <a:pt x="9144" y="153924"/>
                  </a:lnTo>
                  <a:lnTo>
                    <a:pt x="3155" y="999744"/>
                  </a:lnTo>
                  <a:lnTo>
                    <a:pt x="3048" y="1014984"/>
                  </a:lnTo>
                  <a:lnTo>
                    <a:pt x="7502" y="1014984"/>
                  </a:lnTo>
                  <a:lnTo>
                    <a:pt x="0" y="1021080"/>
                  </a:lnTo>
                  <a:close/>
                </a:path>
                <a:path w="67310" h="1021080">
                  <a:moveTo>
                    <a:pt x="19818" y="1001008"/>
                  </a:moveTo>
                  <a:lnTo>
                    <a:pt x="22854" y="179832"/>
                  </a:lnTo>
                  <a:lnTo>
                    <a:pt x="22860" y="178308"/>
                  </a:lnTo>
                  <a:lnTo>
                    <a:pt x="41148" y="160020"/>
                  </a:lnTo>
                  <a:lnTo>
                    <a:pt x="51816" y="143256"/>
                  </a:lnTo>
                  <a:lnTo>
                    <a:pt x="60960" y="123443"/>
                  </a:lnTo>
                  <a:lnTo>
                    <a:pt x="64008" y="109728"/>
                  </a:lnTo>
                  <a:lnTo>
                    <a:pt x="64008" y="53340"/>
                  </a:lnTo>
                  <a:lnTo>
                    <a:pt x="57912" y="38100"/>
                  </a:lnTo>
                  <a:lnTo>
                    <a:pt x="54864" y="27432"/>
                  </a:lnTo>
                  <a:lnTo>
                    <a:pt x="48768" y="16764"/>
                  </a:lnTo>
                  <a:lnTo>
                    <a:pt x="41148" y="10668"/>
                  </a:lnTo>
                  <a:lnTo>
                    <a:pt x="36576" y="7620"/>
                  </a:lnTo>
                  <a:lnTo>
                    <a:pt x="42672" y="7620"/>
                  </a:lnTo>
                  <a:lnTo>
                    <a:pt x="51816" y="13716"/>
                  </a:lnTo>
                  <a:lnTo>
                    <a:pt x="57912" y="25908"/>
                  </a:lnTo>
                  <a:lnTo>
                    <a:pt x="60960" y="38100"/>
                  </a:lnTo>
                  <a:lnTo>
                    <a:pt x="67056" y="51816"/>
                  </a:lnTo>
                  <a:lnTo>
                    <a:pt x="67056" y="109728"/>
                  </a:lnTo>
                  <a:lnTo>
                    <a:pt x="64008" y="124968"/>
                  </a:lnTo>
                  <a:lnTo>
                    <a:pt x="54864" y="144780"/>
                  </a:lnTo>
                  <a:lnTo>
                    <a:pt x="42672" y="161543"/>
                  </a:lnTo>
                  <a:lnTo>
                    <a:pt x="25908" y="179832"/>
                  </a:lnTo>
                  <a:lnTo>
                    <a:pt x="22865" y="999744"/>
                  </a:lnTo>
                  <a:lnTo>
                    <a:pt x="21336" y="999744"/>
                  </a:lnTo>
                  <a:lnTo>
                    <a:pt x="19818" y="1001008"/>
                  </a:lnTo>
                  <a:close/>
                </a:path>
                <a:path w="67310" h="1021080">
                  <a:moveTo>
                    <a:pt x="22508" y="1002792"/>
                  </a:moveTo>
                  <a:lnTo>
                    <a:pt x="19812" y="1002792"/>
                  </a:lnTo>
                  <a:lnTo>
                    <a:pt x="19818" y="1001008"/>
                  </a:lnTo>
                  <a:lnTo>
                    <a:pt x="21336" y="999744"/>
                  </a:lnTo>
                  <a:lnTo>
                    <a:pt x="22862" y="1000507"/>
                  </a:lnTo>
                  <a:lnTo>
                    <a:pt x="22860" y="1002506"/>
                  </a:lnTo>
                  <a:lnTo>
                    <a:pt x="22508" y="1002792"/>
                  </a:lnTo>
                  <a:close/>
                </a:path>
                <a:path w="67310" h="1021080">
                  <a:moveTo>
                    <a:pt x="22862" y="1000507"/>
                  </a:moveTo>
                  <a:lnTo>
                    <a:pt x="21336" y="999744"/>
                  </a:lnTo>
                  <a:lnTo>
                    <a:pt x="22865" y="999744"/>
                  </a:lnTo>
                  <a:lnTo>
                    <a:pt x="22862" y="1000507"/>
                  </a:lnTo>
                  <a:close/>
                </a:path>
                <a:path w="67310" h="1021080">
                  <a:moveTo>
                    <a:pt x="22860" y="1002506"/>
                  </a:moveTo>
                  <a:lnTo>
                    <a:pt x="22862" y="1000507"/>
                  </a:lnTo>
                  <a:lnTo>
                    <a:pt x="24384" y="1001268"/>
                  </a:lnTo>
                  <a:lnTo>
                    <a:pt x="22860" y="1002506"/>
                  </a:lnTo>
                  <a:close/>
                </a:path>
                <a:path w="67310" h="1021080">
                  <a:moveTo>
                    <a:pt x="7502" y="1014984"/>
                  </a:moveTo>
                  <a:lnTo>
                    <a:pt x="3048" y="1014984"/>
                  </a:lnTo>
                  <a:lnTo>
                    <a:pt x="19818" y="1001008"/>
                  </a:lnTo>
                  <a:lnTo>
                    <a:pt x="19812" y="1002792"/>
                  </a:lnTo>
                  <a:lnTo>
                    <a:pt x="22508" y="1002792"/>
                  </a:lnTo>
                  <a:lnTo>
                    <a:pt x="7502" y="1014984"/>
                  </a:lnTo>
                  <a:close/>
                </a:path>
                <a:path w="67310" h="1021080">
                  <a:moveTo>
                    <a:pt x="22860" y="1002792"/>
                  </a:moveTo>
                  <a:lnTo>
                    <a:pt x="22508" y="1002792"/>
                  </a:lnTo>
                  <a:lnTo>
                    <a:pt x="22860" y="1002506"/>
                  </a:lnTo>
                  <a:lnTo>
                    <a:pt x="22860" y="100279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7" name="object 3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22476" y="3389376"/>
            <a:ext cx="76200" cy="76200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22476" y="3604259"/>
            <a:ext cx="76200" cy="76200"/>
          </a:xfrm>
          <a:prstGeom prst="rect">
            <a:avLst/>
          </a:prstGeom>
        </p:spPr>
      </p:pic>
      <p:sp>
        <p:nvSpPr>
          <p:cNvPr id="39" name="object 39" descr=""/>
          <p:cNvSpPr txBox="1"/>
          <p:nvPr/>
        </p:nvSpPr>
        <p:spPr>
          <a:xfrm>
            <a:off x="926087" y="3009341"/>
            <a:ext cx="5334000" cy="935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Purpose:</a:t>
            </a:r>
            <a:endParaRPr sz="1050">
              <a:latin typeface="Arial"/>
              <a:cs typeface="Arial"/>
            </a:endParaRPr>
          </a:p>
          <a:p>
            <a:pPr marL="848994" marR="5080">
              <a:lnSpc>
                <a:spcPct val="134300"/>
              </a:lnSpc>
              <a:spcBef>
                <a:spcPts val="830"/>
              </a:spcBef>
            </a:pPr>
            <a:r>
              <a:rPr dirty="0" sz="1050" spc="-20">
                <a:latin typeface="Arial"/>
                <a:cs typeface="Arial"/>
              </a:rPr>
              <a:t>Controlling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running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state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25">
                <a:latin typeface="Arial"/>
                <a:cs typeface="Arial"/>
              </a:rPr>
              <a:t> ceiling-</a:t>
            </a:r>
            <a:r>
              <a:rPr dirty="0" sz="1050">
                <a:latin typeface="Arial"/>
                <a:cs typeface="Arial"/>
              </a:rPr>
              <a:t>fan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by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pressing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30">
                <a:latin typeface="Arial"/>
                <a:cs typeface="Arial"/>
              </a:rPr>
              <a:t>START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STOP. Checking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if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ceiling-</a:t>
            </a:r>
            <a:r>
              <a:rPr dirty="0" sz="1050">
                <a:latin typeface="Arial"/>
                <a:cs typeface="Arial"/>
              </a:rPr>
              <a:t>fan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running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normally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by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pressing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TEST.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050" spc="-10" b="1">
                <a:latin typeface="Arial"/>
                <a:cs typeface="Arial"/>
              </a:rPr>
              <a:t>Devices: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40" name="object 40" descr=""/>
          <p:cNvGraphicFramePr>
            <a:graphicFrameLocks noGrp="1"/>
          </p:cNvGraphicFramePr>
          <p:nvPr/>
        </p:nvGraphicFramePr>
        <p:xfrm>
          <a:off x="1723644" y="3963923"/>
          <a:ext cx="5332730" cy="13804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1394"/>
                <a:gridCol w="4247514"/>
              </a:tblGrid>
              <a:tr h="27686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Device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79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Function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79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Press</a:t>
                      </a:r>
                      <a:r>
                        <a:rPr dirty="0" sz="90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START,</a:t>
                      </a:r>
                      <a:r>
                        <a:rPr dirty="0" sz="90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X0</a:t>
                      </a:r>
                      <a:r>
                        <a:rPr dirty="0" sz="90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=</a:t>
                      </a:r>
                      <a:r>
                        <a:rPr dirty="0" sz="9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ON.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Press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STO,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X1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=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ON.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161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Press</a:t>
                      </a:r>
                      <a:r>
                        <a:rPr dirty="0" sz="9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TEST,</a:t>
                      </a:r>
                      <a:r>
                        <a:rPr dirty="0" sz="90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X2</a:t>
                      </a:r>
                      <a:r>
                        <a:rPr dirty="0" sz="9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=</a:t>
                      </a:r>
                      <a:r>
                        <a:rPr dirty="0" sz="9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ON.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Error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signal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Ceiling-fan</a:t>
                      </a:r>
                      <a:r>
                        <a:rPr dirty="0" sz="900" spc="1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motor</a:t>
                      </a:r>
                      <a:r>
                        <a:rPr dirty="0" sz="900" spc="1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control</a:t>
                      </a:r>
                      <a:r>
                        <a:rPr dirty="0" sz="900" spc="1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signal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1" name="object 41" descr=""/>
          <p:cNvSpPr txBox="1"/>
          <p:nvPr/>
        </p:nvSpPr>
        <p:spPr>
          <a:xfrm>
            <a:off x="926087" y="5472080"/>
            <a:ext cx="1114425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Program: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42" name="object 4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98320" y="5899403"/>
            <a:ext cx="5163312" cy="1703832"/>
          </a:xfrm>
          <a:prstGeom prst="rect">
            <a:avLst/>
          </a:prstGeom>
        </p:spPr>
      </p:pic>
      <p:pic>
        <p:nvPicPr>
          <p:cNvPr id="43" name="object 4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22476" y="7895844"/>
            <a:ext cx="76200" cy="76200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22476" y="8540496"/>
            <a:ext cx="76200" cy="76200"/>
          </a:xfrm>
          <a:prstGeom prst="rect">
            <a:avLst/>
          </a:prstGeom>
        </p:spPr>
      </p:pic>
      <p:pic>
        <p:nvPicPr>
          <p:cNvPr id="45" name="object 4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2475" y="8755380"/>
            <a:ext cx="76200" cy="76200"/>
          </a:xfrm>
          <a:prstGeom prst="rect">
            <a:avLst/>
          </a:prstGeom>
        </p:spPr>
      </p:pic>
      <p:pic>
        <p:nvPicPr>
          <p:cNvPr id="46" name="object 46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22475" y="8970264"/>
            <a:ext cx="76200" cy="76200"/>
          </a:xfrm>
          <a:prstGeom prst="rect">
            <a:avLst/>
          </a:prstGeom>
        </p:spPr>
      </p:pic>
      <p:sp>
        <p:nvSpPr>
          <p:cNvPr id="47" name="object 47" descr=""/>
          <p:cNvSpPr txBox="1"/>
          <p:nvPr/>
        </p:nvSpPr>
        <p:spPr>
          <a:xfrm>
            <a:off x="926087" y="7568271"/>
            <a:ext cx="6189980" cy="195643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050" spc="-10" b="1">
                <a:latin typeface="Arial"/>
                <a:cs typeface="Arial"/>
              </a:rPr>
              <a:t>Program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Description:</a:t>
            </a:r>
            <a:endParaRPr sz="1050">
              <a:latin typeface="Arial"/>
              <a:cs typeface="Arial"/>
            </a:endParaRPr>
          </a:p>
          <a:p>
            <a:pPr marL="848994">
              <a:lnSpc>
                <a:spcPct val="100000"/>
              </a:lnSpc>
              <a:spcBef>
                <a:spcPts val="420"/>
              </a:spcBef>
            </a:pPr>
            <a:r>
              <a:rPr dirty="0" sz="1050">
                <a:latin typeface="Arial"/>
                <a:cs typeface="Arial"/>
              </a:rPr>
              <a:t>Press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30">
                <a:latin typeface="Arial"/>
                <a:cs typeface="Arial"/>
              </a:rPr>
              <a:t>START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lightly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X0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ON.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ceiling-</a:t>
            </a:r>
            <a:r>
              <a:rPr dirty="0" sz="1050">
                <a:latin typeface="Arial"/>
                <a:cs typeface="Arial"/>
              </a:rPr>
              <a:t>fan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keep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running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if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no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error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occurred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(X3</a:t>
            </a:r>
            <a:endParaRPr sz="1050">
              <a:latin typeface="Arial"/>
              <a:cs typeface="Arial"/>
            </a:endParaRPr>
          </a:p>
          <a:p>
            <a:pPr marL="848994" marR="5080">
              <a:lnSpc>
                <a:spcPct val="134300"/>
              </a:lnSpc>
            </a:pP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OFF).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action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practiced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by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latching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circuit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which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takes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output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Y1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one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the </a:t>
            </a:r>
            <a:r>
              <a:rPr dirty="0" sz="1050">
                <a:latin typeface="Arial"/>
                <a:cs typeface="Arial"/>
              </a:rPr>
              <a:t>input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condition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keep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fan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running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even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if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START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button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not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pressed.</a:t>
            </a:r>
            <a:endParaRPr sz="1050">
              <a:latin typeface="Arial"/>
              <a:cs typeface="Arial"/>
            </a:endParaRPr>
          </a:p>
          <a:p>
            <a:pPr marL="848994" marR="584835">
              <a:lnSpc>
                <a:spcPct val="134300"/>
              </a:lnSpc>
            </a:pP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STOP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pressed,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X1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Y1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35">
                <a:latin typeface="Arial"/>
                <a:cs typeface="Arial"/>
              </a:rPr>
              <a:t>OFF.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ceiling-</a:t>
            </a:r>
            <a:r>
              <a:rPr dirty="0" sz="1050">
                <a:latin typeface="Arial"/>
                <a:cs typeface="Arial"/>
              </a:rPr>
              <a:t>fan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stop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running. </a:t>
            </a:r>
            <a:r>
              <a:rPr dirty="0" sz="1050">
                <a:latin typeface="Arial"/>
                <a:cs typeface="Arial"/>
              </a:rPr>
              <a:t>If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error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occur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(X3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ON),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Y1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OFF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25">
                <a:latin typeface="Arial"/>
                <a:cs typeface="Arial"/>
              </a:rPr>
              <a:t> ceiling-</a:t>
            </a:r>
            <a:r>
              <a:rPr dirty="0" sz="1050">
                <a:latin typeface="Arial"/>
                <a:cs typeface="Arial"/>
              </a:rPr>
              <a:t>fan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stop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running.</a:t>
            </a:r>
            <a:endParaRPr sz="1050">
              <a:latin typeface="Arial"/>
              <a:cs typeface="Arial"/>
            </a:endParaRPr>
          </a:p>
          <a:p>
            <a:pPr marL="850265" marR="259079">
              <a:lnSpc>
                <a:spcPct val="134300"/>
              </a:lnSpc>
            </a:pPr>
            <a:r>
              <a:rPr dirty="0" sz="1050" spc="-20">
                <a:latin typeface="Arial"/>
                <a:cs typeface="Arial"/>
              </a:rPr>
              <a:t>When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TEST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pressed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(X2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ON),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Y1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ON.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ceiling-</a:t>
            </a:r>
            <a:r>
              <a:rPr dirty="0" sz="1050">
                <a:latin typeface="Arial"/>
                <a:cs typeface="Arial"/>
              </a:rPr>
              <a:t>fan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start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running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if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error occurred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(X3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OFF).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contrary, when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TEST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released,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ceiling-</a:t>
            </a:r>
            <a:r>
              <a:rPr dirty="0" sz="1050">
                <a:latin typeface="Arial"/>
                <a:cs typeface="Arial"/>
              </a:rPr>
              <a:t>fan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stop running.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testing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function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performed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by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this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process.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6373" y="188496"/>
            <a:ext cx="3221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50748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132346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50748" y="9691116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39587" y="9733318"/>
            <a:ext cx="19875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50">
                <a:latin typeface="Arial"/>
                <a:cs typeface="Arial"/>
              </a:rPr>
              <a:t>6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56357" y="851374"/>
            <a:ext cx="195262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latin typeface="Arial"/>
                <a:cs typeface="Arial"/>
              </a:rPr>
              <a:t>1.6</a:t>
            </a:r>
            <a:r>
              <a:rPr dirty="0" sz="1100" spc="47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Interlock</a:t>
            </a:r>
            <a:r>
              <a:rPr dirty="0" sz="1100" spc="5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Control</a:t>
            </a:r>
            <a:r>
              <a:rPr dirty="0" sz="1100" spc="7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Circuit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467612" y="1231391"/>
            <a:ext cx="4567555" cy="2243455"/>
            <a:chOff x="1467612" y="1231391"/>
            <a:chExt cx="4567555" cy="2243455"/>
          </a:xfrm>
        </p:grpSpPr>
        <p:sp>
          <p:nvSpPr>
            <p:cNvPr id="9" name="object 9" descr=""/>
            <p:cNvSpPr/>
            <p:nvPr/>
          </p:nvSpPr>
          <p:spPr>
            <a:xfrm>
              <a:off x="4495799" y="2157983"/>
              <a:ext cx="311150" cy="280670"/>
            </a:xfrm>
            <a:custGeom>
              <a:avLst/>
              <a:gdLst/>
              <a:ahLst/>
              <a:cxnLst/>
              <a:rect l="l" t="t" r="r" b="b"/>
              <a:pathLst>
                <a:path w="311150" h="280669">
                  <a:moveTo>
                    <a:pt x="97535" y="280416"/>
                  </a:moveTo>
                  <a:lnTo>
                    <a:pt x="0" y="6095"/>
                  </a:lnTo>
                  <a:lnTo>
                    <a:pt x="213359" y="0"/>
                  </a:lnTo>
                  <a:lnTo>
                    <a:pt x="310896" y="278891"/>
                  </a:lnTo>
                  <a:lnTo>
                    <a:pt x="97535" y="280416"/>
                  </a:lnTo>
                  <a:close/>
                </a:path>
              </a:pathLst>
            </a:custGeom>
            <a:solidFill>
              <a:srgbClr val="9595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491228" y="2151888"/>
              <a:ext cx="320040" cy="295910"/>
            </a:xfrm>
            <a:custGeom>
              <a:avLst/>
              <a:gdLst/>
              <a:ahLst/>
              <a:cxnLst/>
              <a:rect l="l" t="t" r="r" b="b"/>
              <a:pathLst>
                <a:path w="320039" h="295910">
                  <a:moveTo>
                    <a:pt x="225168" y="10667"/>
                  </a:moveTo>
                  <a:lnTo>
                    <a:pt x="4572" y="10667"/>
                  </a:lnTo>
                  <a:lnTo>
                    <a:pt x="4572" y="6096"/>
                  </a:lnTo>
                  <a:lnTo>
                    <a:pt x="217932" y="0"/>
                  </a:lnTo>
                  <a:lnTo>
                    <a:pt x="217932" y="6096"/>
                  </a:lnTo>
                  <a:lnTo>
                    <a:pt x="223569" y="6096"/>
                  </a:lnTo>
                  <a:lnTo>
                    <a:pt x="225168" y="10667"/>
                  </a:lnTo>
                  <a:close/>
                </a:path>
                <a:path w="320039" h="295910">
                  <a:moveTo>
                    <a:pt x="217932" y="6096"/>
                  </a:moveTo>
                  <a:lnTo>
                    <a:pt x="217932" y="0"/>
                  </a:lnTo>
                  <a:lnTo>
                    <a:pt x="222504" y="3048"/>
                  </a:lnTo>
                  <a:lnTo>
                    <a:pt x="217932" y="6096"/>
                  </a:lnTo>
                  <a:close/>
                </a:path>
                <a:path w="320039" h="295910">
                  <a:moveTo>
                    <a:pt x="223569" y="6096"/>
                  </a:moveTo>
                  <a:lnTo>
                    <a:pt x="217932" y="6096"/>
                  </a:lnTo>
                  <a:lnTo>
                    <a:pt x="222504" y="3048"/>
                  </a:lnTo>
                  <a:lnTo>
                    <a:pt x="223569" y="6096"/>
                  </a:lnTo>
                  <a:close/>
                </a:path>
                <a:path w="320039" h="295910">
                  <a:moveTo>
                    <a:pt x="102108" y="295656"/>
                  </a:moveTo>
                  <a:lnTo>
                    <a:pt x="97536" y="289560"/>
                  </a:lnTo>
                  <a:lnTo>
                    <a:pt x="0" y="12191"/>
                  </a:lnTo>
                  <a:lnTo>
                    <a:pt x="4572" y="6096"/>
                  </a:lnTo>
                  <a:lnTo>
                    <a:pt x="4572" y="10667"/>
                  </a:lnTo>
                  <a:lnTo>
                    <a:pt x="225168" y="10667"/>
                  </a:lnTo>
                  <a:lnTo>
                    <a:pt x="225701" y="12191"/>
                  </a:lnTo>
                  <a:lnTo>
                    <a:pt x="213360" y="12191"/>
                  </a:lnTo>
                  <a:lnTo>
                    <a:pt x="13716" y="16764"/>
                  </a:lnTo>
                  <a:lnTo>
                    <a:pt x="106680" y="281940"/>
                  </a:lnTo>
                  <a:lnTo>
                    <a:pt x="320040" y="281940"/>
                  </a:lnTo>
                  <a:lnTo>
                    <a:pt x="315467" y="283464"/>
                  </a:lnTo>
                  <a:lnTo>
                    <a:pt x="315467" y="284988"/>
                  </a:lnTo>
                  <a:lnTo>
                    <a:pt x="318211" y="284988"/>
                  </a:lnTo>
                  <a:lnTo>
                    <a:pt x="315467" y="289560"/>
                  </a:lnTo>
                  <a:lnTo>
                    <a:pt x="102108" y="295656"/>
                  </a:lnTo>
                  <a:close/>
                </a:path>
                <a:path w="320039" h="295910">
                  <a:moveTo>
                    <a:pt x="320040" y="281940"/>
                  </a:moveTo>
                  <a:lnTo>
                    <a:pt x="106680" y="281940"/>
                  </a:lnTo>
                  <a:lnTo>
                    <a:pt x="306324" y="278892"/>
                  </a:lnTo>
                  <a:lnTo>
                    <a:pt x="213360" y="12191"/>
                  </a:lnTo>
                  <a:lnTo>
                    <a:pt x="225701" y="12191"/>
                  </a:lnTo>
                  <a:lnTo>
                    <a:pt x="320040" y="281940"/>
                  </a:lnTo>
                  <a:close/>
                </a:path>
                <a:path w="320039" h="295910">
                  <a:moveTo>
                    <a:pt x="318211" y="284988"/>
                  </a:moveTo>
                  <a:lnTo>
                    <a:pt x="315467" y="284988"/>
                  </a:lnTo>
                  <a:lnTo>
                    <a:pt x="320040" y="281940"/>
                  </a:lnTo>
                  <a:lnTo>
                    <a:pt x="318211" y="28498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495799" y="2164079"/>
              <a:ext cx="104139" cy="407034"/>
            </a:xfrm>
            <a:custGeom>
              <a:avLst/>
              <a:gdLst/>
              <a:ahLst/>
              <a:cxnLst/>
              <a:rect l="l" t="t" r="r" b="b"/>
              <a:pathLst>
                <a:path w="104139" h="407035">
                  <a:moveTo>
                    <a:pt x="103632" y="406908"/>
                  </a:moveTo>
                  <a:lnTo>
                    <a:pt x="6096" y="129540"/>
                  </a:lnTo>
                  <a:lnTo>
                    <a:pt x="0" y="0"/>
                  </a:lnTo>
                  <a:lnTo>
                    <a:pt x="97535" y="274320"/>
                  </a:lnTo>
                  <a:lnTo>
                    <a:pt x="103632" y="406908"/>
                  </a:lnTo>
                  <a:close/>
                </a:path>
              </a:pathLst>
            </a:custGeom>
            <a:solidFill>
              <a:srgbClr val="9595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491228" y="2161032"/>
              <a:ext cx="114300" cy="413384"/>
            </a:xfrm>
            <a:custGeom>
              <a:avLst/>
              <a:gdLst/>
              <a:ahLst/>
              <a:cxnLst/>
              <a:rect l="l" t="t" r="r" b="b"/>
              <a:pathLst>
                <a:path w="114300" h="413385">
                  <a:moveTo>
                    <a:pt x="102108" y="413004"/>
                  </a:moveTo>
                  <a:lnTo>
                    <a:pt x="4572" y="134112"/>
                  </a:lnTo>
                  <a:lnTo>
                    <a:pt x="4464" y="129540"/>
                  </a:lnTo>
                  <a:lnTo>
                    <a:pt x="0" y="3048"/>
                  </a:lnTo>
                  <a:lnTo>
                    <a:pt x="10668" y="0"/>
                  </a:lnTo>
                  <a:lnTo>
                    <a:pt x="24601" y="39624"/>
                  </a:lnTo>
                  <a:lnTo>
                    <a:pt x="12192" y="39624"/>
                  </a:lnTo>
                  <a:lnTo>
                    <a:pt x="16764" y="129540"/>
                  </a:lnTo>
                  <a:lnTo>
                    <a:pt x="100584" y="368808"/>
                  </a:lnTo>
                  <a:lnTo>
                    <a:pt x="112507" y="368808"/>
                  </a:lnTo>
                  <a:lnTo>
                    <a:pt x="114300" y="406908"/>
                  </a:lnTo>
                  <a:lnTo>
                    <a:pt x="114300" y="409956"/>
                  </a:lnTo>
                  <a:lnTo>
                    <a:pt x="108204" y="409956"/>
                  </a:lnTo>
                  <a:lnTo>
                    <a:pt x="102108" y="413004"/>
                  </a:lnTo>
                  <a:close/>
                </a:path>
                <a:path w="114300" h="413385">
                  <a:moveTo>
                    <a:pt x="97536" y="280416"/>
                  </a:moveTo>
                  <a:lnTo>
                    <a:pt x="12192" y="39624"/>
                  </a:lnTo>
                  <a:lnTo>
                    <a:pt x="24601" y="39624"/>
                  </a:lnTo>
                  <a:lnTo>
                    <a:pt x="108204" y="277368"/>
                  </a:lnTo>
                  <a:lnTo>
                    <a:pt x="97536" y="280416"/>
                  </a:lnTo>
                  <a:close/>
                </a:path>
                <a:path w="114300" h="413385">
                  <a:moveTo>
                    <a:pt x="112507" y="368808"/>
                  </a:moveTo>
                  <a:lnTo>
                    <a:pt x="100584" y="368808"/>
                  </a:lnTo>
                  <a:lnTo>
                    <a:pt x="97536" y="280416"/>
                  </a:lnTo>
                  <a:lnTo>
                    <a:pt x="108204" y="277368"/>
                  </a:lnTo>
                  <a:lnTo>
                    <a:pt x="112507" y="368808"/>
                  </a:lnTo>
                  <a:close/>
                </a:path>
                <a:path w="114300" h="413385">
                  <a:moveTo>
                    <a:pt x="102108" y="413004"/>
                  </a:moveTo>
                  <a:lnTo>
                    <a:pt x="108204" y="409956"/>
                  </a:lnTo>
                  <a:lnTo>
                    <a:pt x="114300" y="409956"/>
                  </a:lnTo>
                  <a:lnTo>
                    <a:pt x="102108" y="41300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495799" y="2157983"/>
              <a:ext cx="311150" cy="280670"/>
            </a:xfrm>
            <a:custGeom>
              <a:avLst/>
              <a:gdLst/>
              <a:ahLst/>
              <a:cxnLst/>
              <a:rect l="l" t="t" r="r" b="b"/>
              <a:pathLst>
                <a:path w="311150" h="280669">
                  <a:moveTo>
                    <a:pt x="97535" y="280416"/>
                  </a:moveTo>
                  <a:lnTo>
                    <a:pt x="0" y="6095"/>
                  </a:lnTo>
                  <a:lnTo>
                    <a:pt x="213359" y="0"/>
                  </a:lnTo>
                  <a:lnTo>
                    <a:pt x="310896" y="278891"/>
                  </a:lnTo>
                  <a:lnTo>
                    <a:pt x="97535" y="280416"/>
                  </a:lnTo>
                  <a:close/>
                </a:path>
              </a:pathLst>
            </a:custGeom>
            <a:solidFill>
              <a:srgbClr val="9595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491228" y="2151888"/>
              <a:ext cx="320040" cy="295910"/>
            </a:xfrm>
            <a:custGeom>
              <a:avLst/>
              <a:gdLst/>
              <a:ahLst/>
              <a:cxnLst/>
              <a:rect l="l" t="t" r="r" b="b"/>
              <a:pathLst>
                <a:path w="320039" h="295910">
                  <a:moveTo>
                    <a:pt x="225168" y="10667"/>
                  </a:moveTo>
                  <a:lnTo>
                    <a:pt x="4572" y="10667"/>
                  </a:lnTo>
                  <a:lnTo>
                    <a:pt x="4572" y="6096"/>
                  </a:lnTo>
                  <a:lnTo>
                    <a:pt x="217932" y="0"/>
                  </a:lnTo>
                  <a:lnTo>
                    <a:pt x="217932" y="6096"/>
                  </a:lnTo>
                  <a:lnTo>
                    <a:pt x="223569" y="6096"/>
                  </a:lnTo>
                  <a:lnTo>
                    <a:pt x="225168" y="10667"/>
                  </a:lnTo>
                  <a:close/>
                </a:path>
                <a:path w="320039" h="295910">
                  <a:moveTo>
                    <a:pt x="217932" y="6096"/>
                  </a:moveTo>
                  <a:lnTo>
                    <a:pt x="217932" y="0"/>
                  </a:lnTo>
                  <a:lnTo>
                    <a:pt x="222504" y="3048"/>
                  </a:lnTo>
                  <a:lnTo>
                    <a:pt x="217932" y="6096"/>
                  </a:lnTo>
                  <a:close/>
                </a:path>
                <a:path w="320039" h="295910">
                  <a:moveTo>
                    <a:pt x="223569" y="6096"/>
                  </a:moveTo>
                  <a:lnTo>
                    <a:pt x="217932" y="6096"/>
                  </a:lnTo>
                  <a:lnTo>
                    <a:pt x="222504" y="3048"/>
                  </a:lnTo>
                  <a:lnTo>
                    <a:pt x="223569" y="6096"/>
                  </a:lnTo>
                  <a:close/>
                </a:path>
                <a:path w="320039" h="295910">
                  <a:moveTo>
                    <a:pt x="102108" y="295656"/>
                  </a:moveTo>
                  <a:lnTo>
                    <a:pt x="97536" y="289560"/>
                  </a:lnTo>
                  <a:lnTo>
                    <a:pt x="0" y="12191"/>
                  </a:lnTo>
                  <a:lnTo>
                    <a:pt x="4572" y="6096"/>
                  </a:lnTo>
                  <a:lnTo>
                    <a:pt x="4572" y="10667"/>
                  </a:lnTo>
                  <a:lnTo>
                    <a:pt x="225168" y="10667"/>
                  </a:lnTo>
                  <a:lnTo>
                    <a:pt x="225701" y="12191"/>
                  </a:lnTo>
                  <a:lnTo>
                    <a:pt x="213360" y="12191"/>
                  </a:lnTo>
                  <a:lnTo>
                    <a:pt x="13716" y="16764"/>
                  </a:lnTo>
                  <a:lnTo>
                    <a:pt x="106680" y="281940"/>
                  </a:lnTo>
                  <a:lnTo>
                    <a:pt x="320040" y="281940"/>
                  </a:lnTo>
                  <a:lnTo>
                    <a:pt x="315467" y="283464"/>
                  </a:lnTo>
                  <a:lnTo>
                    <a:pt x="315467" y="284988"/>
                  </a:lnTo>
                  <a:lnTo>
                    <a:pt x="318211" y="284988"/>
                  </a:lnTo>
                  <a:lnTo>
                    <a:pt x="315467" y="289560"/>
                  </a:lnTo>
                  <a:lnTo>
                    <a:pt x="102108" y="295656"/>
                  </a:lnTo>
                  <a:close/>
                </a:path>
                <a:path w="320039" h="295910">
                  <a:moveTo>
                    <a:pt x="320040" y="281940"/>
                  </a:moveTo>
                  <a:lnTo>
                    <a:pt x="106680" y="281940"/>
                  </a:lnTo>
                  <a:lnTo>
                    <a:pt x="306324" y="278892"/>
                  </a:lnTo>
                  <a:lnTo>
                    <a:pt x="213360" y="12191"/>
                  </a:lnTo>
                  <a:lnTo>
                    <a:pt x="225701" y="12191"/>
                  </a:lnTo>
                  <a:lnTo>
                    <a:pt x="320040" y="281940"/>
                  </a:lnTo>
                  <a:close/>
                </a:path>
                <a:path w="320039" h="295910">
                  <a:moveTo>
                    <a:pt x="318211" y="284988"/>
                  </a:moveTo>
                  <a:lnTo>
                    <a:pt x="315467" y="284988"/>
                  </a:lnTo>
                  <a:lnTo>
                    <a:pt x="320040" y="281940"/>
                  </a:lnTo>
                  <a:lnTo>
                    <a:pt x="318211" y="28498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495799" y="2164079"/>
              <a:ext cx="104139" cy="407034"/>
            </a:xfrm>
            <a:custGeom>
              <a:avLst/>
              <a:gdLst/>
              <a:ahLst/>
              <a:cxnLst/>
              <a:rect l="l" t="t" r="r" b="b"/>
              <a:pathLst>
                <a:path w="104139" h="407035">
                  <a:moveTo>
                    <a:pt x="103632" y="406908"/>
                  </a:moveTo>
                  <a:lnTo>
                    <a:pt x="6096" y="129540"/>
                  </a:lnTo>
                  <a:lnTo>
                    <a:pt x="0" y="0"/>
                  </a:lnTo>
                  <a:lnTo>
                    <a:pt x="97535" y="274320"/>
                  </a:lnTo>
                  <a:lnTo>
                    <a:pt x="103632" y="406908"/>
                  </a:lnTo>
                  <a:close/>
                </a:path>
              </a:pathLst>
            </a:custGeom>
            <a:solidFill>
              <a:srgbClr val="9595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491228" y="2161032"/>
              <a:ext cx="114300" cy="413384"/>
            </a:xfrm>
            <a:custGeom>
              <a:avLst/>
              <a:gdLst/>
              <a:ahLst/>
              <a:cxnLst/>
              <a:rect l="l" t="t" r="r" b="b"/>
              <a:pathLst>
                <a:path w="114300" h="413385">
                  <a:moveTo>
                    <a:pt x="102108" y="413004"/>
                  </a:moveTo>
                  <a:lnTo>
                    <a:pt x="4572" y="134112"/>
                  </a:lnTo>
                  <a:lnTo>
                    <a:pt x="4464" y="129540"/>
                  </a:lnTo>
                  <a:lnTo>
                    <a:pt x="0" y="3048"/>
                  </a:lnTo>
                  <a:lnTo>
                    <a:pt x="10668" y="0"/>
                  </a:lnTo>
                  <a:lnTo>
                    <a:pt x="24601" y="39624"/>
                  </a:lnTo>
                  <a:lnTo>
                    <a:pt x="12192" y="39624"/>
                  </a:lnTo>
                  <a:lnTo>
                    <a:pt x="16764" y="129540"/>
                  </a:lnTo>
                  <a:lnTo>
                    <a:pt x="100584" y="368808"/>
                  </a:lnTo>
                  <a:lnTo>
                    <a:pt x="112507" y="368808"/>
                  </a:lnTo>
                  <a:lnTo>
                    <a:pt x="114300" y="406908"/>
                  </a:lnTo>
                  <a:lnTo>
                    <a:pt x="114300" y="409956"/>
                  </a:lnTo>
                  <a:lnTo>
                    <a:pt x="108204" y="409956"/>
                  </a:lnTo>
                  <a:lnTo>
                    <a:pt x="102108" y="413004"/>
                  </a:lnTo>
                  <a:close/>
                </a:path>
                <a:path w="114300" h="413385">
                  <a:moveTo>
                    <a:pt x="97536" y="280416"/>
                  </a:moveTo>
                  <a:lnTo>
                    <a:pt x="12192" y="39624"/>
                  </a:lnTo>
                  <a:lnTo>
                    <a:pt x="24601" y="39624"/>
                  </a:lnTo>
                  <a:lnTo>
                    <a:pt x="108204" y="277368"/>
                  </a:lnTo>
                  <a:lnTo>
                    <a:pt x="97536" y="280416"/>
                  </a:lnTo>
                  <a:close/>
                </a:path>
                <a:path w="114300" h="413385">
                  <a:moveTo>
                    <a:pt x="112507" y="368808"/>
                  </a:moveTo>
                  <a:lnTo>
                    <a:pt x="100584" y="368808"/>
                  </a:lnTo>
                  <a:lnTo>
                    <a:pt x="97536" y="280416"/>
                  </a:lnTo>
                  <a:lnTo>
                    <a:pt x="108204" y="277368"/>
                  </a:lnTo>
                  <a:lnTo>
                    <a:pt x="112507" y="368808"/>
                  </a:lnTo>
                  <a:close/>
                </a:path>
                <a:path w="114300" h="413385">
                  <a:moveTo>
                    <a:pt x="102108" y="413004"/>
                  </a:moveTo>
                  <a:lnTo>
                    <a:pt x="108204" y="409956"/>
                  </a:lnTo>
                  <a:lnTo>
                    <a:pt x="114300" y="409956"/>
                  </a:lnTo>
                  <a:lnTo>
                    <a:pt x="102108" y="41300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593335" y="2436875"/>
              <a:ext cx="247015" cy="134620"/>
            </a:xfrm>
            <a:custGeom>
              <a:avLst/>
              <a:gdLst/>
              <a:ahLst/>
              <a:cxnLst/>
              <a:rect l="l" t="t" r="r" b="b"/>
              <a:pathLst>
                <a:path w="247014" h="134619">
                  <a:moveTo>
                    <a:pt x="6096" y="134112"/>
                  </a:moveTo>
                  <a:lnTo>
                    <a:pt x="0" y="1524"/>
                  </a:lnTo>
                  <a:lnTo>
                    <a:pt x="213360" y="0"/>
                  </a:lnTo>
                  <a:lnTo>
                    <a:pt x="246888" y="128016"/>
                  </a:lnTo>
                  <a:lnTo>
                    <a:pt x="6096" y="134112"/>
                  </a:lnTo>
                  <a:close/>
                </a:path>
              </a:pathLst>
            </a:custGeom>
            <a:solidFill>
              <a:srgbClr val="9595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588763" y="2430780"/>
              <a:ext cx="260985" cy="146685"/>
            </a:xfrm>
            <a:custGeom>
              <a:avLst/>
              <a:gdLst/>
              <a:ahLst/>
              <a:cxnLst/>
              <a:rect l="l" t="t" r="r" b="b"/>
              <a:pathLst>
                <a:path w="260985" h="146685">
                  <a:moveTo>
                    <a:pt x="0" y="10668"/>
                  </a:moveTo>
                  <a:lnTo>
                    <a:pt x="0" y="3048"/>
                  </a:lnTo>
                  <a:lnTo>
                    <a:pt x="4572" y="3048"/>
                  </a:lnTo>
                  <a:lnTo>
                    <a:pt x="217932" y="0"/>
                  </a:lnTo>
                  <a:lnTo>
                    <a:pt x="217932" y="4572"/>
                  </a:lnTo>
                  <a:lnTo>
                    <a:pt x="222921" y="4572"/>
                  </a:lnTo>
                  <a:lnTo>
                    <a:pt x="223755" y="7620"/>
                  </a:lnTo>
                  <a:lnTo>
                    <a:pt x="4572" y="7620"/>
                  </a:lnTo>
                  <a:lnTo>
                    <a:pt x="0" y="10668"/>
                  </a:lnTo>
                  <a:close/>
                </a:path>
                <a:path w="260985" h="146685">
                  <a:moveTo>
                    <a:pt x="222921" y="4572"/>
                  </a:moveTo>
                  <a:lnTo>
                    <a:pt x="217932" y="4572"/>
                  </a:lnTo>
                  <a:lnTo>
                    <a:pt x="217932" y="0"/>
                  </a:lnTo>
                  <a:lnTo>
                    <a:pt x="222503" y="0"/>
                  </a:lnTo>
                  <a:lnTo>
                    <a:pt x="222503" y="3048"/>
                  </a:lnTo>
                  <a:lnTo>
                    <a:pt x="222921" y="4572"/>
                  </a:lnTo>
                  <a:close/>
                </a:path>
                <a:path w="260985" h="146685">
                  <a:moveTo>
                    <a:pt x="10668" y="146304"/>
                  </a:moveTo>
                  <a:lnTo>
                    <a:pt x="4572" y="146304"/>
                  </a:lnTo>
                  <a:lnTo>
                    <a:pt x="4572" y="140208"/>
                  </a:lnTo>
                  <a:lnTo>
                    <a:pt x="0" y="10668"/>
                  </a:lnTo>
                  <a:lnTo>
                    <a:pt x="4572" y="9144"/>
                  </a:lnTo>
                  <a:lnTo>
                    <a:pt x="4572" y="7620"/>
                  </a:lnTo>
                  <a:lnTo>
                    <a:pt x="223755" y="7620"/>
                  </a:lnTo>
                  <a:lnTo>
                    <a:pt x="224590" y="10668"/>
                  </a:lnTo>
                  <a:lnTo>
                    <a:pt x="213360" y="10668"/>
                  </a:lnTo>
                  <a:lnTo>
                    <a:pt x="10668" y="16764"/>
                  </a:lnTo>
                  <a:lnTo>
                    <a:pt x="16526" y="129540"/>
                  </a:lnTo>
                  <a:lnTo>
                    <a:pt x="16605" y="131064"/>
                  </a:lnTo>
                  <a:lnTo>
                    <a:pt x="16684" y="132588"/>
                  </a:lnTo>
                  <a:lnTo>
                    <a:pt x="16764" y="134112"/>
                  </a:lnTo>
                  <a:lnTo>
                    <a:pt x="258571" y="134112"/>
                  </a:lnTo>
                  <a:lnTo>
                    <a:pt x="260603" y="140208"/>
                  </a:lnTo>
                  <a:lnTo>
                    <a:pt x="254508" y="140208"/>
                  </a:lnTo>
                  <a:lnTo>
                    <a:pt x="10668" y="146304"/>
                  </a:lnTo>
                  <a:close/>
                </a:path>
                <a:path w="260985" h="146685">
                  <a:moveTo>
                    <a:pt x="252984" y="134112"/>
                  </a:moveTo>
                  <a:lnTo>
                    <a:pt x="16764" y="134112"/>
                  </a:lnTo>
                  <a:lnTo>
                    <a:pt x="243840" y="129540"/>
                  </a:lnTo>
                  <a:lnTo>
                    <a:pt x="213360" y="10668"/>
                  </a:lnTo>
                  <a:lnTo>
                    <a:pt x="224590" y="10668"/>
                  </a:lnTo>
                  <a:lnTo>
                    <a:pt x="257555" y="131064"/>
                  </a:lnTo>
                  <a:lnTo>
                    <a:pt x="252984" y="132588"/>
                  </a:lnTo>
                  <a:lnTo>
                    <a:pt x="252984" y="134112"/>
                  </a:lnTo>
                  <a:close/>
                </a:path>
                <a:path w="260985" h="146685">
                  <a:moveTo>
                    <a:pt x="258571" y="134112"/>
                  </a:moveTo>
                  <a:lnTo>
                    <a:pt x="252984" y="134112"/>
                  </a:lnTo>
                  <a:lnTo>
                    <a:pt x="257555" y="131064"/>
                  </a:lnTo>
                  <a:lnTo>
                    <a:pt x="258571" y="13411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77156" y="2459735"/>
              <a:ext cx="68580" cy="88392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3137903" y="2700540"/>
              <a:ext cx="2897505" cy="599440"/>
            </a:xfrm>
            <a:custGeom>
              <a:avLst/>
              <a:gdLst/>
              <a:ahLst/>
              <a:cxnLst/>
              <a:rect l="l" t="t" r="r" b="b"/>
              <a:pathLst>
                <a:path w="2897504" h="599439">
                  <a:moveTo>
                    <a:pt x="2897124" y="595884"/>
                  </a:moveTo>
                  <a:lnTo>
                    <a:pt x="2892552" y="591312"/>
                  </a:lnTo>
                  <a:lnTo>
                    <a:pt x="2891028" y="589788"/>
                  </a:lnTo>
                  <a:lnTo>
                    <a:pt x="2889834" y="586740"/>
                  </a:lnTo>
                  <a:lnTo>
                    <a:pt x="2662428" y="10668"/>
                  </a:lnTo>
                  <a:lnTo>
                    <a:pt x="2659380" y="7620"/>
                  </a:lnTo>
                  <a:lnTo>
                    <a:pt x="12192" y="0"/>
                  </a:lnTo>
                  <a:lnTo>
                    <a:pt x="9144" y="3048"/>
                  </a:lnTo>
                  <a:lnTo>
                    <a:pt x="6096" y="3048"/>
                  </a:lnTo>
                  <a:lnTo>
                    <a:pt x="3048" y="4572"/>
                  </a:lnTo>
                  <a:lnTo>
                    <a:pt x="0" y="7620"/>
                  </a:lnTo>
                  <a:lnTo>
                    <a:pt x="0" y="13716"/>
                  </a:lnTo>
                  <a:lnTo>
                    <a:pt x="169164" y="586740"/>
                  </a:lnTo>
                  <a:lnTo>
                    <a:pt x="169164" y="589788"/>
                  </a:lnTo>
                  <a:lnTo>
                    <a:pt x="175260" y="589788"/>
                  </a:lnTo>
                  <a:lnTo>
                    <a:pt x="184404" y="589788"/>
                  </a:lnTo>
                  <a:lnTo>
                    <a:pt x="208788" y="592836"/>
                  </a:lnTo>
                  <a:lnTo>
                    <a:pt x="295656" y="592836"/>
                  </a:lnTo>
                  <a:lnTo>
                    <a:pt x="429768" y="592836"/>
                  </a:lnTo>
                  <a:lnTo>
                    <a:pt x="510540" y="595884"/>
                  </a:lnTo>
                  <a:lnTo>
                    <a:pt x="601980" y="595884"/>
                  </a:lnTo>
                  <a:lnTo>
                    <a:pt x="865632" y="595884"/>
                  </a:lnTo>
                  <a:lnTo>
                    <a:pt x="1011936" y="598932"/>
                  </a:lnTo>
                  <a:lnTo>
                    <a:pt x="2886456" y="598932"/>
                  </a:lnTo>
                  <a:lnTo>
                    <a:pt x="2897124" y="595884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137659" y="1787651"/>
              <a:ext cx="433070" cy="334010"/>
            </a:xfrm>
            <a:custGeom>
              <a:avLst/>
              <a:gdLst/>
              <a:ahLst/>
              <a:cxnLst/>
              <a:rect l="l" t="t" r="r" b="b"/>
              <a:pathLst>
                <a:path w="433070" h="334010">
                  <a:moveTo>
                    <a:pt x="432816" y="333756"/>
                  </a:moveTo>
                  <a:lnTo>
                    <a:pt x="86867" y="333756"/>
                  </a:lnTo>
                  <a:lnTo>
                    <a:pt x="0" y="0"/>
                  </a:lnTo>
                  <a:lnTo>
                    <a:pt x="344424" y="0"/>
                  </a:lnTo>
                  <a:lnTo>
                    <a:pt x="432816" y="333756"/>
                  </a:lnTo>
                  <a:close/>
                </a:path>
              </a:pathLst>
            </a:custGeom>
            <a:solidFill>
              <a:srgbClr val="AA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133087" y="1783079"/>
              <a:ext cx="443865" cy="342900"/>
            </a:xfrm>
            <a:custGeom>
              <a:avLst/>
              <a:gdLst/>
              <a:ahLst/>
              <a:cxnLst/>
              <a:rect l="l" t="t" r="r" b="b"/>
              <a:pathLst>
                <a:path w="443864" h="342900">
                  <a:moveTo>
                    <a:pt x="437388" y="342900"/>
                  </a:moveTo>
                  <a:lnTo>
                    <a:pt x="91440" y="342900"/>
                  </a:lnTo>
                  <a:lnTo>
                    <a:pt x="85344" y="341376"/>
                  </a:lnTo>
                  <a:lnTo>
                    <a:pt x="0" y="4572"/>
                  </a:lnTo>
                  <a:lnTo>
                    <a:pt x="4572" y="0"/>
                  </a:lnTo>
                  <a:lnTo>
                    <a:pt x="4572" y="3048"/>
                  </a:lnTo>
                  <a:lnTo>
                    <a:pt x="355491" y="3048"/>
                  </a:lnTo>
                  <a:lnTo>
                    <a:pt x="357491" y="10667"/>
                  </a:lnTo>
                  <a:lnTo>
                    <a:pt x="13716" y="10667"/>
                  </a:lnTo>
                  <a:lnTo>
                    <a:pt x="96012" y="332232"/>
                  </a:lnTo>
                  <a:lnTo>
                    <a:pt x="441884" y="332232"/>
                  </a:lnTo>
                  <a:lnTo>
                    <a:pt x="443484" y="338328"/>
                  </a:lnTo>
                  <a:lnTo>
                    <a:pt x="437388" y="342900"/>
                  </a:lnTo>
                  <a:close/>
                </a:path>
                <a:path w="443864" h="342900">
                  <a:moveTo>
                    <a:pt x="348996" y="3048"/>
                  </a:moveTo>
                  <a:lnTo>
                    <a:pt x="4572" y="3048"/>
                  </a:lnTo>
                  <a:lnTo>
                    <a:pt x="4572" y="0"/>
                  </a:lnTo>
                  <a:lnTo>
                    <a:pt x="348996" y="0"/>
                  </a:lnTo>
                  <a:lnTo>
                    <a:pt x="348996" y="3048"/>
                  </a:lnTo>
                  <a:close/>
                </a:path>
                <a:path w="443864" h="342900">
                  <a:moveTo>
                    <a:pt x="355491" y="3048"/>
                  </a:moveTo>
                  <a:lnTo>
                    <a:pt x="348996" y="3048"/>
                  </a:lnTo>
                  <a:lnTo>
                    <a:pt x="348996" y="0"/>
                  </a:lnTo>
                  <a:lnTo>
                    <a:pt x="355092" y="1524"/>
                  </a:lnTo>
                  <a:lnTo>
                    <a:pt x="355491" y="3048"/>
                  </a:lnTo>
                  <a:close/>
                </a:path>
                <a:path w="443864" h="342900">
                  <a:moveTo>
                    <a:pt x="441884" y="332232"/>
                  </a:moveTo>
                  <a:lnTo>
                    <a:pt x="426720" y="332232"/>
                  </a:lnTo>
                  <a:lnTo>
                    <a:pt x="344424" y="10667"/>
                  </a:lnTo>
                  <a:lnTo>
                    <a:pt x="357491" y="10667"/>
                  </a:lnTo>
                  <a:lnTo>
                    <a:pt x="441884" y="33223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137659" y="1787651"/>
              <a:ext cx="100965" cy="786765"/>
            </a:xfrm>
            <a:custGeom>
              <a:avLst/>
              <a:gdLst/>
              <a:ahLst/>
              <a:cxnLst/>
              <a:rect l="l" t="t" r="r" b="b"/>
              <a:pathLst>
                <a:path w="100964" h="786764">
                  <a:moveTo>
                    <a:pt x="100583" y="786383"/>
                  </a:moveTo>
                  <a:lnTo>
                    <a:pt x="15240" y="451103"/>
                  </a:lnTo>
                  <a:lnTo>
                    <a:pt x="0" y="0"/>
                  </a:lnTo>
                  <a:lnTo>
                    <a:pt x="86867" y="333756"/>
                  </a:lnTo>
                  <a:lnTo>
                    <a:pt x="100583" y="786383"/>
                  </a:lnTo>
                  <a:close/>
                </a:path>
              </a:pathLst>
            </a:custGeom>
            <a:solidFill>
              <a:srgbClr val="AA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133087" y="1784603"/>
              <a:ext cx="111760" cy="789940"/>
            </a:xfrm>
            <a:custGeom>
              <a:avLst/>
              <a:gdLst/>
              <a:ahLst/>
              <a:cxnLst/>
              <a:rect l="l" t="t" r="r" b="b"/>
              <a:pathLst>
                <a:path w="111760" h="789939">
                  <a:moveTo>
                    <a:pt x="13716" y="457199"/>
                  </a:moveTo>
                  <a:lnTo>
                    <a:pt x="13716" y="454151"/>
                  </a:lnTo>
                  <a:lnTo>
                    <a:pt x="0" y="3047"/>
                  </a:lnTo>
                  <a:lnTo>
                    <a:pt x="10668" y="0"/>
                  </a:lnTo>
                  <a:lnTo>
                    <a:pt x="24818" y="54863"/>
                  </a:lnTo>
                  <a:lnTo>
                    <a:pt x="12192" y="54863"/>
                  </a:lnTo>
                  <a:lnTo>
                    <a:pt x="25908" y="454151"/>
                  </a:lnTo>
                  <a:lnTo>
                    <a:pt x="19812" y="454151"/>
                  </a:lnTo>
                  <a:lnTo>
                    <a:pt x="13716" y="457199"/>
                  </a:lnTo>
                  <a:close/>
                </a:path>
                <a:path w="111760" h="789939">
                  <a:moveTo>
                    <a:pt x="109717" y="736091"/>
                  </a:moveTo>
                  <a:lnTo>
                    <a:pt x="97536" y="736091"/>
                  </a:lnTo>
                  <a:lnTo>
                    <a:pt x="85397" y="340058"/>
                  </a:lnTo>
                  <a:lnTo>
                    <a:pt x="85344" y="338327"/>
                  </a:lnTo>
                  <a:lnTo>
                    <a:pt x="84952" y="338327"/>
                  </a:lnTo>
                  <a:lnTo>
                    <a:pt x="12192" y="54863"/>
                  </a:lnTo>
                  <a:lnTo>
                    <a:pt x="24818" y="54863"/>
                  </a:lnTo>
                  <a:lnTo>
                    <a:pt x="97536" y="336803"/>
                  </a:lnTo>
                  <a:lnTo>
                    <a:pt x="97582" y="338327"/>
                  </a:lnTo>
                  <a:lnTo>
                    <a:pt x="85344" y="338327"/>
                  </a:lnTo>
                  <a:lnTo>
                    <a:pt x="85385" y="339668"/>
                  </a:lnTo>
                  <a:lnTo>
                    <a:pt x="97623" y="339668"/>
                  </a:lnTo>
                  <a:lnTo>
                    <a:pt x="109717" y="736091"/>
                  </a:lnTo>
                  <a:close/>
                </a:path>
                <a:path w="111760" h="789939">
                  <a:moveTo>
                    <a:pt x="111252" y="789431"/>
                  </a:moveTo>
                  <a:lnTo>
                    <a:pt x="99060" y="789431"/>
                  </a:lnTo>
                  <a:lnTo>
                    <a:pt x="13716" y="457199"/>
                  </a:lnTo>
                  <a:lnTo>
                    <a:pt x="25908" y="454151"/>
                  </a:lnTo>
                  <a:lnTo>
                    <a:pt x="97536" y="736091"/>
                  </a:lnTo>
                  <a:lnTo>
                    <a:pt x="109717" y="736091"/>
                  </a:lnTo>
                  <a:lnTo>
                    <a:pt x="111252" y="786383"/>
                  </a:lnTo>
                  <a:lnTo>
                    <a:pt x="111252" y="789431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137659" y="1787651"/>
              <a:ext cx="433070" cy="334010"/>
            </a:xfrm>
            <a:custGeom>
              <a:avLst/>
              <a:gdLst/>
              <a:ahLst/>
              <a:cxnLst/>
              <a:rect l="l" t="t" r="r" b="b"/>
              <a:pathLst>
                <a:path w="433070" h="334010">
                  <a:moveTo>
                    <a:pt x="432816" y="333756"/>
                  </a:moveTo>
                  <a:lnTo>
                    <a:pt x="86867" y="333756"/>
                  </a:lnTo>
                  <a:lnTo>
                    <a:pt x="0" y="0"/>
                  </a:lnTo>
                  <a:lnTo>
                    <a:pt x="344424" y="0"/>
                  </a:lnTo>
                  <a:lnTo>
                    <a:pt x="432816" y="333756"/>
                  </a:lnTo>
                  <a:close/>
                </a:path>
              </a:pathLst>
            </a:custGeom>
            <a:solidFill>
              <a:srgbClr val="AA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133087" y="1783079"/>
              <a:ext cx="443865" cy="342900"/>
            </a:xfrm>
            <a:custGeom>
              <a:avLst/>
              <a:gdLst/>
              <a:ahLst/>
              <a:cxnLst/>
              <a:rect l="l" t="t" r="r" b="b"/>
              <a:pathLst>
                <a:path w="443864" h="342900">
                  <a:moveTo>
                    <a:pt x="437388" y="342900"/>
                  </a:moveTo>
                  <a:lnTo>
                    <a:pt x="91440" y="342900"/>
                  </a:lnTo>
                  <a:lnTo>
                    <a:pt x="85344" y="341376"/>
                  </a:lnTo>
                  <a:lnTo>
                    <a:pt x="0" y="4572"/>
                  </a:lnTo>
                  <a:lnTo>
                    <a:pt x="4572" y="0"/>
                  </a:lnTo>
                  <a:lnTo>
                    <a:pt x="4572" y="3048"/>
                  </a:lnTo>
                  <a:lnTo>
                    <a:pt x="355491" y="3048"/>
                  </a:lnTo>
                  <a:lnTo>
                    <a:pt x="357491" y="10667"/>
                  </a:lnTo>
                  <a:lnTo>
                    <a:pt x="13716" y="10667"/>
                  </a:lnTo>
                  <a:lnTo>
                    <a:pt x="96012" y="332232"/>
                  </a:lnTo>
                  <a:lnTo>
                    <a:pt x="441884" y="332232"/>
                  </a:lnTo>
                  <a:lnTo>
                    <a:pt x="443484" y="338328"/>
                  </a:lnTo>
                  <a:lnTo>
                    <a:pt x="437388" y="342900"/>
                  </a:lnTo>
                  <a:close/>
                </a:path>
                <a:path w="443864" h="342900">
                  <a:moveTo>
                    <a:pt x="348996" y="3048"/>
                  </a:moveTo>
                  <a:lnTo>
                    <a:pt x="4572" y="3048"/>
                  </a:lnTo>
                  <a:lnTo>
                    <a:pt x="4572" y="0"/>
                  </a:lnTo>
                  <a:lnTo>
                    <a:pt x="348996" y="0"/>
                  </a:lnTo>
                  <a:lnTo>
                    <a:pt x="348996" y="3048"/>
                  </a:lnTo>
                  <a:close/>
                </a:path>
                <a:path w="443864" h="342900">
                  <a:moveTo>
                    <a:pt x="355491" y="3048"/>
                  </a:moveTo>
                  <a:lnTo>
                    <a:pt x="348996" y="3048"/>
                  </a:lnTo>
                  <a:lnTo>
                    <a:pt x="348996" y="0"/>
                  </a:lnTo>
                  <a:lnTo>
                    <a:pt x="355092" y="1524"/>
                  </a:lnTo>
                  <a:lnTo>
                    <a:pt x="355491" y="3048"/>
                  </a:lnTo>
                  <a:close/>
                </a:path>
                <a:path w="443864" h="342900">
                  <a:moveTo>
                    <a:pt x="441884" y="332232"/>
                  </a:moveTo>
                  <a:lnTo>
                    <a:pt x="426720" y="332232"/>
                  </a:lnTo>
                  <a:lnTo>
                    <a:pt x="344424" y="10667"/>
                  </a:lnTo>
                  <a:lnTo>
                    <a:pt x="357491" y="10667"/>
                  </a:lnTo>
                  <a:lnTo>
                    <a:pt x="441884" y="33223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137659" y="1787651"/>
              <a:ext cx="100965" cy="786765"/>
            </a:xfrm>
            <a:custGeom>
              <a:avLst/>
              <a:gdLst/>
              <a:ahLst/>
              <a:cxnLst/>
              <a:rect l="l" t="t" r="r" b="b"/>
              <a:pathLst>
                <a:path w="100964" h="786764">
                  <a:moveTo>
                    <a:pt x="100583" y="786383"/>
                  </a:moveTo>
                  <a:lnTo>
                    <a:pt x="15240" y="451103"/>
                  </a:lnTo>
                  <a:lnTo>
                    <a:pt x="0" y="0"/>
                  </a:lnTo>
                  <a:lnTo>
                    <a:pt x="86867" y="333756"/>
                  </a:lnTo>
                  <a:lnTo>
                    <a:pt x="100583" y="786383"/>
                  </a:lnTo>
                  <a:close/>
                </a:path>
              </a:pathLst>
            </a:custGeom>
            <a:solidFill>
              <a:srgbClr val="AA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133087" y="1784603"/>
              <a:ext cx="111760" cy="789940"/>
            </a:xfrm>
            <a:custGeom>
              <a:avLst/>
              <a:gdLst/>
              <a:ahLst/>
              <a:cxnLst/>
              <a:rect l="l" t="t" r="r" b="b"/>
              <a:pathLst>
                <a:path w="111760" h="789939">
                  <a:moveTo>
                    <a:pt x="13716" y="457199"/>
                  </a:moveTo>
                  <a:lnTo>
                    <a:pt x="13716" y="454151"/>
                  </a:lnTo>
                  <a:lnTo>
                    <a:pt x="0" y="3047"/>
                  </a:lnTo>
                  <a:lnTo>
                    <a:pt x="10668" y="0"/>
                  </a:lnTo>
                  <a:lnTo>
                    <a:pt x="24818" y="54863"/>
                  </a:lnTo>
                  <a:lnTo>
                    <a:pt x="12192" y="54863"/>
                  </a:lnTo>
                  <a:lnTo>
                    <a:pt x="25908" y="454151"/>
                  </a:lnTo>
                  <a:lnTo>
                    <a:pt x="19812" y="454151"/>
                  </a:lnTo>
                  <a:lnTo>
                    <a:pt x="13716" y="457199"/>
                  </a:lnTo>
                  <a:close/>
                </a:path>
                <a:path w="111760" h="789939">
                  <a:moveTo>
                    <a:pt x="109717" y="736091"/>
                  </a:moveTo>
                  <a:lnTo>
                    <a:pt x="97536" y="736091"/>
                  </a:lnTo>
                  <a:lnTo>
                    <a:pt x="85397" y="340058"/>
                  </a:lnTo>
                  <a:lnTo>
                    <a:pt x="85344" y="338327"/>
                  </a:lnTo>
                  <a:lnTo>
                    <a:pt x="84952" y="338327"/>
                  </a:lnTo>
                  <a:lnTo>
                    <a:pt x="12192" y="54863"/>
                  </a:lnTo>
                  <a:lnTo>
                    <a:pt x="24818" y="54863"/>
                  </a:lnTo>
                  <a:lnTo>
                    <a:pt x="97536" y="336803"/>
                  </a:lnTo>
                  <a:lnTo>
                    <a:pt x="97582" y="338327"/>
                  </a:lnTo>
                  <a:lnTo>
                    <a:pt x="85344" y="338327"/>
                  </a:lnTo>
                  <a:lnTo>
                    <a:pt x="85385" y="339668"/>
                  </a:lnTo>
                  <a:lnTo>
                    <a:pt x="97623" y="339668"/>
                  </a:lnTo>
                  <a:lnTo>
                    <a:pt x="109717" y="736091"/>
                  </a:lnTo>
                  <a:close/>
                </a:path>
                <a:path w="111760" h="789939">
                  <a:moveTo>
                    <a:pt x="111252" y="789431"/>
                  </a:moveTo>
                  <a:lnTo>
                    <a:pt x="99060" y="789431"/>
                  </a:lnTo>
                  <a:lnTo>
                    <a:pt x="13716" y="457199"/>
                  </a:lnTo>
                  <a:lnTo>
                    <a:pt x="25908" y="454151"/>
                  </a:lnTo>
                  <a:lnTo>
                    <a:pt x="97536" y="736091"/>
                  </a:lnTo>
                  <a:lnTo>
                    <a:pt x="109717" y="736091"/>
                  </a:lnTo>
                  <a:lnTo>
                    <a:pt x="111252" y="786383"/>
                  </a:lnTo>
                  <a:lnTo>
                    <a:pt x="111252" y="789431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224527" y="2121408"/>
              <a:ext cx="358140" cy="452755"/>
            </a:xfrm>
            <a:custGeom>
              <a:avLst/>
              <a:gdLst/>
              <a:ahLst/>
              <a:cxnLst/>
              <a:rect l="l" t="t" r="r" b="b"/>
              <a:pathLst>
                <a:path w="358139" h="452755">
                  <a:moveTo>
                    <a:pt x="358140" y="452627"/>
                  </a:moveTo>
                  <a:lnTo>
                    <a:pt x="13716" y="452627"/>
                  </a:lnTo>
                  <a:lnTo>
                    <a:pt x="0" y="0"/>
                  </a:lnTo>
                  <a:lnTo>
                    <a:pt x="345948" y="0"/>
                  </a:lnTo>
                  <a:lnTo>
                    <a:pt x="358140" y="452627"/>
                  </a:lnTo>
                  <a:close/>
                </a:path>
              </a:pathLst>
            </a:custGeom>
            <a:solidFill>
              <a:srgbClr val="AA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218419" y="2115324"/>
              <a:ext cx="370840" cy="464820"/>
            </a:xfrm>
            <a:custGeom>
              <a:avLst/>
              <a:gdLst/>
              <a:ahLst/>
              <a:cxnLst/>
              <a:rect l="l" t="t" r="r" b="b"/>
              <a:pathLst>
                <a:path w="370839" h="464819">
                  <a:moveTo>
                    <a:pt x="298704" y="39624"/>
                  </a:moveTo>
                  <a:lnTo>
                    <a:pt x="292608" y="39624"/>
                  </a:lnTo>
                  <a:lnTo>
                    <a:pt x="109728" y="39624"/>
                  </a:lnTo>
                  <a:lnTo>
                    <a:pt x="109677" y="51816"/>
                  </a:lnTo>
                  <a:lnTo>
                    <a:pt x="106730" y="393192"/>
                  </a:lnTo>
                  <a:lnTo>
                    <a:pt x="106680" y="403860"/>
                  </a:lnTo>
                  <a:lnTo>
                    <a:pt x="295656" y="403860"/>
                  </a:lnTo>
                  <a:lnTo>
                    <a:pt x="295706" y="393192"/>
                  </a:lnTo>
                  <a:lnTo>
                    <a:pt x="298653" y="51816"/>
                  </a:lnTo>
                  <a:lnTo>
                    <a:pt x="298704" y="45720"/>
                  </a:lnTo>
                  <a:lnTo>
                    <a:pt x="298704" y="39624"/>
                  </a:lnTo>
                  <a:close/>
                </a:path>
                <a:path w="370839" h="464819">
                  <a:moveTo>
                    <a:pt x="370332" y="458724"/>
                  </a:moveTo>
                  <a:lnTo>
                    <a:pt x="370179" y="452628"/>
                  </a:lnTo>
                  <a:lnTo>
                    <a:pt x="358267" y="10668"/>
                  </a:lnTo>
                  <a:lnTo>
                    <a:pt x="358140" y="6096"/>
                  </a:lnTo>
                  <a:lnTo>
                    <a:pt x="358140" y="452628"/>
                  </a:lnTo>
                  <a:lnTo>
                    <a:pt x="25908" y="452628"/>
                  </a:lnTo>
                  <a:lnTo>
                    <a:pt x="12192" y="10668"/>
                  </a:lnTo>
                  <a:lnTo>
                    <a:pt x="344424" y="10668"/>
                  </a:lnTo>
                  <a:lnTo>
                    <a:pt x="358140" y="452628"/>
                  </a:lnTo>
                  <a:lnTo>
                    <a:pt x="358140" y="6096"/>
                  </a:lnTo>
                  <a:lnTo>
                    <a:pt x="358140" y="0"/>
                  </a:lnTo>
                  <a:lnTo>
                    <a:pt x="352044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13716" y="458724"/>
                  </a:lnTo>
                  <a:lnTo>
                    <a:pt x="13716" y="464820"/>
                  </a:lnTo>
                  <a:lnTo>
                    <a:pt x="370332" y="464820"/>
                  </a:lnTo>
                  <a:lnTo>
                    <a:pt x="370332" y="45872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177028" y="1583436"/>
              <a:ext cx="71755" cy="919480"/>
            </a:xfrm>
            <a:custGeom>
              <a:avLst/>
              <a:gdLst/>
              <a:ahLst/>
              <a:cxnLst/>
              <a:rect l="l" t="t" r="r" b="b"/>
              <a:pathLst>
                <a:path w="71754" h="919480">
                  <a:moveTo>
                    <a:pt x="71627" y="918971"/>
                  </a:moveTo>
                  <a:lnTo>
                    <a:pt x="0" y="918971"/>
                  </a:lnTo>
                  <a:lnTo>
                    <a:pt x="0" y="0"/>
                  </a:lnTo>
                  <a:lnTo>
                    <a:pt x="71627" y="0"/>
                  </a:lnTo>
                  <a:lnTo>
                    <a:pt x="71627" y="918971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172456" y="1578863"/>
              <a:ext cx="81280" cy="929640"/>
            </a:xfrm>
            <a:custGeom>
              <a:avLst/>
              <a:gdLst/>
              <a:ahLst/>
              <a:cxnLst/>
              <a:rect l="l" t="t" r="r" b="b"/>
              <a:pathLst>
                <a:path w="81279" h="929639">
                  <a:moveTo>
                    <a:pt x="80772" y="0"/>
                  </a:moveTo>
                  <a:lnTo>
                    <a:pt x="68580" y="0"/>
                  </a:lnTo>
                  <a:lnTo>
                    <a:pt x="68580" y="13970"/>
                  </a:lnTo>
                  <a:lnTo>
                    <a:pt x="68580" y="916940"/>
                  </a:lnTo>
                  <a:lnTo>
                    <a:pt x="12192" y="916940"/>
                  </a:lnTo>
                  <a:lnTo>
                    <a:pt x="12192" y="13970"/>
                  </a:lnTo>
                  <a:lnTo>
                    <a:pt x="68580" y="13970"/>
                  </a:lnTo>
                  <a:lnTo>
                    <a:pt x="68580" y="0"/>
                  </a:lnTo>
                  <a:lnTo>
                    <a:pt x="0" y="0"/>
                  </a:lnTo>
                  <a:lnTo>
                    <a:pt x="0" y="13970"/>
                  </a:lnTo>
                  <a:lnTo>
                    <a:pt x="0" y="916940"/>
                  </a:lnTo>
                  <a:lnTo>
                    <a:pt x="0" y="923290"/>
                  </a:lnTo>
                  <a:lnTo>
                    <a:pt x="0" y="929640"/>
                  </a:lnTo>
                  <a:lnTo>
                    <a:pt x="74676" y="929640"/>
                  </a:lnTo>
                  <a:lnTo>
                    <a:pt x="80772" y="929640"/>
                  </a:lnTo>
                  <a:lnTo>
                    <a:pt x="80772" y="923544"/>
                  </a:lnTo>
                  <a:lnTo>
                    <a:pt x="74676" y="923544"/>
                  </a:lnTo>
                  <a:lnTo>
                    <a:pt x="74676" y="923290"/>
                  </a:lnTo>
                  <a:lnTo>
                    <a:pt x="80772" y="923290"/>
                  </a:lnTo>
                  <a:lnTo>
                    <a:pt x="80772" y="917448"/>
                  </a:lnTo>
                  <a:lnTo>
                    <a:pt x="80772" y="916940"/>
                  </a:lnTo>
                  <a:lnTo>
                    <a:pt x="80772" y="13970"/>
                  </a:lnTo>
                  <a:lnTo>
                    <a:pt x="80772" y="13716"/>
                  </a:lnTo>
                  <a:lnTo>
                    <a:pt x="8077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021580" y="2427732"/>
              <a:ext cx="355600" cy="189230"/>
            </a:xfrm>
            <a:custGeom>
              <a:avLst/>
              <a:gdLst/>
              <a:ahLst/>
              <a:cxnLst/>
              <a:rect l="l" t="t" r="r" b="b"/>
              <a:pathLst>
                <a:path w="355600" h="189230">
                  <a:moveTo>
                    <a:pt x="294132" y="188975"/>
                  </a:moveTo>
                  <a:lnTo>
                    <a:pt x="280416" y="188975"/>
                  </a:lnTo>
                  <a:lnTo>
                    <a:pt x="56388" y="166115"/>
                  </a:lnTo>
                  <a:lnTo>
                    <a:pt x="45720" y="163067"/>
                  </a:lnTo>
                  <a:lnTo>
                    <a:pt x="33528" y="156971"/>
                  </a:lnTo>
                  <a:lnTo>
                    <a:pt x="22860" y="149351"/>
                  </a:lnTo>
                  <a:lnTo>
                    <a:pt x="13716" y="137159"/>
                  </a:lnTo>
                  <a:lnTo>
                    <a:pt x="4572" y="126491"/>
                  </a:lnTo>
                  <a:lnTo>
                    <a:pt x="1524" y="108203"/>
                  </a:lnTo>
                  <a:lnTo>
                    <a:pt x="0" y="94487"/>
                  </a:lnTo>
                  <a:lnTo>
                    <a:pt x="0" y="77723"/>
                  </a:lnTo>
                  <a:lnTo>
                    <a:pt x="1524" y="59435"/>
                  </a:lnTo>
                  <a:lnTo>
                    <a:pt x="7620" y="45719"/>
                  </a:lnTo>
                  <a:lnTo>
                    <a:pt x="16764" y="32003"/>
                  </a:lnTo>
                  <a:lnTo>
                    <a:pt x="24384" y="19811"/>
                  </a:lnTo>
                  <a:lnTo>
                    <a:pt x="36576" y="10668"/>
                  </a:lnTo>
                  <a:lnTo>
                    <a:pt x="48768" y="3047"/>
                  </a:lnTo>
                  <a:lnTo>
                    <a:pt x="59436" y="0"/>
                  </a:lnTo>
                  <a:lnTo>
                    <a:pt x="73152" y="0"/>
                  </a:lnTo>
                  <a:lnTo>
                    <a:pt x="297180" y="19811"/>
                  </a:lnTo>
                  <a:lnTo>
                    <a:pt x="332232" y="36575"/>
                  </a:lnTo>
                  <a:lnTo>
                    <a:pt x="339852" y="48767"/>
                  </a:lnTo>
                  <a:lnTo>
                    <a:pt x="348996" y="62483"/>
                  </a:lnTo>
                  <a:lnTo>
                    <a:pt x="352044" y="77723"/>
                  </a:lnTo>
                  <a:lnTo>
                    <a:pt x="355092" y="94487"/>
                  </a:lnTo>
                  <a:lnTo>
                    <a:pt x="355092" y="111251"/>
                  </a:lnTo>
                  <a:lnTo>
                    <a:pt x="339852" y="156971"/>
                  </a:lnTo>
                  <a:lnTo>
                    <a:pt x="309372" y="182879"/>
                  </a:lnTo>
                  <a:lnTo>
                    <a:pt x="294132" y="188975"/>
                  </a:lnTo>
                  <a:close/>
                </a:path>
              </a:pathLst>
            </a:custGeom>
            <a:solidFill>
              <a:srgbClr val="AA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5015484" y="2421635"/>
              <a:ext cx="365760" cy="201295"/>
            </a:xfrm>
            <a:custGeom>
              <a:avLst/>
              <a:gdLst/>
              <a:ahLst/>
              <a:cxnLst/>
              <a:rect l="l" t="t" r="r" b="b"/>
              <a:pathLst>
                <a:path w="365760" h="201294">
                  <a:moveTo>
                    <a:pt x="297180" y="201168"/>
                  </a:moveTo>
                  <a:lnTo>
                    <a:pt x="286512" y="201168"/>
                  </a:lnTo>
                  <a:lnTo>
                    <a:pt x="62484" y="178308"/>
                  </a:lnTo>
                  <a:lnTo>
                    <a:pt x="22860" y="161544"/>
                  </a:lnTo>
                  <a:lnTo>
                    <a:pt x="3048" y="117348"/>
                  </a:lnTo>
                  <a:lnTo>
                    <a:pt x="0" y="100584"/>
                  </a:lnTo>
                  <a:lnTo>
                    <a:pt x="0" y="71628"/>
                  </a:lnTo>
                  <a:lnTo>
                    <a:pt x="3048" y="64008"/>
                  </a:lnTo>
                  <a:lnTo>
                    <a:pt x="6095" y="51816"/>
                  </a:lnTo>
                  <a:lnTo>
                    <a:pt x="10668" y="42672"/>
                  </a:lnTo>
                  <a:lnTo>
                    <a:pt x="16764" y="35052"/>
                  </a:lnTo>
                  <a:lnTo>
                    <a:pt x="22860" y="25908"/>
                  </a:lnTo>
                  <a:lnTo>
                    <a:pt x="30480" y="16764"/>
                  </a:lnTo>
                  <a:lnTo>
                    <a:pt x="39624" y="9144"/>
                  </a:lnTo>
                  <a:lnTo>
                    <a:pt x="48768" y="6096"/>
                  </a:lnTo>
                  <a:lnTo>
                    <a:pt x="59436" y="0"/>
                  </a:lnTo>
                  <a:lnTo>
                    <a:pt x="79248" y="0"/>
                  </a:lnTo>
                  <a:lnTo>
                    <a:pt x="217111" y="12192"/>
                  </a:lnTo>
                  <a:lnTo>
                    <a:pt x="62484" y="12192"/>
                  </a:lnTo>
                  <a:lnTo>
                    <a:pt x="54864" y="15240"/>
                  </a:lnTo>
                  <a:lnTo>
                    <a:pt x="45719" y="19812"/>
                  </a:lnTo>
                  <a:lnTo>
                    <a:pt x="30480" y="32004"/>
                  </a:lnTo>
                  <a:lnTo>
                    <a:pt x="19812" y="48768"/>
                  </a:lnTo>
                  <a:lnTo>
                    <a:pt x="16764" y="57912"/>
                  </a:lnTo>
                  <a:lnTo>
                    <a:pt x="13716" y="65532"/>
                  </a:lnTo>
                  <a:lnTo>
                    <a:pt x="13716" y="74676"/>
                  </a:lnTo>
                  <a:lnTo>
                    <a:pt x="10668" y="83820"/>
                  </a:lnTo>
                  <a:lnTo>
                    <a:pt x="10668" y="100584"/>
                  </a:lnTo>
                  <a:lnTo>
                    <a:pt x="13716" y="114300"/>
                  </a:lnTo>
                  <a:lnTo>
                    <a:pt x="16764" y="129540"/>
                  </a:lnTo>
                  <a:lnTo>
                    <a:pt x="25907" y="140208"/>
                  </a:lnTo>
                  <a:lnTo>
                    <a:pt x="30480" y="152400"/>
                  </a:lnTo>
                  <a:lnTo>
                    <a:pt x="51816" y="163068"/>
                  </a:lnTo>
                  <a:lnTo>
                    <a:pt x="65531" y="166116"/>
                  </a:lnTo>
                  <a:lnTo>
                    <a:pt x="289560" y="188976"/>
                  </a:lnTo>
                  <a:lnTo>
                    <a:pt x="326136" y="188976"/>
                  </a:lnTo>
                  <a:lnTo>
                    <a:pt x="318516" y="195072"/>
                  </a:lnTo>
                  <a:lnTo>
                    <a:pt x="309372" y="198120"/>
                  </a:lnTo>
                  <a:lnTo>
                    <a:pt x="297180" y="201168"/>
                  </a:lnTo>
                  <a:close/>
                </a:path>
                <a:path w="365760" h="201294">
                  <a:moveTo>
                    <a:pt x="303276" y="32004"/>
                  </a:moveTo>
                  <a:lnTo>
                    <a:pt x="79248" y="12192"/>
                  </a:lnTo>
                  <a:lnTo>
                    <a:pt x="217111" y="12192"/>
                  </a:lnTo>
                  <a:lnTo>
                    <a:pt x="303276" y="19812"/>
                  </a:lnTo>
                  <a:lnTo>
                    <a:pt x="303276" y="32004"/>
                  </a:lnTo>
                  <a:close/>
                </a:path>
                <a:path w="365760" h="201294">
                  <a:moveTo>
                    <a:pt x="325373" y="25908"/>
                  </a:moveTo>
                  <a:lnTo>
                    <a:pt x="303276" y="25908"/>
                  </a:lnTo>
                  <a:lnTo>
                    <a:pt x="303276" y="19812"/>
                  </a:lnTo>
                  <a:lnTo>
                    <a:pt x="318516" y="22860"/>
                  </a:lnTo>
                  <a:lnTo>
                    <a:pt x="325373" y="25908"/>
                  </a:lnTo>
                  <a:close/>
                </a:path>
                <a:path w="365760" h="201294">
                  <a:moveTo>
                    <a:pt x="342900" y="57912"/>
                  </a:moveTo>
                  <a:lnTo>
                    <a:pt x="335280" y="48768"/>
                  </a:lnTo>
                  <a:lnTo>
                    <a:pt x="326136" y="41148"/>
                  </a:lnTo>
                  <a:lnTo>
                    <a:pt x="315468" y="35052"/>
                  </a:lnTo>
                  <a:lnTo>
                    <a:pt x="303276" y="32004"/>
                  </a:lnTo>
                  <a:lnTo>
                    <a:pt x="334899" y="32004"/>
                  </a:lnTo>
                  <a:lnTo>
                    <a:pt x="342900" y="41148"/>
                  </a:lnTo>
                  <a:lnTo>
                    <a:pt x="352044" y="51816"/>
                  </a:lnTo>
                  <a:lnTo>
                    <a:pt x="342900" y="57912"/>
                  </a:lnTo>
                  <a:close/>
                </a:path>
                <a:path w="365760" h="201294">
                  <a:moveTo>
                    <a:pt x="365760" y="117348"/>
                  </a:moveTo>
                  <a:lnTo>
                    <a:pt x="361188" y="114300"/>
                  </a:lnTo>
                  <a:lnTo>
                    <a:pt x="355092" y="114300"/>
                  </a:lnTo>
                  <a:lnTo>
                    <a:pt x="355092" y="100584"/>
                  </a:lnTo>
                  <a:lnTo>
                    <a:pt x="352044" y="83820"/>
                  </a:lnTo>
                  <a:lnTo>
                    <a:pt x="348996" y="71628"/>
                  </a:lnTo>
                  <a:lnTo>
                    <a:pt x="342900" y="57912"/>
                  </a:lnTo>
                  <a:lnTo>
                    <a:pt x="352044" y="51816"/>
                  </a:lnTo>
                  <a:lnTo>
                    <a:pt x="361188" y="65532"/>
                  </a:lnTo>
                  <a:lnTo>
                    <a:pt x="364236" y="80772"/>
                  </a:lnTo>
                  <a:lnTo>
                    <a:pt x="365760" y="97536"/>
                  </a:lnTo>
                  <a:lnTo>
                    <a:pt x="365760" y="114300"/>
                  </a:lnTo>
                  <a:lnTo>
                    <a:pt x="361188" y="114300"/>
                  </a:lnTo>
                  <a:lnTo>
                    <a:pt x="365760" y="117348"/>
                  </a:lnTo>
                  <a:close/>
                </a:path>
                <a:path w="365760" h="201294">
                  <a:moveTo>
                    <a:pt x="364236" y="137160"/>
                  </a:moveTo>
                  <a:lnTo>
                    <a:pt x="352044" y="135636"/>
                  </a:lnTo>
                  <a:lnTo>
                    <a:pt x="355092" y="126492"/>
                  </a:lnTo>
                  <a:lnTo>
                    <a:pt x="355092" y="114300"/>
                  </a:lnTo>
                  <a:lnTo>
                    <a:pt x="361188" y="117348"/>
                  </a:lnTo>
                  <a:lnTo>
                    <a:pt x="365760" y="117348"/>
                  </a:lnTo>
                  <a:lnTo>
                    <a:pt x="365760" y="126492"/>
                  </a:lnTo>
                  <a:lnTo>
                    <a:pt x="364236" y="137160"/>
                  </a:lnTo>
                  <a:close/>
                </a:path>
                <a:path w="365760" h="201294">
                  <a:moveTo>
                    <a:pt x="365760" y="117348"/>
                  </a:moveTo>
                  <a:lnTo>
                    <a:pt x="361188" y="117348"/>
                  </a:lnTo>
                  <a:lnTo>
                    <a:pt x="355092" y="114300"/>
                  </a:lnTo>
                  <a:lnTo>
                    <a:pt x="365760" y="117348"/>
                  </a:lnTo>
                  <a:close/>
                </a:path>
                <a:path w="365760" h="201294">
                  <a:moveTo>
                    <a:pt x="358140" y="155448"/>
                  </a:moveTo>
                  <a:lnTo>
                    <a:pt x="345948" y="149352"/>
                  </a:lnTo>
                  <a:lnTo>
                    <a:pt x="348996" y="140208"/>
                  </a:lnTo>
                  <a:lnTo>
                    <a:pt x="352044" y="135636"/>
                  </a:lnTo>
                  <a:lnTo>
                    <a:pt x="364236" y="137160"/>
                  </a:lnTo>
                  <a:lnTo>
                    <a:pt x="358140" y="155448"/>
                  </a:lnTo>
                  <a:close/>
                </a:path>
                <a:path w="365760" h="201294">
                  <a:moveTo>
                    <a:pt x="326136" y="188976"/>
                  </a:moveTo>
                  <a:lnTo>
                    <a:pt x="297180" y="188976"/>
                  </a:lnTo>
                  <a:lnTo>
                    <a:pt x="306324" y="185928"/>
                  </a:lnTo>
                  <a:lnTo>
                    <a:pt x="312420" y="184404"/>
                  </a:lnTo>
                  <a:lnTo>
                    <a:pt x="335280" y="166116"/>
                  </a:lnTo>
                  <a:lnTo>
                    <a:pt x="345948" y="149352"/>
                  </a:lnTo>
                  <a:lnTo>
                    <a:pt x="358140" y="155448"/>
                  </a:lnTo>
                  <a:lnTo>
                    <a:pt x="352044" y="166116"/>
                  </a:lnTo>
                  <a:lnTo>
                    <a:pt x="342900" y="175260"/>
                  </a:lnTo>
                  <a:lnTo>
                    <a:pt x="335280" y="184404"/>
                  </a:lnTo>
                  <a:lnTo>
                    <a:pt x="326136" y="188976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4972812" y="2505456"/>
              <a:ext cx="452755" cy="154305"/>
            </a:xfrm>
            <a:custGeom>
              <a:avLst/>
              <a:gdLst/>
              <a:ahLst/>
              <a:cxnLst/>
              <a:rect l="l" t="t" r="r" b="b"/>
              <a:pathLst>
                <a:path w="452754" h="154305">
                  <a:moveTo>
                    <a:pt x="452627" y="153924"/>
                  </a:moveTo>
                  <a:lnTo>
                    <a:pt x="0" y="111251"/>
                  </a:lnTo>
                  <a:lnTo>
                    <a:pt x="0" y="0"/>
                  </a:lnTo>
                  <a:lnTo>
                    <a:pt x="452627" y="45719"/>
                  </a:lnTo>
                  <a:lnTo>
                    <a:pt x="452627" y="153924"/>
                  </a:lnTo>
                  <a:close/>
                </a:path>
              </a:pathLst>
            </a:custGeom>
            <a:solidFill>
              <a:srgbClr val="4D49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966715" y="2499359"/>
              <a:ext cx="463550" cy="169545"/>
            </a:xfrm>
            <a:custGeom>
              <a:avLst/>
              <a:gdLst/>
              <a:ahLst/>
              <a:cxnLst/>
              <a:rect l="l" t="t" r="r" b="b"/>
              <a:pathLst>
                <a:path w="463550" h="169544">
                  <a:moveTo>
                    <a:pt x="6096" y="123444"/>
                  </a:moveTo>
                  <a:lnTo>
                    <a:pt x="0" y="123444"/>
                  </a:lnTo>
                  <a:lnTo>
                    <a:pt x="0" y="0"/>
                  </a:lnTo>
                  <a:lnTo>
                    <a:pt x="7619" y="0"/>
                  </a:lnTo>
                  <a:lnTo>
                    <a:pt x="6096" y="6096"/>
                  </a:lnTo>
                  <a:lnTo>
                    <a:pt x="68173" y="6096"/>
                  </a:lnTo>
                  <a:lnTo>
                    <a:pt x="128727" y="12192"/>
                  </a:lnTo>
                  <a:lnTo>
                    <a:pt x="13715" y="12192"/>
                  </a:lnTo>
                  <a:lnTo>
                    <a:pt x="13715" y="112776"/>
                  </a:lnTo>
                  <a:lnTo>
                    <a:pt x="62483" y="117348"/>
                  </a:lnTo>
                  <a:lnTo>
                    <a:pt x="6096" y="117348"/>
                  </a:lnTo>
                  <a:lnTo>
                    <a:pt x="6096" y="123444"/>
                  </a:lnTo>
                  <a:close/>
                </a:path>
                <a:path w="463550" h="169544">
                  <a:moveTo>
                    <a:pt x="68173" y="6096"/>
                  </a:moveTo>
                  <a:lnTo>
                    <a:pt x="7619" y="6096"/>
                  </a:lnTo>
                  <a:lnTo>
                    <a:pt x="7619" y="0"/>
                  </a:lnTo>
                  <a:lnTo>
                    <a:pt x="68173" y="6096"/>
                  </a:lnTo>
                  <a:close/>
                </a:path>
                <a:path w="463550" h="169544">
                  <a:moveTo>
                    <a:pt x="463296" y="153924"/>
                  </a:moveTo>
                  <a:lnTo>
                    <a:pt x="452628" y="153924"/>
                  </a:lnTo>
                  <a:lnTo>
                    <a:pt x="452628" y="56388"/>
                  </a:lnTo>
                  <a:lnTo>
                    <a:pt x="13715" y="12192"/>
                  </a:lnTo>
                  <a:lnTo>
                    <a:pt x="128727" y="12192"/>
                  </a:lnTo>
                  <a:lnTo>
                    <a:pt x="461772" y="45720"/>
                  </a:lnTo>
                  <a:lnTo>
                    <a:pt x="463296" y="45720"/>
                  </a:lnTo>
                  <a:lnTo>
                    <a:pt x="463296" y="153924"/>
                  </a:lnTo>
                  <a:close/>
                </a:path>
                <a:path w="463550" h="169544">
                  <a:moveTo>
                    <a:pt x="463296" y="169164"/>
                  </a:moveTo>
                  <a:lnTo>
                    <a:pt x="458724" y="166116"/>
                  </a:lnTo>
                  <a:lnTo>
                    <a:pt x="6096" y="123444"/>
                  </a:lnTo>
                  <a:lnTo>
                    <a:pt x="7619" y="117348"/>
                  </a:lnTo>
                  <a:lnTo>
                    <a:pt x="62483" y="117348"/>
                  </a:lnTo>
                  <a:lnTo>
                    <a:pt x="452628" y="153924"/>
                  </a:lnTo>
                  <a:lnTo>
                    <a:pt x="463296" y="153924"/>
                  </a:lnTo>
                  <a:lnTo>
                    <a:pt x="463296" y="16916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945635" y="2183891"/>
              <a:ext cx="279400" cy="269875"/>
            </a:xfrm>
            <a:custGeom>
              <a:avLst/>
              <a:gdLst/>
              <a:ahLst/>
              <a:cxnLst/>
              <a:rect l="l" t="t" r="r" b="b"/>
              <a:pathLst>
                <a:path w="279400" h="269875">
                  <a:moveTo>
                    <a:pt x="74675" y="269748"/>
                  </a:moveTo>
                  <a:lnTo>
                    <a:pt x="0" y="3048"/>
                  </a:lnTo>
                  <a:lnTo>
                    <a:pt x="207264" y="0"/>
                  </a:lnTo>
                  <a:lnTo>
                    <a:pt x="278891" y="263651"/>
                  </a:lnTo>
                  <a:lnTo>
                    <a:pt x="74675" y="269748"/>
                  </a:lnTo>
                  <a:close/>
                </a:path>
              </a:pathLst>
            </a:custGeom>
            <a:solidFill>
              <a:srgbClr val="9595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941063" y="2174748"/>
              <a:ext cx="289560" cy="285115"/>
            </a:xfrm>
            <a:custGeom>
              <a:avLst/>
              <a:gdLst/>
              <a:ahLst/>
              <a:cxnLst/>
              <a:rect l="l" t="t" r="r" b="b"/>
              <a:pathLst>
                <a:path w="289560" h="285114">
                  <a:moveTo>
                    <a:pt x="79248" y="284988"/>
                  </a:moveTo>
                  <a:lnTo>
                    <a:pt x="74676" y="281940"/>
                  </a:lnTo>
                  <a:lnTo>
                    <a:pt x="0" y="15240"/>
                  </a:lnTo>
                  <a:lnTo>
                    <a:pt x="4572" y="13716"/>
                  </a:lnTo>
                  <a:lnTo>
                    <a:pt x="4572" y="6096"/>
                  </a:lnTo>
                  <a:lnTo>
                    <a:pt x="211836" y="0"/>
                  </a:lnTo>
                  <a:lnTo>
                    <a:pt x="211836" y="7620"/>
                  </a:lnTo>
                  <a:lnTo>
                    <a:pt x="218341" y="7620"/>
                  </a:lnTo>
                  <a:lnTo>
                    <a:pt x="220387" y="15240"/>
                  </a:lnTo>
                  <a:lnTo>
                    <a:pt x="207264" y="15240"/>
                  </a:lnTo>
                  <a:lnTo>
                    <a:pt x="12192" y="18288"/>
                  </a:lnTo>
                  <a:lnTo>
                    <a:pt x="83820" y="272796"/>
                  </a:lnTo>
                  <a:lnTo>
                    <a:pt x="289559" y="272796"/>
                  </a:lnTo>
                  <a:lnTo>
                    <a:pt x="283464" y="278892"/>
                  </a:lnTo>
                  <a:lnTo>
                    <a:pt x="79248" y="284988"/>
                  </a:lnTo>
                  <a:close/>
                </a:path>
                <a:path w="289560" h="285114">
                  <a:moveTo>
                    <a:pt x="218341" y="7620"/>
                  </a:moveTo>
                  <a:lnTo>
                    <a:pt x="211836" y="7620"/>
                  </a:lnTo>
                  <a:lnTo>
                    <a:pt x="211836" y="0"/>
                  </a:lnTo>
                  <a:lnTo>
                    <a:pt x="217932" y="6096"/>
                  </a:lnTo>
                  <a:lnTo>
                    <a:pt x="218341" y="7620"/>
                  </a:lnTo>
                  <a:close/>
                </a:path>
                <a:path w="289560" h="285114">
                  <a:moveTo>
                    <a:pt x="0" y="15240"/>
                  </a:moveTo>
                  <a:lnTo>
                    <a:pt x="4572" y="6096"/>
                  </a:lnTo>
                  <a:lnTo>
                    <a:pt x="4572" y="12192"/>
                  </a:lnTo>
                  <a:lnTo>
                    <a:pt x="0" y="15240"/>
                  </a:lnTo>
                  <a:close/>
                </a:path>
                <a:path w="289560" h="285114">
                  <a:moveTo>
                    <a:pt x="289559" y="272796"/>
                  </a:moveTo>
                  <a:lnTo>
                    <a:pt x="83820" y="272796"/>
                  </a:lnTo>
                  <a:lnTo>
                    <a:pt x="275844" y="266700"/>
                  </a:lnTo>
                  <a:lnTo>
                    <a:pt x="207264" y="15240"/>
                  </a:lnTo>
                  <a:lnTo>
                    <a:pt x="220387" y="15240"/>
                  </a:lnTo>
                  <a:lnTo>
                    <a:pt x="289559" y="272796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3944111" y="2186940"/>
              <a:ext cx="76200" cy="393700"/>
            </a:xfrm>
            <a:custGeom>
              <a:avLst/>
              <a:gdLst/>
              <a:ahLst/>
              <a:cxnLst/>
              <a:rect l="l" t="t" r="r" b="b"/>
              <a:pathLst>
                <a:path w="76200" h="393700">
                  <a:moveTo>
                    <a:pt x="71628" y="393191"/>
                  </a:moveTo>
                  <a:lnTo>
                    <a:pt x="0" y="126491"/>
                  </a:lnTo>
                  <a:lnTo>
                    <a:pt x="1524" y="0"/>
                  </a:lnTo>
                  <a:lnTo>
                    <a:pt x="76200" y="266700"/>
                  </a:lnTo>
                  <a:lnTo>
                    <a:pt x="71628" y="393191"/>
                  </a:lnTo>
                  <a:close/>
                </a:path>
              </a:pathLst>
            </a:custGeom>
            <a:solidFill>
              <a:srgbClr val="9595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3938015" y="2186940"/>
              <a:ext cx="88900" cy="393700"/>
            </a:xfrm>
            <a:custGeom>
              <a:avLst/>
              <a:gdLst/>
              <a:ahLst/>
              <a:cxnLst/>
              <a:rect l="l" t="t" r="r" b="b"/>
              <a:pathLst>
                <a:path w="88900" h="393700">
                  <a:moveTo>
                    <a:pt x="82296" y="393192"/>
                  </a:moveTo>
                  <a:lnTo>
                    <a:pt x="71628" y="393192"/>
                  </a:lnTo>
                  <a:lnTo>
                    <a:pt x="0" y="126491"/>
                  </a:lnTo>
                  <a:lnTo>
                    <a:pt x="3048" y="0"/>
                  </a:lnTo>
                  <a:lnTo>
                    <a:pt x="13716" y="0"/>
                  </a:lnTo>
                  <a:lnTo>
                    <a:pt x="25237" y="41148"/>
                  </a:lnTo>
                  <a:lnTo>
                    <a:pt x="13716" y="41148"/>
                  </a:lnTo>
                  <a:lnTo>
                    <a:pt x="10668" y="123443"/>
                  </a:lnTo>
                  <a:lnTo>
                    <a:pt x="73152" y="353568"/>
                  </a:lnTo>
                  <a:lnTo>
                    <a:pt x="84205" y="353568"/>
                  </a:lnTo>
                  <a:lnTo>
                    <a:pt x="82296" y="393192"/>
                  </a:lnTo>
                  <a:close/>
                </a:path>
                <a:path w="88900" h="393700">
                  <a:moveTo>
                    <a:pt x="84205" y="353568"/>
                  </a:moveTo>
                  <a:lnTo>
                    <a:pt x="73152" y="353568"/>
                  </a:lnTo>
                  <a:lnTo>
                    <a:pt x="76200" y="268223"/>
                  </a:lnTo>
                  <a:lnTo>
                    <a:pt x="13716" y="41148"/>
                  </a:lnTo>
                  <a:lnTo>
                    <a:pt x="25237" y="41148"/>
                  </a:lnTo>
                  <a:lnTo>
                    <a:pt x="88392" y="266699"/>
                  </a:lnTo>
                  <a:lnTo>
                    <a:pt x="84205" y="35356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3945635" y="2183891"/>
              <a:ext cx="279400" cy="269875"/>
            </a:xfrm>
            <a:custGeom>
              <a:avLst/>
              <a:gdLst/>
              <a:ahLst/>
              <a:cxnLst/>
              <a:rect l="l" t="t" r="r" b="b"/>
              <a:pathLst>
                <a:path w="279400" h="269875">
                  <a:moveTo>
                    <a:pt x="74675" y="269748"/>
                  </a:moveTo>
                  <a:lnTo>
                    <a:pt x="0" y="3048"/>
                  </a:lnTo>
                  <a:lnTo>
                    <a:pt x="207264" y="0"/>
                  </a:lnTo>
                  <a:lnTo>
                    <a:pt x="278891" y="263651"/>
                  </a:lnTo>
                  <a:lnTo>
                    <a:pt x="74675" y="269748"/>
                  </a:lnTo>
                  <a:close/>
                </a:path>
              </a:pathLst>
            </a:custGeom>
            <a:solidFill>
              <a:srgbClr val="9595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941063" y="2174748"/>
              <a:ext cx="289560" cy="285115"/>
            </a:xfrm>
            <a:custGeom>
              <a:avLst/>
              <a:gdLst/>
              <a:ahLst/>
              <a:cxnLst/>
              <a:rect l="l" t="t" r="r" b="b"/>
              <a:pathLst>
                <a:path w="289560" h="285114">
                  <a:moveTo>
                    <a:pt x="79248" y="284988"/>
                  </a:moveTo>
                  <a:lnTo>
                    <a:pt x="74676" y="281940"/>
                  </a:lnTo>
                  <a:lnTo>
                    <a:pt x="0" y="15240"/>
                  </a:lnTo>
                  <a:lnTo>
                    <a:pt x="4572" y="13716"/>
                  </a:lnTo>
                  <a:lnTo>
                    <a:pt x="4572" y="6096"/>
                  </a:lnTo>
                  <a:lnTo>
                    <a:pt x="211836" y="0"/>
                  </a:lnTo>
                  <a:lnTo>
                    <a:pt x="211836" y="7620"/>
                  </a:lnTo>
                  <a:lnTo>
                    <a:pt x="218341" y="7620"/>
                  </a:lnTo>
                  <a:lnTo>
                    <a:pt x="220387" y="15240"/>
                  </a:lnTo>
                  <a:lnTo>
                    <a:pt x="207264" y="15240"/>
                  </a:lnTo>
                  <a:lnTo>
                    <a:pt x="12192" y="18288"/>
                  </a:lnTo>
                  <a:lnTo>
                    <a:pt x="83820" y="272796"/>
                  </a:lnTo>
                  <a:lnTo>
                    <a:pt x="289559" y="272796"/>
                  </a:lnTo>
                  <a:lnTo>
                    <a:pt x="283464" y="278892"/>
                  </a:lnTo>
                  <a:lnTo>
                    <a:pt x="79248" y="284988"/>
                  </a:lnTo>
                  <a:close/>
                </a:path>
                <a:path w="289560" h="285114">
                  <a:moveTo>
                    <a:pt x="218341" y="7620"/>
                  </a:moveTo>
                  <a:lnTo>
                    <a:pt x="211836" y="7620"/>
                  </a:lnTo>
                  <a:lnTo>
                    <a:pt x="211836" y="0"/>
                  </a:lnTo>
                  <a:lnTo>
                    <a:pt x="217932" y="6096"/>
                  </a:lnTo>
                  <a:lnTo>
                    <a:pt x="218341" y="7620"/>
                  </a:lnTo>
                  <a:close/>
                </a:path>
                <a:path w="289560" h="285114">
                  <a:moveTo>
                    <a:pt x="0" y="15240"/>
                  </a:moveTo>
                  <a:lnTo>
                    <a:pt x="4572" y="6096"/>
                  </a:lnTo>
                  <a:lnTo>
                    <a:pt x="4572" y="12192"/>
                  </a:lnTo>
                  <a:lnTo>
                    <a:pt x="0" y="15240"/>
                  </a:lnTo>
                  <a:close/>
                </a:path>
                <a:path w="289560" h="285114">
                  <a:moveTo>
                    <a:pt x="289559" y="272796"/>
                  </a:moveTo>
                  <a:lnTo>
                    <a:pt x="83820" y="272796"/>
                  </a:lnTo>
                  <a:lnTo>
                    <a:pt x="275844" y="266700"/>
                  </a:lnTo>
                  <a:lnTo>
                    <a:pt x="207264" y="15240"/>
                  </a:lnTo>
                  <a:lnTo>
                    <a:pt x="220387" y="15240"/>
                  </a:lnTo>
                  <a:lnTo>
                    <a:pt x="289559" y="272796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944111" y="2186940"/>
              <a:ext cx="76200" cy="393700"/>
            </a:xfrm>
            <a:custGeom>
              <a:avLst/>
              <a:gdLst/>
              <a:ahLst/>
              <a:cxnLst/>
              <a:rect l="l" t="t" r="r" b="b"/>
              <a:pathLst>
                <a:path w="76200" h="393700">
                  <a:moveTo>
                    <a:pt x="71628" y="393191"/>
                  </a:moveTo>
                  <a:lnTo>
                    <a:pt x="0" y="126491"/>
                  </a:lnTo>
                  <a:lnTo>
                    <a:pt x="1524" y="0"/>
                  </a:lnTo>
                  <a:lnTo>
                    <a:pt x="76200" y="266700"/>
                  </a:lnTo>
                  <a:lnTo>
                    <a:pt x="71628" y="393191"/>
                  </a:lnTo>
                  <a:close/>
                </a:path>
              </a:pathLst>
            </a:custGeom>
            <a:solidFill>
              <a:srgbClr val="9595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3938015" y="2186940"/>
              <a:ext cx="88900" cy="393700"/>
            </a:xfrm>
            <a:custGeom>
              <a:avLst/>
              <a:gdLst/>
              <a:ahLst/>
              <a:cxnLst/>
              <a:rect l="l" t="t" r="r" b="b"/>
              <a:pathLst>
                <a:path w="88900" h="393700">
                  <a:moveTo>
                    <a:pt x="82296" y="393192"/>
                  </a:moveTo>
                  <a:lnTo>
                    <a:pt x="71628" y="393192"/>
                  </a:lnTo>
                  <a:lnTo>
                    <a:pt x="0" y="126491"/>
                  </a:lnTo>
                  <a:lnTo>
                    <a:pt x="3048" y="0"/>
                  </a:lnTo>
                  <a:lnTo>
                    <a:pt x="13716" y="0"/>
                  </a:lnTo>
                  <a:lnTo>
                    <a:pt x="25237" y="41148"/>
                  </a:lnTo>
                  <a:lnTo>
                    <a:pt x="13716" y="41148"/>
                  </a:lnTo>
                  <a:lnTo>
                    <a:pt x="10668" y="123443"/>
                  </a:lnTo>
                  <a:lnTo>
                    <a:pt x="73152" y="353568"/>
                  </a:lnTo>
                  <a:lnTo>
                    <a:pt x="84205" y="353568"/>
                  </a:lnTo>
                  <a:lnTo>
                    <a:pt x="82296" y="393192"/>
                  </a:lnTo>
                  <a:close/>
                </a:path>
                <a:path w="88900" h="393700">
                  <a:moveTo>
                    <a:pt x="84205" y="353568"/>
                  </a:moveTo>
                  <a:lnTo>
                    <a:pt x="73152" y="353568"/>
                  </a:lnTo>
                  <a:lnTo>
                    <a:pt x="76200" y="268223"/>
                  </a:lnTo>
                  <a:lnTo>
                    <a:pt x="13716" y="41148"/>
                  </a:lnTo>
                  <a:lnTo>
                    <a:pt x="25237" y="41148"/>
                  </a:lnTo>
                  <a:lnTo>
                    <a:pt x="88392" y="266699"/>
                  </a:lnTo>
                  <a:lnTo>
                    <a:pt x="84205" y="35356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09643" y="2441447"/>
              <a:ext cx="246888" cy="143256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98263" y="1505712"/>
              <a:ext cx="237743" cy="854963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4393692" y="1501140"/>
              <a:ext cx="245745" cy="866140"/>
            </a:xfrm>
            <a:custGeom>
              <a:avLst/>
              <a:gdLst/>
              <a:ahLst/>
              <a:cxnLst/>
              <a:rect l="l" t="t" r="r" b="b"/>
              <a:pathLst>
                <a:path w="245745" h="866139">
                  <a:moveTo>
                    <a:pt x="179832" y="6095"/>
                  </a:moveTo>
                  <a:lnTo>
                    <a:pt x="173736" y="6095"/>
                  </a:lnTo>
                  <a:lnTo>
                    <a:pt x="179832" y="0"/>
                  </a:lnTo>
                  <a:lnTo>
                    <a:pt x="179832" y="6095"/>
                  </a:lnTo>
                  <a:close/>
                </a:path>
                <a:path w="245745" h="866139">
                  <a:moveTo>
                    <a:pt x="210312" y="7620"/>
                  </a:moveTo>
                  <a:lnTo>
                    <a:pt x="179832" y="7620"/>
                  </a:lnTo>
                  <a:lnTo>
                    <a:pt x="179832" y="0"/>
                  </a:lnTo>
                  <a:lnTo>
                    <a:pt x="210312" y="7620"/>
                  </a:lnTo>
                  <a:close/>
                </a:path>
                <a:path w="245745" h="866139">
                  <a:moveTo>
                    <a:pt x="53340" y="865632"/>
                  </a:moveTo>
                  <a:lnTo>
                    <a:pt x="6096" y="864108"/>
                  </a:lnTo>
                  <a:lnTo>
                    <a:pt x="0" y="858012"/>
                  </a:lnTo>
                  <a:lnTo>
                    <a:pt x="173736" y="6095"/>
                  </a:lnTo>
                  <a:lnTo>
                    <a:pt x="179832" y="7620"/>
                  </a:lnTo>
                  <a:lnTo>
                    <a:pt x="210312" y="7620"/>
                  </a:lnTo>
                  <a:lnTo>
                    <a:pt x="234696" y="13716"/>
                  </a:lnTo>
                  <a:lnTo>
                    <a:pt x="184403" y="13716"/>
                  </a:lnTo>
                  <a:lnTo>
                    <a:pt x="12192" y="851916"/>
                  </a:lnTo>
                  <a:lnTo>
                    <a:pt x="61456" y="851916"/>
                  </a:lnTo>
                  <a:lnTo>
                    <a:pt x="59436" y="861060"/>
                  </a:lnTo>
                  <a:lnTo>
                    <a:pt x="53340" y="865632"/>
                  </a:lnTo>
                  <a:close/>
                </a:path>
                <a:path w="245745" h="866139">
                  <a:moveTo>
                    <a:pt x="61456" y="851916"/>
                  </a:moveTo>
                  <a:lnTo>
                    <a:pt x="50292" y="851916"/>
                  </a:lnTo>
                  <a:lnTo>
                    <a:pt x="233172" y="24383"/>
                  </a:lnTo>
                  <a:lnTo>
                    <a:pt x="184403" y="13716"/>
                  </a:lnTo>
                  <a:lnTo>
                    <a:pt x="234696" y="13716"/>
                  </a:lnTo>
                  <a:lnTo>
                    <a:pt x="240791" y="15239"/>
                  </a:lnTo>
                  <a:lnTo>
                    <a:pt x="240791" y="18287"/>
                  </a:lnTo>
                  <a:lnTo>
                    <a:pt x="243839" y="18287"/>
                  </a:lnTo>
                  <a:lnTo>
                    <a:pt x="245364" y="19812"/>
                  </a:lnTo>
                  <a:lnTo>
                    <a:pt x="61456" y="851916"/>
                  </a:lnTo>
                  <a:close/>
                </a:path>
                <a:path w="245745" h="866139">
                  <a:moveTo>
                    <a:pt x="243839" y="18287"/>
                  </a:moveTo>
                  <a:lnTo>
                    <a:pt x="240791" y="18287"/>
                  </a:lnTo>
                  <a:lnTo>
                    <a:pt x="240791" y="15239"/>
                  </a:lnTo>
                  <a:lnTo>
                    <a:pt x="243839" y="18287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67612" y="2008631"/>
              <a:ext cx="2429256" cy="1466088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5000244" y="1249679"/>
              <a:ext cx="353695" cy="725805"/>
            </a:xfrm>
            <a:custGeom>
              <a:avLst/>
              <a:gdLst/>
              <a:ahLst/>
              <a:cxnLst/>
              <a:rect l="l" t="t" r="r" b="b"/>
              <a:pathLst>
                <a:path w="353695" h="725805">
                  <a:moveTo>
                    <a:pt x="353567" y="725424"/>
                  </a:moveTo>
                  <a:lnTo>
                    <a:pt x="0" y="300228"/>
                  </a:lnTo>
                  <a:lnTo>
                    <a:pt x="0" y="0"/>
                  </a:lnTo>
                  <a:lnTo>
                    <a:pt x="353567" y="423671"/>
                  </a:lnTo>
                  <a:lnTo>
                    <a:pt x="353567" y="725424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4995671" y="1231391"/>
              <a:ext cx="363220" cy="760730"/>
            </a:xfrm>
            <a:custGeom>
              <a:avLst/>
              <a:gdLst/>
              <a:ahLst/>
              <a:cxnLst/>
              <a:rect l="l" t="t" r="r" b="b"/>
              <a:pathLst>
                <a:path w="363220" h="760730">
                  <a:moveTo>
                    <a:pt x="352044" y="746760"/>
                  </a:moveTo>
                  <a:lnTo>
                    <a:pt x="0" y="321564"/>
                  </a:lnTo>
                  <a:lnTo>
                    <a:pt x="0" y="0"/>
                  </a:lnTo>
                  <a:lnTo>
                    <a:pt x="7619" y="15239"/>
                  </a:lnTo>
                  <a:lnTo>
                    <a:pt x="10667" y="18287"/>
                  </a:lnTo>
                  <a:lnTo>
                    <a:pt x="24638" y="35052"/>
                  </a:lnTo>
                  <a:lnTo>
                    <a:pt x="10667" y="35052"/>
                  </a:lnTo>
                  <a:lnTo>
                    <a:pt x="10667" y="318516"/>
                  </a:lnTo>
                  <a:lnTo>
                    <a:pt x="352044" y="729996"/>
                  </a:lnTo>
                  <a:lnTo>
                    <a:pt x="362712" y="729996"/>
                  </a:lnTo>
                  <a:lnTo>
                    <a:pt x="362712" y="743712"/>
                  </a:lnTo>
                  <a:lnTo>
                    <a:pt x="356616" y="743712"/>
                  </a:lnTo>
                  <a:lnTo>
                    <a:pt x="352044" y="746760"/>
                  </a:lnTo>
                  <a:close/>
                </a:path>
                <a:path w="363220" h="760730">
                  <a:moveTo>
                    <a:pt x="362712" y="729996"/>
                  </a:moveTo>
                  <a:lnTo>
                    <a:pt x="352044" y="729996"/>
                  </a:lnTo>
                  <a:lnTo>
                    <a:pt x="352044" y="445008"/>
                  </a:lnTo>
                  <a:lnTo>
                    <a:pt x="10667" y="35052"/>
                  </a:lnTo>
                  <a:lnTo>
                    <a:pt x="24638" y="35052"/>
                  </a:lnTo>
                  <a:lnTo>
                    <a:pt x="361188" y="438912"/>
                  </a:lnTo>
                  <a:lnTo>
                    <a:pt x="356616" y="441960"/>
                  </a:lnTo>
                  <a:lnTo>
                    <a:pt x="362712" y="441960"/>
                  </a:lnTo>
                  <a:lnTo>
                    <a:pt x="362712" y="729996"/>
                  </a:lnTo>
                  <a:close/>
                </a:path>
                <a:path w="363220" h="760730">
                  <a:moveTo>
                    <a:pt x="362712" y="441960"/>
                  </a:moveTo>
                  <a:lnTo>
                    <a:pt x="358140" y="441960"/>
                  </a:lnTo>
                  <a:lnTo>
                    <a:pt x="361188" y="438912"/>
                  </a:lnTo>
                  <a:lnTo>
                    <a:pt x="362712" y="438912"/>
                  </a:lnTo>
                  <a:lnTo>
                    <a:pt x="362712" y="441960"/>
                  </a:lnTo>
                  <a:close/>
                </a:path>
                <a:path w="363220" h="760730">
                  <a:moveTo>
                    <a:pt x="362712" y="760476"/>
                  </a:moveTo>
                  <a:lnTo>
                    <a:pt x="352044" y="746760"/>
                  </a:lnTo>
                  <a:lnTo>
                    <a:pt x="358140" y="743712"/>
                  </a:lnTo>
                  <a:lnTo>
                    <a:pt x="362712" y="743712"/>
                  </a:lnTo>
                  <a:lnTo>
                    <a:pt x="362712" y="760476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32247" y="1415795"/>
              <a:ext cx="289560" cy="341376"/>
            </a:xfrm>
            <a:prstGeom prst="rect">
              <a:avLst/>
            </a:prstGeom>
          </p:spPr>
        </p:pic>
      </p:grpSp>
      <p:sp>
        <p:nvSpPr>
          <p:cNvPr id="52" name="object 52" descr=""/>
          <p:cNvSpPr txBox="1"/>
          <p:nvPr/>
        </p:nvSpPr>
        <p:spPr>
          <a:xfrm>
            <a:off x="4071584" y="2552167"/>
            <a:ext cx="17843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X0</a:t>
            </a:r>
            <a:endParaRPr sz="950">
              <a:latin typeface="Arial"/>
              <a:cs typeface="Arial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4661522" y="2552167"/>
            <a:ext cx="17843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X1</a:t>
            </a:r>
            <a:endParaRPr sz="950">
              <a:latin typeface="Arial"/>
              <a:cs typeface="Arial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3212048" y="2194037"/>
            <a:ext cx="17843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Y0</a:t>
            </a:r>
            <a:endParaRPr sz="950">
              <a:latin typeface="Arial"/>
              <a:cs typeface="Arial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5371581" y="1585947"/>
            <a:ext cx="17843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Y1</a:t>
            </a:r>
            <a:endParaRPr sz="950">
              <a:latin typeface="Arial"/>
              <a:cs typeface="Arial"/>
            </a:endParaRPr>
          </a:p>
        </p:txBody>
      </p:sp>
      <p:pic>
        <p:nvPicPr>
          <p:cNvPr id="56" name="object 5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9704" y="4035552"/>
            <a:ext cx="76200" cy="76200"/>
          </a:xfrm>
          <a:prstGeom prst="rect">
            <a:avLst/>
          </a:prstGeom>
        </p:spPr>
      </p:pic>
      <p:sp>
        <p:nvSpPr>
          <p:cNvPr id="57" name="object 57" descr=""/>
          <p:cNvSpPr txBox="1"/>
          <p:nvPr/>
        </p:nvSpPr>
        <p:spPr>
          <a:xfrm>
            <a:off x="656318" y="3704933"/>
            <a:ext cx="6044565" cy="110172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Purpose:</a:t>
            </a:r>
            <a:endParaRPr sz="1050">
              <a:latin typeface="Arial"/>
              <a:cs typeface="Arial"/>
            </a:endParaRPr>
          </a:p>
          <a:p>
            <a:pPr marL="299085" marR="5080">
              <a:lnSpc>
                <a:spcPct val="134300"/>
              </a:lnSpc>
            </a:pP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Entry/Exit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parking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lot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single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lane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passage.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By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controlling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indicators,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program ensures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that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only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pass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through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Entry/Exit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as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prevent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accident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between entering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leaving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cars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050" spc="-10" b="1">
                <a:latin typeface="Arial"/>
                <a:cs typeface="Arial"/>
              </a:rPr>
              <a:t>Devices:</a:t>
            </a:r>
            <a:endParaRPr sz="1050">
              <a:latin typeface="Arial"/>
              <a:cs typeface="Arial"/>
            </a:endParaRPr>
          </a:p>
        </p:txBody>
      </p:sp>
      <p:sp>
        <p:nvSpPr>
          <p:cNvPr id="58" name="object 58" descr=""/>
          <p:cNvSpPr/>
          <p:nvPr/>
        </p:nvSpPr>
        <p:spPr>
          <a:xfrm>
            <a:off x="3759708" y="5603748"/>
            <a:ext cx="36830" cy="109855"/>
          </a:xfrm>
          <a:custGeom>
            <a:avLst/>
            <a:gdLst/>
            <a:ahLst/>
            <a:cxnLst/>
            <a:rect l="l" t="t" r="r" b="b"/>
            <a:pathLst>
              <a:path w="36829" h="109854">
                <a:moveTo>
                  <a:pt x="35052" y="109728"/>
                </a:moveTo>
                <a:lnTo>
                  <a:pt x="3048" y="74676"/>
                </a:lnTo>
                <a:lnTo>
                  <a:pt x="1524" y="67056"/>
                </a:lnTo>
                <a:lnTo>
                  <a:pt x="0" y="60960"/>
                </a:lnTo>
                <a:lnTo>
                  <a:pt x="0" y="47244"/>
                </a:lnTo>
                <a:lnTo>
                  <a:pt x="3048" y="35052"/>
                </a:lnTo>
                <a:lnTo>
                  <a:pt x="6096" y="27432"/>
                </a:lnTo>
                <a:lnTo>
                  <a:pt x="9144" y="21336"/>
                </a:lnTo>
                <a:lnTo>
                  <a:pt x="13716" y="16764"/>
                </a:lnTo>
                <a:lnTo>
                  <a:pt x="18549" y="11572"/>
                </a:lnTo>
                <a:lnTo>
                  <a:pt x="23812" y="7239"/>
                </a:lnTo>
                <a:lnTo>
                  <a:pt x="29360" y="3476"/>
                </a:lnTo>
                <a:lnTo>
                  <a:pt x="35052" y="0"/>
                </a:lnTo>
                <a:lnTo>
                  <a:pt x="36576" y="1524"/>
                </a:lnTo>
                <a:lnTo>
                  <a:pt x="27432" y="7620"/>
                </a:lnTo>
                <a:lnTo>
                  <a:pt x="21336" y="12192"/>
                </a:lnTo>
                <a:lnTo>
                  <a:pt x="18288" y="18288"/>
                </a:lnTo>
                <a:lnTo>
                  <a:pt x="13716" y="24384"/>
                </a:lnTo>
                <a:lnTo>
                  <a:pt x="10668" y="28956"/>
                </a:lnTo>
                <a:lnTo>
                  <a:pt x="9144" y="35052"/>
                </a:lnTo>
                <a:lnTo>
                  <a:pt x="7620" y="42672"/>
                </a:lnTo>
                <a:lnTo>
                  <a:pt x="6096" y="48768"/>
                </a:lnTo>
                <a:lnTo>
                  <a:pt x="6096" y="60960"/>
                </a:lnTo>
                <a:lnTo>
                  <a:pt x="7620" y="67056"/>
                </a:lnTo>
                <a:lnTo>
                  <a:pt x="9144" y="74676"/>
                </a:lnTo>
                <a:lnTo>
                  <a:pt x="10668" y="79248"/>
                </a:lnTo>
                <a:lnTo>
                  <a:pt x="13716" y="85344"/>
                </a:lnTo>
                <a:lnTo>
                  <a:pt x="18288" y="91440"/>
                </a:lnTo>
                <a:lnTo>
                  <a:pt x="21336" y="96012"/>
                </a:lnTo>
                <a:lnTo>
                  <a:pt x="27432" y="102108"/>
                </a:lnTo>
                <a:lnTo>
                  <a:pt x="35052" y="108204"/>
                </a:lnTo>
                <a:lnTo>
                  <a:pt x="35052" y="1097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3732276" y="5824727"/>
            <a:ext cx="36830" cy="108585"/>
          </a:xfrm>
          <a:custGeom>
            <a:avLst/>
            <a:gdLst/>
            <a:ahLst/>
            <a:cxnLst/>
            <a:rect l="l" t="t" r="r" b="b"/>
            <a:pathLst>
              <a:path w="36829" h="108585">
                <a:moveTo>
                  <a:pt x="35052" y="108204"/>
                </a:moveTo>
                <a:lnTo>
                  <a:pt x="3048" y="74676"/>
                </a:lnTo>
                <a:lnTo>
                  <a:pt x="1524" y="67056"/>
                </a:lnTo>
                <a:lnTo>
                  <a:pt x="0" y="60960"/>
                </a:lnTo>
                <a:lnTo>
                  <a:pt x="0" y="47244"/>
                </a:lnTo>
                <a:lnTo>
                  <a:pt x="3048" y="35052"/>
                </a:lnTo>
                <a:lnTo>
                  <a:pt x="29360" y="3452"/>
                </a:lnTo>
                <a:lnTo>
                  <a:pt x="35052" y="0"/>
                </a:lnTo>
                <a:lnTo>
                  <a:pt x="36576" y="1524"/>
                </a:lnTo>
                <a:lnTo>
                  <a:pt x="27432" y="7620"/>
                </a:lnTo>
                <a:lnTo>
                  <a:pt x="21336" y="12192"/>
                </a:lnTo>
                <a:lnTo>
                  <a:pt x="18288" y="18288"/>
                </a:lnTo>
                <a:lnTo>
                  <a:pt x="13716" y="24384"/>
                </a:lnTo>
                <a:lnTo>
                  <a:pt x="10668" y="28956"/>
                </a:lnTo>
                <a:lnTo>
                  <a:pt x="9144" y="35052"/>
                </a:lnTo>
                <a:lnTo>
                  <a:pt x="7620" y="42672"/>
                </a:lnTo>
                <a:lnTo>
                  <a:pt x="6096" y="48768"/>
                </a:lnTo>
                <a:lnTo>
                  <a:pt x="6096" y="60960"/>
                </a:lnTo>
                <a:lnTo>
                  <a:pt x="10668" y="79248"/>
                </a:lnTo>
                <a:lnTo>
                  <a:pt x="13716" y="85344"/>
                </a:lnTo>
                <a:lnTo>
                  <a:pt x="18288" y="91440"/>
                </a:lnTo>
                <a:lnTo>
                  <a:pt x="21336" y="96012"/>
                </a:lnTo>
                <a:lnTo>
                  <a:pt x="27432" y="102108"/>
                </a:lnTo>
                <a:lnTo>
                  <a:pt x="35052" y="108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0" name="object 60" descr=""/>
          <p:cNvGraphicFramePr>
            <a:graphicFrameLocks noGrp="1"/>
          </p:cNvGraphicFramePr>
          <p:nvPr/>
        </p:nvGraphicFramePr>
        <p:xfrm>
          <a:off x="1453895" y="4824983"/>
          <a:ext cx="5331460" cy="1158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0760"/>
                <a:gridCol w="4248150"/>
              </a:tblGrid>
              <a:tr h="275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Device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794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Function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794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Car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entering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sensor.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car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passes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through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sensor,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X0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=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ON.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Car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leaving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sensor.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car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passes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through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sensor,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X1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=</a:t>
                      </a:r>
                      <a:r>
                        <a:rPr dirty="0" sz="90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ON.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Entering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car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indicator</a:t>
                      </a:r>
                      <a:r>
                        <a:rPr dirty="0" sz="900" spc="335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means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“GO”,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OFF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means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“STOP”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Leaving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car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indicator</a:t>
                      </a:r>
                      <a:r>
                        <a:rPr dirty="0" sz="900" spc="335"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means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“GO”,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OFF</a:t>
                      </a:r>
                      <a:r>
                        <a:rPr dirty="0" sz="9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means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“STOP”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1" name="object 61" descr=""/>
          <p:cNvSpPr/>
          <p:nvPr/>
        </p:nvSpPr>
        <p:spPr>
          <a:xfrm>
            <a:off x="5847588" y="5603747"/>
            <a:ext cx="35560" cy="109855"/>
          </a:xfrm>
          <a:custGeom>
            <a:avLst/>
            <a:gdLst/>
            <a:ahLst/>
            <a:cxnLst/>
            <a:rect l="l" t="t" r="r" b="b"/>
            <a:pathLst>
              <a:path w="35560" h="109854">
                <a:moveTo>
                  <a:pt x="0" y="109728"/>
                </a:moveTo>
                <a:lnTo>
                  <a:pt x="0" y="108204"/>
                </a:lnTo>
                <a:lnTo>
                  <a:pt x="7620" y="102108"/>
                </a:lnTo>
                <a:lnTo>
                  <a:pt x="13716" y="96012"/>
                </a:lnTo>
                <a:lnTo>
                  <a:pt x="16764" y="91440"/>
                </a:lnTo>
                <a:lnTo>
                  <a:pt x="25908" y="79248"/>
                </a:lnTo>
                <a:lnTo>
                  <a:pt x="27432" y="74676"/>
                </a:lnTo>
                <a:lnTo>
                  <a:pt x="28956" y="67056"/>
                </a:lnTo>
                <a:lnTo>
                  <a:pt x="28956" y="42672"/>
                </a:lnTo>
                <a:lnTo>
                  <a:pt x="27432" y="35052"/>
                </a:lnTo>
                <a:lnTo>
                  <a:pt x="25908" y="28956"/>
                </a:lnTo>
                <a:lnTo>
                  <a:pt x="21336" y="24384"/>
                </a:lnTo>
                <a:lnTo>
                  <a:pt x="16764" y="18288"/>
                </a:lnTo>
                <a:lnTo>
                  <a:pt x="13716" y="12192"/>
                </a:lnTo>
                <a:lnTo>
                  <a:pt x="7620" y="7620"/>
                </a:lnTo>
                <a:lnTo>
                  <a:pt x="0" y="1524"/>
                </a:lnTo>
                <a:lnTo>
                  <a:pt x="0" y="0"/>
                </a:lnTo>
                <a:lnTo>
                  <a:pt x="6334" y="3476"/>
                </a:lnTo>
                <a:lnTo>
                  <a:pt x="11811" y="7239"/>
                </a:lnTo>
                <a:lnTo>
                  <a:pt x="16716" y="11572"/>
                </a:lnTo>
                <a:lnTo>
                  <a:pt x="21336" y="16764"/>
                </a:lnTo>
                <a:lnTo>
                  <a:pt x="25908" y="21336"/>
                </a:lnTo>
                <a:lnTo>
                  <a:pt x="30480" y="27432"/>
                </a:lnTo>
                <a:lnTo>
                  <a:pt x="32004" y="35052"/>
                </a:lnTo>
                <a:lnTo>
                  <a:pt x="35052" y="41148"/>
                </a:lnTo>
                <a:lnTo>
                  <a:pt x="35052" y="67056"/>
                </a:lnTo>
                <a:lnTo>
                  <a:pt x="32004" y="74676"/>
                </a:lnTo>
                <a:lnTo>
                  <a:pt x="30480" y="80772"/>
                </a:lnTo>
                <a:lnTo>
                  <a:pt x="21336" y="92964"/>
                </a:lnTo>
                <a:lnTo>
                  <a:pt x="16716" y="98155"/>
                </a:lnTo>
                <a:lnTo>
                  <a:pt x="11811" y="102489"/>
                </a:lnTo>
                <a:lnTo>
                  <a:pt x="6334" y="106251"/>
                </a:lnTo>
                <a:lnTo>
                  <a:pt x="0" y="1097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5821679" y="5824727"/>
            <a:ext cx="35560" cy="108585"/>
          </a:xfrm>
          <a:custGeom>
            <a:avLst/>
            <a:gdLst/>
            <a:ahLst/>
            <a:cxnLst/>
            <a:rect l="l" t="t" r="r" b="b"/>
            <a:pathLst>
              <a:path w="35560" h="108585">
                <a:moveTo>
                  <a:pt x="0" y="108204"/>
                </a:moveTo>
                <a:lnTo>
                  <a:pt x="7620" y="102108"/>
                </a:lnTo>
                <a:lnTo>
                  <a:pt x="13716" y="96012"/>
                </a:lnTo>
                <a:lnTo>
                  <a:pt x="16764" y="91440"/>
                </a:lnTo>
                <a:lnTo>
                  <a:pt x="22860" y="85344"/>
                </a:lnTo>
                <a:lnTo>
                  <a:pt x="25908" y="79248"/>
                </a:lnTo>
                <a:lnTo>
                  <a:pt x="28956" y="67056"/>
                </a:lnTo>
                <a:lnTo>
                  <a:pt x="28956" y="42672"/>
                </a:lnTo>
                <a:lnTo>
                  <a:pt x="27432" y="35052"/>
                </a:lnTo>
                <a:lnTo>
                  <a:pt x="25908" y="28956"/>
                </a:lnTo>
                <a:lnTo>
                  <a:pt x="22860" y="24384"/>
                </a:lnTo>
                <a:lnTo>
                  <a:pt x="16764" y="18288"/>
                </a:lnTo>
                <a:lnTo>
                  <a:pt x="13716" y="12192"/>
                </a:lnTo>
                <a:lnTo>
                  <a:pt x="7620" y="7620"/>
                </a:lnTo>
                <a:lnTo>
                  <a:pt x="0" y="1524"/>
                </a:lnTo>
                <a:lnTo>
                  <a:pt x="0" y="0"/>
                </a:lnTo>
                <a:lnTo>
                  <a:pt x="30480" y="27432"/>
                </a:lnTo>
                <a:lnTo>
                  <a:pt x="32004" y="35052"/>
                </a:lnTo>
                <a:lnTo>
                  <a:pt x="35052" y="41148"/>
                </a:lnTo>
                <a:lnTo>
                  <a:pt x="35052" y="67056"/>
                </a:lnTo>
                <a:lnTo>
                  <a:pt x="32004" y="74676"/>
                </a:lnTo>
                <a:lnTo>
                  <a:pt x="30480" y="80772"/>
                </a:lnTo>
                <a:lnTo>
                  <a:pt x="21336" y="92964"/>
                </a:lnTo>
                <a:lnTo>
                  <a:pt x="16716" y="97488"/>
                </a:lnTo>
                <a:lnTo>
                  <a:pt x="11811" y="101727"/>
                </a:lnTo>
                <a:lnTo>
                  <a:pt x="6334" y="105394"/>
                </a:lnTo>
                <a:lnTo>
                  <a:pt x="0" y="108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 txBox="1"/>
          <p:nvPr/>
        </p:nvSpPr>
        <p:spPr>
          <a:xfrm>
            <a:off x="656318" y="6003996"/>
            <a:ext cx="1070610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Program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64" name="object 6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83791" y="6230111"/>
            <a:ext cx="5161787" cy="1676399"/>
          </a:xfrm>
          <a:prstGeom prst="rect">
            <a:avLst/>
          </a:prstGeom>
        </p:spPr>
      </p:pic>
      <p:pic>
        <p:nvPicPr>
          <p:cNvPr id="65" name="object 6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51203" y="8212835"/>
            <a:ext cx="76200" cy="76200"/>
          </a:xfrm>
          <a:prstGeom prst="rect">
            <a:avLst/>
          </a:prstGeom>
        </p:spPr>
      </p:pic>
      <p:pic>
        <p:nvPicPr>
          <p:cNvPr id="66" name="object 6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51203" y="8857488"/>
            <a:ext cx="76200" cy="76200"/>
          </a:xfrm>
          <a:prstGeom prst="rect">
            <a:avLst/>
          </a:prstGeom>
        </p:spPr>
      </p:pic>
      <p:sp>
        <p:nvSpPr>
          <p:cNvPr id="67" name="object 67" descr=""/>
          <p:cNvSpPr txBox="1"/>
          <p:nvPr/>
        </p:nvSpPr>
        <p:spPr>
          <a:xfrm>
            <a:off x="656318" y="7885211"/>
            <a:ext cx="6224905" cy="152654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050" spc="-10" b="1">
                <a:latin typeface="Arial"/>
                <a:cs typeface="Arial"/>
              </a:rPr>
              <a:t>Program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Description:</a:t>
            </a:r>
            <a:endParaRPr sz="1050">
              <a:latin typeface="Arial"/>
              <a:cs typeface="Arial"/>
            </a:endParaRPr>
          </a:p>
          <a:p>
            <a:pPr marL="852169" marR="5080" indent="-5080">
              <a:lnSpc>
                <a:spcPts val="1689"/>
              </a:lnSpc>
              <a:spcBef>
                <a:spcPts val="120"/>
              </a:spcBef>
            </a:pP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parking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lot,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there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are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two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indicators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individually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directing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entering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leaving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cars. </a:t>
            </a:r>
            <a:r>
              <a:rPr dirty="0" sz="1050">
                <a:latin typeface="Arial"/>
                <a:cs typeface="Arial"/>
              </a:rPr>
              <a:t>By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interlock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control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circuit,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only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indicator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show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“GO”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signal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accident will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thus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prevented.</a:t>
            </a:r>
            <a:endParaRPr sz="1050">
              <a:latin typeface="Arial"/>
              <a:cs typeface="Arial"/>
            </a:endParaRPr>
          </a:p>
          <a:p>
            <a:pPr marL="847725" marR="172085">
              <a:lnSpc>
                <a:spcPts val="1689"/>
              </a:lnSpc>
            </a:pP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entering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draws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near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vehicle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control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barrier,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X0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so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will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Y0.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7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entering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indicator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show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“GO”.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same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time,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leaving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indicator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will </a:t>
            </a:r>
            <a:r>
              <a:rPr dirty="0" sz="1050" spc="-10">
                <a:latin typeface="Arial"/>
                <a:cs typeface="Arial"/>
              </a:rPr>
              <a:t>show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30">
                <a:latin typeface="Arial"/>
                <a:cs typeface="Arial"/>
              </a:rPr>
              <a:t>“STOP.” </a:t>
            </a:r>
            <a:r>
              <a:rPr dirty="0" sz="1050">
                <a:latin typeface="Arial"/>
                <a:cs typeface="Arial"/>
              </a:rPr>
              <a:t>Car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entering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allowed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but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leaving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prohibited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this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case.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22019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762716" y="188496"/>
            <a:ext cx="5353685" cy="1068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43125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34300"/>
              </a:lnSpc>
              <a:spcBef>
                <a:spcPts val="5"/>
              </a:spcBef>
            </a:pP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leaving </a:t>
            </a:r>
            <a:r>
              <a:rPr dirty="0" sz="1050">
                <a:latin typeface="Arial"/>
                <a:cs typeface="Arial"/>
              </a:rPr>
              <a:t>car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draws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near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vehicle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control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barrier,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X1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so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Y1.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The </a:t>
            </a:r>
            <a:r>
              <a:rPr dirty="0" sz="1050" spc="-10">
                <a:latin typeface="Arial"/>
                <a:cs typeface="Arial"/>
              </a:rPr>
              <a:t>leaving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indicator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show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“GO”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entering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indicator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show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“STOP.”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26088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22019" y="9677400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892574" y="9721129"/>
            <a:ext cx="19685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50">
                <a:latin typeface="Arial"/>
                <a:cs typeface="Arial"/>
              </a:rPr>
              <a:t>7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2476" y="917447"/>
            <a:ext cx="762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6373" y="188496"/>
            <a:ext cx="3221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50748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132346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50748" y="9691116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39587" y="9733318"/>
            <a:ext cx="19875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50">
                <a:latin typeface="Arial"/>
                <a:cs typeface="Arial"/>
              </a:rPr>
              <a:t>8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56357" y="959585"/>
            <a:ext cx="3872229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latin typeface="Arial"/>
                <a:cs typeface="Arial"/>
              </a:rPr>
              <a:t>1.7</a:t>
            </a:r>
            <a:r>
              <a:rPr dirty="0" sz="1100" spc="11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Automatic</a:t>
            </a:r>
            <a:r>
              <a:rPr dirty="0" sz="1100" spc="9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Parameter</a:t>
            </a:r>
            <a:r>
              <a:rPr dirty="0" sz="1100" spc="9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Initialization</a:t>
            </a:r>
            <a:r>
              <a:rPr dirty="0" sz="1100" spc="7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When</a:t>
            </a:r>
            <a:r>
              <a:rPr dirty="0" sz="1100" spc="8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Powered</a:t>
            </a:r>
            <a:r>
              <a:rPr dirty="0" sz="1100" spc="75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Up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940051" y="1668780"/>
            <a:ext cx="2886710" cy="1381125"/>
            <a:chOff x="1940051" y="1668780"/>
            <a:chExt cx="2886710" cy="1381125"/>
          </a:xfrm>
        </p:grpSpPr>
        <p:sp>
          <p:nvSpPr>
            <p:cNvPr id="9" name="object 9" descr=""/>
            <p:cNvSpPr/>
            <p:nvPr/>
          </p:nvSpPr>
          <p:spPr>
            <a:xfrm>
              <a:off x="2244851" y="1673352"/>
              <a:ext cx="1163320" cy="367665"/>
            </a:xfrm>
            <a:custGeom>
              <a:avLst/>
              <a:gdLst/>
              <a:ahLst/>
              <a:cxnLst/>
              <a:rect l="l" t="t" r="r" b="b"/>
              <a:pathLst>
                <a:path w="1163320" h="367664">
                  <a:moveTo>
                    <a:pt x="1025651" y="367284"/>
                  </a:moveTo>
                  <a:lnTo>
                    <a:pt x="0" y="70103"/>
                  </a:lnTo>
                  <a:lnTo>
                    <a:pt x="137160" y="0"/>
                  </a:lnTo>
                  <a:lnTo>
                    <a:pt x="1162812" y="298703"/>
                  </a:lnTo>
                  <a:lnTo>
                    <a:pt x="1025651" y="367284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241803" y="1668780"/>
              <a:ext cx="1169035" cy="378460"/>
            </a:xfrm>
            <a:custGeom>
              <a:avLst/>
              <a:gdLst/>
              <a:ahLst/>
              <a:cxnLst/>
              <a:rect l="l" t="t" r="r" b="b"/>
              <a:pathLst>
                <a:path w="1169035" h="378460">
                  <a:moveTo>
                    <a:pt x="1031748" y="377952"/>
                  </a:moveTo>
                  <a:lnTo>
                    <a:pt x="1028700" y="377952"/>
                  </a:lnTo>
                  <a:lnTo>
                    <a:pt x="3048" y="79247"/>
                  </a:lnTo>
                  <a:lnTo>
                    <a:pt x="3048" y="74676"/>
                  </a:lnTo>
                  <a:lnTo>
                    <a:pt x="0" y="68580"/>
                  </a:lnTo>
                  <a:lnTo>
                    <a:pt x="137160" y="0"/>
                  </a:lnTo>
                  <a:lnTo>
                    <a:pt x="138683" y="3047"/>
                  </a:lnTo>
                  <a:lnTo>
                    <a:pt x="150758" y="3047"/>
                  </a:lnTo>
                  <a:lnTo>
                    <a:pt x="182411" y="12191"/>
                  </a:lnTo>
                  <a:lnTo>
                    <a:pt x="140208" y="12191"/>
                  </a:lnTo>
                  <a:lnTo>
                    <a:pt x="19812" y="73152"/>
                  </a:lnTo>
                  <a:lnTo>
                    <a:pt x="1027176" y="365760"/>
                  </a:lnTo>
                  <a:lnTo>
                    <a:pt x="1056132" y="365760"/>
                  </a:lnTo>
                  <a:lnTo>
                    <a:pt x="1040892" y="373380"/>
                  </a:lnTo>
                  <a:lnTo>
                    <a:pt x="1028700" y="373380"/>
                  </a:lnTo>
                  <a:lnTo>
                    <a:pt x="1031748" y="377952"/>
                  </a:lnTo>
                  <a:close/>
                </a:path>
                <a:path w="1169035" h="378460">
                  <a:moveTo>
                    <a:pt x="150758" y="3047"/>
                  </a:moveTo>
                  <a:lnTo>
                    <a:pt x="138683" y="3047"/>
                  </a:lnTo>
                  <a:lnTo>
                    <a:pt x="137160" y="0"/>
                  </a:lnTo>
                  <a:lnTo>
                    <a:pt x="140208" y="0"/>
                  </a:lnTo>
                  <a:lnTo>
                    <a:pt x="150758" y="3047"/>
                  </a:lnTo>
                  <a:close/>
                </a:path>
                <a:path w="1169035" h="378460">
                  <a:moveTo>
                    <a:pt x="1056132" y="365760"/>
                  </a:moveTo>
                  <a:lnTo>
                    <a:pt x="1027176" y="365760"/>
                  </a:lnTo>
                  <a:lnTo>
                    <a:pt x="1152144" y="306324"/>
                  </a:lnTo>
                  <a:lnTo>
                    <a:pt x="140208" y="12191"/>
                  </a:lnTo>
                  <a:lnTo>
                    <a:pt x="182411" y="12191"/>
                  </a:lnTo>
                  <a:lnTo>
                    <a:pt x="1168908" y="297180"/>
                  </a:lnTo>
                  <a:lnTo>
                    <a:pt x="1165860" y="303276"/>
                  </a:lnTo>
                  <a:lnTo>
                    <a:pt x="1166198" y="303953"/>
                  </a:lnTo>
                  <a:lnTo>
                    <a:pt x="1165860" y="304800"/>
                  </a:lnTo>
                  <a:lnTo>
                    <a:pt x="1168908" y="309372"/>
                  </a:lnTo>
                  <a:lnTo>
                    <a:pt x="1056132" y="365760"/>
                  </a:lnTo>
                  <a:close/>
                </a:path>
                <a:path w="1169035" h="378460">
                  <a:moveTo>
                    <a:pt x="3048" y="79247"/>
                  </a:moveTo>
                  <a:lnTo>
                    <a:pt x="0" y="68580"/>
                  </a:lnTo>
                  <a:lnTo>
                    <a:pt x="3048" y="76200"/>
                  </a:lnTo>
                  <a:lnTo>
                    <a:pt x="3048" y="79247"/>
                  </a:lnTo>
                  <a:close/>
                </a:path>
                <a:path w="1169035" h="378460">
                  <a:moveTo>
                    <a:pt x="3048" y="76200"/>
                  </a:moveTo>
                  <a:lnTo>
                    <a:pt x="0" y="68580"/>
                  </a:lnTo>
                  <a:lnTo>
                    <a:pt x="3048" y="74676"/>
                  </a:lnTo>
                  <a:lnTo>
                    <a:pt x="3048" y="76200"/>
                  </a:lnTo>
                  <a:close/>
                </a:path>
                <a:path w="1169035" h="378460">
                  <a:moveTo>
                    <a:pt x="1166198" y="303953"/>
                  </a:moveTo>
                  <a:lnTo>
                    <a:pt x="1165860" y="303276"/>
                  </a:lnTo>
                  <a:lnTo>
                    <a:pt x="1168908" y="297180"/>
                  </a:lnTo>
                  <a:lnTo>
                    <a:pt x="1166198" y="303953"/>
                  </a:lnTo>
                  <a:close/>
                </a:path>
                <a:path w="1169035" h="378460">
                  <a:moveTo>
                    <a:pt x="1168908" y="309372"/>
                  </a:moveTo>
                  <a:lnTo>
                    <a:pt x="1166198" y="303953"/>
                  </a:lnTo>
                  <a:lnTo>
                    <a:pt x="1168908" y="297180"/>
                  </a:lnTo>
                  <a:lnTo>
                    <a:pt x="1168908" y="309372"/>
                  </a:lnTo>
                  <a:close/>
                </a:path>
                <a:path w="1169035" h="378460">
                  <a:moveTo>
                    <a:pt x="1031748" y="377952"/>
                  </a:moveTo>
                  <a:lnTo>
                    <a:pt x="1028700" y="373380"/>
                  </a:lnTo>
                  <a:lnTo>
                    <a:pt x="1040892" y="373380"/>
                  </a:lnTo>
                  <a:lnTo>
                    <a:pt x="1031748" y="37795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949196" y="1743456"/>
              <a:ext cx="1321435" cy="1295400"/>
            </a:xfrm>
            <a:custGeom>
              <a:avLst/>
              <a:gdLst/>
              <a:ahLst/>
              <a:cxnLst/>
              <a:rect l="l" t="t" r="r" b="b"/>
              <a:pathLst>
                <a:path w="1321435" h="1295400">
                  <a:moveTo>
                    <a:pt x="1034795" y="1295400"/>
                  </a:moveTo>
                  <a:lnTo>
                    <a:pt x="9144" y="996696"/>
                  </a:lnTo>
                  <a:lnTo>
                    <a:pt x="0" y="362712"/>
                  </a:lnTo>
                  <a:lnTo>
                    <a:pt x="295655" y="0"/>
                  </a:lnTo>
                  <a:lnTo>
                    <a:pt x="1321307" y="297180"/>
                  </a:lnTo>
                  <a:lnTo>
                    <a:pt x="1025652" y="661416"/>
                  </a:lnTo>
                  <a:lnTo>
                    <a:pt x="1034795" y="129540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940051" y="1737359"/>
              <a:ext cx="1336675" cy="1308100"/>
            </a:xfrm>
            <a:custGeom>
              <a:avLst/>
              <a:gdLst/>
              <a:ahLst/>
              <a:cxnLst/>
              <a:rect l="l" t="t" r="r" b="b"/>
              <a:pathLst>
                <a:path w="1336675" h="1308100">
                  <a:moveTo>
                    <a:pt x="1040892" y="1307592"/>
                  </a:moveTo>
                  <a:lnTo>
                    <a:pt x="15239" y="1008888"/>
                  </a:lnTo>
                  <a:lnTo>
                    <a:pt x="12191" y="1002792"/>
                  </a:lnTo>
                  <a:lnTo>
                    <a:pt x="58" y="371856"/>
                  </a:lnTo>
                  <a:lnTo>
                    <a:pt x="0" y="368808"/>
                  </a:lnTo>
                  <a:lnTo>
                    <a:pt x="3048" y="367283"/>
                  </a:lnTo>
                  <a:lnTo>
                    <a:pt x="301752" y="0"/>
                  </a:lnTo>
                  <a:lnTo>
                    <a:pt x="307848" y="0"/>
                  </a:lnTo>
                  <a:lnTo>
                    <a:pt x="304800" y="3047"/>
                  </a:lnTo>
                  <a:lnTo>
                    <a:pt x="306323" y="4571"/>
                  </a:lnTo>
                  <a:lnTo>
                    <a:pt x="323627" y="4571"/>
                  </a:lnTo>
                  <a:lnTo>
                    <a:pt x="349926" y="12191"/>
                  </a:lnTo>
                  <a:lnTo>
                    <a:pt x="307848" y="12191"/>
                  </a:lnTo>
                  <a:lnTo>
                    <a:pt x="15239" y="371856"/>
                  </a:lnTo>
                  <a:lnTo>
                    <a:pt x="22860" y="998220"/>
                  </a:lnTo>
                  <a:lnTo>
                    <a:pt x="1037844" y="1292352"/>
                  </a:lnTo>
                  <a:lnTo>
                    <a:pt x="1049903" y="1292352"/>
                  </a:lnTo>
                  <a:lnTo>
                    <a:pt x="1050036" y="1301496"/>
                  </a:lnTo>
                  <a:lnTo>
                    <a:pt x="1040892" y="1307592"/>
                  </a:lnTo>
                  <a:close/>
                </a:path>
                <a:path w="1336675" h="1308100">
                  <a:moveTo>
                    <a:pt x="323627" y="4571"/>
                  </a:moveTo>
                  <a:lnTo>
                    <a:pt x="306323" y="4571"/>
                  </a:lnTo>
                  <a:lnTo>
                    <a:pt x="307848" y="0"/>
                  </a:lnTo>
                  <a:lnTo>
                    <a:pt x="323627" y="4571"/>
                  </a:lnTo>
                  <a:close/>
                </a:path>
                <a:path w="1336675" h="1308100">
                  <a:moveTo>
                    <a:pt x="1049903" y="1292352"/>
                  </a:moveTo>
                  <a:lnTo>
                    <a:pt x="1037844" y="1292352"/>
                  </a:lnTo>
                  <a:lnTo>
                    <a:pt x="1028722" y="669036"/>
                  </a:lnTo>
                  <a:lnTo>
                    <a:pt x="1028700" y="664464"/>
                  </a:lnTo>
                  <a:lnTo>
                    <a:pt x="1321308" y="306323"/>
                  </a:lnTo>
                  <a:lnTo>
                    <a:pt x="307848" y="12191"/>
                  </a:lnTo>
                  <a:lnTo>
                    <a:pt x="349926" y="12191"/>
                  </a:lnTo>
                  <a:lnTo>
                    <a:pt x="1333500" y="297179"/>
                  </a:lnTo>
                  <a:lnTo>
                    <a:pt x="1336548" y="306323"/>
                  </a:lnTo>
                  <a:lnTo>
                    <a:pt x="1040892" y="669036"/>
                  </a:lnTo>
                  <a:lnTo>
                    <a:pt x="1049903" y="129235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244851" y="1673352"/>
              <a:ext cx="1163320" cy="367665"/>
            </a:xfrm>
            <a:custGeom>
              <a:avLst/>
              <a:gdLst/>
              <a:ahLst/>
              <a:cxnLst/>
              <a:rect l="l" t="t" r="r" b="b"/>
              <a:pathLst>
                <a:path w="1163320" h="367664">
                  <a:moveTo>
                    <a:pt x="1025651" y="367284"/>
                  </a:moveTo>
                  <a:lnTo>
                    <a:pt x="0" y="70103"/>
                  </a:lnTo>
                  <a:lnTo>
                    <a:pt x="137160" y="0"/>
                  </a:lnTo>
                  <a:lnTo>
                    <a:pt x="1162812" y="298703"/>
                  </a:lnTo>
                  <a:lnTo>
                    <a:pt x="1025651" y="367284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241803" y="1668780"/>
              <a:ext cx="1169035" cy="378460"/>
            </a:xfrm>
            <a:custGeom>
              <a:avLst/>
              <a:gdLst/>
              <a:ahLst/>
              <a:cxnLst/>
              <a:rect l="l" t="t" r="r" b="b"/>
              <a:pathLst>
                <a:path w="1169035" h="378460">
                  <a:moveTo>
                    <a:pt x="1031748" y="377952"/>
                  </a:moveTo>
                  <a:lnTo>
                    <a:pt x="1028700" y="377952"/>
                  </a:lnTo>
                  <a:lnTo>
                    <a:pt x="3048" y="79247"/>
                  </a:lnTo>
                  <a:lnTo>
                    <a:pt x="3048" y="74676"/>
                  </a:lnTo>
                  <a:lnTo>
                    <a:pt x="0" y="68580"/>
                  </a:lnTo>
                  <a:lnTo>
                    <a:pt x="137160" y="0"/>
                  </a:lnTo>
                  <a:lnTo>
                    <a:pt x="138683" y="3047"/>
                  </a:lnTo>
                  <a:lnTo>
                    <a:pt x="150758" y="3047"/>
                  </a:lnTo>
                  <a:lnTo>
                    <a:pt x="182411" y="12191"/>
                  </a:lnTo>
                  <a:lnTo>
                    <a:pt x="140208" y="12191"/>
                  </a:lnTo>
                  <a:lnTo>
                    <a:pt x="19812" y="73152"/>
                  </a:lnTo>
                  <a:lnTo>
                    <a:pt x="1027176" y="365760"/>
                  </a:lnTo>
                  <a:lnTo>
                    <a:pt x="1056132" y="365760"/>
                  </a:lnTo>
                  <a:lnTo>
                    <a:pt x="1040892" y="373380"/>
                  </a:lnTo>
                  <a:lnTo>
                    <a:pt x="1028700" y="373380"/>
                  </a:lnTo>
                  <a:lnTo>
                    <a:pt x="1031748" y="377952"/>
                  </a:lnTo>
                  <a:close/>
                </a:path>
                <a:path w="1169035" h="378460">
                  <a:moveTo>
                    <a:pt x="150758" y="3047"/>
                  </a:moveTo>
                  <a:lnTo>
                    <a:pt x="138683" y="3047"/>
                  </a:lnTo>
                  <a:lnTo>
                    <a:pt x="137160" y="0"/>
                  </a:lnTo>
                  <a:lnTo>
                    <a:pt x="140208" y="0"/>
                  </a:lnTo>
                  <a:lnTo>
                    <a:pt x="150758" y="3047"/>
                  </a:lnTo>
                  <a:close/>
                </a:path>
                <a:path w="1169035" h="378460">
                  <a:moveTo>
                    <a:pt x="1056132" y="365760"/>
                  </a:moveTo>
                  <a:lnTo>
                    <a:pt x="1027176" y="365760"/>
                  </a:lnTo>
                  <a:lnTo>
                    <a:pt x="1152144" y="306324"/>
                  </a:lnTo>
                  <a:lnTo>
                    <a:pt x="140208" y="12191"/>
                  </a:lnTo>
                  <a:lnTo>
                    <a:pt x="182411" y="12191"/>
                  </a:lnTo>
                  <a:lnTo>
                    <a:pt x="1168908" y="297180"/>
                  </a:lnTo>
                  <a:lnTo>
                    <a:pt x="1165860" y="303276"/>
                  </a:lnTo>
                  <a:lnTo>
                    <a:pt x="1166198" y="303953"/>
                  </a:lnTo>
                  <a:lnTo>
                    <a:pt x="1165860" y="304800"/>
                  </a:lnTo>
                  <a:lnTo>
                    <a:pt x="1168908" y="309372"/>
                  </a:lnTo>
                  <a:lnTo>
                    <a:pt x="1056132" y="365760"/>
                  </a:lnTo>
                  <a:close/>
                </a:path>
                <a:path w="1169035" h="378460">
                  <a:moveTo>
                    <a:pt x="3048" y="79247"/>
                  </a:moveTo>
                  <a:lnTo>
                    <a:pt x="0" y="68580"/>
                  </a:lnTo>
                  <a:lnTo>
                    <a:pt x="3048" y="76200"/>
                  </a:lnTo>
                  <a:lnTo>
                    <a:pt x="3048" y="79247"/>
                  </a:lnTo>
                  <a:close/>
                </a:path>
                <a:path w="1169035" h="378460">
                  <a:moveTo>
                    <a:pt x="3048" y="76200"/>
                  </a:moveTo>
                  <a:lnTo>
                    <a:pt x="0" y="68580"/>
                  </a:lnTo>
                  <a:lnTo>
                    <a:pt x="3048" y="74676"/>
                  </a:lnTo>
                  <a:lnTo>
                    <a:pt x="3048" y="76200"/>
                  </a:lnTo>
                  <a:close/>
                </a:path>
                <a:path w="1169035" h="378460">
                  <a:moveTo>
                    <a:pt x="1166198" y="303953"/>
                  </a:moveTo>
                  <a:lnTo>
                    <a:pt x="1165860" y="303276"/>
                  </a:lnTo>
                  <a:lnTo>
                    <a:pt x="1168908" y="297180"/>
                  </a:lnTo>
                  <a:lnTo>
                    <a:pt x="1166198" y="303953"/>
                  </a:lnTo>
                  <a:close/>
                </a:path>
                <a:path w="1169035" h="378460">
                  <a:moveTo>
                    <a:pt x="1168908" y="309372"/>
                  </a:moveTo>
                  <a:lnTo>
                    <a:pt x="1166198" y="303953"/>
                  </a:lnTo>
                  <a:lnTo>
                    <a:pt x="1168908" y="297180"/>
                  </a:lnTo>
                  <a:lnTo>
                    <a:pt x="1168908" y="309372"/>
                  </a:lnTo>
                  <a:close/>
                </a:path>
                <a:path w="1169035" h="378460">
                  <a:moveTo>
                    <a:pt x="1031748" y="377952"/>
                  </a:moveTo>
                  <a:lnTo>
                    <a:pt x="1028700" y="373380"/>
                  </a:lnTo>
                  <a:lnTo>
                    <a:pt x="1040892" y="373380"/>
                  </a:lnTo>
                  <a:lnTo>
                    <a:pt x="1031748" y="37795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949196" y="1743456"/>
              <a:ext cx="1321435" cy="1295400"/>
            </a:xfrm>
            <a:custGeom>
              <a:avLst/>
              <a:gdLst/>
              <a:ahLst/>
              <a:cxnLst/>
              <a:rect l="l" t="t" r="r" b="b"/>
              <a:pathLst>
                <a:path w="1321435" h="1295400">
                  <a:moveTo>
                    <a:pt x="1034795" y="1295400"/>
                  </a:moveTo>
                  <a:lnTo>
                    <a:pt x="9144" y="996696"/>
                  </a:lnTo>
                  <a:lnTo>
                    <a:pt x="0" y="362712"/>
                  </a:lnTo>
                  <a:lnTo>
                    <a:pt x="295655" y="0"/>
                  </a:lnTo>
                  <a:lnTo>
                    <a:pt x="1321307" y="297180"/>
                  </a:lnTo>
                  <a:lnTo>
                    <a:pt x="1025652" y="661416"/>
                  </a:lnTo>
                  <a:lnTo>
                    <a:pt x="1034795" y="129540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940051" y="1737359"/>
              <a:ext cx="1336675" cy="1308100"/>
            </a:xfrm>
            <a:custGeom>
              <a:avLst/>
              <a:gdLst/>
              <a:ahLst/>
              <a:cxnLst/>
              <a:rect l="l" t="t" r="r" b="b"/>
              <a:pathLst>
                <a:path w="1336675" h="1308100">
                  <a:moveTo>
                    <a:pt x="1040892" y="1307592"/>
                  </a:moveTo>
                  <a:lnTo>
                    <a:pt x="15239" y="1008888"/>
                  </a:lnTo>
                  <a:lnTo>
                    <a:pt x="12191" y="1002792"/>
                  </a:lnTo>
                  <a:lnTo>
                    <a:pt x="58" y="371856"/>
                  </a:lnTo>
                  <a:lnTo>
                    <a:pt x="0" y="368808"/>
                  </a:lnTo>
                  <a:lnTo>
                    <a:pt x="3048" y="367283"/>
                  </a:lnTo>
                  <a:lnTo>
                    <a:pt x="301752" y="0"/>
                  </a:lnTo>
                  <a:lnTo>
                    <a:pt x="307848" y="0"/>
                  </a:lnTo>
                  <a:lnTo>
                    <a:pt x="304800" y="3047"/>
                  </a:lnTo>
                  <a:lnTo>
                    <a:pt x="306323" y="4571"/>
                  </a:lnTo>
                  <a:lnTo>
                    <a:pt x="323627" y="4571"/>
                  </a:lnTo>
                  <a:lnTo>
                    <a:pt x="349926" y="12191"/>
                  </a:lnTo>
                  <a:lnTo>
                    <a:pt x="307848" y="12191"/>
                  </a:lnTo>
                  <a:lnTo>
                    <a:pt x="15239" y="371856"/>
                  </a:lnTo>
                  <a:lnTo>
                    <a:pt x="22860" y="998220"/>
                  </a:lnTo>
                  <a:lnTo>
                    <a:pt x="1037844" y="1292352"/>
                  </a:lnTo>
                  <a:lnTo>
                    <a:pt x="1049903" y="1292352"/>
                  </a:lnTo>
                  <a:lnTo>
                    <a:pt x="1050036" y="1301496"/>
                  </a:lnTo>
                  <a:lnTo>
                    <a:pt x="1040892" y="1307592"/>
                  </a:lnTo>
                  <a:close/>
                </a:path>
                <a:path w="1336675" h="1308100">
                  <a:moveTo>
                    <a:pt x="323627" y="4571"/>
                  </a:moveTo>
                  <a:lnTo>
                    <a:pt x="306323" y="4571"/>
                  </a:lnTo>
                  <a:lnTo>
                    <a:pt x="307848" y="0"/>
                  </a:lnTo>
                  <a:lnTo>
                    <a:pt x="323627" y="4571"/>
                  </a:lnTo>
                  <a:close/>
                </a:path>
                <a:path w="1336675" h="1308100">
                  <a:moveTo>
                    <a:pt x="1049903" y="1292352"/>
                  </a:moveTo>
                  <a:lnTo>
                    <a:pt x="1037844" y="1292352"/>
                  </a:lnTo>
                  <a:lnTo>
                    <a:pt x="1028722" y="669036"/>
                  </a:lnTo>
                  <a:lnTo>
                    <a:pt x="1028700" y="664464"/>
                  </a:lnTo>
                  <a:lnTo>
                    <a:pt x="1321308" y="306323"/>
                  </a:lnTo>
                  <a:lnTo>
                    <a:pt x="307848" y="12191"/>
                  </a:lnTo>
                  <a:lnTo>
                    <a:pt x="349926" y="12191"/>
                  </a:lnTo>
                  <a:lnTo>
                    <a:pt x="1333500" y="297179"/>
                  </a:lnTo>
                  <a:lnTo>
                    <a:pt x="1336548" y="306323"/>
                  </a:lnTo>
                  <a:lnTo>
                    <a:pt x="1040892" y="669036"/>
                  </a:lnTo>
                  <a:lnTo>
                    <a:pt x="1049903" y="129235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974848" y="1972056"/>
              <a:ext cx="433070" cy="1066800"/>
            </a:xfrm>
            <a:custGeom>
              <a:avLst/>
              <a:gdLst/>
              <a:ahLst/>
              <a:cxnLst/>
              <a:rect l="l" t="t" r="r" b="b"/>
              <a:pathLst>
                <a:path w="433070" h="1066800">
                  <a:moveTo>
                    <a:pt x="9143" y="1066800"/>
                  </a:moveTo>
                  <a:lnTo>
                    <a:pt x="0" y="432816"/>
                  </a:lnTo>
                  <a:lnTo>
                    <a:pt x="295655" y="68580"/>
                  </a:lnTo>
                  <a:lnTo>
                    <a:pt x="432816" y="0"/>
                  </a:lnTo>
                  <a:lnTo>
                    <a:pt x="420624" y="877824"/>
                  </a:lnTo>
                  <a:lnTo>
                    <a:pt x="9143" y="1066800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949183" y="1962924"/>
              <a:ext cx="1464945" cy="1087120"/>
            </a:xfrm>
            <a:custGeom>
              <a:avLst/>
              <a:gdLst/>
              <a:ahLst/>
              <a:cxnLst/>
              <a:rect l="l" t="t" r="r" b="b"/>
              <a:pathLst>
                <a:path w="1464945" h="1087120">
                  <a:moveTo>
                    <a:pt x="1464576" y="0"/>
                  </a:moveTo>
                  <a:lnTo>
                    <a:pt x="1455432" y="6096"/>
                  </a:lnTo>
                  <a:lnTo>
                    <a:pt x="1458480" y="9144"/>
                  </a:lnTo>
                  <a:lnTo>
                    <a:pt x="1456956" y="9144"/>
                  </a:lnTo>
                  <a:lnTo>
                    <a:pt x="1455432" y="6096"/>
                  </a:lnTo>
                  <a:lnTo>
                    <a:pt x="1452384" y="7556"/>
                  </a:lnTo>
                  <a:lnTo>
                    <a:pt x="1452384" y="19812"/>
                  </a:lnTo>
                  <a:lnTo>
                    <a:pt x="1441716" y="882396"/>
                  </a:lnTo>
                  <a:lnTo>
                    <a:pt x="1039380" y="1066800"/>
                  </a:lnTo>
                  <a:lnTo>
                    <a:pt x="1031760" y="443484"/>
                  </a:lnTo>
                  <a:lnTo>
                    <a:pt x="1324368" y="83820"/>
                  </a:lnTo>
                  <a:lnTo>
                    <a:pt x="1339608" y="76200"/>
                  </a:lnTo>
                  <a:lnTo>
                    <a:pt x="1452384" y="19812"/>
                  </a:lnTo>
                  <a:lnTo>
                    <a:pt x="1452384" y="7556"/>
                  </a:lnTo>
                  <a:lnTo>
                    <a:pt x="1318272" y="71628"/>
                  </a:lnTo>
                  <a:lnTo>
                    <a:pt x="1318272" y="74676"/>
                  </a:lnTo>
                  <a:lnTo>
                    <a:pt x="1028395" y="428155"/>
                  </a:lnTo>
                  <a:lnTo>
                    <a:pt x="3060" y="143243"/>
                  </a:lnTo>
                  <a:lnTo>
                    <a:pt x="0" y="155435"/>
                  </a:lnTo>
                  <a:lnTo>
                    <a:pt x="1020686" y="437540"/>
                  </a:lnTo>
                  <a:lnTo>
                    <a:pt x="1019568" y="438912"/>
                  </a:lnTo>
                  <a:lnTo>
                    <a:pt x="1019581" y="443484"/>
                  </a:lnTo>
                  <a:lnTo>
                    <a:pt x="1028712" y="1075944"/>
                  </a:lnTo>
                  <a:lnTo>
                    <a:pt x="1028712" y="1086612"/>
                  </a:lnTo>
                  <a:lnTo>
                    <a:pt x="1037856" y="1082040"/>
                  </a:lnTo>
                  <a:lnTo>
                    <a:pt x="1070775" y="1066800"/>
                  </a:lnTo>
                  <a:lnTo>
                    <a:pt x="1449336" y="891540"/>
                  </a:lnTo>
                  <a:lnTo>
                    <a:pt x="1452384" y="890016"/>
                  </a:lnTo>
                  <a:lnTo>
                    <a:pt x="1452448" y="882396"/>
                  </a:lnTo>
                  <a:lnTo>
                    <a:pt x="1464424" y="19812"/>
                  </a:lnTo>
                  <a:lnTo>
                    <a:pt x="1464576" y="9144"/>
                  </a:lnTo>
                  <a:lnTo>
                    <a:pt x="1464576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046732" y="1819656"/>
              <a:ext cx="1087120" cy="485140"/>
            </a:xfrm>
            <a:custGeom>
              <a:avLst/>
              <a:gdLst/>
              <a:ahLst/>
              <a:cxnLst/>
              <a:rect l="l" t="t" r="r" b="b"/>
              <a:pathLst>
                <a:path w="1087120" h="485139">
                  <a:moveTo>
                    <a:pt x="896111" y="484632"/>
                  </a:moveTo>
                  <a:lnTo>
                    <a:pt x="0" y="227076"/>
                  </a:lnTo>
                  <a:lnTo>
                    <a:pt x="185927" y="0"/>
                  </a:lnTo>
                  <a:lnTo>
                    <a:pt x="1086611" y="259080"/>
                  </a:lnTo>
                  <a:lnTo>
                    <a:pt x="896111" y="4846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034539" y="1812036"/>
              <a:ext cx="1106805" cy="498475"/>
            </a:xfrm>
            <a:custGeom>
              <a:avLst/>
              <a:gdLst/>
              <a:ahLst/>
              <a:cxnLst/>
              <a:rect l="l" t="t" r="r" b="b"/>
              <a:pathLst>
                <a:path w="1106805" h="498475">
                  <a:moveTo>
                    <a:pt x="911352" y="498348"/>
                  </a:moveTo>
                  <a:lnTo>
                    <a:pt x="908304" y="498348"/>
                  </a:lnTo>
                  <a:lnTo>
                    <a:pt x="9143" y="240791"/>
                  </a:lnTo>
                  <a:lnTo>
                    <a:pt x="0" y="237743"/>
                  </a:lnTo>
                  <a:lnTo>
                    <a:pt x="6096" y="231648"/>
                  </a:lnTo>
                  <a:lnTo>
                    <a:pt x="195072" y="3048"/>
                  </a:lnTo>
                  <a:lnTo>
                    <a:pt x="195072" y="0"/>
                  </a:lnTo>
                  <a:lnTo>
                    <a:pt x="201168" y="3048"/>
                  </a:lnTo>
                  <a:lnTo>
                    <a:pt x="199643" y="6096"/>
                  </a:lnTo>
                  <a:lnTo>
                    <a:pt x="199643" y="7620"/>
                  </a:lnTo>
                  <a:lnTo>
                    <a:pt x="217102" y="7620"/>
                  </a:lnTo>
                  <a:lnTo>
                    <a:pt x="243659" y="15239"/>
                  </a:lnTo>
                  <a:lnTo>
                    <a:pt x="201168" y="15239"/>
                  </a:lnTo>
                  <a:lnTo>
                    <a:pt x="19812" y="231648"/>
                  </a:lnTo>
                  <a:lnTo>
                    <a:pt x="906780" y="486156"/>
                  </a:lnTo>
                  <a:lnTo>
                    <a:pt x="921887" y="486156"/>
                  </a:lnTo>
                  <a:lnTo>
                    <a:pt x="914400" y="495300"/>
                  </a:lnTo>
                  <a:lnTo>
                    <a:pt x="911352" y="498348"/>
                  </a:lnTo>
                  <a:close/>
                </a:path>
                <a:path w="1106805" h="498475">
                  <a:moveTo>
                    <a:pt x="217102" y="7620"/>
                  </a:moveTo>
                  <a:lnTo>
                    <a:pt x="199643" y="7620"/>
                  </a:lnTo>
                  <a:lnTo>
                    <a:pt x="201168" y="3048"/>
                  </a:lnTo>
                  <a:lnTo>
                    <a:pt x="217102" y="7620"/>
                  </a:lnTo>
                  <a:close/>
                </a:path>
                <a:path w="1106805" h="498475">
                  <a:moveTo>
                    <a:pt x="921887" y="486156"/>
                  </a:moveTo>
                  <a:lnTo>
                    <a:pt x="906780" y="486156"/>
                  </a:lnTo>
                  <a:lnTo>
                    <a:pt x="1085088" y="268224"/>
                  </a:lnTo>
                  <a:lnTo>
                    <a:pt x="201168" y="15239"/>
                  </a:lnTo>
                  <a:lnTo>
                    <a:pt x="243659" y="15239"/>
                  </a:lnTo>
                  <a:lnTo>
                    <a:pt x="1098804" y="260604"/>
                  </a:lnTo>
                  <a:lnTo>
                    <a:pt x="1097280" y="265176"/>
                  </a:lnTo>
                  <a:lnTo>
                    <a:pt x="1100328" y="268224"/>
                  </a:lnTo>
                  <a:lnTo>
                    <a:pt x="921887" y="486156"/>
                  </a:lnTo>
                  <a:close/>
                </a:path>
                <a:path w="1106805" h="498475">
                  <a:moveTo>
                    <a:pt x="1100328" y="268224"/>
                  </a:moveTo>
                  <a:lnTo>
                    <a:pt x="1098804" y="266700"/>
                  </a:lnTo>
                  <a:lnTo>
                    <a:pt x="1098804" y="260604"/>
                  </a:lnTo>
                  <a:lnTo>
                    <a:pt x="1106424" y="263652"/>
                  </a:lnTo>
                  <a:lnTo>
                    <a:pt x="1100328" y="26822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052828" y="1822704"/>
              <a:ext cx="675640" cy="367665"/>
            </a:xfrm>
            <a:custGeom>
              <a:avLst/>
              <a:gdLst/>
              <a:ahLst/>
              <a:cxnLst/>
              <a:rect l="l" t="t" r="r" b="b"/>
              <a:pathLst>
                <a:path w="675639" h="367664">
                  <a:moveTo>
                    <a:pt x="504444" y="367283"/>
                  </a:moveTo>
                  <a:lnTo>
                    <a:pt x="0" y="217932"/>
                  </a:lnTo>
                  <a:lnTo>
                    <a:pt x="185927" y="0"/>
                  </a:lnTo>
                  <a:lnTo>
                    <a:pt x="675131" y="143255"/>
                  </a:lnTo>
                  <a:lnTo>
                    <a:pt x="504444" y="367283"/>
                  </a:lnTo>
                  <a:close/>
                </a:path>
              </a:pathLst>
            </a:custGeom>
            <a:solidFill>
              <a:srgbClr val="AA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040636" y="1816607"/>
              <a:ext cx="2786380" cy="485140"/>
            </a:xfrm>
            <a:custGeom>
              <a:avLst/>
              <a:gdLst/>
              <a:ahLst/>
              <a:cxnLst/>
              <a:rect l="l" t="t" r="r" b="b"/>
              <a:pathLst>
                <a:path w="2786379" h="485139">
                  <a:moveTo>
                    <a:pt x="696468" y="146304"/>
                  </a:moveTo>
                  <a:lnTo>
                    <a:pt x="687324" y="143256"/>
                  </a:lnTo>
                  <a:lnTo>
                    <a:pt x="676656" y="140144"/>
                  </a:lnTo>
                  <a:lnTo>
                    <a:pt x="676656" y="153924"/>
                  </a:lnTo>
                  <a:lnTo>
                    <a:pt x="513588" y="365760"/>
                  </a:lnTo>
                  <a:lnTo>
                    <a:pt x="39827" y="225552"/>
                  </a:lnTo>
                  <a:lnTo>
                    <a:pt x="24384" y="220980"/>
                  </a:lnTo>
                  <a:lnTo>
                    <a:pt x="198120" y="12192"/>
                  </a:lnTo>
                  <a:lnTo>
                    <a:pt x="676656" y="153924"/>
                  </a:lnTo>
                  <a:lnTo>
                    <a:pt x="676656" y="140144"/>
                  </a:lnTo>
                  <a:lnTo>
                    <a:pt x="239750" y="12192"/>
                  </a:lnTo>
                  <a:lnTo>
                    <a:pt x="218935" y="6096"/>
                  </a:lnTo>
                  <a:lnTo>
                    <a:pt x="198120" y="0"/>
                  </a:lnTo>
                  <a:lnTo>
                    <a:pt x="195072" y="0"/>
                  </a:lnTo>
                  <a:lnTo>
                    <a:pt x="192024" y="3048"/>
                  </a:lnTo>
                  <a:lnTo>
                    <a:pt x="6096" y="220980"/>
                  </a:lnTo>
                  <a:lnTo>
                    <a:pt x="0" y="230124"/>
                  </a:lnTo>
                  <a:lnTo>
                    <a:pt x="12192" y="230124"/>
                  </a:lnTo>
                  <a:lnTo>
                    <a:pt x="516636" y="379476"/>
                  </a:lnTo>
                  <a:lnTo>
                    <a:pt x="519684" y="379476"/>
                  </a:lnTo>
                  <a:lnTo>
                    <a:pt x="521208" y="376428"/>
                  </a:lnTo>
                  <a:lnTo>
                    <a:pt x="516636" y="373380"/>
                  </a:lnTo>
                  <a:lnTo>
                    <a:pt x="518160" y="371856"/>
                  </a:lnTo>
                  <a:lnTo>
                    <a:pt x="521208" y="376428"/>
                  </a:lnTo>
                  <a:lnTo>
                    <a:pt x="524713" y="371856"/>
                  </a:lnTo>
                  <a:lnTo>
                    <a:pt x="529399" y="365760"/>
                  </a:lnTo>
                  <a:lnTo>
                    <a:pt x="693420" y="152400"/>
                  </a:lnTo>
                  <a:lnTo>
                    <a:pt x="694944" y="149352"/>
                  </a:lnTo>
                  <a:lnTo>
                    <a:pt x="696468" y="146304"/>
                  </a:lnTo>
                  <a:close/>
                </a:path>
                <a:path w="2786379" h="485139">
                  <a:moveTo>
                    <a:pt x="1071372" y="263652"/>
                  </a:moveTo>
                  <a:lnTo>
                    <a:pt x="1011936" y="266712"/>
                  </a:lnTo>
                  <a:lnTo>
                    <a:pt x="1014971" y="278892"/>
                  </a:lnTo>
                  <a:lnTo>
                    <a:pt x="1071372" y="275844"/>
                  </a:lnTo>
                  <a:lnTo>
                    <a:pt x="1071372" y="263652"/>
                  </a:lnTo>
                  <a:close/>
                </a:path>
                <a:path w="2786379" h="485139">
                  <a:moveTo>
                    <a:pt x="1142987" y="262140"/>
                  </a:moveTo>
                  <a:lnTo>
                    <a:pt x="1083564" y="263652"/>
                  </a:lnTo>
                  <a:lnTo>
                    <a:pt x="1086612" y="275844"/>
                  </a:lnTo>
                  <a:lnTo>
                    <a:pt x="1142987" y="272808"/>
                  </a:lnTo>
                  <a:lnTo>
                    <a:pt x="1142987" y="262140"/>
                  </a:lnTo>
                  <a:close/>
                </a:path>
                <a:path w="2786379" h="485139">
                  <a:moveTo>
                    <a:pt x="1214628" y="259080"/>
                  </a:moveTo>
                  <a:lnTo>
                    <a:pt x="1155179" y="262140"/>
                  </a:lnTo>
                  <a:lnTo>
                    <a:pt x="1158227" y="272808"/>
                  </a:lnTo>
                  <a:lnTo>
                    <a:pt x="1214628" y="269748"/>
                  </a:lnTo>
                  <a:lnTo>
                    <a:pt x="1214628" y="259080"/>
                  </a:lnTo>
                  <a:close/>
                </a:path>
                <a:path w="2786379" h="485139">
                  <a:moveTo>
                    <a:pt x="1286243" y="252984"/>
                  </a:moveTo>
                  <a:lnTo>
                    <a:pt x="1226820" y="259080"/>
                  </a:lnTo>
                  <a:lnTo>
                    <a:pt x="1229855" y="269748"/>
                  </a:lnTo>
                  <a:lnTo>
                    <a:pt x="1286243" y="266712"/>
                  </a:lnTo>
                  <a:lnTo>
                    <a:pt x="1286243" y="252984"/>
                  </a:lnTo>
                  <a:close/>
                </a:path>
                <a:path w="2786379" h="485139">
                  <a:moveTo>
                    <a:pt x="1357871" y="249948"/>
                  </a:moveTo>
                  <a:lnTo>
                    <a:pt x="1298435" y="252984"/>
                  </a:lnTo>
                  <a:lnTo>
                    <a:pt x="1301496" y="263652"/>
                  </a:lnTo>
                  <a:lnTo>
                    <a:pt x="1357871" y="262140"/>
                  </a:lnTo>
                  <a:lnTo>
                    <a:pt x="1357871" y="249948"/>
                  </a:lnTo>
                  <a:close/>
                </a:path>
                <a:path w="2786379" h="485139">
                  <a:moveTo>
                    <a:pt x="1429512" y="246888"/>
                  </a:moveTo>
                  <a:lnTo>
                    <a:pt x="1370063" y="249948"/>
                  </a:lnTo>
                  <a:lnTo>
                    <a:pt x="1373111" y="262140"/>
                  </a:lnTo>
                  <a:lnTo>
                    <a:pt x="1429512" y="259080"/>
                  </a:lnTo>
                  <a:lnTo>
                    <a:pt x="1429512" y="246888"/>
                  </a:lnTo>
                  <a:close/>
                </a:path>
                <a:path w="2786379" h="485139">
                  <a:moveTo>
                    <a:pt x="1501127" y="243852"/>
                  </a:moveTo>
                  <a:lnTo>
                    <a:pt x="1441704" y="246888"/>
                  </a:lnTo>
                  <a:lnTo>
                    <a:pt x="1444752" y="259080"/>
                  </a:lnTo>
                  <a:lnTo>
                    <a:pt x="1501127" y="256044"/>
                  </a:lnTo>
                  <a:lnTo>
                    <a:pt x="1501127" y="243852"/>
                  </a:lnTo>
                  <a:close/>
                </a:path>
                <a:path w="2786379" h="485139">
                  <a:moveTo>
                    <a:pt x="1572755" y="239268"/>
                  </a:moveTo>
                  <a:lnTo>
                    <a:pt x="1513319" y="240792"/>
                  </a:lnTo>
                  <a:lnTo>
                    <a:pt x="1516380" y="256044"/>
                  </a:lnTo>
                  <a:lnTo>
                    <a:pt x="1572755" y="252984"/>
                  </a:lnTo>
                  <a:lnTo>
                    <a:pt x="1572755" y="239268"/>
                  </a:lnTo>
                  <a:close/>
                </a:path>
                <a:path w="2786379" h="485139">
                  <a:moveTo>
                    <a:pt x="1644396" y="236232"/>
                  </a:moveTo>
                  <a:lnTo>
                    <a:pt x="1584960" y="239268"/>
                  </a:lnTo>
                  <a:lnTo>
                    <a:pt x="1584960" y="249948"/>
                  </a:lnTo>
                  <a:lnTo>
                    <a:pt x="1644396" y="246888"/>
                  </a:lnTo>
                  <a:lnTo>
                    <a:pt x="1644396" y="236232"/>
                  </a:lnTo>
                  <a:close/>
                </a:path>
                <a:path w="2786379" h="485139">
                  <a:moveTo>
                    <a:pt x="1716011" y="233172"/>
                  </a:moveTo>
                  <a:lnTo>
                    <a:pt x="1656588" y="236232"/>
                  </a:lnTo>
                  <a:lnTo>
                    <a:pt x="1656588" y="246888"/>
                  </a:lnTo>
                  <a:lnTo>
                    <a:pt x="1716011" y="243852"/>
                  </a:lnTo>
                  <a:lnTo>
                    <a:pt x="1716011" y="233172"/>
                  </a:lnTo>
                  <a:close/>
                </a:path>
                <a:path w="2786379" h="485139">
                  <a:moveTo>
                    <a:pt x="1787652" y="230136"/>
                  </a:moveTo>
                  <a:lnTo>
                    <a:pt x="1728203" y="233172"/>
                  </a:lnTo>
                  <a:lnTo>
                    <a:pt x="1728203" y="243852"/>
                  </a:lnTo>
                  <a:lnTo>
                    <a:pt x="1787652" y="240792"/>
                  </a:lnTo>
                  <a:lnTo>
                    <a:pt x="1787652" y="230136"/>
                  </a:lnTo>
                  <a:close/>
                </a:path>
                <a:path w="2786379" h="485139">
                  <a:moveTo>
                    <a:pt x="1859280" y="224040"/>
                  </a:moveTo>
                  <a:lnTo>
                    <a:pt x="1799844" y="227076"/>
                  </a:lnTo>
                  <a:lnTo>
                    <a:pt x="1799844" y="239268"/>
                  </a:lnTo>
                  <a:lnTo>
                    <a:pt x="1859280" y="236232"/>
                  </a:lnTo>
                  <a:lnTo>
                    <a:pt x="1859280" y="224040"/>
                  </a:lnTo>
                  <a:close/>
                </a:path>
                <a:path w="2786379" h="485139">
                  <a:moveTo>
                    <a:pt x="1930895" y="220980"/>
                  </a:moveTo>
                  <a:lnTo>
                    <a:pt x="1871472" y="224040"/>
                  </a:lnTo>
                  <a:lnTo>
                    <a:pt x="1871472" y="236232"/>
                  </a:lnTo>
                  <a:lnTo>
                    <a:pt x="1930895" y="233172"/>
                  </a:lnTo>
                  <a:lnTo>
                    <a:pt x="1930895" y="220980"/>
                  </a:lnTo>
                  <a:close/>
                </a:path>
                <a:path w="2786379" h="485139">
                  <a:moveTo>
                    <a:pt x="2002536" y="217944"/>
                  </a:moveTo>
                  <a:lnTo>
                    <a:pt x="1943087" y="220980"/>
                  </a:lnTo>
                  <a:lnTo>
                    <a:pt x="1943087" y="233172"/>
                  </a:lnTo>
                  <a:lnTo>
                    <a:pt x="2002536" y="230136"/>
                  </a:lnTo>
                  <a:lnTo>
                    <a:pt x="2002536" y="217944"/>
                  </a:lnTo>
                  <a:close/>
                </a:path>
                <a:path w="2786379" h="485139">
                  <a:moveTo>
                    <a:pt x="2074164" y="213360"/>
                  </a:moveTo>
                  <a:lnTo>
                    <a:pt x="2014728" y="217944"/>
                  </a:lnTo>
                  <a:lnTo>
                    <a:pt x="2014728" y="230136"/>
                  </a:lnTo>
                  <a:lnTo>
                    <a:pt x="2074164" y="227076"/>
                  </a:lnTo>
                  <a:lnTo>
                    <a:pt x="2074164" y="213360"/>
                  </a:lnTo>
                  <a:close/>
                </a:path>
                <a:path w="2786379" h="485139">
                  <a:moveTo>
                    <a:pt x="2145779" y="210324"/>
                  </a:moveTo>
                  <a:lnTo>
                    <a:pt x="2086343" y="213360"/>
                  </a:lnTo>
                  <a:lnTo>
                    <a:pt x="2086343" y="224040"/>
                  </a:lnTo>
                  <a:lnTo>
                    <a:pt x="2145779" y="220980"/>
                  </a:lnTo>
                  <a:lnTo>
                    <a:pt x="2145779" y="210324"/>
                  </a:lnTo>
                  <a:close/>
                </a:path>
                <a:path w="2786379" h="485139">
                  <a:moveTo>
                    <a:pt x="2217420" y="207264"/>
                  </a:moveTo>
                  <a:lnTo>
                    <a:pt x="2157971" y="210324"/>
                  </a:lnTo>
                  <a:lnTo>
                    <a:pt x="2157971" y="220980"/>
                  </a:lnTo>
                  <a:lnTo>
                    <a:pt x="2217420" y="217944"/>
                  </a:lnTo>
                  <a:lnTo>
                    <a:pt x="2217420" y="207264"/>
                  </a:lnTo>
                  <a:close/>
                </a:path>
                <a:path w="2786379" h="485139">
                  <a:moveTo>
                    <a:pt x="2289035" y="204228"/>
                  </a:moveTo>
                  <a:lnTo>
                    <a:pt x="2229612" y="207264"/>
                  </a:lnTo>
                  <a:lnTo>
                    <a:pt x="2229612" y="217944"/>
                  </a:lnTo>
                  <a:lnTo>
                    <a:pt x="2289035" y="214884"/>
                  </a:lnTo>
                  <a:lnTo>
                    <a:pt x="2289035" y="204228"/>
                  </a:lnTo>
                  <a:close/>
                </a:path>
                <a:path w="2786379" h="485139">
                  <a:moveTo>
                    <a:pt x="2360663" y="198132"/>
                  </a:moveTo>
                  <a:lnTo>
                    <a:pt x="2301227" y="201168"/>
                  </a:lnTo>
                  <a:lnTo>
                    <a:pt x="2301227" y="214884"/>
                  </a:lnTo>
                  <a:lnTo>
                    <a:pt x="2360663" y="213360"/>
                  </a:lnTo>
                  <a:lnTo>
                    <a:pt x="2360663" y="198132"/>
                  </a:lnTo>
                  <a:close/>
                </a:path>
                <a:path w="2786379" h="485139">
                  <a:moveTo>
                    <a:pt x="2432304" y="195072"/>
                  </a:moveTo>
                  <a:lnTo>
                    <a:pt x="2372855" y="198132"/>
                  </a:lnTo>
                  <a:lnTo>
                    <a:pt x="2372855" y="210324"/>
                  </a:lnTo>
                  <a:lnTo>
                    <a:pt x="2432304" y="207264"/>
                  </a:lnTo>
                  <a:lnTo>
                    <a:pt x="2432304" y="195072"/>
                  </a:lnTo>
                  <a:close/>
                </a:path>
                <a:path w="2786379" h="485139">
                  <a:moveTo>
                    <a:pt x="2503919" y="192036"/>
                  </a:moveTo>
                  <a:lnTo>
                    <a:pt x="2444496" y="195072"/>
                  </a:lnTo>
                  <a:lnTo>
                    <a:pt x="2444496" y="207264"/>
                  </a:lnTo>
                  <a:lnTo>
                    <a:pt x="2503919" y="204228"/>
                  </a:lnTo>
                  <a:lnTo>
                    <a:pt x="2503919" y="192036"/>
                  </a:lnTo>
                  <a:close/>
                </a:path>
                <a:path w="2786379" h="485139">
                  <a:moveTo>
                    <a:pt x="2572512" y="214884"/>
                  </a:moveTo>
                  <a:lnTo>
                    <a:pt x="2570988" y="207264"/>
                  </a:lnTo>
                  <a:lnTo>
                    <a:pt x="2570988" y="201168"/>
                  </a:lnTo>
                  <a:lnTo>
                    <a:pt x="2570988" y="173748"/>
                  </a:lnTo>
                  <a:lnTo>
                    <a:pt x="2570988" y="172224"/>
                  </a:lnTo>
                  <a:lnTo>
                    <a:pt x="2570988" y="153936"/>
                  </a:lnTo>
                  <a:lnTo>
                    <a:pt x="2558796" y="153936"/>
                  </a:lnTo>
                  <a:lnTo>
                    <a:pt x="2558796" y="172224"/>
                  </a:lnTo>
                  <a:lnTo>
                    <a:pt x="2558796" y="173748"/>
                  </a:lnTo>
                  <a:lnTo>
                    <a:pt x="2558796" y="190792"/>
                  </a:lnTo>
                  <a:lnTo>
                    <a:pt x="2516111" y="192036"/>
                  </a:lnTo>
                  <a:lnTo>
                    <a:pt x="2516111" y="204228"/>
                  </a:lnTo>
                  <a:lnTo>
                    <a:pt x="2558796" y="201853"/>
                  </a:lnTo>
                  <a:lnTo>
                    <a:pt x="2558796" y="207264"/>
                  </a:lnTo>
                  <a:lnTo>
                    <a:pt x="2561844" y="214884"/>
                  </a:lnTo>
                  <a:lnTo>
                    <a:pt x="2572512" y="214884"/>
                  </a:lnTo>
                  <a:close/>
                </a:path>
                <a:path w="2786379" h="485139">
                  <a:moveTo>
                    <a:pt x="2598407" y="44196"/>
                  </a:moveTo>
                  <a:lnTo>
                    <a:pt x="2587739" y="38100"/>
                  </a:lnTo>
                  <a:lnTo>
                    <a:pt x="2584691" y="44196"/>
                  </a:lnTo>
                  <a:lnTo>
                    <a:pt x="2572499" y="74676"/>
                  </a:lnTo>
                  <a:lnTo>
                    <a:pt x="2567927" y="94488"/>
                  </a:lnTo>
                  <a:lnTo>
                    <a:pt x="2578595" y="97536"/>
                  </a:lnTo>
                  <a:lnTo>
                    <a:pt x="2584691" y="77724"/>
                  </a:lnTo>
                  <a:lnTo>
                    <a:pt x="2595359" y="48768"/>
                  </a:lnTo>
                  <a:lnTo>
                    <a:pt x="2598407" y="44196"/>
                  </a:lnTo>
                  <a:close/>
                </a:path>
                <a:path w="2786379" h="485139">
                  <a:moveTo>
                    <a:pt x="2610612" y="324624"/>
                  </a:moveTo>
                  <a:lnTo>
                    <a:pt x="2595372" y="298716"/>
                  </a:lnTo>
                  <a:lnTo>
                    <a:pt x="2587752" y="272808"/>
                  </a:lnTo>
                  <a:lnTo>
                    <a:pt x="2575560" y="275844"/>
                  </a:lnTo>
                  <a:lnTo>
                    <a:pt x="2584704" y="301752"/>
                  </a:lnTo>
                  <a:lnTo>
                    <a:pt x="2598420" y="330720"/>
                  </a:lnTo>
                  <a:lnTo>
                    <a:pt x="2610612" y="324624"/>
                  </a:lnTo>
                  <a:close/>
                </a:path>
                <a:path w="2786379" h="485139">
                  <a:moveTo>
                    <a:pt x="2685288" y="416064"/>
                  </a:moveTo>
                  <a:lnTo>
                    <a:pt x="2667000" y="399300"/>
                  </a:lnTo>
                  <a:lnTo>
                    <a:pt x="2647188" y="376440"/>
                  </a:lnTo>
                  <a:lnTo>
                    <a:pt x="2644140" y="373392"/>
                  </a:lnTo>
                  <a:lnTo>
                    <a:pt x="2633472" y="382536"/>
                  </a:lnTo>
                  <a:lnTo>
                    <a:pt x="2636520" y="384060"/>
                  </a:lnTo>
                  <a:lnTo>
                    <a:pt x="2659380" y="408444"/>
                  </a:lnTo>
                  <a:lnTo>
                    <a:pt x="2676144" y="425208"/>
                  </a:lnTo>
                  <a:lnTo>
                    <a:pt x="2685288" y="416064"/>
                  </a:lnTo>
                  <a:close/>
                </a:path>
                <a:path w="2786379" h="485139">
                  <a:moveTo>
                    <a:pt x="2785859" y="473964"/>
                  </a:moveTo>
                  <a:lnTo>
                    <a:pt x="2773667" y="467868"/>
                  </a:lnTo>
                  <a:lnTo>
                    <a:pt x="2744711" y="457200"/>
                  </a:lnTo>
                  <a:lnTo>
                    <a:pt x="2734043" y="448056"/>
                  </a:lnTo>
                  <a:lnTo>
                    <a:pt x="2727947" y="458724"/>
                  </a:lnTo>
                  <a:lnTo>
                    <a:pt x="2738615" y="464820"/>
                  </a:lnTo>
                  <a:lnTo>
                    <a:pt x="2770619" y="480060"/>
                  </a:lnTo>
                  <a:lnTo>
                    <a:pt x="2782811" y="484632"/>
                  </a:lnTo>
                  <a:lnTo>
                    <a:pt x="2785859" y="47396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3" name="object 2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8220" y="1856232"/>
            <a:ext cx="289560" cy="227075"/>
          </a:xfrm>
          <a:prstGeom prst="rect">
            <a:avLst/>
          </a:prstGeom>
        </p:spPr>
      </p:pic>
      <p:sp>
        <p:nvSpPr>
          <p:cNvPr id="24" name="object 24" descr=""/>
          <p:cNvSpPr/>
          <p:nvPr/>
        </p:nvSpPr>
        <p:spPr>
          <a:xfrm>
            <a:off x="4879848" y="2304287"/>
            <a:ext cx="123825" cy="17145"/>
          </a:xfrm>
          <a:custGeom>
            <a:avLst/>
            <a:gdLst/>
            <a:ahLst/>
            <a:cxnLst/>
            <a:rect l="l" t="t" r="r" b="b"/>
            <a:pathLst>
              <a:path w="123825" h="17144">
                <a:moveTo>
                  <a:pt x="63995" y="6096"/>
                </a:moveTo>
                <a:lnTo>
                  <a:pt x="31991" y="3060"/>
                </a:lnTo>
                <a:lnTo>
                  <a:pt x="3048" y="0"/>
                </a:lnTo>
                <a:lnTo>
                  <a:pt x="0" y="12192"/>
                </a:lnTo>
                <a:lnTo>
                  <a:pt x="28943" y="16764"/>
                </a:lnTo>
                <a:lnTo>
                  <a:pt x="60947" y="16764"/>
                </a:lnTo>
                <a:lnTo>
                  <a:pt x="63995" y="6096"/>
                </a:lnTo>
                <a:close/>
              </a:path>
              <a:path w="123825" h="17144">
                <a:moveTo>
                  <a:pt x="123444" y="0"/>
                </a:moveTo>
                <a:lnTo>
                  <a:pt x="97523" y="3060"/>
                </a:lnTo>
                <a:lnTo>
                  <a:pt x="63995" y="6096"/>
                </a:lnTo>
                <a:lnTo>
                  <a:pt x="63995" y="16764"/>
                </a:lnTo>
                <a:lnTo>
                  <a:pt x="100584" y="16764"/>
                </a:lnTo>
                <a:lnTo>
                  <a:pt x="123444" y="12192"/>
                </a:lnTo>
                <a:lnTo>
                  <a:pt x="123444" y="0"/>
                </a:lnTo>
                <a:close/>
              </a:path>
            </a:pathLst>
          </a:custGeom>
          <a:solidFill>
            <a:srgbClr val="1F1A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5061191" y="2089403"/>
            <a:ext cx="212090" cy="212090"/>
          </a:xfrm>
          <a:custGeom>
            <a:avLst/>
            <a:gdLst/>
            <a:ahLst/>
            <a:cxnLst/>
            <a:rect l="l" t="t" r="r" b="b"/>
            <a:pathLst>
              <a:path w="212089" h="212089">
                <a:moveTo>
                  <a:pt x="56388" y="185928"/>
                </a:moveTo>
                <a:lnTo>
                  <a:pt x="51816" y="178308"/>
                </a:lnTo>
                <a:lnTo>
                  <a:pt x="42672" y="184404"/>
                </a:lnTo>
                <a:lnTo>
                  <a:pt x="13716" y="195072"/>
                </a:lnTo>
                <a:lnTo>
                  <a:pt x="0" y="201168"/>
                </a:lnTo>
                <a:lnTo>
                  <a:pt x="3048" y="211836"/>
                </a:lnTo>
                <a:lnTo>
                  <a:pt x="16764" y="207264"/>
                </a:lnTo>
                <a:lnTo>
                  <a:pt x="48768" y="192024"/>
                </a:lnTo>
                <a:lnTo>
                  <a:pt x="56388" y="185928"/>
                </a:lnTo>
                <a:close/>
              </a:path>
              <a:path w="212089" h="212089">
                <a:moveTo>
                  <a:pt x="150888" y="109728"/>
                </a:moveTo>
                <a:lnTo>
                  <a:pt x="143268" y="103632"/>
                </a:lnTo>
                <a:lnTo>
                  <a:pt x="140220" y="103632"/>
                </a:lnTo>
                <a:lnTo>
                  <a:pt x="120408" y="126492"/>
                </a:lnTo>
                <a:lnTo>
                  <a:pt x="99072" y="143256"/>
                </a:lnTo>
                <a:lnTo>
                  <a:pt x="108216" y="152400"/>
                </a:lnTo>
                <a:lnTo>
                  <a:pt x="128028" y="135636"/>
                </a:lnTo>
                <a:lnTo>
                  <a:pt x="150888" y="111252"/>
                </a:lnTo>
                <a:lnTo>
                  <a:pt x="150888" y="109728"/>
                </a:lnTo>
                <a:close/>
              </a:path>
              <a:path w="212089" h="212089">
                <a:moveTo>
                  <a:pt x="211836" y="6096"/>
                </a:moveTo>
                <a:lnTo>
                  <a:pt x="199644" y="0"/>
                </a:lnTo>
                <a:lnTo>
                  <a:pt x="192024" y="25908"/>
                </a:lnTo>
                <a:lnTo>
                  <a:pt x="176784" y="51816"/>
                </a:lnTo>
                <a:lnTo>
                  <a:pt x="176784" y="54864"/>
                </a:lnTo>
                <a:lnTo>
                  <a:pt x="185928" y="60960"/>
                </a:lnTo>
                <a:lnTo>
                  <a:pt x="188976" y="57912"/>
                </a:lnTo>
                <a:lnTo>
                  <a:pt x="202692" y="28956"/>
                </a:lnTo>
                <a:lnTo>
                  <a:pt x="211836" y="6096"/>
                </a:lnTo>
                <a:close/>
              </a:path>
            </a:pathLst>
          </a:custGeom>
          <a:solidFill>
            <a:srgbClr val="1F1A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5276075" y="1973579"/>
            <a:ext cx="15875" cy="61594"/>
          </a:xfrm>
          <a:custGeom>
            <a:avLst/>
            <a:gdLst/>
            <a:ahLst/>
            <a:cxnLst/>
            <a:rect l="l" t="t" r="r" b="b"/>
            <a:pathLst>
              <a:path w="15875" h="61594">
                <a:moveTo>
                  <a:pt x="15252" y="0"/>
                </a:moveTo>
                <a:lnTo>
                  <a:pt x="1536" y="0"/>
                </a:lnTo>
                <a:lnTo>
                  <a:pt x="1536" y="16776"/>
                </a:lnTo>
                <a:lnTo>
                  <a:pt x="2908" y="16776"/>
                </a:lnTo>
                <a:lnTo>
                  <a:pt x="0" y="50292"/>
                </a:lnTo>
                <a:lnTo>
                  <a:pt x="0" y="60972"/>
                </a:lnTo>
                <a:lnTo>
                  <a:pt x="10668" y="60972"/>
                </a:lnTo>
                <a:lnTo>
                  <a:pt x="13716" y="50292"/>
                </a:lnTo>
                <a:lnTo>
                  <a:pt x="13716" y="16776"/>
                </a:lnTo>
                <a:lnTo>
                  <a:pt x="15252" y="16776"/>
                </a:lnTo>
                <a:lnTo>
                  <a:pt x="15252" y="0"/>
                </a:lnTo>
                <a:close/>
              </a:path>
            </a:pathLst>
          </a:custGeom>
          <a:solidFill>
            <a:srgbClr val="1F1A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5250180" y="1857755"/>
            <a:ext cx="30480" cy="59690"/>
          </a:xfrm>
          <a:custGeom>
            <a:avLst/>
            <a:gdLst/>
            <a:ahLst/>
            <a:cxnLst/>
            <a:rect l="l" t="t" r="r" b="b"/>
            <a:pathLst>
              <a:path w="30479" h="59689">
                <a:moveTo>
                  <a:pt x="19811" y="59435"/>
                </a:moveTo>
                <a:lnTo>
                  <a:pt x="13715" y="36575"/>
                </a:lnTo>
                <a:lnTo>
                  <a:pt x="3047" y="7619"/>
                </a:lnTo>
                <a:lnTo>
                  <a:pt x="0" y="4571"/>
                </a:lnTo>
                <a:lnTo>
                  <a:pt x="10667" y="0"/>
                </a:lnTo>
                <a:lnTo>
                  <a:pt x="13715" y="3047"/>
                </a:lnTo>
                <a:lnTo>
                  <a:pt x="25907" y="33527"/>
                </a:lnTo>
                <a:lnTo>
                  <a:pt x="30479" y="56387"/>
                </a:lnTo>
                <a:lnTo>
                  <a:pt x="19811" y="59435"/>
                </a:lnTo>
                <a:close/>
              </a:path>
            </a:pathLst>
          </a:custGeom>
          <a:solidFill>
            <a:srgbClr val="1F1A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5087112" y="1691652"/>
            <a:ext cx="144780" cy="120650"/>
          </a:xfrm>
          <a:custGeom>
            <a:avLst/>
            <a:gdLst/>
            <a:ahLst/>
            <a:cxnLst/>
            <a:rect l="l" t="t" r="r" b="b"/>
            <a:pathLst>
              <a:path w="144779" h="120650">
                <a:moveTo>
                  <a:pt x="59436" y="27432"/>
                </a:moveTo>
                <a:lnTo>
                  <a:pt x="50292" y="22860"/>
                </a:lnTo>
                <a:lnTo>
                  <a:pt x="22860" y="4572"/>
                </a:lnTo>
                <a:lnTo>
                  <a:pt x="4572" y="0"/>
                </a:lnTo>
                <a:lnTo>
                  <a:pt x="0" y="7620"/>
                </a:lnTo>
                <a:lnTo>
                  <a:pt x="16764" y="16764"/>
                </a:lnTo>
                <a:lnTo>
                  <a:pt x="45720" y="30480"/>
                </a:lnTo>
                <a:lnTo>
                  <a:pt x="50292" y="36576"/>
                </a:lnTo>
                <a:lnTo>
                  <a:pt x="59436" y="27432"/>
                </a:lnTo>
                <a:close/>
              </a:path>
              <a:path w="144779" h="120650">
                <a:moveTo>
                  <a:pt x="144780" y="114300"/>
                </a:moveTo>
                <a:lnTo>
                  <a:pt x="143243" y="111239"/>
                </a:lnTo>
                <a:lnTo>
                  <a:pt x="124968" y="85331"/>
                </a:lnTo>
                <a:lnTo>
                  <a:pt x="105143" y="68580"/>
                </a:lnTo>
                <a:lnTo>
                  <a:pt x="97536" y="74676"/>
                </a:lnTo>
                <a:lnTo>
                  <a:pt x="114300" y="94488"/>
                </a:lnTo>
                <a:lnTo>
                  <a:pt x="134099" y="120396"/>
                </a:lnTo>
                <a:lnTo>
                  <a:pt x="144780" y="114300"/>
                </a:lnTo>
                <a:close/>
              </a:path>
            </a:pathLst>
          </a:custGeom>
          <a:solidFill>
            <a:srgbClr val="1F1A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4974335" y="1659635"/>
            <a:ext cx="60960" cy="20320"/>
          </a:xfrm>
          <a:custGeom>
            <a:avLst/>
            <a:gdLst/>
            <a:ahLst/>
            <a:cxnLst/>
            <a:rect l="l" t="t" r="r" b="b"/>
            <a:pathLst>
              <a:path w="60960" h="20319">
                <a:moveTo>
                  <a:pt x="57912" y="19812"/>
                </a:moveTo>
                <a:lnTo>
                  <a:pt x="38100" y="16764"/>
                </a:lnTo>
                <a:lnTo>
                  <a:pt x="3047" y="10668"/>
                </a:lnTo>
                <a:lnTo>
                  <a:pt x="0" y="10668"/>
                </a:lnTo>
                <a:lnTo>
                  <a:pt x="3047" y="0"/>
                </a:lnTo>
                <a:lnTo>
                  <a:pt x="6096" y="0"/>
                </a:lnTo>
                <a:lnTo>
                  <a:pt x="41148" y="3048"/>
                </a:lnTo>
                <a:lnTo>
                  <a:pt x="60960" y="9144"/>
                </a:lnTo>
                <a:lnTo>
                  <a:pt x="57912" y="19812"/>
                </a:lnTo>
                <a:close/>
              </a:path>
            </a:pathLst>
          </a:custGeom>
          <a:solidFill>
            <a:srgbClr val="1F1A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4856988" y="1659635"/>
            <a:ext cx="60960" cy="20320"/>
          </a:xfrm>
          <a:custGeom>
            <a:avLst/>
            <a:gdLst/>
            <a:ahLst/>
            <a:cxnLst/>
            <a:rect l="l" t="t" r="r" b="b"/>
            <a:pathLst>
              <a:path w="60960" h="20319">
                <a:moveTo>
                  <a:pt x="0" y="19812"/>
                </a:moveTo>
                <a:lnTo>
                  <a:pt x="0" y="9144"/>
                </a:lnTo>
                <a:lnTo>
                  <a:pt x="18288" y="3048"/>
                </a:lnTo>
                <a:lnTo>
                  <a:pt x="51816" y="0"/>
                </a:lnTo>
                <a:lnTo>
                  <a:pt x="60960" y="0"/>
                </a:lnTo>
                <a:lnTo>
                  <a:pt x="60960" y="10668"/>
                </a:lnTo>
                <a:lnTo>
                  <a:pt x="54864" y="10668"/>
                </a:lnTo>
                <a:lnTo>
                  <a:pt x="19812" y="16764"/>
                </a:lnTo>
                <a:lnTo>
                  <a:pt x="0" y="19812"/>
                </a:lnTo>
                <a:close/>
              </a:path>
            </a:pathLst>
          </a:custGeom>
          <a:solidFill>
            <a:srgbClr val="1F1A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4660379" y="1688604"/>
            <a:ext cx="143510" cy="120650"/>
          </a:xfrm>
          <a:custGeom>
            <a:avLst/>
            <a:gdLst/>
            <a:ahLst/>
            <a:cxnLst/>
            <a:rect l="l" t="t" r="r" b="b"/>
            <a:pathLst>
              <a:path w="143510" h="120650">
                <a:moveTo>
                  <a:pt x="45720" y="77724"/>
                </a:moveTo>
                <a:lnTo>
                  <a:pt x="39636" y="68567"/>
                </a:lnTo>
                <a:lnTo>
                  <a:pt x="16776" y="88379"/>
                </a:lnTo>
                <a:lnTo>
                  <a:pt x="0" y="114287"/>
                </a:lnTo>
                <a:lnTo>
                  <a:pt x="7620" y="120383"/>
                </a:lnTo>
                <a:lnTo>
                  <a:pt x="27444" y="97536"/>
                </a:lnTo>
                <a:lnTo>
                  <a:pt x="45720" y="77724"/>
                </a:lnTo>
                <a:close/>
              </a:path>
              <a:path w="143510" h="120650">
                <a:moveTo>
                  <a:pt x="143256" y="10668"/>
                </a:moveTo>
                <a:lnTo>
                  <a:pt x="140208" y="0"/>
                </a:lnTo>
                <a:lnTo>
                  <a:pt x="118872" y="7620"/>
                </a:lnTo>
                <a:lnTo>
                  <a:pt x="91440" y="25908"/>
                </a:lnTo>
                <a:lnTo>
                  <a:pt x="85344" y="28956"/>
                </a:lnTo>
                <a:lnTo>
                  <a:pt x="91440" y="39624"/>
                </a:lnTo>
                <a:lnTo>
                  <a:pt x="96012" y="33528"/>
                </a:lnTo>
                <a:lnTo>
                  <a:pt x="124968" y="19812"/>
                </a:lnTo>
                <a:lnTo>
                  <a:pt x="143256" y="10668"/>
                </a:lnTo>
                <a:close/>
              </a:path>
            </a:pathLst>
          </a:custGeom>
          <a:solidFill>
            <a:srgbClr val="1F1A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4443447" y="2050774"/>
            <a:ext cx="1135380" cy="5022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101600">
              <a:lnSpc>
                <a:spcPct val="100000"/>
              </a:lnSpc>
              <a:spcBef>
                <a:spcPts val="95"/>
              </a:spcBef>
            </a:pP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X1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50" spc="30">
                <a:solidFill>
                  <a:srgbClr val="1F1A16"/>
                </a:solidFill>
                <a:latin typeface="Arial"/>
                <a:cs typeface="Arial"/>
              </a:rPr>
              <a:t>Initialization</a:t>
            </a:r>
            <a:r>
              <a:rPr dirty="0" sz="950" spc="185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1A16"/>
                </a:solidFill>
                <a:latin typeface="Arial"/>
                <a:cs typeface="Arial"/>
              </a:rPr>
              <a:t>button</a:t>
            </a:r>
            <a:endParaRPr sz="950">
              <a:latin typeface="Arial"/>
              <a:cs typeface="Arial"/>
            </a:endParaRPr>
          </a:p>
        </p:txBody>
      </p:sp>
      <p:pic>
        <p:nvPicPr>
          <p:cNvPr id="33" name="object 3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51760" y="2031491"/>
            <a:ext cx="388620" cy="138684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1203" y="3604259"/>
            <a:ext cx="76200" cy="76200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51203" y="4035552"/>
            <a:ext cx="76200" cy="76200"/>
          </a:xfrm>
          <a:prstGeom prst="rect">
            <a:avLst/>
          </a:prstGeom>
        </p:spPr>
      </p:pic>
      <p:sp>
        <p:nvSpPr>
          <p:cNvPr id="36" name="object 36" descr=""/>
          <p:cNvSpPr txBox="1"/>
          <p:nvPr/>
        </p:nvSpPr>
        <p:spPr>
          <a:xfrm>
            <a:off x="656318" y="3276624"/>
            <a:ext cx="6190615" cy="131508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Purpose:</a:t>
            </a:r>
            <a:endParaRPr sz="1050">
              <a:latin typeface="Arial"/>
              <a:cs typeface="Arial"/>
            </a:endParaRPr>
          </a:p>
          <a:p>
            <a:pPr marL="847725" marR="5080">
              <a:lnSpc>
                <a:spcPts val="1689"/>
              </a:lnSpc>
              <a:spcBef>
                <a:spcPts val="120"/>
              </a:spcBef>
            </a:pP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machine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20">
                <a:latin typeface="Arial"/>
                <a:cs typeface="Arial"/>
              </a:rPr>
              <a:t> powered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up,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parameters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initialized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automatically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the </a:t>
            </a:r>
            <a:r>
              <a:rPr dirty="0" sz="1050" spc="-10">
                <a:latin typeface="Arial"/>
                <a:cs typeface="Arial"/>
              </a:rPr>
              <a:t>machine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ready. </a:t>
            </a:r>
            <a:r>
              <a:rPr dirty="0" sz="1050">
                <a:latin typeface="Arial"/>
                <a:cs typeface="Arial"/>
              </a:rPr>
              <a:t>Users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don’t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need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set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parameters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manually.</a:t>
            </a:r>
            <a:endParaRPr sz="1050">
              <a:latin typeface="Arial"/>
              <a:cs typeface="Arial"/>
            </a:endParaRPr>
          </a:p>
          <a:p>
            <a:pPr marL="847725" marR="455295">
              <a:lnSpc>
                <a:spcPts val="1689"/>
              </a:lnSpc>
              <a:spcBef>
                <a:spcPts val="15"/>
              </a:spcBef>
            </a:pPr>
            <a:r>
              <a:rPr dirty="0" sz="1050">
                <a:latin typeface="Arial"/>
                <a:cs typeface="Arial"/>
              </a:rPr>
              <a:t>Users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initialize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parameters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by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pressing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Initialization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button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any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time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when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the </a:t>
            </a:r>
            <a:r>
              <a:rPr dirty="0" sz="1050" spc="-10">
                <a:latin typeface="Arial"/>
                <a:cs typeface="Arial"/>
              </a:rPr>
              <a:t>machine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running.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050" spc="-10" b="1">
                <a:latin typeface="Arial"/>
                <a:cs typeface="Arial"/>
              </a:rPr>
              <a:t>Devices: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37" name="object 37" descr=""/>
          <p:cNvGraphicFramePr>
            <a:graphicFrameLocks noGrp="1"/>
          </p:cNvGraphicFramePr>
          <p:nvPr/>
        </p:nvGraphicFramePr>
        <p:xfrm>
          <a:off x="1453895" y="4610100"/>
          <a:ext cx="5331460" cy="15995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0760"/>
                <a:gridCol w="4248150"/>
              </a:tblGrid>
              <a:tr h="27559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Device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Function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Initialization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button.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X1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pressed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M1002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Creating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pulse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PLC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powered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M10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Creating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trigger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pulse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one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scan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cycle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0">
                          <a:latin typeface="Arial"/>
                          <a:cs typeface="Arial"/>
                        </a:rPr>
                        <a:t>D1120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PLC</a:t>
                      </a:r>
                      <a:r>
                        <a:rPr dirty="0" sz="900" spc="1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COM2</a:t>
                      </a:r>
                      <a:r>
                        <a:rPr dirty="0" sz="900" spc="114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communication</a:t>
                      </a:r>
                      <a:r>
                        <a:rPr dirty="0" sz="900" spc="1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protocol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0">
                          <a:latin typeface="Arial"/>
                          <a:cs typeface="Arial"/>
                        </a:rPr>
                        <a:t>D1121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PLC</a:t>
                      </a:r>
                      <a:r>
                        <a:rPr dirty="0" sz="900" spc="1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communication</a:t>
                      </a:r>
                      <a:r>
                        <a:rPr dirty="0" sz="900" spc="1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address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Parameter</a:t>
                      </a:r>
                      <a:r>
                        <a:rPr dirty="0" sz="900" spc="1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initialization</a:t>
                      </a:r>
                      <a:r>
                        <a:rPr dirty="0" sz="900" spc="1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completed</a:t>
                      </a:r>
                      <a:r>
                        <a:rPr dirty="0" sz="900" spc="1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signal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8" name="object 38" descr=""/>
          <p:cNvSpPr txBox="1"/>
          <p:nvPr/>
        </p:nvSpPr>
        <p:spPr>
          <a:xfrm>
            <a:off x="656318" y="6229533"/>
            <a:ext cx="1113155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Program: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39" name="object 3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83791" y="6469379"/>
            <a:ext cx="5161787" cy="29428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22019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26088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22019" y="9677400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6892574" y="9721129"/>
            <a:ext cx="19685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50">
                <a:latin typeface="Arial"/>
                <a:cs typeface="Arial"/>
              </a:rPr>
              <a:t>9</a:t>
            </a:r>
            <a:endParaRPr sz="9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2476" y="1132331"/>
            <a:ext cx="76200" cy="762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2476" y="1776983"/>
            <a:ext cx="76200" cy="7620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926087" y="188496"/>
            <a:ext cx="6189345" cy="2143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942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spc="-10" b="1">
                <a:latin typeface="Arial"/>
                <a:cs typeface="Arial"/>
              </a:rPr>
              <a:t>Program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Description:</a:t>
            </a:r>
            <a:endParaRPr sz="1050">
              <a:latin typeface="Arial"/>
              <a:cs typeface="Arial"/>
            </a:endParaRPr>
          </a:p>
          <a:p>
            <a:pPr marL="848994" marR="5080">
              <a:lnSpc>
                <a:spcPct val="134300"/>
              </a:lnSpc>
            </a:pP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PLC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begins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running,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M1002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once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create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pulse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with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width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one </a:t>
            </a:r>
            <a:r>
              <a:rPr dirty="0" sz="1050">
                <a:latin typeface="Arial"/>
                <a:cs typeface="Arial"/>
              </a:rPr>
              <a:t>scan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cycle.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This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action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executed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just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once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during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PLC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running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process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is </a:t>
            </a:r>
            <a:r>
              <a:rPr dirty="0" sz="1050" spc="-20">
                <a:latin typeface="Arial"/>
                <a:cs typeface="Arial"/>
              </a:rPr>
              <a:t>generally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used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initialize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devices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such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(data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register),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(counter)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(step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point) </a:t>
            </a:r>
            <a:r>
              <a:rPr dirty="0" sz="1050">
                <a:latin typeface="Arial"/>
                <a:cs typeface="Arial"/>
              </a:rPr>
              <a:t>By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pressing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X1,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users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initialize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parameters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any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time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during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program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running process,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that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setting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PLC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Slave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No.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1,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COM2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communication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format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9600,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7,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E, </a:t>
            </a:r>
            <a:r>
              <a:rPr dirty="0" sz="1050">
                <a:latin typeface="Arial"/>
                <a:cs typeface="Arial"/>
              </a:rPr>
              <a:t>1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Y0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ON.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6373" y="188496"/>
            <a:ext cx="3221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50748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132346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50748" y="9691116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39587" y="9733318"/>
            <a:ext cx="26416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25">
                <a:latin typeface="Arial"/>
                <a:cs typeface="Arial"/>
              </a:rPr>
              <a:t>10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1203" y="1562100"/>
            <a:ext cx="76200" cy="7620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656318" y="959585"/>
            <a:ext cx="5457190" cy="11055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latin typeface="Arial"/>
                <a:cs typeface="Arial"/>
              </a:rPr>
              <a:t>1.8</a:t>
            </a:r>
            <a:r>
              <a:rPr dirty="0" sz="1100" spc="8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Common</a:t>
            </a:r>
            <a:r>
              <a:rPr dirty="0" sz="1100" spc="7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Latched</a:t>
            </a:r>
            <a:r>
              <a:rPr dirty="0" sz="1100" spc="6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Circuit</a:t>
            </a:r>
            <a:r>
              <a:rPr dirty="0" sz="1100" spc="8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and</a:t>
            </a:r>
            <a:r>
              <a:rPr dirty="0" sz="1100" spc="7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SET/RST</a:t>
            </a:r>
            <a:r>
              <a:rPr dirty="0" sz="1100" spc="5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Instructions</a:t>
            </a:r>
            <a:r>
              <a:rPr dirty="0" sz="1100" spc="114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Application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Purpose:</a:t>
            </a:r>
            <a:endParaRPr sz="1050">
              <a:latin typeface="Arial"/>
              <a:cs typeface="Arial"/>
            </a:endParaRPr>
          </a:p>
          <a:p>
            <a:pPr marL="847725">
              <a:lnSpc>
                <a:spcPct val="100000"/>
              </a:lnSpc>
              <a:spcBef>
                <a:spcPts val="420"/>
              </a:spcBef>
            </a:pPr>
            <a:r>
              <a:rPr dirty="0" sz="1050" spc="-10">
                <a:latin typeface="Arial"/>
                <a:cs typeface="Arial"/>
              </a:rPr>
              <a:t>Turn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switch,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light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ON;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turn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off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switch,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light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OFF.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 spc="-10" b="1">
                <a:latin typeface="Arial"/>
                <a:cs typeface="Arial"/>
              </a:rPr>
              <a:t>Devices: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1453895" y="2136648"/>
          <a:ext cx="5331460" cy="939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0760"/>
                <a:gridCol w="4248150"/>
              </a:tblGrid>
              <a:tr h="27622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Device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794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Function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794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Switch-on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button.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X0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pressed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Switch-off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button.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X1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pressed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Indicator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1203" y="3745991"/>
            <a:ext cx="76200" cy="76200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656318" y="3256257"/>
            <a:ext cx="2306955" cy="6146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Program: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050">
              <a:latin typeface="Arial"/>
              <a:cs typeface="Arial"/>
            </a:endParaRPr>
          </a:p>
          <a:p>
            <a:pPr marL="847725">
              <a:lnSpc>
                <a:spcPct val="100000"/>
              </a:lnSpc>
            </a:pPr>
            <a:r>
              <a:rPr dirty="0" sz="1050" spc="-20">
                <a:latin typeface="Arial"/>
                <a:cs typeface="Arial"/>
              </a:rPr>
              <a:t>Common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Latched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Circuit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83791" y="4059935"/>
            <a:ext cx="5161787" cy="1275587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51203" y="5681472"/>
            <a:ext cx="76200" cy="76200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491457" y="5621467"/>
            <a:ext cx="2390775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>
                <a:latin typeface="Arial"/>
                <a:cs typeface="Arial"/>
              </a:rPr>
              <a:t>Latched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Circuit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SET/RST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Instructions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83791" y="6012179"/>
            <a:ext cx="5163311" cy="1673351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51203" y="8421623"/>
            <a:ext cx="76200" cy="76200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51203" y="8851391"/>
            <a:ext cx="76200" cy="76200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656318" y="7933356"/>
            <a:ext cx="6101715" cy="12579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Program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Description: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050">
              <a:latin typeface="Arial"/>
              <a:cs typeface="Arial"/>
            </a:endParaRPr>
          </a:p>
          <a:p>
            <a:pPr marL="852169" marR="5080" indent="-5080">
              <a:lnSpc>
                <a:spcPct val="134300"/>
              </a:lnSpc>
            </a:pP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above</a:t>
            </a:r>
            <a:r>
              <a:rPr dirty="0" sz="1050" spc="-20">
                <a:latin typeface="Arial"/>
                <a:cs typeface="Arial"/>
              </a:rPr>
              <a:t> examples,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when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X0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goes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from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OFF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Y0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stay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state.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X1 </a:t>
            </a:r>
            <a:r>
              <a:rPr dirty="0" sz="1050" spc="-10">
                <a:latin typeface="Arial"/>
                <a:cs typeface="Arial"/>
              </a:rPr>
              <a:t>goes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from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OFF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ON,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Y1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stay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OFF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state</a:t>
            </a:r>
            <a:endParaRPr sz="1050">
              <a:latin typeface="Arial"/>
              <a:cs typeface="Arial"/>
            </a:endParaRPr>
          </a:p>
          <a:p>
            <a:pPr marL="852169" marR="147955" indent="-5080">
              <a:lnSpc>
                <a:spcPct val="134300"/>
              </a:lnSpc>
            </a:pP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X0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X1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are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enabled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same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time,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“Stop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First”,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that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Y1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the </a:t>
            </a:r>
            <a:r>
              <a:rPr dirty="0" sz="1050" spc="-10">
                <a:latin typeface="Arial"/>
                <a:cs typeface="Arial"/>
              </a:rPr>
              <a:t>indicator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OFF.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93284" y="188496"/>
            <a:ext cx="3221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922019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26088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22019" y="9677400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892574" y="9721129"/>
            <a:ext cx="25527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25">
                <a:latin typeface="Arial"/>
                <a:cs typeface="Arial"/>
              </a:rPr>
              <a:t>11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26079" y="851374"/>
            <a:ext cx="307022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latin typeface="Arial"/>
                <a:cs typeface="Arial"/>
              </a:rPr>
              <a:t>1.9</a:t>
            </a:r>
            <a:r>
              <a:rPr dirty="0" sz="1100" spc="6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SET/RST</a:t>
            </a:r>
            <a:r>
              <a:rPr dirty="0" sz="1100" spc="5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-</a:t>
            </a:r>
            <a:r>
              <a:rPr dirty="0" sz="1100" spc="5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Latched</a:t>
            </a:r>
            <a:r>
              <a:rPr dirty="0" sz="1100" spc="5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and</a:t>
            </a:r>
            <a:r>
              <a:rPr dirty="0" sz="1100" spc="7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Unlatched</a:t>
            </a:r>
            <a:r>
              <a:rPr dirty="0" sz="1100" spc="5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Circuit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9419" y="1350264"/>
            <a:ext cx="1327404" cy="1411224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4620767" y="1472184"/>
            <a:ext cx="441959" cy="688975"/>
            <a:chOff x="4620767" y="1472184"/>
            <a:chExt cx="441959" cy="688975"/>
          </a:xfrm>
        </p:grpSpPr>
        <p:sp>
          <p:nvSpPr>
            <p:cNvPr id="10" name="object 10" descr=""/>
            <p:cNvSpPr/>
            <p:nvPr/>
          </p:nvSpPr>
          <p:spPr>
            <a:xfrm>
              <a:off x="4623815" y="1475232"/>
              <a:ext cx="434340" cy="683260"/>
            </a:xfrm>
            <a:custGeom>
              <a:avLst/>
              <a:gdLst/>
              <a:ahLst/>
              <a:cxnLst/>
              <a:rect l="l" t="t" r="r" b="b"/>
              <a:pathLst>
                <a:path w="434339" h="683260">
                  <a:moveTo>
                    <a:pt x="367284" y="682751"/>
                  </a:moveTo>
                  <a:lnTo>
                    <a:pt x="70103" y="682751"/>
                  </a:lnTo>
                  <a:lnTo>
                    <a:pt x="56387" y="681227"/>
                  </a:lnTo>
                  <a:lnTo>
                    <a:pt x="12191" y="653795"/>
                  </a:lnTo>
                  <a:lnTo>
                    <a:pt x="0" y="615695"/>
                  </a:lnTo>
                  <a:lnTo>
                    <a:pt x="0" y="65531"/>
                  </a:lnTo>
                  <a:lnTo>
                    <a:pt x="12191" y="28956"/>
                  </a:lnTo>
                  <a:lnTo>
                    <a:pt x="42671" y="6095"/>
                  </a:lnTo>
                  <a:lnTo>
                    <a:pt x="70103" y="0"/>
                  </a:lnTo>
                  <a:lnTo>
                    <a:pt x="367284" y="0"/>
                  </a:lnTo>
                  <a:lnTo>
                    <a:pt x="405384" y="10668"/>
                  </a:lnTo>
                  <a:lnTo>
                    <a:pt x="434340" y="51816"/>
                  </a:lnTo>
                  <a:lnTo>
                    <a:pt x="434340" y="629411"/>
                  </a:lnTo>
                  <a:lnTo>
                    <a:pt x="405384" y="670559"/>
                  </a:lnTo>
                  <a:lnTo>
                    <a:pt x="367284" y="682751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620767" y="1472184"/>
              <a:ext cx="441959" cy="688975"/>
            </a:xfrm>
            <a:custGeom>
              <a:avLst/>
              <a:gdLst/>
              <a:ahLst/>
              <a:cxnLst/>
              <a:rect l="l" t="t" r="r" b="b"/>
              <a:pathLst>
                <a:path w="441960" h="688975">
                  <a:moveTo>
                    <a:pt x="370332" y="688848"/>
                  </a:moveTo>
                  <a:lnTo>
                    <a:pt x="73152" y="688848"/>
                  </a:lnTo>
                  <a:lnTo>
                    <a:pt x="56388" y="687324"/>
                  </a:lnTo>
                  <a:lnTo>
                    <a:pt x="21336" y="669036"/>
                  </a:lnTo>
                  <a:lnTo>
                    <a:pt x="1524" y="633984"/>
                  </a:lnTo>
                  <a:lnTo>
                    <a:pt x="0" y="620268"/>
                  </a:lnTo>
                  <a:lnTo>
                    <a:pt x="0" y="68579"/>
                  </a:lnTo>
                  <a:lnTo>
                    <a:pt x="12192" y="30479"/>
                  </a:lnTo>
                  <a:lnTo>
                    <a:pt x="45720" y="4572"/>
                  </a:lnTo>
                  <a:lnTo>
                    <a:pt x="73152" y="0"/>
                  </a:lnTo>
                  <a:lnTo>
                    <a:pt x="370332" y="0"/>
                  </a:lnTo>
                  <a:lnTo>
                    <a:pt x="370332" y="6096"/>
                  </a:lnTo>
                  <a:lnTo>
                    <a:pt x="73152" y="6096"/>
                  </a:lnTo>
                  <a:lnTo>
                    <a:pt x="59436" y="9143"/>
                  </a:lnTo>
                  <a:lnTo>
                    <a:pt x="47244" y="12191"/>
                  </a:lnTo>
                  <a:lnTo>
                    <a:pt x="36576" y="16764"/>
                  </a:lnTo>
                  <a:lnTo>
                    <a:pt x="29464" y="22860"/>
                  </a:lnTo>
                  <a:lnTo>
                    <a:pt x="24384" y="22860"/>
                  </a:lnTo>
                  <a:lnTo>
                    <a:pt x="25908" y="25908"/>
                  </a:lnTo>
                  <a:lnTo>
                    <a:pt x="19812" y="35052"/>
                  </a:lnTo>
                  <a:lnTo>
                    <a:pt x="12192" y="44196"/>
                  </a:lnTo>
                  <a:lnTo>
                    <a:pt x="9144" y="56387"/>
                  </a:lnTo>
                  <a:lnTo>
                    <a:pt x="7620" y="68579"/>
                  </a:lnTo>
                  <a:lnTo>
                    <a:pt x="7620" y="620268"/>
                  </a:lnTo>
                  <a:lnTo>
                    <a:pt x="25908" y="662940"/>
                  </a:lnTo>
                  <a:lnTo>
                    <a:pt x="59436" y="681228"/>
                  </a:lnTo>
                  <a:lnTo>
                    <a:pt x="73152" y="682752"/>
                  </a:lnTo>
                  <a:lnTo>
                    <a:pt x="400202" y="682752"/>
                  </a:lnTo>
                  <a:lnTo>
                    <a:pt x="397764" y="684276"/>
                  </a:lnTo>
                  <a:lnTo>
                    <a:pt x="384048" y="687324"/>
                  </a:lnTo>
                  <a:lnTo>
                    <a:pt x="370332" y="688848"/>
                  </a:lnTo>
                  <a:close/>
                </a:path>
                <a:path w="441960" h="688975">
                  <a:moveTo>
                    <a:pt x="414528" y="25908"/>
                  </a:moveTo>
                  <a:lnTo>
                    <a:pt x="406908" y="16764"/>
                  </a:lnTo>
                  <a:lnTo>
                    <a:pt x="394715" y="12191"/>
                  </a:lnTo>
                  <a:lnTo>
                    <a:pt x="370332" y="6096"/>
                  </a:lnTo>
                  <a:lnTo>
                    <a:pt x="400202" y="6096"/>
                  </a:lnTo>
                  <a:lnTo>
                    <a:pt x="409956" y="12191"/>
                  </a:lnTo>
                  <a:lnTo>
                    <a:pt x="420624" y="19812"/>
                  </a:lnTo>
                  <a:lnTo>
                    <a:pt x="414528" y="25908"/>
                  </a:lnTo>
                  <a:close/>
                </a:path>
                <a:path w="441960" h="688975">
                  <a:moveTo>
                    <a:pt x="423889" y="664464"/>
                  </a:moveTo>
                  <a:lnTo>
                    <a:pt x="419100" y="664464"/>
                  </a:lnTo>
                  <a:lnTo>
                    <a:pt x="414528" y="662940"/>
                  </a:lnTo>
                  <a:lnTo>
                    <a:pt x="423672" y="655320"/>
                  </a:lnTo>
                  <a:lnTo>
                    <a:pt x="428244" y="643128"/>
                  </a:lnTo>
                  <a:lnTo>
                    <a:pt x="434339" y="632460"/>
                  </a:lnTo>
                  <a:lnTo>
                    <a:pt x="434339" y="56387"/>
                  </a:lnTo>
                  <a:lnTo>
                    <a:pt x="423672" y="35052"/>
                  </a:lnTo>
                  <a:lnTo>
                    <a:pt x="414528" y="25908"/>
                  </a:lnTo>
                  <a:lnTo>
                    <a:pt x="420624" y="19812"/>
                  </a:lnTo>
                  <a:lnTo>
                    <a:pt x="435864" y="41148"/>
                  </a:lnTo>
                  <a:lnTo>
                    <a:pt x="440436" y="54864"/>
                  </a:lnTo>
                  <a:lnTo>
                    <a:pt x="441960" y="68579"/>
                  </a:lnTo>
                  <a:lnTo>
                    <a:pt x="441960" y="620268"/>
                  </a:lnTo>
                  <a:lnTo>
                    <a:pt x="440436" y="633984"/>
                  </a:lnTo>
                  <a:lnTo>
                    <a:pt x="435864" y="646176"/>
                  </a:lnTo>
                  <a:lnTo>
                    <a:pt x="428244" y="658368"/>
                  </a:lnTo>
                  <a:lnTo>
                    <a:pt x="423889" y="664464"/>
                  </a:lnTo>
                  <a:close/>
                </a:path>
                <a:path w="441960" h="688975">
                  <a:moveTo>
                    <a:pt x="25908" y="25908"/>
                  </a:moveTo>
                  <a:lnTo>
                    <a:pt x="24384" y="22860"/>
                  </a:lnTo>
                  <a:lnTo>
                    <a:pt x="29464" y="22860"/>
                  </a:lnTo>
                  <a:lnTo>
                    <a:pt x="25908" y="25908"/>
                  </a:lnTo>
                  <a:close/>
                </a:path>
                <a:path w="441960" h="688975">
                  <a:moveTo>
                    <a:pt x="414528" y="25908"/>
                  </a:moveTo>
                  <a:lnTo>
                    <a:pt x="25908" y="25908"/>
                  </a:lnTo>
                  <a:lnTo>
                    <a:pt x="29464" y="22860"/>
                  </a:lnTo>
                  <a:lnTo>
                    <a:pt x="411988" y="22860"/>
                  </a:lnTo>
                  <a:lnTo>
                    <a:pt x="414528" y="25908"/>
                  </a:lnTo>
                  <a:close/>
                </a:path>
                <a:path w="441960" h="688975">
                  <a:moveTo>
                    <a:pt x="400202" y="682752"/>
                  </a:moveTo>
                  <a:lnTo>
                    <a:pt x="370332" y="682752"/>
                  </a:lnTo>
                  <a:lnTo>
                    <a:pt x="382524" y="681228"/>
                  </a:lnTo>
                  <a:lnTo>
                    <a:pt x="394715" y="676656"/>
                  </a:lnTo>
                  <a:lnTo>
                    <a:pt x="406908" y="670560"/>
                  </a:lnTo>
                  <a:lnTo>
                    <a:pt x="414528" y="662940"/>
                  </a:lnTo>
                  <a:lnTo>
                    <a:pt x="420624" y="669036"/>
                  </a:lnTo>
                  <a:lnTo>
                    <a:pt x="409956" y="676656"/>
                  </a:lnTo>
                  <a:lnTo>
                    <a:pt x="400202" y="682752"/>
                  </a:lnTo>
                  <a:close/>
                </a:path>
                <a:path w="441960" h="688975">
                  <a:moveTo>
                    <a:pt x="420624" y="669036"/>
                  </a:moveTo>
                  <a:lnTo>
                    <a:pt x="414528" y="662940"/>
                  </a:lnTo>
                  <a:lnTo>
                    <a:pt x="419100" y="664464"/>
                  </a:lnTo>
                  <a:lnTo>
                    <a:pt x="423889" y="664464"/>
                  </a:lnTo>
                  <a:lnTo>
                    <a:pt x="420624" y="669036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642103" y="1488947"/>
              <a:ext cx="394970" cy="649605"/>
            </a:xfrm>
            <a:custGeom>
              <a:avLst/>
              <a:gdLst/>
              <a:ahLst/>
              <a:cxnLst/>
              <a:rect l="l" t="t" r="r" b="b"/>
              <a:pathLst>
                <a:path w="394970" h="649605">
                  <a:moveTo>
                    <a:pt x="333756" y="649224"/>
                  </a:moveTo>
                  <a:lnTo>
                    <a:pt x="64008" y="649224"/>
                  </a:lnTo>
                  <a:lnTo>
                    <a:pt x="50292" y="647700"/>
                  </a:lnTo>
                  <a:lnTo>
                    <a:pt x="39624" y="644652"/>
                  </a:lnTo>
                  <a:lnTo>
                    <a:pt x="27432" y="640080"/>
                  </a:lnTo>
                  <a:lnTo>
                    <a:pt x="18288" y="630936"/>
                  </a:lnTo>
                  <a:lnTo>
                    <a:pt x="12192" y="621792"/>
                  </a:lnTo>
                  <a:lnTo>
                    <a:pt x="4572" y="612648"/>
                  </a:lnTo>
                  <a:lnTo>
                    <a:pt x="1524" y="600456"/>
                  </a:lnTo>
                  <a:lnTo>
                    <a:pt x="0" y="586740"/>
                  </a:lnTo>
                  <a:lnTo>
                    <a:pt x="0" y="62484"/>
                  </a:lnTo>
                  <a:lnTo>
                    <a:pt x="18288" y="19812"/>
                  </a:lnTo>
                  <a:lnTo>
                    <a:pt x="39624" y="6096"/>
                  </a:lnTo>
                  <a:lnTo>
                    <a:pt x="50292" y="1524"/>
                  </a:lnTo>
                  <a:lnTo>
                    <a:pt x="64008" y="0"/>
                  </a:lnTo>
                  <a:lnTo>
                    <a:pt x="333756" y="0"/>
                  </a:lnTo>
                  <a:lnTo>
                    <a:pt x="377951" y="19812"/>
                  </a:lnTo>
                  <a:lnTo>
                    <a:pt x="394716" y="50292"/>
                  </a:lnTo>
                  <a:lnTo>
                    <a:pt x="394716" y="600456"/>
                  </a:lnTo>
                  <a:lnTo>
                    <a:pt x="367284" y="640080"/>
                  </a:lnTo>
                  <a:lnTo>
                    <a:pt x="345948" y="647700"/>
                  </a:lnTo>
                  <a:lnTo>
                    <a:pt x="333756" y="649224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639055" y="1485900"/>
              <a:ext cx="402590" cy="657225"/>
            </a:xfrm>
            <a:custGeom>
              <a:avLst/>
              <a:gdLst/>
              <a:ahLst/>
              <a:cxnLst/>
              <a:rect l="l" t="t" r="r" b="b"/>
              <a:pathLst>
                <a:path w="402589" h="657225">
                  <a:moveTo>
                    <a:pt x="336804" y="656844"/>
                  </a:moveTo>
                  <a:lnTo>
                    <a:pt x="67056" y="656844"/>
                  </a:lnTo>
                  <a:lnTo>
                    <a:pt x="53340" y="655320"/>
                  </a:lnTo>
                  <a:lnTo>
                    <a:pt x="19812" y="637032"/>
                  </a:lnTo>
                  <a:lnTo>
                    <a:pt x="1524" y="603504"/>
                  </a:lnTo>
                  <a:lnTo>
                    <a:pt x="0" y="591312"/>
                  </a:lnTo>
                  <a:lnTo>
                    <a:pt x="0" y="65531"/>
                  </a:lnTo>
                  <a:lnTo>
                    <a:pt x="19812" y="18287"/>
                  </a:lnTo>
                  <a:lnTo>
                    <a:pt x="67056" y="0"/>
                  </a:lnTo>
                  <a:lnTo>
                    <a:pt x="336804" y="0"/>
                  </a:lnTo>
                  <a:lnTo>
                    <a:pt x="336804" y="6095"/>
                  </a:lnTo>
                  <a:lnTo>
                    <a:pt x="67056" y="6095"/>
                  </a:lnTo>
                  <a:lnTo>
                    <a:pt x="42672" y="12191"/>
                  </a:lnTo>
                  <a:lnTo>
                    <a:pt x="10668" y="42671"/>
                  </a:lnTo>
                  <a:lnTo>
                    <a:pt x="6096" y="65531"/>
                  </a:lnTo>
                  <a:lnTo>
                    <a:pt x="6096" y="591312"/>
                  </a:lnTo>
                  <a:lnTo>
                    <a:pt x="22860" y="632460"/>
                  </a:lnTo>
                  <a:lnTo>
                    <a:pt x="33528" y="638556"/>
                  </a:lnTo>
                  <a:lnTo>
                    <a:pt x="42672" y="644652"/>
                  </a:lnTo>
                  <a:lnTo>
                    <a:pt x="54864" y="647700"/>
                  </a:lnTo>
                  <a:lnTo>
                    <a:pt x="67056" y="649224"/>
                  </a:lnTo>
                  <a:lnTo>
                    <a:pt x="364998" y="649224"/>
                  </a:lnTo>
                  <a:lnTo>
                    <a:pt x="362712" y="650748"/>
                  </a:lnTo>
                  <a:lnTo>
                    <a:pt x="350520" y="655320"/>
                  </a:lnTo>
                  <a:lnTo>
                    <a:pt x="336804" y="656844"/>
                  </a:lnTo>
                  <a:close/>
                </a:path>
                <a:path w="402589" h="657225">
                  <a:moveTo>
                    <a:pt x="377952" y="24383"/>
                  </a:moveTo>
                  <a:lnTo>
                    <a:pt x="368808" y="16764"/>
                  </a:lnTo>
                  <a:lnTo>
                    <a:pt x="358140" y="12191"/>
                  </a:lnTo>
                  <a:lnTo>
                    <a:pt x="348996" y="9143"/>
                  </a:lnTo>
                  <a:lnTo>
                    <a:pt x="336804" y="6095"/>
                  </a:lnTo>
                  <a:lnTo>
                    <a:pt x="364540" y="6095"/>
                  </a:lnTo>
                  <a:lnTo>
                    <a:pt x="371856" y="12191"/>
                  </a:lnTo>
                  <a:lnTo>
                    <a:pt x="382524" y="18287"/>
                  </a:lnTo>
                  <a:lnTo>
                    <a:pt x="377952" y="24383"/>
                  </a:lnTo>
                  <a:close/>
                </a:path>
                <a:path w="402589" h="657225">
                  <a:moveTo>
                    <a:pt x="382524" y="637032"/>
                  </a:moveTo>
                  <a:lnTo>
                    <a:pt x="377952" y="632460"/>
                  </a:lnTo>
                  <a:lnTo>
                    <a:pt x="384048" y="623316"/>
                  </a:lnTo>
                  <a:lnTo>
                    <a:pt x="391668" y="612648"/>
                  </a:lnTo>
                  <a:lnTo>
                    <a:pt x="394716" y="601980"/>
                  </a:lnTo>
                  <a:lnTo>
                    <a:pt x="394716" y="53339"/>
                  </a:lnTo>
                  <a:lnTo>
                    <a:pt x="391668" y="42671"/>
                  </a:lnTo>
                  <a:lnTo>
                    <a:pt x="384048" y="32004"/>
                  </a:lnTo>
                  <a:lnTo>
                    <a:pt x="377952" y="24383"/>
                  </a:lnTo>
                  <a:lnTo>
                    <a:pt x="382524" y="18287"/>
                  </a:lnTo>
                  <a:lnTo>
                    <a:pt x="391668" y="28956"/>
                  </a:lnTo>
                  <a:lnTo>
                    <a:pt x="396240" y="39623"/>
                  </a:lnTo>
                  <a:lnTo>
                    <a:pt x="402336" y="53339"/>
                  </a:lnTo>
                  <a:lnTo>
                    <a:pt x="402336" y="603504"/>
                  </a:lnTo>
                  <a:lnTo>
                    <a:pt x="396240" y="615696"/>
                  </a:lnTo>
                  <a:lnTo>
                    <a:pt x="391668" y="627888"/>
                  </a:lnTo>
                  <a:lnTo>
                    <a:pt x="385572" y="633984"/>
                  </a:lnTo>
                  <a:lnTo>
                    <a:pt x="381000" y="633984"/>
                  </a:lnTo>
                  <a:lnTo>
                    <a:pt x="382524" y="637032"/>
                  </a:lnTo>
                  <a:close/>
                </a:path>
                <a:path w="402589" h="657225">
                  <a:moveTo>
                    <a:pt x="364998" y="649224"/>
                  </a:moveTo>
                  <a:lnTo>
                    <a:pt x="336804" y="649224"/>
                  </a:lnTo>
                  <a:lnTo>
                    <a:pt x="348996" y="647700"/>
                  </a:lnTo>
                  <a:lnTo>
                    <a:pt x="358140" y="644652"/>
                  </a:lnTo>
                  <a:lnTo>
                    <a:pt x="368808" y="638556"/>
                  </a:lnTo>
                  <a:lnTo>
                    <a:pt x="377952" y="632460"/>
                  </a:lnTo>
                  <a:lnTo>
                    <a:pt x="382524" y="637032"/>
                  </a:lnTo>
                  <a:lnTo>
                    <a:pt x="371856" y="644652"/>
                  </a:lnTo>
                  <a:lnTo>
                    <a:pt x="364998" y="649224"/>
                  </a:lnTo>
                  <a:close/>
                </a:path>
                <a:path w="402589" h="657225">
                  <a:moveTo>
                    <a:pt x="382524" y="637032"/>
                  </a:moveTo>
                  <a:lnTo>
                    <a:pt x="381000" y="633984"/>
                  </a:lnTo>
                  <a:lnTo>
                    <a:pt x="385572" y="633984"/>
                  </a:lnTo>
                  <a:lnTo>
                    <a:pt x="382524" y="63703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82311" y="1536192"/>
              <a:ext cx="96011" cy="73151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79264" y="1842516"/>
              <a:ext cx="94487" cy="73151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4663439" y="1641347"/>
              <a:ext cx="338455" cy="108585"/>
            </a:xfrm>
            <a:custGeom>
              <a:avLst/>
              <a:gdLst/>
              <a:ahLst/>
              <a:cxnLst/>
              <a:rect l="l" t="t" r="r" b="b"/>
              <a:pathLst>
                <a:path w="338454" h="108585">
                  <a:moveTo>
                    <a:pt x="312420" y="108203"/>
                  </a:moveTo>
                  <a:lnTo>
                    <a:pt x="304800" y="108203"/>
                  </a:lnTo>
                  <a:lnTo>
                    <a:pt x="25907" y="108203"/>
                  </a:lnTo>
                  <a:lnTo>
                    <a:pt x="19811" y="106679"/>
                  </a:lnTo>
                  <a:lnTo>
                    <a:pt x="13716" y="103631"/>
                  </a:lnTo>
                  <a:lnTo>
                    <a:pt x="6095" y="96011"/>
                  </a:lnTo>
                  <a:lnTo>
                    <a:pt x="3048" y="91439"/>
                  </a:lnTo>
                  <a:lnTo>
                    <a:pt x="0" y="85343"/>
                  </a:lnTo>
                  <a:lnTo>
                    <a:pt x="0" y="24383"/>
                  </a:lnTo>
                  <a:lnTo>
                    <a:pt x="3048" y="18287"/>
                  </a:lnTo>
                  <a:lnTo>
                    <a:pt x="6095" y="13715"/>
                  </a:lnTo>
                  <a:lnTo>
                    <a:pt x="9143" y="7619"/>
                  </a:lnTo>
                  <a:lnTo>
                    <a:pt x="13716" y="4571"/>
                  </a:lnTo>
                  <a:lnTo>
                    <a:pt x="32004" y="0"/>
                  </a:lnTo>
                  <a:lnTo>
                    <a:pt x="304800" y="0"/>
                  </a:lnTo>
                  <a:lnTo>
                    <a:pt x="312420" y="1523"/>
                  </a:lnTo>
                  <a:lnTo>
                    <a:pt x="316992" y="3047"/>
                  </a:lnTo>
                  <a:lnTo>
                    <a:pt x="323088" y="4571"/>
                  </a:lnTo>
                  <a:lnTo>
                    <a:pt x="327660" y="7619"/>
                  </a:lnTo>
                  <a:lnTo>
                    <a:pt x="330708" y="13715"/>
                  </a:lnTo>
                  <a:lnTo>
                    <a:pt x="333756" y="18287"/>
                  </a:lnTo>
                  <a:lnTo>
                    <a:pt x="336804" y="24383"/>
                  </a:lnTo>
                  <a:lnTo>
                    <a:pt x="338328" y="28955"/>
                  </a:lnTo>
                  <a:lnTo>
                    <a:pt x="338328" y="79247"/>
                  </a:lnTo>
                  <a:lnTo>
                    <a:pt x="316992" y="106679"/>
                  </a:lnTo>
                  <a:lnTo>
                    <a:pt x="312420" y="1082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660391" y="1636776"/>
              <a:ext cx="344805" cy="116205"/>
            </a:xfrm>
            <a:custGeom>
              <a:avLst/>
              <a:gdLst/>
              <a:ahLst/>
              <a:cxnLst/>
              <a:rect l="l" t="t" r="r" b="b"/>
              <a:pathLst>
                <a:path w="344804" h="116205">
                  <a:moveTo>
                    <a:pt x="315468" y="115824"/>
                  </a:moveTo>
                  <a:lnTo>
                    <a:pt x="27431" y="115824"/>
                  </a:lnTo>
                  <a:lnTo>
                    <a:pt x="21336" y="114300"/>
                  </a:lnTo>
                  <a:lnTo>
                    <a:pt x="15240" y="111252"/>
                  </a:lnTo>
                  <a:lnTo>
                    <a:pt x="10667" y="108204"/>
                  </a:lnTo>
                  <a:lnTo>
                    <a:pt x="6096" y="102108"/>
                  </a:lnTo>
                  <a:lnTo>
                    <a:pt x="1524" y="97536"/>
                  </a:lnTo>
                  <a:lnTo>
                    <a:pt x="0" y="89916"/>
                  </a:lnTo>
                  <a:lnTo>
                    <a:pt x="0" y="25908"/>
                  </a:lnTo>
                  <a:lnTo>
                    <a:pt x="1524" y="21336"/>
                  </a:lnTo>
                  <a:lnTo>
                    <a:pt x="6096" y="15240"/>
                  </a:lnTo>
                  <a:lnTo>
                    <a:pt x="15240" y="6096"/>
                  </a:lnTo>
                  <a:lnTo>
                    <a:pt x="21336" y="4572"/>
                  </a:lnTo>
                  <a:lnTo>
                    <a:pt x="27431" y="0"/>
                  </a:lnTo>
                  <a:lnTo>
                    <a:pt x="307848" y="0"/>
                  </a:lnTo>
                  <a:lnTo>
                    <a:pt x="307848" y="7620"/>
                  </a:lnTo>
                  <a:lnTo>
                    <a:pt x="35052" y="7620"/>
                  </a:lnTo>
                  <a:lnTo>
                    <a:pt x="28955" y="9144"/>
                  </a:lnTo>
                  <a:lnTo>
                    <a:pt x="24384" y="9144"/>
                  </a:lnTo>
                  <a:lnTo>
                    <a:pt x="19812" y="12192"/>
                  </a:lnTo>
                  <a:lnTo>
                    <a:pt x="9143" y="22860"/>
                  </a:lnTo>
                  <a:lnTo>
                    <a:pt x="7620" y="28956"/>
                  </a:lnTo>
                  <a:lnTo>
                    <a:pt x="7620" y="88392"/>
                  </a:lnTo>
                  <a:lnTo>
                    <a:pt x="28955" y="109728"/>
                  </a:lnTo>
                  <a:lnTo>
                    <a:pt x="331470" y="109728"/>
                  </a:lnTo>
                  <a:lnTo>
                    <a:pt x="329184" y="111252"/>
                  </a:lnTo>
                  <a:lnTo>
                    <a:pt x="321564" y="114300"/>
                  </a:lnTo>
                  <a:lnTo>
                    <a:pt x="315468" y="115824"/>
                  </a:lnTo>
                  <a:close/>
                </a:path>
                <a:path w="344804" h="116205">
                  <a:moveTo>
                    <a:pt x="329184" y="16764"/>
                  </a:moveTo>
                  <a:lnTo>
                    <a:pt x="323088" y="12192"/>
                  </a:lnTo>
                  <a:lnTo>
                    <a:pt x="320040" y="9144"/>
                  </a:lnTo>
                  <a:lnTo>
                    <a:pt x="313944" y="9144"/>
                  </a:lnTo>
                  <a:lnTo>
                    <a:pt x="307848" y="7620"/>
                  </a:lnTo>
                  <a:lnTo>
                    <a:pt x="330708" y="7620"/>
                  </a:lnTo>
                  <a:lnTo>
                    <a:pt x="333756" y="10668"/>
                  </a:lnTo>
                  <a:lnTo>
                    <a:pt x="329184" y="16764"/>
                  </a:lnTo>
                  <a:close/>
                </a:path>
                <a:path w="344804" h="116205">
                  <a:moveTo>
                    <a:pt x="333756" y="108204"/>
                  </a:moveTo>
                  <a:lnTo>
                    <a:pt x="329184" y="102108"/>
                  </a:lnTo>
                  <a:lnTo>
                    <a:pt x="332232" y="99060"/>
                  </a:lnTo>
                  <a:lnTo>
                    <a:pt x="333756" y="94488"/>
                  </a:lnTo>
                  <a:lnTo>
                    <a:pt x="335280" y="88392"/>
                  </a:lnTo>
                  <a:lnTo>
                    <a:pt x="336804" y="83820"/>
                  </a:lnTo>
                  <a:lnTo>
                    <a:pt x="336804" y="33528"/>
                  </a:lnTo>
                  <a:lnTo>
                    <a:pt x="335280" y="28956"/>
                  </a:lnTo>
                  <a:lnTo>
                    <a:pt x="333756" y="22860"/>
                  </a:lnTo>
                  <a:lnTo>
                    <a:pt x="332232" y="19812"/>
                  </a:lnTo>
                  <a:lnTo>
                    <a:pt x="329184" y="16764"/>
                  </a:lnTo>
                  <a:lnTo>
                    <a:pt x="333756" y="10668"/>
                  </a:lnTo>
                  <a:lnTo>
                    <a:pt x="336804" y="15240"/>
                  </a:lnTo>
                  <a:lnTo>
                    <a:pt x="341376" y="21336"/>
                  </a:lnTo>
                  <a:lnTo>
                    <a:pt x="342900" y="25908"/>
                  </a:lnTo>
                  <a:lnTo>
                    <a:pt x="344424" y="33528"/>
                  </a:lnTo>
                  <a:lnTo>
                    <a:pt x="344424" y="83820"/>
                  </a:lnTo>
                  <a:lnTo>
                    <a:pt x="342900" y="89916"/>
                  </a:lnTo>
                  <a:lnTo>
                    <a:pt x="341376" y="97536"/>
                  </a:lnTo>
                  <a:lnTo>
                    <a:pt x="336804" y="102108"/>
                  </a:lnTo>
                  <a:lnTo>
                    <a:pt x="333756" y="108204"/>
                  </a:lnTo>
                  <a:close/>
                </a:path>
                <a:path w="344804" h="116205">
                  <a:moveTo>
                    <a:pt x="331470" y="109728"/>
                  </a:moveTo>
                  <a:lnTo>
                    <a:pt x="313944" y="109728"/>
                  </a:lnTo>
                  <a:lnTo>
                    <a:pt x="320040" y="108204"/>
                  </a:lnTo>
                  <a:lnTo>
                    <a:pt x="323088" y="105156"/>
                  </a:lnTo>
                  <a:lnTo>
                    <a:pt x="329184" y="102108"/>
                  </a:lnTo>
                  <a:lnTo>
                    <a:pt x="333756" y="108204"/>
                  </a:lnTo>
                  <a:lnTo>
                    <a:pt x="331470" y="10972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668012" y="1947672"/>
              <a:ext cx="337185" cy="108585"/>
            </a:xfrm>
            <a:custGeom>
              <a:avLst/>
              <a:gdLst/>
              <a:ahLst/>
              <a:cxnLst/>
              <a:rect l="l" t="t" r="r" b="b"/>
              <a:pathLst>
                <a:path w="337185" h="108585">
                  <a:moveTo>
                    <a:pt x="310896" y="108203"/>
                  </a:moveTo>
                  <a:lnTo>
                    <a:pt x="304800" y="108203"/>
                  </a:lnTo>
                  <a:lnTo>
                    <a:pt x="25907" y="108203"/>
                  </a:lnTo>
                  <a:lnTo>
                    <a:pt x="18288" y="106679"/>
                  </a:lnTo>
                  <a:lnTo>
                    <a:pt x="13716" y="103631"/>
                  </a:lnTo>
                  <a:lnTo>
                    <a:pt x="7619" y="100583"/>
                  </a:lnTo>
                  <a:lnTo>
                    <a:pt x="4571" y="94487"/>
                  </a:lnTo>
                  <a:lnTo>
                    <a:pt x="1524" y="91439"/>
                  </a:lnTo>
                  <a:lnTo>
                    <a:pt x="0" y="83819"/>
                  </a:lnTo>
                  <a:lnTo>
                    <a:pt x="0" y="22859"/>
                  </a:lnTo>
                  <a:lnTo>
                    <a:pt x="25907" y="0"/>
                  </a:lnTo>
                  <a:lnTo>
                    <a:pt x="310896" y="0"/>
                  </a:lnTo>
                  <a:lnTo>
                    <a:pt x="315468" y="1523"/>
                  </a:lnTo>
                  <a:lnTo>
                    <a:pt x="321564" y="4571"/>
                  </a:lnTo>
                  <a:lnTo>
                    <a:pt x="333756" y="16763"/>
                  </a:lnTo>
                  <a:lnTo>
                    <a:pt x="336804" y="28955"/>
                  </a:lnTo>
                  <a:lnTo>
                    <a:pt x="336804" y="79247"/>
                  </a:lnTo>
                  <a:lnTo>
                    <a:pt x="335280" y="83819"/>
                  </a:lnTo>
                  <a:lnTo>
                    <a:pt x="333756" y="91439"/>
                  </a:lnTo>
                  <a:lnTo>
                    <a:pt x="329184" y="94487"/>
                  </a:lnTo>
                  <a:lnTo>
                    <a:pt x="326136" y="100583"/>
                  </a:lnTo>
                  <a:lnTo>
                    <a:pt x="321564" y="103631"/>
                  </a:lnTo>
                  <a:lnTo>
                    <a:pt x="315468" y="106679"/>
                  </a:lnTo>
                  <a:lnTo>
                    <a:pt x="310896" y="1082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663440" y="1944624"/>
              <a:ext cx="344805" cy="114300"/>
            </a:xfrm>
            <a:custGeom>
              <a:avLst/>
              <a:gdLst/>
              <a:ahLst/>
              <a:cxnLst/>
              <a:rect l="l" t="t" r="r" b="b"/>
              <a:pathLst>
                <a:path w="344804" h="114300">
                  <a:moveTo>
                    <a:pt x="315468" y="114300"/>
                  </a:moveTo>
                  <a:lnTo>
                    <a:pt x="28955" y="114300"/>
                  </a:lnTo>
                  <a:lnTo>
                    <a:pt x="21336" y="112776"/>
                  </a:lnTo>
                  <a:lnTo>
                    <a:pt x="16764" y="109728"/>
                  </a:lnTo>
                  <a:lnTo>
                    <a:pt x="10667" y="105156"/>
                  </a:lnTo>
                  <a:lnTo>
                    <a:pt x="6096" y="100584"/>
                  </a:lnTo>
                  <a:lnTo>
                    <a:pt x="3048" y="94488"/>
                  </a:lnTo>
                  <a:lnTo>
                    <a:pt x="0" y="89916"/>
                  </a:lnTo>
                  <a:lnTo>
                    <a:pt x="0" y="25908"/>
                  </a:lnTo>
                  <a:lnTo>
                    <a:pt x="3048" y="18288"/>
                  </a:lnTo>
                  <a:lnTo>
                    <a:pt x="6096" y="13716"/>
                  </a:lnTo>
                  <a:lnTo>
                    <a:pt x="10667" y="7620"/>
                  </a:lnTo>
                  <a:lnTo>
                    <a:pt x="16764" y="4572"/>
                  </a:lnTo>
                  <a:lnTo>
                    <a:pt x="21336" y="1524"/>
                  </a:lnTo>
                  <a:lnTo>
                    <a:pt x="28955" y="0"/>
                  </a:lnTo>
                  <a:lnTo>
                    <a:pt x="309372" y="0"/>
                  </a:lnTo>
                  <a:lnTo>
                    <a:pt x="309372" y="6096"/>
                  </a:lnTo>
                  <a:lnTo>
                    <a:pt x="30479" y="6096"/>
                  </a:lnTo>
                  <a:lnTo>
                    <a:pt x="24384" y="7620"/>
                  </a:lnTo>
                  <a:lnTo>
                    <a:pt x="19812" y="9144"/>
                  </a:lnTo>
                  <a:lnTo>
                    <a:pt x="16764" y="13716"/>
                  </a:lnTo>
                  <a:lnTo>
                    <a:pt x="9144" y="21336"/>
                  </a:lnTo>
                  <a:lnTo>
                    <a:pt x="7620" y="27432"/>
                  </a:lnTo>
                  <a:lnTo>
                    <a:pt x="7620" y="86868"/>
                  </a:lnTo>
                  <a:lnTo>
                    <a:pt x="9144" y="92964"/>
                  </a:lnTo>
                  <a:lnTo>
                    <a:pt x="12191" y="96012"/>
                  </a:lnTo>
                  <a:lnTo>
                    <a:pt x="16764" y="99060"/>
                  </a:lnTo>
                  <a:lnTo>
                    <a:pt x="19812" y="103632"/>
                  </a:lnTo>
                  <a:lnTo>
                    <a:pt x="24384" y="106680"/>
                  </a:lnTo>
                  <a:lnTo>
                    <a:pt x="30479" y="108204"/>
                  </a:lnTo>
                  <a:lnTo>
                    <a:pt x="330708" y="108204"/>
                  </a:lnTo>
                  <a:lnTo>
                    <a:pt x="329184" y="109728"/>
                  </a:lnTo>
                  <a:lnTo>
                    <a:pt x="323088" y="112776"/>
                  </a:lnTo>
                  <a:lnTo>
                    <a:pt x="315468" y="114300"/>
                  </a:lnTo>
                  <a:close/>
                </a:path>
                <a:path w="344804" h="114300">
                  <a:moveTo>
                    <a:pt x="329184" y="13716"/>
                  </a:moveTo>
                  <a:lnTo>
                    <a:pt x="324612" y="9144"/>
                  </a:lnTo>
                  <a:lnTo>
                    <a:pt x="315468" y="6096"/>
                  </a:lnTo>
                  <a:lnTo>
                    <a:pt x="331470" y="6096"/>
                  </a:lnTo>
                  <a:lnTo>
                    <a:pt x="333756" y="7620"/>
                  </a:lnTo>
                  <a:lnTo>
                    <a:pt x="329184" y="13716"/>
                  </a:lnTo>
                  <a:close/>
                </a:path>
                <a:path w="344804" h="114300">
                  <a:moveTo>
                    <a:pt x="333756" y="105156"/>
                  </a:moveTo>
                  <a:lnTo>
                    <a:pt x="329184" y="99060"/>
                  </a:lnTo>
                  <a:lnTo>
                    <a:pt x="332232" y="96012"/>
                  </a:lnTo>
                  <a:lnTo>
                    <a:pt x="336804" y="86868"/>
                  </a:lnTo>
                  <a:lnTo>
                    <a:pt x="338328" y="82296"/>
                  </a:lnTo>
                  <a:lnTo>
                    <a:pt x="338328" y="32004"/>
                  </a:lnTo>
                  <a:lnTo>
                    <a:pt x="336804" y="27432"/>
                  </a:lnTo>
                  <a:lnTo>
                    <a:pt x="332232" y="18288"/>
                  </a:lnTo>
                  <a:lnTo>
                    <a:pt x="329184" y="13716"/>
                  </a:lnTo>
                  <a:lnTo>
                    <a:pt x="333756" y="7620"/>
                  </a:lnTo>
                  <a:lnTo>
                    <a:pt x="338328" y="13716"/>
                  </a:lnTo>
                  <a:lnTo>
                    <a:pt x="341376" y="18288"/>
                  </a:lnTo>
                  <a:lnTo>
                    <a:pt x="342900" y="25908"/>
                  </a:lnTo>
                  <a:lnTo>
                    <a:pt x="344424" y="32004"/>
                  </a:lnTo>
                  <a:lnTo>
                    <a:pt x="344424" y="82296"/>
                  </a:lnTo>
                  <a:lnTo>
                    <a:pt x="342900" y="89916"/>
                  </a:lnTo>
                  <a:lnTo>
                    <a:pt x="341376" y="94488"/>
                  </a:lnTo>
                  <a:lnTo>
                    <a:pt x="338328" y="100584"/>
                  </a:lnTo>
                  <a:lnTo>
                    <a:pt x="333756" y="105156"/>
                  </a:lnTo>
                  <a:close/>
                </a:path>
                <a:path w="344804" h="114300">
                  <a:moveTo>
                    <a:pt x="330708" y="108204"/>
                  </a:moveTo>
                  <a:lnTo>
                    <a:pt x="315468" y="108204"/>
                  </a:lnTo>
                  <a:lnTo>
                    <a:pt x="320040" y="106680"/>
                  </a:lnTo>
                  <a:lnTo>
                    <a:pt x="324612" y="103632"/>
                  </a:lnTo>
                  <a:lnTo>
                    <a:pt x="329184" y="99060"/>
                  </a:lnTo>
                  <a:lnTo>
                    <a:pt x="333756" y="105156"/>
                  </a:lnTo>
                  <a:lnTo>
                    <a:pt x="330708" y="10820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3033755" y="2410448"/>
            <a:ext cx="160020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 spc="-25">
                <a:solidFill>
                  <a:srgbClr val="1F1A16"/>
                </a:solidFill>
                <a:latin typeface="Arial"/>
                <a:cs typeface="Arial"/>
              </a:rPr>
              <a:t>X2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679698" y="1487868"/>
            <a:ext cx="345440" cy="57721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04"/>
              </a:spcBef>
            </a:pPr>
            <a:r>
              <a:rPr dirty="0" sz="750" spc="-25">
                <a:solidFill>
                  <a:srgbClr val="1F1A16"/>
                </a:solidFill>
                <a:latin typeface="Arial"/>
                <a:cs typeface="Arial"/>
              </a:rPr>
              <a:t>X0</a:t>
            </a:r>
            <a:endParaRPr sz="750">
              <a:latin typeface="Arial"/>
              <a:cs typeface="Arial"/>
            </a:endParaRPr>
          </a:p>
          <a:p>
            <a:pPr algn="r" marR="32384">
              <a:lnSpc>
                <a:spcPct val="100000"/>
              </a:lnSpc>
              <a:spcBef>
                <a:spcPts val="135"/>
              </a:spcBef>
            </a:pPr>
            <a:r>
              <a:rPr dirty="0" sz="650" spc="-10">
                <a:solidFill>
                  <a:srgbClr val="1F1A16"/>
                </a:solidFill>
                <a:latin typeface="Arial"/>
                <a:cs typeface="Arial"/>
              </a:rPr>
              <a:t>START</a:t>
            </a:r>
            <a:endParaRPr sz="65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515"/>
              </a:spcBef>
            </a:pPr>
            <a:r>
              <a:rPr dirty="0" sz="750" spc="-25">
                <a:solidFill>
                  <a:srgbClr val="1F1A16"/>
                </a:solidFill>
                <a:latin typeface="Arial"/>
                <a:cs typeface="Arial"/>
              </a:rPr>
              <a:t>X1</a:t>
            </a:r>
            <a:endParaRPr sz="750">
              <a:latin typeface="Arial"/>
              <a:cs typeface="Arial"/>
            </a:endParaRPr>
          </a:p>
          <a:p>
            <a:pPr algn="r" marR="57150">
              <a:lnSpc>
                <a:spcPct val="100000"/>
              </a:lnSpc>
              <a:spcBef>
                <a:spcPts val="219"/>
              </a:spcBef>
            </a:pPr>
            <a:r>
              <a:rPr dirty="0" sz="650" spc="-20">
                <a:solidFill>
                  <a:srgbClr val="1F1A16"/>
                </a:solidFill>
                <a:latin typeface="Arial"/>
                <a:cs typeface="Arial"/>
              </a:rPr>
              <a:t>STOP</a:t>
            </a:r>
            <a:endParaRPr sz="650">
              <a:latin typeface="Arial"/>
              <a:cs typeface="Arial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75760" y="2447544"/>
            <a:ext cx="571500" cy="413004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22476" y="3282695"/>
            <a:ext cx="76200" cy="76200"/>
          </a:xfrm>
          <a:prstGeom prst="rect">
            <a:avLst/>
          </a:prstGeom>
        </p:spPr>
      </p:pic>
      <p:sp>
        <p:nvSpPr>
          <p:cNvPr id="24" name="object 24" descr=""/>
          <p:cNvSpPr txBox="1"/>
          <p:nvPr/>
        </p:nvSpPr>
        <p:spPr>
          <a:xfrm>
            <a:off x="926087" y="2757988"/>
            <a:ext cx="5989320" cy="108077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algn="ctr" marL="1170940">
              <a:lnSpc>
                <a:spcPct val="100000"/>
              </a:lnSpc>
              <a:spcBef>
                <a:spcPts val="535"/>
              </a:spcBef>
            </a:pPr>
            <a:r>
              <a:rPr dirty="0" sz="800" spc="-25">
                <a:solidFill>
                  <a:srgbClr val="1F1A16"/>
                </a:solidFill>
                <a:latin typeface="Arial"/>
                <a:cs typeface="Arial"/>
              </a:rPr>
              <a:t>Y0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50" b="1">
                <a:latin typeface="Arial"/>
                <a:cs typeface="Arial"/>
              </a:rPr>
              <a:t>Control</a:t>
            </a:r>
            <a:r>
              <a:rPr dirty="0" sz="1050" spc="-6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Purpose:</a:t>
            </a:r>
            <a:endParaRPr sz="1050">
              <a:latin typeface="Arial"/>
              <a:cs typeface="Arial"/>
            </a:endParaRPr>
          </a:p>
          <a:p>
            <a:pPr marL="853440" marR="5080" indent="-5080">
              <a:lnSpc>
                <a:spcPts val="1689"/>
              </a:lnSpc>
              <a:spcBef>
                <a:spcPts val="120"/>
              </a:spcBef>
            </a:pPr>
            <a:r>
              <a:rPr dirty="0" sz="1050">
                <a:latin typeface="Arial"/>
                <a:cs typeface="Arial"/>
              </a:rPr>
              <a:t>Press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START,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20">
                <a:latin typeface="Arial"/>
                <a:cs typeface="Arial"/>
              </a:rPr>
              <a:t> pump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begins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pump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out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water;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STOP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or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water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is </a:t>
            </a:r>
            <a:r>
              <a:rPr dirty="0" sz="1050" spc="-20">
                <a:latin typeface="Arial"/>
                <a:cs typeface="Arial"/>
              </a:rPr>
              <a:t>empty,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pump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stops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working.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050" spc="-10" b="1">
                <a:latin typeface="Arial"/>
                <a:cs typeface="Arial"/>
              </a:rPr>
              <a:t>Devices: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25" name="object 25" descr=""/>
          <p:cNvGraphicFramePr>
            <a:graphicFrameLocks noGrp="1"/>
          </p:cNvGraphicFramePr>
          <p:nvPr/>
        </p:nvGraphicFramePr>
        <p:xfrm>
          <a:off x="1723644" y="3857244"/>
          <a:ext cx="5332730" cy="1379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1394"/>
                <a:gridCol w="4247514"/>
              </a:tblGrid>
              <a:tr h="27559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Device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Function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START</a:t>
                      </a:r>
                      <a:r>
                        <a:rPr dirty="0" sz="9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button.</a:t>
                      </a:r>
                      <a:r>
                        <a:rPr dirty="0" sz="9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X0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pressed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STOP</a:t>
                      </a:r>
                      <a:r>
                        <a:rPr dirty="0" sz="9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button.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X1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pressed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Level</a:t>
                      </a:r>
                      <a:r>
                        <a:rPr dirty="0" sz="9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detector.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X2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if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there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water</a:t>
                      </a:r>
                      <a:r>
                        <a:rPr dirty="0" sz="90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container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M0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Trigger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pulse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one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scan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cycle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Pump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motor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6" name="object 26" descr=""/>
          <p:cNvSpPr txBox="1"/>
          <p:nvPr/>
        </p:nvSpPr>
        <p:spPr>
          <a:xfrm>
            <a:off x="926087" y="5257226"/>
            <a:ext cx="1114425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Program: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27" name="object 2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40180" y="5483352"/>
            <a:ext cx="5163312" cy="2967228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22476" y="8755380"/>
            <a:ext cx="76200" cy="76200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20952" y="9186671"/>
            <a:ext cx="76200" cy="76200"/>
          </a:xfrm>
          <a:prstGeom prst="rect">
            <a:avLst/>
          </a:prstGeom>
        </p:spPr>
      </p:pic>
      <p:sp>
        <p:nvSpPr>
          <p:cNvPr id="30" name="object 30" descr=""/>
          <p:cNvSpPr txBox="1"/>
          <p:nvPr/>
        </p:nvSpPr>
        <p:spPr>
          <a:xfrm>
            <a:off x="926087" y="8427730"/>
            <a:ext cx="6191885" cy="109855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050" spc="-10" b="1">
                <a:latin typeface="Arial"/>
                <a:cs typeface="Arial"/>
              </a:rPr>
              <a:t>Program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Description:</a:t>
            </a:r>
            <a:endParaRPr sz="1050">
              <a:latin typeface="Arial"/>
              <a:cs typeface="Arial"/>
            </a:endParaRPr>
          </a:p>
          <a:p>
            <a:pPr marL="848994" marR="5080">
              <a:lnSpc>
                <a:spcPts val="1689"/>
              </a:lnSpc>
              <a:spcBef>
                <a:spcPts val="120"/>
              </a:spcBef>
            </a:pPr>
            <a:r>
              <a:rPr dirty="0" sz="1050">
                <a:latin typeface="Arial"/>
                <a:cs typeface="Arial"/>
              </a:rPr>
              <a:t>X2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If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there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water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container.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When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30">
                <a:latin typeface="Arial"/>
                <a:cs typeface="Arial"/>
              </a:rPr>
              <a:t>START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pressed,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X0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SET </a:t>
            </a:r>
            <a:r>
              <a:rPr dirty="0" sz="1050" spc="-10">
                <a:latin typeface="Arial"/>
                <a:cs typeface="Arial"/>
              </a:rPr>
              <a:t>instruction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executed.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Y0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set,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pump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motor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begins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pumping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water.</a:t>
            </a:r>
            <a:endParaRPr sz="1050">
              <a:latin typeface="Arial"/>
              <a:cs typeface="Arial"/>
            </a:endParaRPr>
          </a:p>
          <a:p>
            <a:pPr marL="848994" marR="6985">
              <a:lnSpc>
                <a:spcPts val="1689"/>
              </a:lnSpc>
            </a:pPr>
            <a:r>
              <a:rPr dirty="0" sz="1050" spc="-10">
                <a:latin typeface="Arial"/>
                <a:cs typeface="Arial"/>
              </a:rPr>
              <a:t>There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are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two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situations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20">
                <a:latin typeface="Arial"/>
                <a:cs typeface="Arial"/>
              </a:rPr>
              <a:t> stopping </a:t>
            </a:r>
            <a:r>
              <a:rPr dirty="0" sz="1050" spc="-1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motor.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First,</a:t>
            </a:r>
            <a:r>
              <a:rPr dirty="0" sz="1050" spc="-20">
                <a:latin typeface="Arial"/>
                <a:cs typeface="Arial"/>
              </a:rPr>
              <a:t> when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STOP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pressed,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X1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ON.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PLS </a:t>
            </a:r>
            <a:r>
              <a:rPr dirty="0" sz="1050" spc="-10">
                <a:latin typeface="Arial"/>
                <a:cs typeface="Arial"/>
              </a:rPr>
              <a:t>instruction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executed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M0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one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scan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cycle.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RST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instruction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thus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50748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56373" y="188496"/>
            <a:ext cx="5963285" cy="1283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1500">
              <a:latin typeface="Arial"/>
              <a:cs typeface="Arial"/>
            </a:endParaRPr>
          </a:p>
          <a:p>
            <a:pPr marL="847725" marR="5080">
              <a:lnSpc>
                <a:spcPct val="134300"/>
              </a:lnSpc>
              <a:spcBef>
                <a:spcPts val="5"/>
              </a:spcBef>
              <a:tabLst>
                <a:tab pos="3923665" algn="l"/>
              </a:tabLst>
            </a:pP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executed,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Y0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reset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stop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pumping.</a:t>
            </a:r>
            <a:r>
              <a:rPr dirty="0" sz="1050">
                <a:latin typeface="Arial"/>
                <a:cs typeface="Arial"/>
              </a:rPr>
              <a:t>	</a:t>
            </a:r>
            <a:r>
              <a:rPr dirty="0" sz="1050" spc="-10">
                <a:latin typeface="Arial"/>
                <a:cs typeface="Arial"/>
              </a:rPr>
              <a:t>Second,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water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the </a:t>
            </a:r>
            <a:r>
              <a:rPr dirty="0" sz="1050" spc="-20">
                <a:latin typeface="Arial"/>
                <a:cs typeface="Arial"/>
              </a:rPr>
              <a:t>container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25">
                <a:latin typeface="Arial"/>
                <a:cs typeface="Arial"/>
              </a:rPr>
              <a:t> empty, </a:t>
            </a:r>
            <a:r>
              <a:rPr dirty="0" sz="1050">
                <a:latin typeface="Arial"/>
                <a:cs typeface="Arial"/>
              </a:rPr>
              <a:t>X2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OFF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PLS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instruction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executed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trigger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M0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for </a:t>
            </a:r>
            <a:r>
              <a:rPr dirty="0" sz="1050" spc="-10">
                <a:latin typeface="Arial"/>
                <a:cs typeface="Arial"/>
              </a:rPr>
              <a:t>resetting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Y0.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this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case,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pump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motor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stop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pumping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as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well.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132346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50748" y="9691116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39587" y="9733318"/>
            <a:ext cx="26416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25">
                <a:latin typeface="Arial"/>
                <a:cs typeface="Arial"/>
              </a:rPr>
              <a:t>12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93284" y="188496"/>
            <a:ext cx="3221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922019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26088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22019" y="9677400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892574" y="9721129"/>
            <a:ext cx="26225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25">
                <a:latin typeface="Arial"/>
                <a:cs typeface="Arial"/>
              </a:rPr>
              <a:t>13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2476" y="1453896"/>
            <a:ext cx="76200" cy="762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2476" y="1883663"/>
            <a:ext cx="76200" cy="7620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87987" y="851374"/>
            <a:ext cx="6247130" cy="13747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latin typeface="Arial"/>
                <a:cs typeface="Arial"/>
              </a:rPr>
              <a:t>1.10</a:t>
            </a:r>
            <a:r>
              <a:rPr dirty="0" sz="1100" spc="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Alternate</a:t>
            </a:r>
            <a:r>
              <a:rPr dirty="0" sz="1100" spc="7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Output</a:t>
            </a:r>
            <a:r>
              <a:rPr dirty="0" sz="1100" spc="9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Circuit</a:t>
            </a:r>
            <a:r>
              <a:rPr dirty="0" sz="1100" spc="7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(With</a:t>
            </a:r>
            <a:r>
              <a:rPr dirty="0" sz="1100" spc="7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Latched</a:t>
            </a:r>
            <a:r>
              <a:rPr dirty="0" sz="1100" spc="5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Function)</a:t>
            </a:r>
            <a:endParaRPr sz="11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124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Purpose:</a:t>
            </a:r>
            <a:endParaRPr sz="1050">
              <a:latin typeface="Arial"/>
              <a:cs typeface="Arial"/>
            </a:endParaRPr>
          </a:p>
          <a:p>
            <a:pPr marL="891540" marR="43180" indent="-5080">
              <a:lnSpc>
                <a:spcPts val="1689"/>
              </a:lnSpc>
              <a:spcBef>
                <a:spcPts val="120"/>
              </a:spcBef>
            </a:pPr>
            <a:r>
              <a:rPr dirty="0" sz="1050" spc="-10">
                <a:latin typeface="Arial"/>
                <a:cs typeface="Arial"/>
              </a:rPr>
              <a:t>Setting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light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by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pressing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switch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1</a:t>
            </a:r>
            <a:r>
              <a:rPr dirty="0" baseline="38461" sz="975">
                <a:latin typeface="Arial"/>
                <a:cs typeface="Arial"/>
              </a:rPr>
              <a:t>st</a:t>
            </a:r>
            <a:r>
              <a:rPr dirty="0" baseline="38461" sz="975" spc="104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time,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3</a:t>
            </a:r>
            <a:r>
              <a:rPr dirty="0" baseline="38461" sz="975">
                <a:latin typeface="Arial"/>
                <a:cs typeface="Arial"/>
              </a:rPr>
              <a:t>rd</a:t>
            </a:r>
            <a:r>
              <a:rPr dirty="0" baseline="38461" sz="975" spc="82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time,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5</a:t>
            </a:r>
            <a:r>
              <a:rPr dirty="0" baseline="38461" sz="975">
                <a:latin typeface="Arial"/>
                <a:cs typeface="Arial"/>
              </a:rPr>
              <a:t>th</a:t>
            </a:r>
            <a:r>
              <a:rPr dirty="0" baseline="38461" sz="975" spc="89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time,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etc.;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setting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light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OFF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by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pressing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switch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2</a:t>
            </a:r>
            <a:r>
              <a:rPr dirty="0" baseline="38461" sz="975">
                <a:latin typeface="Arial"/>
                <a:cs typeface="Arial"/>
              </a:rPr>
              <a:t>nd</a:t>
            </a:r>
            <a:r>
              <a:rPr dirty="0" baseline="38461" sz="975" spc="89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time,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4</a:t>
            </a:r>
            <a:r>
              <a:rPr dirty="0" baseline="38461" sz="975">
                <a:latin typeface="Arial"/>
                <a:cs typeface="Arial"/>
              </a:rPr>
              <a:t>th</a:t>
            </a:r>
            <a:r>
              <a:rPr dirty="0" baseline="38461" sz="975" spc="104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time,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6</a:t>
            </a:r>
            <a:r>
              <a:rPr dirty="0" baseline="38461" sz="975">
                <a:latin typeface="Arial"/>
                <a:cs typeface="Arial"/>
              </a:rPr>
              <a:t>th</a:t>
            </a:r>
            <a:r>
              <a:rPr dirty="0" baseline="38461" sz="975" spc="104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time,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etc.</a:t>
            </a:r>
            <a:endParaRPr sz="1050">
              <a:latin typeface="Arial"/>
              <a:cs typeface="Arial"/>
            </a:endParaRPr>
          </a:p>
          <a:p>
            <a:pPr marL="887094">
              <a:lnSpc>
                <a:spcPct val="100000"/>
              </a:lnSpc>
              <a:spcBef>
                <a:spcPts val="305"/>
              </a:spcBef>
            </a:pPr>
            <a:r>
              <a:rPr dirty="0" sz="1050" spc="-10">
                <a:latin typeface="Arial"/>
                <a:cs typeface="Arial"/>
              </a:rPr>
              <a:t>Restoring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indicator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state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before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power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off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device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powered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up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again.</a:t>
            </a:r>
            <a:endParaRPr sz="1050">
              <a:latin typeface="Arial"/>
              <a:cs typeface="Arial"/>
            </a:endParaRPr>
          </a:p>
          <a:p>
            <a:pPr marL="52069">
              <a:lnSpc>
                <a:spcPct val="100000"/>
              </a:lnSpc>
              <a:spcBef>
                <a:spcPts val="455"/>
              </a:spcBef>
            </a:pPr>
            <a:r>
              <a:rPr dirty="0" sz="1050" spc="-10" b="1">
                <a:latin typeface="Arial"/>
                <a:cs typeface="Arial"/>
              </a:rPr>
              <a:t>Devices: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1723644" y="2244090"/>
          <a:ext cx="5332730" cy="1378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1394"/>
                <a:gridCol w="4247514"/>
              </a:tblGrid>
              <a:tr h="276225"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Device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66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Function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66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Light</a:t>
                      </a:r>
                      <a:r>
                        <a:rPr dirty="0" sz="9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switch.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X1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button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pressed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M10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Trigger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pulse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one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scan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cycle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 spc="-20">
                          <a:latin typeface="Arial"/>
                          <a:cs typeface="Arial"/>
                        </a:rPr>
                        <a:t>M512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If</a:t>
                      </a:r>
                      <a:r>
                        <a:rPr dirty="0" sz="9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X1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pressed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odd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number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times,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M512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ON,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M513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=</a:t>
                      </a:r>
                      <a:r>
                        <a:rPr dirty="0" sz="900" spc="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OFF.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0">
                          <a:latin typeface="Arial"/>
                          <a:cs typeface="Arial"/>
                        </a:rPr>
                        <a:t>M513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If</a:t>
                      </a:r>
                      <a:r>
                        <a:rPr dirty="0" sz="9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X1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pressed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even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number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times,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M512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=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OFF,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M513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=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ON.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Indicator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 descr=""/>
          <p:cNvSpPr txBox="1"/>
          <p:nvPr/>
        </p:nvSpPr>
        <p:spPr>
          <a:xfrm>
            <a:off x="926087" y="3643334"/>
            <a:ext cx="1114425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Program: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0180" y="3945635"/>
            <a:ext cx="5163312" cy="4753356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22476" y="9293352"/>
            <a:ext cx="76200" cy="76200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900687" y="8965715"/>
            <a:ext cx="4003675" cy="45212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20"/>
              </a:spcBef>
            </a:pPr>
            <a:r>
              <a:rPr dirty="0" sz="1050" spc="-10" b="1">
                <a:latin typeface="Arial"/>
                <a:cs typeface="Arial"/>
              </a:rPr>
              <a:t>Program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Description:</a:t>
            </a:r>
            <a:endParaRPr sz="1050">
              <a:latin typeface="Arial"/>
              <a:cs typeface="Arial"/>
            </a:endParaRPr>
          </a:p>
          <a:p>
            <a:pPr marL="874394">
              <a:lnSpc>
                <a:spcPct val="100000"/>
              </a:lnSpc>
              <a:spcBef>
                <a:spcPts val="420"/>
              </a:spcBef>
            </a:pPr>
            <a:r>
              <a:rPr dirty="0" sz="1050" spc="-10">
                <a:latin typeface="Arial"/>
                <a:cs typeface="Arial"/>
              </a:rPr>
              <a:t>Pressing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X1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1</a:t>
            </a:r>
            <a:r>
              <a:rPr dirty="0" baseline="38461" sz="975">
                <a:latin typeface="Arial"/>
                <a:cs typeface="Arial"/>
              </a:rPr>
              <a:t>st</a:t>
            </a:r>
            <a:r>
              <a:rPr dirty="0" baseline="38461" sz="975" spc="112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time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odd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number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times):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50748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132346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650748" y="9691116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639587" y="9733318"/>
            <a:ext cx="26416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25">
                <a:latin typeface="Arial"/>
                <a:cs typeface="Arial"/>
              </a:rPr>
              <a:t>14</a:t>
            </a:r>
            <a:endParaRPr sz="9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1203" y="2421635"/>
            <a:ext cx="76200" cy="762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1203" y="4142232"/>
            <a:ext cx="76200" cy="7620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643673" y="188496"/>
            <a:ext cx="6241415" cy="40786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1500">
              <a:latin typeface="Arial"/>
              <a:cs typeface="Arial"/>
            </a:endParaRPr>
          </a:p>
          <a:p>
            <a:pPr marL="864869" marR="43180">
              <a:lnSpc>
                <a:spcPct val="134300"/>
              </a:lnSpc>
              <a:spcBef>
                <a:spcPts val="5"/>
              </a:spcBef>
            </a:pP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switch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X1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pressed,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X1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[PLS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M10]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instruction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be</a:t>
            </a:r>
            <a:r>
              <a:rPr dirty="0" sz="1050" spc="50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executed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triggering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M10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one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scan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cycle.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this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case,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M10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Y1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is OFF,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SET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RST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instructions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line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2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thus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executed.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contrary,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SET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and </a:t>
            </a:r>
            <a:r>
              <a:rPr dirty="0" sz="1050" spc="-10">
                <a:latin typeface="Arial"/>
                <a:cs typeface="Arial"/>
              </a:rPr>
              <a:t>RST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instructions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line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3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not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executed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due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open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loop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Y1.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line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4,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coil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Y1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is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8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because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results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Line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2: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M512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M513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5">
                <a:latin typeface="Arial"/>
                <a:cs typeface="Arial"/>
              </a:rPr>
              <a:t> OFF.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2</a:t>
            </a:r>
            <a:r>
              <a:rPr dirty="0" baseline="42735" sz="975">
                <a:latin typeface="Arial"/>
                <a:cs typeface="Arial"/>
              </a:rPr>
              <a:t>nd</a:t>
            </a:r>
            <a:r>
              <a:rPr dirty="0" baseline="42735" sz="975" spc="97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scan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cycle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started,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SET/RST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both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line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2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line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3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not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executed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because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M10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OFF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this </a:t>
            </a:r>
            <a:r>
              <a:rPr dirty="0" sz="1050">
                <a:latin typeface="Arial"/>
                <a:cs typeface="Arial"/>
              </a:rPr>
              <a:t>scan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cycle.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result,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light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until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switch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pressed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next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time.</a:t>
            </a:r>
            <a:endParaRPr sz="1050">
              <a:latin typeface="Arial"/>
              <a:cs typeface="Arial"/>
            </a:endParaRPr>
          </a:p>
          <a:p>
            <a:pPr marL="860425">
              <a:lnSpc>
                <a:spcPct val="100000"/>
              </a:lnSpc>
              <a:spcBef>
                <a:spcPts val="430"/>
              </a:spcBef>
            </a:pPr>
            <a:r>
              <a:rPr dirty="0" sz="1050" spc="-10">
                <a:latin typeface="Arial"/>
                <a:cs typeface="Arial"/>
              </a:rPr>
              <a:t>Pressing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X1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2</a:t>
            </a:r>
            <a:r>
              <a:rPr dirty="0" baseline="38461" sz="975">
                <a:latin typeface="Arial"/>
                <a:cs typeface="Arial"/>
              </a:rPr>
              <a:t>nd</a:t>
            </a:r>
            <a:r>
              <a:rPr dirty="0" baseline="38461" sz="975" spc="104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time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(or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even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number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times):</a:t>
            </a:r>
            <a:endParaRPr sz="1050">
              <a:latin typeface="Arial"/>
              <a:cs typeface="Arial"/>
            </a:endParaRPr>
          </a:p>
          <a:p>
            <a:pPr marL="864869" marR="46355">
              <a:lnSpc>
                <a:spcPct val="134300"/>
              </a:lnSpc>
            </a:pP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switch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X1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pressed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again,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X1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M10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scan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cycle. According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result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pressing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X1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first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time,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state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Y1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has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been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ON.</a:t>
            </a:r>
            <a:endParaRPr sz="1050">
              <a:latin typeface="Arial"/>
              <a:cs typeface="Arial"/>
            </a:endParaRPr>
          </a:p>
          <a:p>
            <a:pPr marL="864869" marR="44450">
              <a:lnSpc>
                <a:spcPct val="134300"/>
              </a:lnSpc>
              <a:spcBef>
                <a:spcPts val="10"/>
              </a:spcBef>
            </a:pPr>
            <a:r>
              <a:rPr dirty="0" sz="1050" spc="-10">
                <a:latin typeface="Arial"/>
                <a:cs typeface="Arial"/>
              </a:rPr>
              <a:t>SET/RST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instructions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line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3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thus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executed.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addition,</a:t>
            </a:r>
            <a:r>
              <a:rPr dirty="0" sz="1050" spc="-20">
                <a:latin typeface="Arial"/>
                <a:cs typeface="Arial"/>
              </a:rPr>
              <a:t> SET/RST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instructions</a:t>
            </a:r>
            <a:r>
              <a:rPr dirty="0" sz="1050" spc="-25">
                <a:latin typeface="Arial"/>
                <a:cs typeface="Arial"/>
              </a:rPr>
              <a:t> at</a:t>
            </a:r>
            <a:r>
              <a:rPr dirty="0" sz="1050" spc="50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line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2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won’t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executed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due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open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loop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Y1.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this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case,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M513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M512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45">
                <a:latin typeface="Arial"/>
                <a:cs typeface="Arial"/>
              </a:rPr>
              <a:t>OFF.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When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2</a:t>
            </a:r>
            <a:r>
              <a:rPr dirty="0" baseline="42735" sz="975">
                <a:latin typeface="Arial"/>
                <a:cs typeface="Arial"/>
              </a:rPr>
              <a:t>nd</a:t>
            </a:r>
            <a:r>
              <a:rPr dirty="0" baseline="42735" sz="975" spc="97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scan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cycle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started,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SET/RST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both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line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2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line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3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not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be </a:t>
            </a:r>
            <a:r>
              <a:rPr dirty="0" sz="1050" spc="-10">
                <a:latin typeface="Arial"/>
                <a:cs typeface="Arial"/>
              </a:rPr>
              <a:t>executed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because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M10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OFF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this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scan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cycle.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result,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light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remain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OFF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until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switch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pressed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next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time.</a:t>
            </a:r>
            <a:endParaRPr sz="1050">
              <a:latin typeface="Arial"/>
              <a:cs typeface="Arial"/>
            </a:endParaRPr>
          </a:p>
          <a:p>
            <a:pPr marL="860425">
              <a:lnSpc>
                <a:spcPct val="100000"/>
              </a:lnSpc>
              <a:spcBef>
                <a:spcPts val="434"/>
              </a:spcBef>
            </a:pPr>
            <a:r>
              <a:rPr dirty="0" sz="1050" spc="-10">
                <a:latin typeface="Arial"/>
                <a:cs typeface="Arial"/>
              </a:rPr>
              <a:t>Alternate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output(ON/OFF)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function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can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also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performed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by</a:t>
            </a:r>
            <a:r>
              <a:rPr dirty="0" sz="1050" spc="-25">
                <a:latin typeface="Arial"/>
                <a:cs typeface="Arial"/>
              </a:rPr>
              <a:t> using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API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-30">
                <a:latin typeface="Arial"/>
                <a:cs typeface="Arial"/>
              </a:rPr>
              <a:t>66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 spc="-40">
                <a:latin typeface="Arial"/>
                <a:cs typeface="Arial"/>
              </a:rPr>
              <a:t>ALT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instruction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93284" y="188496"/>
            <a:ext cx="3221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922019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26088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22019" y="9677400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892574" y="9721129"/>
            <a:ext cx="26225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25">
                <a:latin typeface="Arial"/>
                <a:cs typeface="Arial"/>
              </a:rPr>
              <a:t>15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26079" y="851374"/>
            <a:ext cx="216916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latin typeface="Arial"/>
                <a:cs typeface="Arial"/>
              </a:rPr>
              <a:t>1.11</a:t>
            </a:r>
            <a:r>
              <a:rPr dirty="0" sz="1100" spc="6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Conditional</a:t>
            </a:r>
            <a:r>
              <a:rPr dirty="0" sz="1100" spc="5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Control</a:t>
            </a:r>
            <a:r>
              <a:rPr dirty="0" sz="1100" spc="8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Circuit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797552" y="1339595"/>
            <a:ext cx="1074420" cy="1260475"/>
            <a:chOff x="4797552" y="1339595"/>
            <a:chExt cx="1074420" cy="1260475"/>
          </a:xfrm>
        </p:grpSpPr>
        <p:sp>
          <p:nvSpPr>
            <p:cNvPr id="9" name="object 9" descr=""/>
            <p:cNvSpPr/>
            <p:nvPr/>
          </p:nvSpPr>
          <p:spPr>
            <a:xfrm>
              <a:off x="4803648" y="1345692"/>
              <a:ext cx="1062355" cy="1245235"/>
            </a:xfrm>
            <a:custGeom>
              <a:avLst/>
              <a:gdLst/>
              <a:ahLst/>
              <a:cxnLst/>
              <a:rect l="l" t="t" r="r" b="b"/>
              <a:pathLst>
                <a:path w="1062354" h="1245235">
                  <a:moveTo>
                    <a:pt x="931164" y="1245108"/>
                  </a:moveTo>
                  <a:lnTo>
                    <a:pt x="896112" y="1245108"/>
                  </a:lnTo>
                  <a:lnTo>
                    <a:pt x="134112" y="1245108"/>
                  </a:lnTo>
                  <a:lnTo>
                    <a:pt x="102108" y="1237488"/>
                  </a:lnTo>
                  <a:lnTo>
                    <a:pt x="48768" y="1211580"/>
                  </a:lnTo>
                  <a:lnTo>
                    <a:pt x="13716" y="1173480"/>
                  </a:lnTo>
                  <a:lnTo>
                    <a:pt x="0" y="1139952"/>
                  </a:lnTo>
                  <a:lnTo>
                    <a:pt x="0" y="109728"/>
                  </a:lnTo>
                  <a:lnTo>
                    <a:pt x="27432" y="54864"/>
                  </a:lnTo>
                  <a:lnTo>
                    <a:pt x="74676" y="19812"/>
                  </a:lnTo>
                  <a:lnTo>
                    <a:pt x="134112" y="3048"/>
                  </a:lnTo>
                  <a:lnTo>
                    <a:pt x="169164" y="0"/>
                  </a:lnTo>
                  <a:lnTo>
                    <a:pt x="896112" y="0"/>
                  </a:lnTo>
                  <a:lnTo>
                    <a:pt x="961644" y="9144"/>
                  </a:lnTo>
                  <a:lnTo>
                    <a:pt x="1013460" y="35051"/>
                  </a:lnTo>
                  <a:lnTo>
                    <a:pt x="1051560" y="74676"/>
                  </a:lnTo>
                  <a:lnTo>
                    <a:pt x="1062228" y="109728"/>
                  </a:lnTo>
                  <a:lnTo>
                    <a:pt x="1062228" y="1139952"/>
                  </a:lnTo>
                  <a:lnTo>
                    <a:pt x="1059180" y="1150620"/>
                  </a:lnTo>
                  <a:lnTo>
                    <a:pt x="1056132" y="1162812"/>
                  </a:lnTo>
                  <a:lnTo>
                    <a:pt x="1013460" y="1211580"/>
                  </a:lnTo>
                  <a:lnTo>
                    <a:pt x="961644" y="1237488"/>
                  </a:lnTo>
                  <a:lnTo>
                    <a:pt x="931164" y="124510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797552" y="1339595"/>
              <a:ext cx="1074420" cy="1260475"/>
            </a:xfrm>
            <a:custGeom>
              <a:avLst/>
              <a:gdLst/>
              <a:ahLst/>
              <a:cxnLst/>
              <a:rect l="l" t="t" r="r" b="b"/>
              <a:pathLst>
                <a:path w="1074420" h="1260475">
                  <a:moveTo>
                    <a:pt x="902208" y="1260348"/>
                  </a:moveTo>
                  <a:lnTo>
                    <a:pt x="175260" y="1260348"/>
                  </a:lnTo>
                  <a:lnTo>
                    <a:pt x="137160" y="1257300"/>
                  </a:lnTo>
                  <a:lnTo>
                    <a:pt x="77724" y="1237488"/>
                  </a:lnTo>
                  <a:lnTo>
                    <a:pt x="39624" y="1214628"/>
                  </a:lnTo>
                  <a:lnTo>
                    <a:pt x="28956" y="1202436"/>
                  </a:lnTo>
                  <a:lnTo>
                    <a:pt x="19812" y="1194816"/>
                  </a:lnTo>
                  <a:lnTo>
                    <a:pt x="13716" y="1182624"/>
                  </a:lnTo>
                  <a:lnTo>
                    <a:pt x="9143" y="1171956"/>
                  </a:lnTo>
                  <a:lnTo>
                    <a:pt x="3048" y="1156716"/>
                  </a:lnTo>
                  <a:lnTo>
                    <a:pt x="0" y="1146048"/>
                  </a:lnTo>
                  <a:lnTo>
                    <a:pt x="0" y="112776"/>
                  </a:lnTo>
                  <a:lnTo>
                    <a:pt x="3048" y="100584"/>
                  </a:lnTo>
                  <a:lnTo>
                    <a:pt x="9143" y="89916"/>
                  </a:lnTo>
                  <a:lnTo>
                    <a:pt x="13716" y="77724"/>
                  </a:lnTo>
                  <a:lnTo>
                    <a:pt x="19812" y="67056"/>
                  </a:lnTo>
                  <a:lnTo>
                    <a:pt x="28956" y="54864"/>
                  </a:lnTo>
                  <a:lnTo>
                    <a:pt x="39624" y="45720"/>
                  </a:lnTo>
                  <a:lnTo>
                    <a:pt x="51816" y="38100"/>
                  </a:lnTo>
                  <a:lnTo>
                    <a:pt x="77724" y="19812"/>
                  </a:lnTo>
                  <a:lnTo>
                    <a:pt x="105156" y="9144"/>
                  </a:lnTo>
                  <a:lnTo>
                    <a:pt x="137160" y="3048"/>
                  </a:lnTo>
                  <a:lnTo>
                    <a:pt x="175260" y="0"/>
                  </a:lnTo>
                  <a:lnTo>
                    <a:pt x="902208" y="0"/>
                  </a:lnTo>
                  <a:lnTo>
                    <a:pt x="902208" y="12192"/>
                  </a:lnTo>
                  <a:lnTo>
                    <a:pt x="175260" y="12192"/>
                  </a:lnTo>
                  <a:lnTo>
                    <a:pt x="140208" y="15240"/>
                  </a:lnTo>
                  <a:lnTo>
                    <a:pt x="82296" y="32004"/>
                  </a:lnTo>
                  <a:lnTo>
                    <a:pt x="39624" y="64008"/>
                  </a:lnTo>
                  <a:lnTo>
                    <a:pt x="19812" y="92964"/>
                  </a:lnTo>
                  <a:lnTo>
                    <a:pt x="13716" y="103632"/>
                  </a:lnTo>
                  <a:lnTo>
                    <a:pt x="10667" y="115824"/>
                  </a:lnTo>
                  <a:lnTo>
                    <a:pt x="10667" y="1146048"/>
                  </a:lnTo>
                  <a:lnTo>
                    <a:pt x="13716" y="1153668"/>
                  </a:lnTo>
                  <a:lnTo>
                    <a:pt x="19812" y="1165860"/>
                  </a:lnTo>
                  <a:lnTo>
                    <a:pt x="22860" y="1176528"/>
                  </a:lnTo>
                  <a:lnTo>
                    <a:pt x="56388" y="1211580"/>
                  </a:lnTo>
                  <a:lnTo>
                    <a:pt x="108204" y="1237488"/>
                  </a:lnTo>
                  <a:lnTo>
                    <a:pt x="140208" y="1245108"/>
                  </a:lnTo>
                  <a:lnTo>
                    <a:pt x="976013" y="1245108"/>
                  </a:lnTo>
                  <a:lnTo>
                    <a:pt x="967740" y="1248156"/>
                  </a:lnTo>
                  <a:lnTo>
                    <a:pt x="937260" y="1257300"/>
                  </a:lnTo>
                  <a:lnTo>
                    <a:pt x="902208" y="1260348"/>
                  </a:lnTo>
                  <a:close/>
                </a:path>
                <a:path w="1074420" h="1260475">
                  <a:moveTo>
                    <a:pt x="1016508" y="45720"/>
                  </a:moveTo>
                  <a:lnTo>
                    <a:pt x="993648" y="32004"/>
                  </a:lnTo>
                  <a:lnTo>
                    <a:pt x="964692" y="19812"/>
                  </a:lnTo>
                  <a:lnTo>
                    <a:pt x="934212" y="15240"/>
                  </a:lnTo>
                  <a:lnTo>
                    <a:pt x="902208" y="12192"/>
                  </a:lnTo>
                  <a:lnTo>
                    <a:pt x="976013" y="12192"/>
                  </a:lnTo>
                  <a:lnTo>
                    <a:pt x="996696" y="19812"/>
                  </a:lnTo>
                  <a:lnTo>
                    <a:pt x="1022604" y="38100"/>
                  </a:lnTo>
                  <a:lnTo>
                    <a:pt x="1016508" y="45720"/>
                  </a:lnTo>
                  <a:close/>
                </a:path>
                <a:path w="1074420" h="1260475">
                  <a:moveTo>
                    <a:pt x="1022604" y="1222248"/>
                  </a:moveTo>
                  <a:lnTo>
                    <a:pt x="1016508" y="1211580"/>
                  </a:lnTo>
                  <a:lnTo>
                    <a:pt x="1036320" y="1196340"/>
                  </a:lnTo>
                  <a:lnTo>
                    <a:pt x="1051560" y="1176528"/>
                  </a:lnTo>
                  <a:lnTo>
                    <a:pt x="1057656" y="1165860"/>
                  </a:lnTo>
                  <a:lnTo>
                    <a:pt x="1059180" y="1153668"/>
                  </a:lnTo>
                  <a:lnTo>
                    <a:pt x="1062228" y="1146048"/>
                  </a:lnTo>
                  <a:lnTo>
                    <a:pt x="1062228" y="115824"/>
                  </a:lnTo>
                  <a:lnTo>
                    <a:pt x="1059180" y="103632"/>
                  </a:lnTo>
                  <a:lnTo>
                    <a:pt x="1057656" y="92964"/>
                  </a:lnTo>
                  <a:lnTo>
                    <a:pt x="1051560" y="83820"/>
                  </a:lnTo>
                  <a:lnTo>
                    <a:pt x="1036320" y="64008"/>
                  </a:lnTo>
                  <a:lnTo>
                    <a:pt x="1016508" y="45720"/>
                  </a:lnTo>
                  <a:lnTo>
                    <a:pt x="1022604" y="38100"/>
                  </a:lnTo>
                  <a:lnTo>
                    <a:pt x="1054608" y="67056"/>
                  </a:lnTo>
                  <a:lnTo>
                    <a:pt x="1074420" y="112776"/>
                  </a:lnTo>
                  <a:lnTo>
                    <a:pt x="1074420" y="1146048"/>
                  </a:lnTo>
                  <a:lnTo>
                    <a:pt x="1071372" y="1156716"/>
                  </a:lnTo>
                  <a:lnTo>
                    <a:pt x="1068324" y="1171956"/>
                  </a:lnTo>
                  <a:lnTo>
                    <a:pt x="1062228" y="1182624"/>
                  </a:lnTo>
                  <a:lnTo>
                    <a:pt x="1054608" y="1194816"/>
                  </a:lnTo>
                  <a:lnTo>
                    <a:pt x="1045464" y="1202436"/>
                  </a:lnTo>
                  <a:lnTo>
                    <a:pt x="1034796" y="1214628"/>
                  </a:lnTo>
                  <a:lnTo>
                    <a:pt x="1022604" y="1222248"/>
                  </a:lnTo>
                  <a:close/>
                </a:path>
                <a:path w="1074420" h="1260475">
                  <a:moveTo>
                    <a:pt x="976013" y="1245108"/>
                  </a:moveTo>
                  <a:lnTo>
                    <a:pt x="934212" y="1245108"/>
                  </a:lnTo>
                  <a:lnTo>
                    <a:pt x="964692" y="1237488"/>
                  </a:lnTo>
                  <a:lnTo>
                    <a:pt x="993648" y="1225296"/>
                  </a:lnTo>
                  <a:lnTo>
                    <a:pt x="1016508" y="1211580"/>
                  </a:lnTo>
                  <a:lnTo>
                    <a:pt x="1022604" y="1222248"/>
                  </a:lnTo>
                  <a:lnTo>
                    <a:pt x="996696" y="1237488"/>
                  </a:lnTo>
                  <a:lnTo>
                    <a:pt x="976013" y="124510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834127" y="1371599"/>
              <a:ext cx="995680" cy="1188720"/>
            </a:xfrm>
            <a:custGeom>
              <a:avLst/>
              <a:gdLst/>
              <a:ahLst/>
              <a:cxnLst/>
              <a:rect l="l" t="t" r="r" b="b"/>
              <a:pathLst>
                <a:path w="995679" h="1188720">
                  <a:moveTo>
                    <a:pt x="836675" y="1188720"/>
                  </a:moveTo>
                  <a:lnTo>
                    <a:pt x="158495" y="1188720"/>
                  </a:lnTo>
                  <a:lnTo>
                    <a:pt x="126491" y="1185672"/>
                  </a:lnTo>
                  <a:lnTo>
                    <a:pt x="68579" y="1167384"/>
                  </a:lnTo>
                  <a:lnTo>
                    <a:pt x="25907" y="1136904"/>
                  </a:lnTo>
                  <a:lnTo>
                    <a:pt x="12191" y="1115568"/>
                  </a:lnTo>
                  <a:lnTo>
                    <a:pt x="6095" y="1107948"/>
                  </a:lnTo>
                  <a:lnTo>
                    <a:pt x="3047" y="1095756"/>
                  </a:lnTo>
                  <a:lnTo>
                    <a:pt x="0" y="1085088"/>
                  </a:lnTo>
                  <a:lnTo>
                    <a:pt x="0" y="103632"/>
                  </a:lnTo>
                  <a:lnTo>
                    <a:pt x="25907" y="51816"/>
                  </a:lnTo>
                  <a:lnTo>
                    <a:pt x="68579" y="19812"/>
                  </a:lnTo>
                  <a:lnTo>
                    <a:pt x="126491" y="3047"/>
                  </a:lnTo>
                  <a:lnTo>
                    <a:pt x="158495" y="0"/>
                  </a:lnTo>
                  <a:lnTo>
                    <a:pt x="836675" y="0"/>
                  </a:lnTo>
                  <a:lnTo>
                    <a:pt x="897635" y="9144"/>
                  </a:lnTo>
                  <a:lnTo>
                    <a:pt x="949451" y="35051"/>
                  </a:lnTo>
                  <a:lnTo>
                    <a:pt x="979931" y="68580"/>
                  </a:lnTo>
                  <a:lnTo>
                    <a:pt x="992123" y="103632"/>
                  </a:lnTo>
                  <a:lnTo>
                    <a:pt x="995171" y="114299"/>
                  </a:lnTo>
                  <a:lnTo>
                    <a:pt x="995171" y="1072896"/>
                  </a:lnTo>
                  <a:lnTo>
                    <a:pt x="992123" y="1085088"/>
                  </a:lnTo>
                  <a:lnTo>
                    <a:pt x="989075" y="1095756"/>
                  </a:lnTo>
                  <a:lnTo>
                    <a:pt x="986027" y="1107948"/>
                  </a:lnTo>
                  <a:lnTo>
                    <a:pt x="979931" y="1115568"/>
                  </a:lnTo>
                  <a:lnTo>
                    <a:pt x="966216" y="1136904"/>
                  </a:lnTo>
                  <a:lnTo>
                    <a:pt x="949451" y="1153668"/>
                  </a:lnTo>
                  <a:lnTo>
                    <a:pt x="923543" y="1167384"/>
                  </a:lnTo>
                  <a:lnTo>
                    <a:pt x="897635" y="1176528"/>
                  </a:lnTo>
                  <a:lnTo>
                    <a:pt x="868679" y="1185672"/>
                  </a:lnTo>
                  <a:lnTo>
                    <a:pt x="836675" y="118872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829555" y="1365504"/>
              <a:ext cx="1004569" cy="1199515"/>
            </a:xfrm>
            <a:custGeom>
              <a:avLst/>
              <a:gdLst/>
              <a:ahLst/>
              <a:cxnLst/>
              <a:rect l="l" t="t" r="r" b="b"/>
              <a:pathLst>
                <a:path w="1004570" h="1199514">
                  <a:moveTo>
                    <a:pt x="841248" y="1199388"/>
                  </a:moveTo>
                  <a:lnTo>
                    <a:pt x="163068" y="1199388"/>
                  </a:lnTo>
                  <a:lnTo>
                    <a:pt x="128016" y="1196340"/>
                  </a:lnTo>
                  <a:lnTo>
                    <a:pt x="71628" y="1179576"/>
                  </a:lnTo>
                  <a:lnTo>
                    <a:pt x="27432" y="1146048"/>
                  </a:lnTo>
                  <a:lnTo>
                    <a:pt x="7620" y="1114044"/>
                  </a:lnTo>
                  <a:lnTo>
                    <a:pt x="1524" y="1101852"/>
                  </a:lnTo>
                  <a:lnTo>
                    <a:pt x="0" y="1091184"/>
                  </a:lnTo>
                  <a:lnTo>
                    <a:pt x="0" y="109727"/>
                  </a:lnTo>
                  <a:lnTo>
                    <a:pt x="1524" y="94487"/>
                  </a:lnTo>
                  <a:lnTo>
                    <a:pt x="7620" y="83819"/>
                  </a:lnTo>
                  <a:lnTo>
                    <a:pt x="10668" y="71627"/>
                  </a:lnTo>
                  <a:lnTo>
                    <a:pt x="48768" y="35052"/>
                  </a:lnTo>
                  <a:lnTo>
                    <a:pt x="99060" y="9143"/>
                  </a:lnTo>
                  <a:lnTo>
                    <a:pt x="163068" y="0"/>
                  </a:lnTo>
                  <a:lnTo>
                    <a:pt x="841248" y="0"/>
                  </a:lnTo>
                  <a:lnTo>
                    <a:pt x="841248" y="12191"/>
                  </a:lnTo>
                  <a:lnTo>
                    <a:pt x="163068" y="12191"/>
                  </a:lnTo>
                  <a:lnTo>
                    <a:pt x="131064" y="15239"/>
                  </a:lnTo>
                  <a:lnTo>
                    <a:pt x="76200" y="32004"/>
                  </a:lnTo>
                  <a:lnTo>
                    <a:pt x="36576" y="60960"/>
                  </a:lnTo>
                  <a:lnTo>
                    <a:pt x="13716" y="97535"/>
                  </a:lnTo>
                  <a:lnTo>
                    <a:pt x="10668" y="109727"/>
                  </a:lnTo>
                  <a:lnTo>
                    <a:pt x="10668" y="1088136"/>
                  </a:lnTo>
                  <a:lnTo>
                    <a:pt x="13716" y="1098804"/>
                  </a:lnTo>
                  <a:lnTo>
                    <a:pt x="16764" y="1110996"/>
                  </a:lnTo>
                  <a:lnTo>
                    <a:pt x="53340" y="1153668"/>
                  </a:lnTo>
                  <a:lnTo>
                    <a:pt x="102108" y="1176528"/>
                  </a:lnTo>
                  <a:lnTo>
                    <a:pt x="131064" y="1185672"/>
                  </a:lnTo>
                  <a:lnTo>
                    <a:pt x="913892" y="1185672"/>
                  </a:lnTo>
                  <a:lnTo>
                    <a:pt x="905256" y="1188720"/>
                  </a:lnTo>
                  <a:lnTo>
                    <a:pt x="873252" y="1196340"/>
                  </a:lnTo>
                  <a:lnTo>
                    <a:pt x="841248" y="1199388"/>
                  </a:lnTo>
                  <a:close/>
                </a:path>
                <a:path w="1004570" h="1199514">
                  <a:moveTo>
                    <a:pt x="947928" y="44195"/>
                  </a:moveTo>
                  <a:lnTo>
                    <a:pt x="925068" y="32004"/>
                  </a:lnTo>
                  <a:lnTo>
                    <a:pt x="899160" y="19812"/>
                  </a:lnTo>
                  <a:lnTo>
                    <a:pt x="873252" y="15239"/>
                  </a:lnTo>
                  <a:lnTo>
                    <a:pt x="841248" y="12191"/>
                  </a:lnTo>
                  <a:lnTo>
                    <a:pt x="912658" y="12191"/>
                  </a:lnTo>
                  <a:lnTo>
                    <a:pt x="931164" y="19812"/>
                  </a:lnTo>
                  <a:lnTo>
                    <a:pt x="955548" y="35052"/>
                  </a:lnTo>
                  <a:lnTo>
                    <a:pt x="947928" y="44195"/>
                  </a:lnTo>
                  <a:close/>
                </a:path>
                <a:path w="1004570" h="1199514">
                  <a:moveTo>
                    <a:pt x="955548" y="1165860"/>
                  </a:moveTo>
                  <a:lnTo>
                    <a:pt x="947928" y="1153668"/>
                  </a:lnTo>
                  <a:lnTo>
                    <a:pt x="967740" y="1139952"/>
                  </a:lnTo>
                  <a:lnTo>
                    <a:pt x="979932" y="1120140"/>
                  </a:lnTo>
                  <a:lnTo>
                    <a:pt x="984504" y="1110996"/>
                  </a:lnTo>
                  <a:lnTo>
                    <a:pt x="987552" y="1098804"/>
                  </a:lnTo>
                  <a:lnTo>
                    <a:pt x="990600" y="1088136"/>
                  </a:lnTo>
                  <a:lnTo>
                    <a:pt x="993648" y="1078992"/>
                  </a:lnTo>
                  <a:lnTo>
                    <a:pt x="993648" y="120395"/>
                  </a:lnTo>
                  <a:lnTo>
                    <a:pt x="990600" y="109727"/>
                  </a:lnTo>
                  <a:lnTo>
                    <a:pt x="987552" y="97535"/>
                  </a:lnTo>
                  <a:lnTo>
                    <a:pt x="984504" y="89915"/>
                  </a:lnTo>
                  <a:lnTo>
                    <a:pt x="979932" y="77723"/>
                  </a:lnTo>
                  <a:lnTo>
                    <a:pt x="967740" y="60960"/>
                  </a:lnTo>
                  <a:lnTo>
                    <a:pt x="947928" y="44195"/>
                  </a:lnTo>
                  <a:lnTo>
                    <a:pt x="955548" y="35052"/>
                  </a:lnTo>
                  <a:lnTo>
                    <a:pt x="976884" y="51815"/>
                  </a:lnTo>
                  <a:lnTo>
                    <a:pt x="990600" y="71627"/>
                  </a:lnTo>
                  <a:lnTo>
                    <a:pt x="996696" y="83819"/>
                  </a:lnTo>
                  <a:lnTo>
                    <a:pt x="1002792" y="94487"/>
                  </a:lnTo>
                  <a:lnTo>
                    <a:pt x="1002792" y="109727"/>
                  </a:lnTo>
                  <a:lnTo>
                    <a:pt x="1004316" y="120395"/>
                  </a:lnTo>
                  <a:lnTo>
                    <a:pt x="1004316" y="1078992"/>
                  </a:lnTo>
                  <a:lnTo>
                    <a:pt x="1002792" y="1091184"/>
                  </a:lnTo>
                  <a:lnTo>
                    <a:pt x="1002792" y="1101852"/>
                  </a:lnTo>
                  <a:lnTo>
                    <a:pt x="996696" y="1114044"/>
                  </a:lnTo>
                  <a:lnTo>
                    <a:pt x="990600" y="1124712"/>
                  </a:lnTo>
                  <a:lnTo>
                    <a:pt x="976884" y="1146048"/>
                  </a:lnTo>
                  <a:lnTo>
                    <a:pt x="955548" y="1165860"/>
                  </a:lnTo>
                  <a:close/>
                </a:path>
                <a:path w="1004570" h="1199514">
                  <a:moveTo>
                    <a:pt x="913892" y="1185672"/>
                  </a:moveTo>
                  <a:lnTo>
                    <a:pt x="873252" y="1185672"/>
                  </a:lnTo>
                  <a:lnTo>
                    <a:pt x="899160" y="1176528"/>
                  </a:lnTo>
                  <a:lnTo>
                    <a:pt x="925068" y="1168908"/>
                  </a:lnTo>
                  <a:lnTo>
                    <a:pt x="947928" y="1153668"/>
                  </a:lnTo>
                  <a:lnTo>
                    <a:pt x="955548" y="1165860"/>
                  </a:lnTo>
                  <a:lnTo>
                    <a:pt x="931164" y="1179576"/>
                  </a:lnTo>
                  <a:lnTo>
                    <a:pt x="913892" y="118567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0828" y="1475232"/>
              <a:ext cx="150875" cy="108203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0828" y="2077212"/>
              <a:ext cx="150875" cy="108203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4960619" y="1618487"/>
              <a:ext cx="273050" cy="163195"/>
            </a:xfrm>
            <a:custGeom>
              <a:avLst/>
              <a:gdLst/>
              <a:ahLst/>
              <a:cxnLst/>
              <a:rect l="l" t="t" r="r" b="b"/>
              <a:pathLst>
                <a:path w="273050" h="163194">
                  <a:moveTo>
                    <a:pt x="251459" y="163068"/>
                  </a:moveTo>
                  <a:lnTo>
                    <a:pt x="246887" y="163068"/>
                  </a:lnTo>
                  <a:lnTo>
                    <a:pt x="19811" y="163068"/>
                  </a:lnTo>
                  <a:lnTo>
                    <a:pt x="13715" y="160020"/>
                  </a:lnTo>
                  <a:lnTo>
                    <a:pt x="12192" y="155448"/>
                  </a:lnTo>
                  <a:lnTo>
                    <a:pt x="9144" y="152400"/>
                  </a:lnTo>
                  <a:lnTo>
                    <a:pt x="3047" y="137160"/>
                  </a:lnTo>
                  <a:lnTo>
                    <a:pt x="0" y="120396"/>
                  </a:lnTo>
                  <a:lnTo>
                    <a:pt x="0" y="42672"/>
                  </a:lnTo>
                  <a:lnTo>
                    <a:pt x="3047" y="25908"/>
                  </a:lnTo>
                  <a:lnTo>
                    <a:pt x="9144" y="10668"/>
                  </a:lnTo>
                  <a:lnTo>
                    <a:pt x="12192" y="6096"/>
                  </a:lnTo>
                  <a:lnTo>
                    <a:pt x="13715" y="3048"/>
                  </a:lnTo>
                  <a:lnTo>
                    <a:pt x="19811" y="0"/>
                  </a:lnTo>
                  <a:lnTo>
                    <a:pt x="251459" y="0"/>
                  </a:lnTo>
                  <a:lnTo>
                    <a:pt x="257555" y="3048"/>
                  </a:lnTo>
                  <a:lnTo>
                    <a:pt x="260603" y="6096"/>
                  </a:lnTo>
                  <a:lnTo>
                    <a:pt x="266699" y="10668"/>
                  </a:lnTo>
                  <a:lnTo>
                    <a:pt x="272795" y="25908"/>
                  </a:lnTo>
                  <a:lnTo>
                    <a:pt x="272795" y="137160"/>
                  </a:lnTo>
                  <a:lnTo>
                    <a:pt x="266699" y="152400"/>
                  </a:lnTo>
                  <a:lnTo>
                    <a:pt x="260603" y="155448"/>
                  </a:lnTo>
                  <a:lnTo>
                    <a:pt x="257555" y="160020"/>
                  </a:lnTo>
                  <a:lnTo>
                    <a:pt x="251459" y="1630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954523" y="1612391"/>
              <a:ext cx="283845" cy="175260"/>
            </a:xfrm>
            <a:custGeom>
              <a:avLst/>
              <a:gdLst/>
              <a:ahLst/>
              <a:cxnLst/>
              <a:rect l="l" t="t" r="r" b="b"/>
              <a:pathLst>
                <a:path w="283845" h="175260">
                  <a:moveTo>
                    <a:pt x="260603" y="175260"/>
                  </a:moveTo>
                  <a:lnTo>
                    <a:pt x="22859" y="175260"/>
                  </a:lnTo>
                  <a:lnTo>
                    <a:pt x="18288" y="172212"/>
                  </a:lnTo>
                  <a:lnTo>
                    <a:pt x="12191" y="166116"/>
                  </a:lnTo>
                  <a:lnTo>
                    <a:pt x="9143" y="161544"/>
                  </a:lnTo>
                  <a:lnTo>
                    <a:pt x="3047" y="143256"/>
                  </a:lnTo>
                  <a:lnTo>
                    <a:pt x="0" y="126492"/>
                  </a:lnTo>
                  <a:lnTo>
                    <a:pt x="0" y="48768"/>
                  </a:lnTo>
                  <a:lnTo>
                    <a:pt x="12191" y="9143"/>
                  </a:lnTo>
                  <a:lnTo>
                    <a:pt x="22859" y="0"/>
                  </a:lnTo>
                  <a:lnTo>
                    <a:pt x="252983" y="0"/>
                  </a:lnTo>
                  <a:lnTo>
                    <a:pt x="252983" y="12191"/>
                  </a:lnTo>
                  <a:lnTo>
                    <a:pt x="32003" y="12191"/>
                  </a:lnTo>
                  <a:lnTo>
                    <a:pt x="22859" y="15240"/>
                  </a:lnTo>
                  <a:lnTo>
                    <a:pt x="18288" y="19812"/>
                  </a:lnTo>
                  <a:lnTo>
                    <a:pt x="15240" y="35052"/>
                  </a:lnTo>
                  <a:lnTo>
                    <a:pt x="12191" y="48768"/>
                  </a:lnTo>
                  <a:lnTo>
                    <a:pt x="12191" y="126492"/>
                  </a:lnTo>
                  <a:lnTo>
                    <a:pt x="15240" y="140208"/>
                  </a:lnTo>
                  <a:lnTo>
                    <a:pt x="18288" y="152400"/>
                  </a:lnTo>
                  <a:lnTo>
                    <a:pt x="22859" y="161544"/>
                  </a:lnTo>
                  <a:lnTo>
                    <a:pt x="32003" y="164592"/>
                  </a:lnTo>
                  <a:lnTo>
                    <a:pt x="273811" y="164592"/>
                  </a:lnTo>
                  <a:lnTo>
                    <a:pt x="272795" y="166116"/>
                  </a:lnTo>
                  <a:lnTo>
                    <a:pt x="266699" y="172212"/>
                  </a:lnTo>
                  <a:lnTo>
                    <a:pt x="260603" y="175260"/>
                  </a:lnTo>
                  <a:close/>
                </a:path>
                <a:path w="283845" h="175260">
                  <a:moveTo>
                    <a:pt x="266699" y="19812"/>
                  </a:moveTo>
                  <a:lnTo>
                    <a:pt x="260603" y="15240"/>
                  </a:lnTo>
                  <a:lnTo>
                    <a:pt x="252983" y="12191"/>
                  </a:lnTo>
                  <a:lnTo>
                    <a:pt x="274319" y="12191"/>
                  </a:lnTo>
                  <a:lnTo>
                    <a:pt x="275843" y="15240"/>
                  </a:lnTo>
                  <a:lnTo>
                    <a:pt x="266699" y="19812"/>
                  </a:lnTo>
                  <a:close/>
                </a:path>
                <a:path w="283845" h="175260">
                  <a:moveTo>
                    <a:pt x="275843" y="161544"/>
                  </a:moveTo>
                  <a:lnTo>
                    <a:pt x="266699" y="152400"/>
                  </a:lnTo>
                  <a:lnTo>
                    <a:pt x="272795" y="140208"/>
                  </a:lnTo>
                  <a:lnTo>
                    <a:pt x="272795" y="35052"/>
                  </a:lnTo>
                  <a:lnTo>
                    <a:pt x="266699" y="19812"/>
                  </a:lnTo>
                  <a:lnTo>
                    <a:pt x="275843" y="15240"/>
                  </a:lnTo>
                  <a:lnTo>
                    <a:pt x="283463" y="32004"/>
                  </a:lnTo>
                  <a:lnTo>
                    <a:pt x="283463" y="143256"/>
                  </a:lnTo>
                  <a:lnTo>
                    <a:pt x="275843" y="161544"/>
                  </a:lnTo>
                  <a:close/>
                </a:path>
                <a:path w="283845" h="175260">
                  <a:moveTo>
                    <a:pt x="273811" y="164592"/>
                  </a:moveTo>
                  <a:lnTo>
                    <a:pt x="252983" y="164592"/>
                  </a:lnTo>
                  <a:lnTo>
                    <a:pt x="260603" y="161544"/>
                  </a:lnTo>
                  <a:lnTo>
                    <a:pt x="266699" y="152400"/>
                  </a:lnTo>
                  <a:lnTo>
                    <a:pt x="275843" y="161544"/>
                  </a:lnTo>
                  <a:lnTo>
                    <a:pt x="273811" y="16459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960619" y="2212848"/>
              <a:ext cx="273050" cy="163195"/>
            </a:xfrm>
            <a:custGeom>
              <a:avLst/>
              <a:gdLst/>
              <a:ahLst/>
              <a:cxnLst/>
              <a:rect l="l" t="t" r="r" b="b"/>
              <a:pathLst>
                <a:path w="273050" h="163194">
                  <a:moveTo>
                    <a:pt x="251459" y="163068"/>
                  </a:moveTo>
                  <a:lnTo>
                    <a:pt x="246887" y="163068"/>
                  </a:lnTo>
                  <a:lnTo>
                    <a:pt x="19811" y="163068"/>
                  </a:lnTo>
                  <a:lnTo>
                    <a:pt x="13715" y="160020"/>
                  </a:lnTo>
                  <a:lnTo>
                    <a:pt x="12192" y="153924"/>
                  </a:lnTo>
                  <a:lnTo>
                    <a:pt x="9144" y="149352"/>
                  </a:lnTo>
                  <a:lnTo>
                    <a:pt x="3047" y="137160"/>
                  </a:lnTo>
                  <a:lnTo>
                    <a:pt x="0" y="120396"/>
                  </a:lnTo>
                  <a:lnTo>
                    <a:pt x="0" y="42672"/>
                  </a:lnTo>
                  <a:lnTo>
                    <a:pt x="12192" y="4572"/>
                  </a:lnTo>
                  <a:lnTo>
                    <a:pt x="19811" y="0"/>
                  </a:lnTo>
                  <a:lnTo>
                    <a:pt x="251459" y="0"/>
                  </a:lnTo>
                  <a:lnTo>
                    <a:pt x="260603" y="4572"/>
                  </a:lnTo>
                  <a:lnTo>
                    <a:pt x="266699" y="10668"/>
                  </a:lnTo>
                  <a:lnTo>
                    <a:pt x="272795" y="25908"/>
                  </a:lnTo>
                  <a:lnTo>
                    <a:pt x="272795" y="137160"/>
                  </a:lnTo>
                  <a:lnTo>
                    <a:pt x="266699" y="149352"/>
                  </a:lnTo>
                  <a:lnTo>
                    <a:pt x="260603" y="153924"/>
                  </a:lnTo>
                  <a:lnTo>
                    <a:pt x="257555" y="160020"/>
                  </a:lnTo>
                  <a:lnTo>
                    <a:pt x="251459" y="1630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954523" y="2203704"/>
              <a:ext cx="283845" cy="178435"/>
            </a:xfrm>
            <a:custGeom>
              <a:avLst/>
              <a:gdLst/>
              <a:ahLst/>
              <a:cxnLst/>
              <a:rect l="l" t="t" r="r" b="b"/>
              <a:pathLst>
                <a:path w="283845" h="178435">
                  <a:moveTo>
                    <a:pt x="260603" y="178307"/>
                  </a:moveTo>
                  <a:lnTo>
                    <a:pt x="22859" y="178307"/>
                  </a:lnTo>
                  <a:lnTo>
                    <a:pt x="18288" y="175259"/>
                  </a:lnTo>
                  <a:lnTo>
                    <a:pt x="12191" y="169163"/>
                  </a:lnTo>
                  <a:lnTo>
                    <a:pt x="9143" y="160019"/>
                  </a:lnTo>
                  <a:lnTo>
                    <a:pt x="3047" y="146303"/>
                  </a:lnTo>
                  <a:lnTo>
                    <a:pt x="0" y="129539"/>
                  </a:lnTo>
                  <a:lnTo>
                    <a:pt x="0" y="51815"/>
                  </a:lnTo>
                  <a:lnTo>
                    <a:pt x="12191" y="12191"/>
                  </a:lnTo>
                  <a:lnTo>
                    <a:pt x="32003" y="0"/>
                  </a:lnTo>
                  <a:lnTo>
                    <a:pt x="252983" y="0"/>
                  </a:lnTo>
                  <a:lnTo>
                    <a:pt x="252983" y="13715"/>
                  </a:lnTo>
                  <a:lnTo>
                    <a:pt x="32003" y="13715"/>
                  </a:lnTo>
                  <a:lnTo>
                    <a:pt x="22859" y="16764"/>
                  </a:lnTo>
                  <a:lnTo>
                    <a:pt x="18288" y="22859"/>
                  </a:lnTo>
                  <a:lnTo>
                    <a:pt x="15240" y="38099"/>
                  </a:lnTo>
                  <a:lnTo>
                    <a:pt x="12191" y="51815"/>
                  </a:lnTo>
                  <a:lnTo>
                    <a:pt x="12191" y="129539"/>
                  </a:lnTo>
                  <a:lnTo>
                    <a:pt x="15240" y="143255"/>
                  </a:lnTo>
                  <a:lnTo>
                    <a:pt x="18288" y="155447"/>
                  </a:lnTo>
                  <a:lnTo>
                    <a:pt x="22859" y="163067"/>
                  </a:lnTo>
                  <a:lnTo>
                    <a:pt x="32003" y="166115"/>
                  </a:lnTo>
                  <a:lnTo>
                    <a:pt x="273811" y="166115"/>
                  </a:lnTo>
                  <a:lnTo>
                    <a:pt x="272795" y="169163"/>
                  </a:lnTo>
                  <a:lnTo>
                    <a:pt x="266699" y="175259"/>
                  </a:lnTo>
                  <a:lnTo>
                    <a:pt x="260603" y="178307"/>
                  </a:lnTo>
                  <a:close/>
                </a:path>
                <a:path w="283845" h="178435">
                  <a:moveTo>
                    <a:pt x="266699" y="22859"/>
                  </a:moveTo>
                  <a:lnTo>
                    <a:pt x="260603" y="16764"/>
                  </a:lnTo>
                  <a:lnTo>
                    <a:pt x="252983" y="13715"/>
                  </a:lnTo>
                  <a:lnTo>
                    <a:pt x="273811" y="13715"/>
                  </a:lnTo>
                  <a:lnTo>
                    <a:pt x="275843" y="16764"/>
                  </a:lnTo>
                  <a:lnTo>
                    <a:pt x="266699" y="22859"/>
                  </a:lnTo>
                  <a:close/>
                </a:path>
                <a:path w="283845" h="178435">
                  <a:moveTo>
                    <a:pt x="275843" y="160019"/>
                  </a:moveTo>
                  <a:lnTo>
                    <a:pt x="266699" y="155447"/>
                  </a:lnTo>
                  <a:lnTo>
                    <a:pt x="272795" y="143255"/>
                  </a:lnTo>
                  <a:lnTo>
                    <a:pt x="272795" y="38099"/>
                  </a:lnTo>
                  <a:lnTo>
                    <a:pt x="266699" y="22859"/>
                  </a:lnTo>
                  <a:lnTo>
                    <a:pt x="275843" y="16764"/>
                  </a:lnTo>
                  <a:lnTo>
                    <a:pt x="283463" y="32003"/>
                  </a:lnTo>
                  <a:lnTo>
                    <a:pt x="283463" y="146303"/>
                  </a:lnTo>
                  <a:lnTo>
                    <a:pt x="275843" y="160019"/>
                  </a:lnTo>
                  <a:close/>
                </a:path>
                <a:path w="283845" h="178435">
                  <a:moveTo>
                    <a:pt x="273811" y="166115"/>
                  </a:moveTo>
                  <a:lnTo>
                    <a:pt x="252983" y="166115"/>
                  </a:lnTo>
                  <a:lnTo>
                    <a:pt x="260603" y="163067"/>
                  </a:lnTo>
                  <a:lnTo>
                    <a:pt x="266699" y="155447"/>
                  </a:lnTo>
                  <a:lnTo>
                    <a:pt x="275843" y="160019"/>
                  </a:lnTo>
                  <a:lnTo>
                    <a:pt x="273811" y="166115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56503" y="1479804"/>
              <a:ext cx="150876" cy="109728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56503" y="2081784"/>
              <a:ext cx="150876" cy="109728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5425439" y="1618487"/>
              <a:ext cx="268605" cy="163195"/>
            </a:xfrm>
            <a:custGeom>
              <a:avLst/>
              <a:gdLst/>
              <a:ahLst/>
              <a:cxnLst/>
              <a:rect l="l" t="t" r="r" b="b"/>
              <a:pathLst>
                <a:path w="268604" h="163194">
                  <a:moveTo>
                    <a:pt x="248412" y="163068"/>
                  </a:moveTo>
                  <a:lnTo>
                    <a:pt x="242316" y="163068"/>
                  </a:lnTo>
                  <a:lnTo>
                    <a:pt x="19812" y="163068"/>
                  </a:lnTo>
                  <a:lnTo>
                    <a:pt x="13716" y="160020"/>
                  </a:lnTo>
                  <a:lnTo>
                    <a:pt x="10668" y="155448"/>
                  </a:lnTo>
                  <a:lnTo>
                    <a:pt x="7620" y="152400"/>
                  </a:lnTo>
                  <a:lnTo>
                    <a:pt x="1524" y="137160"/>
                  </a:lnTo>
                  <a:lnTo>
                    <a:pt x="0" y="120396"/>
                  </a:lnTo>
                  <a:lnTo>
                    <a:pt x="0" y="42672"/>
                  </a:lnTo>
                  <a:lnTo>
                    <a:pt x="10668" y="6096"/>
                  </a:lnTo>
                  <a:lnTo>
                    <a:pt x="19812" y="0"/>
                  </a:lnTo>
                  <a:lnTo>
                    <a:pt x="248412" y="0"/>
                  </a:lnTo>
                  <a:lnTo>
                    <a:pt x="251460" y="3048"/>
                  </a:lnTo>
                  <a:lnTo>
                    <a:pt x="257556" y="6096"/>
                  </a:lnTo>
                  <a:lnTo>
                    <a:pt x="260604" y="10668"/>
                  </a:lnTo>
                  <a:lnTo>
                    <a:pt x="265176" y="25908"/>
                  </a:lnTo>
                  <a:lnTo>
                    <a:pt x="268224" y="42672"/>
                  </a:lnTo>
                  <a:lnTo>
                    <a:pt x="268224" y="120396"/>
                  </a:lnTo>
                  <a:lnTo>
                    <a:pt x="265176" y="137160"/>
                  </a:lnTo>
                  <a:lnTo>
                    <a:pt x="260604" y="152400"/>
                  </a:lnTo>
                  <a:lnTo>
                    <a:pt x="257556" y="155448"/>
                  </a:lnTo>
                  <a:lnTo>
                    <a:pt x="251460" y="160020"/>
                  </a:lnTo>
                  <a:lnTo>
                    <a:pt x="248412" y="1630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419343" y="1612391"/>
              <a:ext cx="280670" cy="175260"/>
            </a:xfrm>
            <a:custGeom>
              <a:avLst/>
              <a:gdLst/>
              <a:ahLst/>
              <a:cxnLst/>
              <a:rect l="l" t="t" r="r" b="b"/>
              <a:pathLst>
                <a:path w="280670" h="175260">
                  <a:moveTo>
                    <a:pt x="254508" y="175260"/>
                  </a:moveTo>
                  <a:lnTo>
                    <a:pt x="25907" y="175260"/>
                  </a:lnTo>
                  <a:lnTo>
                    <a:pt x="16764" y="172212"/>
                  </a:lnTo>
                  <a:lnTo>
                    <a:pt x="10668" y="166116"/>
                  </a:lnTo>
                  <a:lnTo>
                    <a:pt x="7619" y="161544"/>
                  </a:lnTo>
                  <a:lnTo>
                    <a:pt x="3048" y="143256"/>
                  </a:lnTo>
                  <a:lnTo>
                    <a:pt x="0" y="126492"/>
                  </a:lnTo>
                  <a:lnTo>
                    <a:pt x="0" y="48768"/>
                  </a:lnTo>
                  <a:lnTo>
                    <a:pt x="10668" y="9143"/>
                  </a:lnTo>
                  <a:lnTo>
                    <a:pt x="25907" y="0"/>
                  </a:lnTo>
                  <a:lnTo>
                    <a:pt x="248412" y="0"/>
                  </a:lnTo>
                  <a:lnTo>
                    <a:pt x="248412" y="12191"/>
                  </a:lnTo>
                  <a:lnTo>
                    <a:pt x="32004" y="12191"/>
                  </a:lnTo>
                  <a:lnTo>
                    <a:pt x="16764" y="19812"/>
                  </a:lnTo>
                  <a:lnTo>
                    <a:pt x="13716" y="35052"/>
                  </a:lnTo>
                  <a:lnTo>
                    <a:pt x="10668" y="48768"/>
                  </a:lnTo>
                  <a:lnTo>
                    <a:pt x="10668" y="126492"/>
                  </a:lnTo>
                  <a:lnTo>
                    <a:pt x="13716" y="140208"/>
                  </a:lnTo>
                  <a:lnTo>
                    <a:pt x="16764" y="152400"/>
                  </a:lnTo>
                  <a:lnTo>
                    <a:pt x="25907" y="161544"/>
                  </a:lnTo>
                  <a:lnTo>
                    <a:pt x="32004" y="164592"/>
                  </a:lnTo>
                  <a:lnTo>
                    <a:pt x="268224" y="164592"/>
                  </a:lnTo>
                  <a:lnTo>
                    <a:pt x="260604" y="172212"/>
                  </a:lnTo>
                  <a:lnTo>
                    <a:pt x="254508" y="175260"/>
                  </a:lnTo>
                  <a:close/>
                </a:path>
                <a:path w="280670" h="175260">
                  <a:moveTo>
                    <a:pt x="260604" y="19812"/>
                  </a:moveTo>
                  <a:lnTo>
                    <a:pt x="254508" y="15240"/>
                  </a:lnTo>
                  <a:lnTo>
                    <a:pt x="248412" y="12191"/>
                  </a:lnTo>
                  <a:lnTo>
                    <a:pt x="268986" y="12191"/>
                  </a:lnTo>
                  <a:lnTo>
                    <a:pt x="271272" y="15240"/>
                  </a:lnTo>
                  <a:lnTo>
                    <a:pt x="260604" y="19812"/>
                  </a:lnTo>
                  <a:close/>
                </a:path>
                <a:path w="280670" h="175260">
                  <a:moveTo>
                    <a:pt x="271272" y="161544"/>
                  </a:moveTo>
                  <a:lnTo>
                    <a:pt x="260604" y="152400"/>
                  </a:lnTo>
                  <a:lnTo>
                    <a:pt x="266700" y="140208"/>
                  </a:lnTo>
                  <a:lnTo>
                    <a:pt x="269748" y="126492"/>
                  </a:lnTo>
                  <a:lnTo>
                    <a:pt x="269748" y="48768"/>
                  </a:lnTo>
                  <a:lnTo>
                    <a:pt x="266700" y="35052"/>
                  </a:lnTo>
                  <a:lnTo>
                    <a:pt x="260604" y="19812"/>
                  </a:lnTo>
                  <a:lnTo>
                    <a:pt x="271272" y="15240"/>
                  </a:lnTo>
                  <a:lnTo>
                    <a:pt x="277368" y="32004"/>
                  </a:lnTo>
                  <a:lnTo>
                    <a:pt x="280416" y="48768"/>
                  </a:lnTo>
                  <a:lnTo>
                    <a:pt x="280416" y="126492"/>
                  </a:lnTo>
                  <a:lnTo>
                    <a:pt x="277368" y="143256"/>
                  </a:lnTo>
                  <a:lnTo>
                    <a:pt x="271272" y="161544"/>
                  </a:lnTo>
                  <a:close/>
                </a:path>
                <a:path w="280670" h="175260">
                  <a:moveTo>
                    <a:pt x="268224" y="164592"/>
                  </a:moveTo>
                  <a:lnTo>
                    <a:pt x="248412" y="164592"/>
                  </a:lnTo>
                  <a:lnTo>
                    <a:pt x="254508" y="161544"/>
                  </a:lnTo>
                  <a:lnTo>
                    <a:pt x="260604" y="152400"/>
                  </a:lnTo>
                  <a:lnTo>
                    <a:pt x="271272" y="161544"/>
                  </a:lnTo>
                  <a:lnTo>
                    <a:pt x="268224" y="16459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425439" y="2212848"/>
              <a:ext cx="268605" cy="163195"/>
            </a:xfrm>
            <a:custGeom>
              <a:avLst/>
              <a:gdLst/>
              <a:ahLst/>
              <a:cxnLst/>
              <a:rect l="l" t="t" r="r" b="b"/>
              <a:pathLst>
                <a:path w="268604" h="163194">
                  <a:moveTo>
                    <a:pt x="248412" y="163068"/>
                  </a:moveTo>
                  <a:lnTo>
                    <a:pt x="242316" y="163068"/>
                  </a:lnTo>
                  <a:lnTo>
                    <a:pt x="19812" y="163068"/>
                  </a:lnTo>
                  <a:lnTo>
                    <a:pt x="13716" y="160020"/>
                  </a:lnTo>
                  <a:lnTo>
                    <a:pt x="10668" y="153924"/>
                  </a:lnTo>
                  <a:lnTo>
                    <a:pt x="7620" y="149352"/>
                  </a:lnTo>
                  <a:lnTo>
                    <a:pt x="1524" y="137160"/>
                  </a:lnTo>
                  <a:lnTo>
                    <a:pt x="0" y="120396"/>
                  </a:lnTo>
                  <a:lnTo>
                    <a:pt x="0" y="42672"/>
                  </a:lnTo>
                  <a:lnTo>
                    <a:pt x="1524" y="25908"/>
                  </a:lnTo>
                  <a:lnTo>
                    <a:pt x="7620" y="10668"/>
                  </a:lnTo>
                  <a:lnTo>
                    <a:pt x="10668" y="4572"/>
                  </a:lnTo>
                  <a:lnTo>
                    <a:pt x="19812" y="0"/>
                  </a:lnTo>
                  <a:lnTo>
                    <a:pt x="248412" y="0"/>
                  </a:lnTo>
                  <a:lnTo>
                    <a:pt x="251460" y="3048"/>
                  </a:lnTo>
                  <a:lnTo>
                    <a:pt x="257556" y="4572"/>
                  </a:lnTo>
                  <a:lnTo>
                    <a:pt x="260604" y="10668"/>
                  </a:lnTo>
                  <a:lnTo>
                    <a:pt x="265176" y="25908"/>
                  </a:lnTo>
                  <a:lnTo>
                    <a:pt x="268224" y="42672"/>
                  </a:lnTo>
                  <a:lnTo>
                    <a:pt x="268224" y="120396"/>
                  </a:lnTo>
                  <a:lnTo>
                    <a:pt x="265176" y="137160"/>
                  </a:lnTo>
                  <a:lnTo>
                    <a:pt x="260604" y="149352"/>
                  </a:lnTo>
                  <a:lnTo>
                    <a:pt x="257556" y="153924"/>
                  </a:lnTo>
                  <a:lnTo>
                    <a:pt x="248412" y="1630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419343" y="2203704"/>
              <a:ext cx="280670" cy="178435"/>
            </a:xfrm>
            <a:custGeom>
              <a:avLst/>
              <a:gdLst/>
              <a:ahLst/>
              <a:cxnLst/>
              <a:rect l="l" t="t" r="r" b="b"/>
              <a:pathLst>
                <a:path w="280670" h="178435">
                  <a:moveTo>
                    <a:pt x="254508" y="178307"/>
                  </a:moveTo>
                  <a:lnTo>
                    <a:pt x="25907" y="178307"/>
                  </a:lnTo>
                  <a:lnTo>
                    <a:pt x="16764" y="175259"/>
                  </a:lnTo>
                  <a:lnTo>
                    <a:pt x="10668" y="169163"/>
                  </a:lnTo>
                  <a:lnTo>
                    <a:pt x="3048" y="146303"/>
                  </a:lnTo>
                  <a:lnTo>
                    <a:pt x="0" y="129539"/>
                  </a:lnTo>
                  <a:lnTo>
                    <a:pt x="0" y="51815"/>
                  </a:lnTo>
                  <a:lnTo>
                    <a:pt x="10668" y="12191"/>
                  </a:lnTo>
                  <a:lnTo>
                    <a:pt x="25907" y="3047"/>
                  </a:lnTo>
                  <a:lnTo>
                    <a:pt x="32004" y="0"/>
                  </a:lnTo>
                  <a:lnTo>
                    <a:pt x="248412" y="0"/>
                  </a:lnTo>
                  <a:lnTo>
                    <a:pt x="248412" y="13715"/>
                  </a:lnTo>
                  <a:lnTo>
                    <a:pt x="32004" y="13715"/>
                  </a:lnTo>
                  <a:lnTo>
                    <a:pt x="25907" y="16764"/>
                  </a:lnTo>
                  <a:lnTo>
                    <a:pt x="16764" y="22859"/>
                  </a:lnTo>
                  <a:lnTo>
                    <a:pt x="13716" y="38099"/>
                  </a:lnTo>
                  <a:lnTo>
                    <a:pt x="10668" y="51815"/>
                  </a:lnTo>
                  <a:lnTo>
                    <a:pt x="10668" y="129539"/>
                  </a:lnTo>
                  <a:lnTo>
                    <a:pt x="13716" y="143255"/>
                  </a:lnTo>
                  <a:lnTo>
                    <a:pt x="16764" y="155447"/>
                  </a:lnTo>
                  <a:lnTo>
                    <a:pt x="25907" y="163067"/>
                  </a:lnTo>
                  <a:lnTo>
                    <a:pt x="32004" y="166115"/>
                  </a:lnTo>
                  <a:lnTo>
                    <a:pt x="268224" y="166115"/>
                  </a:lnTo>
                  <a:lnTo>
                    <a:pt x="266700" y="169163"/>
                  </a:lnTo>
                  <a:lnTo>
                    <a:pt x="260604" y="175259"/>
                  </a:lnTo>
                  <a:lnTo>
                    <a:pt x="254508" y="178307"/>
                  </a:lnTo>
                  <a:close/>
                </a:path>
                <a:path w="280670" h="178435">
                  <a:moveTo>
                    <a:pt x="260604" y="22859"/>
                  </a:moveTo>
                  <a:lnTo>
                    <a:pt x="254508" y="16764"/>
                  </a:lnTo>
                  <a:lnTo>
                    <a:pt x="248412" y="13715"/>
                  </a:lnTo>
                  <a:lnTo>
                    <a:pt x="268223" y="13715"/>
                  </a:lnTo>
                  <a:lnTo>
                    <a:pt x="271272" y="16764"/>
                  </a:lnTo>
                  <a:lnTo>
                    <a:pt x="260604" y="22859"/>
                  </a:lnTo>
                  <a:close/>
                </a:path>
                <a:path w="280670" h="178435">
                  <a:moveTo>
                    <a:pt x="271272" y="160019"/>
                  </a:moveTo>
                  <a:lnTo>
                    <a:pt x="260604" y="155447"/>
                  </a:lnTo>
                  <a:lnTo>
                    <a:pt x="266700" y="143255"/>
                  </a:lnTo>
                  <a:lnTo>
                    <a:pt x="269748" y="129539"/>
                  </a:lnTo>
                  <a:lnTo>
                    <a:pt x="269748" y="51815"/>
                  </a:lnTo>
                  <a:lnTo>
                    <a:pt x="266700" y="38099"/>
                  </a:lnTo>
                  <a:lnTo>
                    <a:pt x="260604" y="22859"/>
                  </a:lnTo>
                  <a:lnTo>
                    <a:pt x="271272" y="16764"/>
                  </a:lnTo>
                  <a:lnTo>
                    <a:pt x="277368" y="32003"/>
                  </a:lnTo>
                  <a:lnTo>
                    <a:pt x="280416" y="51815"/>
                  </a:lnTo>
                  <a:lnTo>
                    <a:pt x="280416" y="129539"/>
                  </a:lnTo>
                  <a:lnTo>
                    <a:pt x="277368" y="146303"/>
                  </a:lnTo>
                  <a:lnTo>
                    <a:pt x="271272" y="160019"/>
                  </a:lnTo>
                  <a:close/>
                </a:path>
                <a:path w="280670" h="178435">
                  <a:moveTo>
                    <a:pt x="268224" y="166115"/>
                  </a:moveTo>
                  <a:lnTo>
                    <a:pt x="248412" y="166115"/>
                  </a:lnTo>
                  <a:lnTo>
                    <a:pt x="254508" y="163067"/>
                  </a:lnTo>
                  <a:lnTo>
                    <a:pt x="260604" y="155447"/>
                  </a:lnTo>
                  <a:lnTo>
                    <a:pt x="271272" y="160019"/>
                  </a:lnTo>
                  <a:lnTo>
                    <a:pt x="268224" y="166115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2190980" y="1982229"/>
            <a:ext cx="915669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solidFill>
                  <a:srgbClr val="1F1A16"/>
                </a:solidFill>
                <a:latin typeface="Arial"/>
                <a:cs typeface="Arial"/>
              </a:rPr>
              <a:t>Oil</a:t>
            </a:r>
            <a:r>
              <a:rPr dirty="0" sz="950" spc="105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1A16"/>
                </a:solidFill>
                <a:latin typeface="Arial"/>
                <a:cs typeface="Arial"/>
              </a:rPr>
              <a:t>Pump</a:t>
            </a:r>
            <a:r>
              <a:rPr dirty="0" sz="950" spc="105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1A16"/>
                </a:solidFill>
                <a:latin typeface="Arial"/>
                <a:cs typeface="Arial"/>
              </a:rPr>
              <a:t>Motor</a:t>
            </a:r>
            <a:endParaRPr sz="95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408631" y="1494534"/>
            <a:ext cx="17843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Y0</a:t>
            </a:r>
            <a:endParaRPr sz="95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3408631" y="2437885"/>
            <a:ext cx="17843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Y1</a:t>
            </a:r>
            <a:endParaRPr sz="95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033262" y="2360169"/>
            <a:ext cx="66992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solidFill>
                  <a:srgbClr val="1F1A16"/>
                </a:solidFill>
                <a:latin typeface="Arial"/>
                <a:cs typeface="Arial"/>
              </a:rPr>
              <a:t>Main</a:t>
            </a:r>
            <a:r>
              <a:rPr dirty="0" sz="950" spc="125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1A16"/>
                </a:solidFill>
                <a:latin typeface="Arial"/>
                <a:cs typeface="Arial"/>
              </a:rPr>
              <a:t>Motor</a:t>
            </a:r>
            <a:endParaRPr sz="950">
              <a:latin typeface="Arial"/>
              <a:cs typeface="Aria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4925021" y="1967768"/>
            <a:ext cx="757555" cy="38354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  <a:tabLst>
                <a:tab pos="441959" algn="l"/>
              </a:tabLst>
            </a:pP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X1</a:t>
            </a:r>
            <a:r>
              <a:rPr dirty="0" sz="950">
                <a:solidFill>
                  <a:srgbClr val="1F1A16"/>
                </a:solidFill>
                <a:latin typeface="Arial"/>
                <a:cs typeface="Arial"/>
              </a:rPr>
              <a:t>	</a:t>
            </a: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X3</a:t>
            </a:r>
            <a:endParaRPr sz="950">
              <a:latin typeface="Arial"/>
              <a:cs typeface="Arial"/>
            </a:endParaRPr>
          </a:p>
          <a:p>
            <a:pPr marL="48895">
              <a:lnSpc>
                <a:spcPct val="100000"/>
              </a:lnSpc>
              <a:spcBef>
                <a:spcPts val="390"/>
              </a:spcBef>
              <a:tabLst>
                <a:tab pos="536575" algn="l"/>
              </a:tabLst>
            </a:pPr>
            <a:r>
              <a:rPr dirty="0" baseline="5050" sz="825" spc="-15">
                <a:solidFill>
                  <a:srgbClr val="1F1A16"/>
                </a:solidFill>
                <a:latin typeface="Arial"/>
                <a:cs typeface="Arial"/>
              </a:rPr>
              <a:t>START</a:t>
            </a:r>
            <a:r>
              <a:rPr dirty="0" baseline="5050" sz="825">
                <a:solidFill>
                  <a:srgbClr val="1F1A16"/>
                </a:solidFill>
                <a:latin typeface="Arial"/>
                <a:cs typeface="Arial"/>
              </a:rPr>
              <a:t>	</a:t>
            </a:r>
            <a:r>
              <a:rPr dirty="0" sz="550" spc="-20">
                <a:solidFill>
                  <a:srgbClr val="1F1A16"/>
                </a:solidFill>
                <a:latin typeface="Arial"/>
                <a:cs typeface="Arial"/>
              </a:rPr>
              <a:t>STOP</a:t>
            </a:r>
            <a:endParaRPr sz="550">
              <a:latin typeface="Arial"/>
              <a:cs typeface="Aria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4865610" y="1442684"/>
            <a:ext cx="915669" cy="51180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1755">
              <a:lnSpc>
                <a:spcPct val="100000"/>
              </a:lnSpc>
              <a:spcBef>
                <a:spcPts val="95"/>
              </a:spcBef>
              <a:tabLst>
                <a:tab pos="501650" algn="l"/>
              </a:tabLst>
            </a:pP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X0</a:t>
            </a:r>
            <a:r>
              <a:rPr dirty="0" sz="950">
                <a:solidFill>
                  <a:srgbClr val="1F1A16"/>
                </a:solidFill>
                <a:latin typeface="Arial"/>
                <a:cs typeface="Arial"/>
              </a:rPr>
              <a:t>	</a:t>
            </a: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X2</a:t>
            </a:r>
            <a:endParaRPr sz="950">
              <a:latin typeface="Arial"/>
              <a:cs typeface="Arial"/>
            </a:endParaRPr>
          </a:p>
          <a:p>
            <a:pPr marL="108585">
              <a:lnSpc>
                <a:spcPct val="100000"/>
              </a:lnSpc>
              <a:spcBef>
                <a:spcPts val="475"/>
              </a:spcBef>
              <a:tabLst>
                <a:tab pos="596265" algn="l"/>
              </a:tabLst>
            </a:pPr>
            <a:r>
              <a:rPr dirty="0" baseline="5050" sz="825" spc="-15">
                <a:solidFill>
                  <a:srgbClr val="1F1A16"/>
                </a:solidFill>
                <a:latin typeface="Arial"/>
                <a:cs typeface="Arial"/>
              </a:rPr>
              <a:t>START</a:t>
            </a:r>
            <a:r>
              <a:rPr dirty="0" baseline="5050" sz="825">
                <a:solidFill>
                  <a:srgbClr val="1F1A16"/>
                </a:solidFill>
                <a:latin typeface="Arial"/>
                <a:cs typeface="Arial"/>
              </a:rPr>
              <a:t>	</a:t>
            </a:r>
            <a:r>
              <a:rPr dirty="0" sz="550" spc="-20">
                <a:solidFill>
                  <a:srgbClr val="1F1A16"/>
                </a:solidFill>
                <a:latin typeface="Arial"/>
                <a:cs typeface="Arial"/>
              </a:rPr>
              <a:t>STOP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950">
                <a:solidFill>
                  <a:srgbClr val="1F1A16"/>
                </a:solidFill>
                <a:latin typeface="Arial"/>
                <a:cs typeface="Arial"/>
              </a:rPr>
              <a:t>Oil</a:t>
            </a:r>
            <a:r>
              <a:rPr dirty="0" sz="950" spc="95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1A16"/>
                </a:solidFill>
                <a:latin typeface="Arial"/>
                <a:cs typeface="Arial"/>
              </a:rPr>
              <a:t>Pump</a:t>
            </a:r>
            <a:r>
              <a:rPr dirty="0" sz="950" spc="114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1A16"/>
                </a:solidFill>
                <a:latin typeface="Arial"/>
                <a:cs typeface="Arial"/>
              </a:rPr>
              <a:t>Motor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2168651" y="2156460"/>
            <a:ext cx="1062355" cy="782320"/>
            <a:chOff x="2168651" y="2156460"/>
            <a:chExt cx="1062355" cy="782320"/>
          </a:xfrm>
        </p:grpSpPr>
        <p:sp>
          <p:nvSpPr>
            <p:cNvPr id="32" name="object 32" descr=""/>
            <p:cNvSpPr/>
            <p:nvPr/>
          </p:nvSpPr>
          <p:spPr>
            <a:xfrm>
              <a:off x="3031236" y="2454655"/>
              <a:ext cx="200025" cy="118110"/>
            </a:xfrm>
            <a:custGeom>
              <a:avLst/>
              <a:gdLst/>
              <a:ahLst/>
              <a:cxnLst/>
              <a:rect l="l" t="t" r="r" b="b"/>
              <a:pathLst>
                <a:path w="200025" h="118110">
                  <a:moveTo>
                    <a:pt x="199644" y="0"/>
                  </a:moveTo>
                  <a:lnTo>
                    <a:pt x="192024" y="0"/>
                  </a:lnTo>
                  <a:lnTo>
                    <a:pt x="192024" y="7620"/>
                  </a:lnTo>
                  <a:lnTo>
                    <a:pt x="192024" y="109220"/>
                  </a:lnTo>
                  <a:lnTo>
                    <a:pt x="7620" y="109220"/>
                  </a:lnTo>
                  <a:lnTo>
                    <a:pt x="7620" y="8128"/>
                  </a:lnTo>
                  <a:lnTo>
                    <a:pt x="7620" y="7620"/>
                  </a:lnTo>
                  <a:lnTo>
                    <a:pt x="192024" y="7620"/>
                  </a:lnTo>
                  <a:lnTo>
                    <a:pt x="192024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7620"/>
                  </a:lnTo>
                  <a:lnTo>
                    <a:pt x="0" y="109220"/>
                  </a:lnTo>
                  <a:lnTo>
                    <a:pt x="0" y="118110"/>
                  </a:lnTo>
                  <a:lnTo>
                    <a:pt x="199644" y="118110"/>
                  </a:lnTo>
                  <a:lnTo>
                    <a:pt x="199644" y="109220"/>
                  </a:lnTo>
                  <a:lnTo>
                    <a:pt x="199644" y="7620"/>
                  </a:lnTo>
                  <a:lnTo>
                    <a:pt x="199644" y="5080"/>
                  </a:lnTo>
                  <a:lnTo>
                    <a:pt x="199644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948939" y="2356103"/>
              <a:ext cx="135890" cy="318770"/>
            </a:xfrm>
            <a:custGeom>
              <a:avLst/>
              <a:gdLst/>
              <a:ahLst/>
              <a:cxnLst/>
              <a:rect l="l" t="t" r="r" b="b"/>
              <a:pathLst>
                <a:path w="135889" h="318769">
                  <a:moveTo>
                    <a:pt x="74676" y="318515"/>
                  </a:moveTo>
                  <a:lnTo>
                    <a:pt x="68580" y="318515"/>
                  </a:lnTo>
                  <a:lnTo>
                    <a:pt x="60960" y="318515"/>
                  </a:lnTo>
                  <a:lnTo>
                    <a:pt x="54864" y="315467"/>
                  </a:lnTo>
                  <a:lnTo>
                    <a:pt x="48768" y="309371"/>
                  </a:lnTo>
                  <a:lnTo>
                    <a:pt x="42672" y="306323"/>
                  </a:lnTo>
                  <a:lnTo>
                    <a:pt x="32004" y="289559"/>
                  </a:lnTo>
                  <a:lnTo>
                    <a:pt x="19812" y="272795"/>
                  </a:lnTo>
                  <a:lnTo>
                    <a:pt x="12192" y="246887"/>
                  </a:lnTo>
                  <a:lnTo>
                    <a:pt x="6096" y="220979"/>
                  </a:lnTo>
                  <a:lnTo>
                    <a:pt x="0" y="156972"/>
                  </a:lnTo>
                  <a:lnTo>
                    <a:pt x="6096" y="97535"/>
                  </a:lnTo>
                  <a:lnTo>
                    <a:pt x="19812" y="45720"/>
                  </a:lnTo>
                  <a:lnTo>
                    <a:pt x="42672" y="10667"/>
                  </a:lnTo>
                  <a:lnTo>
                    <a:pt x="60960" y="0"/>
                  </a:lnTo>
                  <a:lnTo>
                    <a:pt x="74676" y="0"/>
                  </a:lnTo>
                  <a:lnTo>
                    <a:pt x="106680" y="25908"/>
                  </a:lnTo>
                  <a:lnTo>
                    <a:pt x="114300" y="45720"/>
                  </a:lnTo>
                  <a:lnTo>
                    <a:pt x="123444" y="68579"/>
                  </a:lnTo>
                  <a:lnTo>
                    <a:pt x="135636" y="126491"/>
                  </a:lnTo>
                  <a:lnTo>
                    <a:pt x="135636" y="188975"/>
                  </a:lnTo>
                  <a:lnTo>
                    <a:pt x="123444" y="246887"/>
                  </a:lnTo>
                  <a:lnTo>
                    <a:pt x="106680" y="289559"/>
                  </a:lnTo>
                  <a:lnTo>
                    <a:pt x="89916" y="309371"/>
                  </a:lnTo>
                  <a:lnTo>
                    <a:pt x="83820" y="315467"/>
                  </a:lnTo>
                  <a:lnTo>
                    <a:pt x="74676" y="3185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944367" y="2351531"/>
              <a:ext cx="143510" cy="327660"/>
            </a:xfrm>
            <a:custGeom>
              <a:avLst/>
              <a:gdLst/>
              <a:ahLst/>
              <a:cxnLst/>
              <a:rect l="l" t="t" r="r" b="b"/>
              <a:pathLst>
                <a:path w="143510" h="327660">
                  <a:moveTo>
                    <a:pt x="80772" y="327660"/>
                  </a:moveTo>
                  <a:lnTo>
                    <a:pt x="64008" y="327660"/>
                  </a:lnTo>
                  <a:lnTo>
                    <a:pt x="56388" y="323088"/>
                  </a:lnTo>
                  <a:lnTo>
                    <a:pt x="51816" y="318516"/>
                  </a:lnTo>
                  <a:lnTo>
                    <a:pt x="45720" y="313944"/>
                  </a:lnTo>
                  <a:lnTo>
                    <a:pt x="21336" y="278892"/>
                  </a:lnTo>
                  <a:lnTo>
                    <a:pt x="6096" y="225551"/>
                  </a:lnTo>
                  <a:lnTo>
                    <a:pt x="0" y="161544"/>
                  </a:lnTo>
                  <a:lnTo>
                    <a:pt x="3048" y="129540"/>
                  </a:lnTo>
                  <a:lnTo>
                    <a:pt x="12192" y="71628"/>
                  </a:lnTo>
                  <a:lnTo>
                    <a:pt x="33528" y="27432"/>
                  </a:lnTo>
                  <a:lnTo>
                    <a:pt x="64008" y="0"/>
                  </a:lnTo>
                  <a:lnTo>
                    <a:pt x="70104" y="0"/>
                  </a:lnTo>
                  <a:lnTo>
                    <a:pt x="70104" y="9144"/>
                  </a:lnTo>
                  <a:lnTo>
                    <a:pt x="65532" y="9144"/>
                  </a:lnTo>
                  <a:lnTo>
                    <a:pt x="60960" y="10668"/>
                  </a:lnTo>
                  <a:lnTo>
                    <a:pt x="28956" y="51816"/>
                  </a:lnTo>
                  <a:lnTo>
                    <a:pt x="15240" y="102108"/>
                  </a:lnTo>
                  <a:lnTo>
                    <a:pt x="9144" y="161544"/>
                  </a:lnTo>
                  <a:lnTo>
                    <a:pt x="12192" y="193548"/>
                  </a:lnTo>
                  <a:lnTo>
                    <a:pt x="19812" y="249936"/>
                  </a:lnTo>
                  <a:lnTo>
                    <a:pt x="50292" y="307848"/>
                  </a:lnTo>
                  <a:lnTo>
                    <a:pt x="56388" y="310896"/>
                  </a:lnTo>
                  <a:lnTo>
                    <a:pt x="62484" y="316992"/>
                  </a:lnTo>
                  <a:lnTo>
                    <a:pt x="65532" y="318516"/>
                  </a:lnTo>
                  <a:lnTo>
                    <a:pt x="96011" y="318516"/>
                  </a:lnTo>
                  <a:lnTo>
                    <a:pt x="89916" y="323088"/>
                  </a:lnTo>
                  <a:lnTo>
                    <a:pt x="80772" y="327660"/>
                  </a:lnTo>
                  <a:close/>
                </a:path>
                <a:path w="143510" h="327660">
                  <a:moveTo>
                    <a:pt x="77724" y="9144"/>
                  </a:moveTo>
                  <a:lnTo>
                    <a:pt x="70104" y="9144"/>
                  </a:lnTo>
                  <a:lnTo>
                    <a:pt x="70104" y="0"/>
                  </a:lnTo>
                  <a:lnTo>
                    <a:pt x="77724" y="0"/>
                  </a:lnTo>
                  <a:lnTo>
                    <a:pt x="77724" y="9144"/>
                  </a:lnTo>
                  <a:close/>
                </a:path>
                <a:path w="143510" h="327660">
                  <a:moveTo>
                    <a:pt x="96011" y="318516"/>
                  </a:moveTo>
                  <a:lnTo>
                    <a:pt x="79248" y="318516"/>
                  </a:lnTo>
                  <a:lnTo>
                    <a:pt x="85344" y="315468"/>
                  </a:lnTo>
                  <a:lnTo>
                    <a:pt x="91440" y="310896"/>
                  </a:lnTo>
                  <a:lnTo>
                    <a:pt x="115824" y="275844"/>
                  </a:lnTo>
                  <a:lnTo>
                    <a:pt x="129540" y="224027"/>
                  </a:lnTo>
                  <a:lnTo>
                    <a:pt x="135636" y="193548"/>
                  </a:lnTo>
                  <a:lnTo>
                    <a:pt x="135636" y="131064"/>
                  </a:lnTo>
                  <a:lnTo>
                    <a:pt x="123444" y="74676"/>
                  </a:lnTo>
                  <a:lnTo>
                    <a:pt x="106680" y="32004"/>
                  </a:lnTo>
                  <a:lnTo>
                    <a:pt x="79248" y="9144"/>
                  </a:lnTo>
                  <a:lnTo>
                    <a:pt x="77724" y="9144"/>
                  </a:lnTo>
                  <a:lnTo>
                    <a:pt x="77724" y="0"/>
                  </a:lnTo>
                  <a:lnTo>
                    <a:pt x="80772" y="0"/>
                  </a:lnTo>
                  <a:lnTo>
                    <a:pt x="89916" y="3048"/>
                  </a:lnTo>
                  <a:lnTo>
                    <a:pt x="123444" y="48768"/>
                  </a:lnTo>
                  <a:lnTo>
                    <a:pt x="138684" y="100584"/>
                  </a:lnTo>
                  <a:lnTo>
                    <a:pt x="143256" y="129540"/>
                  </a:lnTo>
                  <a:lnTo>
                    <a:pt x="143256" y="193548"/>
                  </a:lnTo>
                  <a:lnTo>
                    <a:pt x="132588" y="252984"/>
                  </a:lnTo>
                  <a:lnTo>
                    <a:pt x="114300" y="295656"/>
                  </a:lnTo>
                  <a:lnTo>
                    <a:pt x="102108" y="313944"/>
                  </a:lnTo>
                  <a:lnTo>
                    <a:pt x="96011" y="318516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892552" y="2261616"/>
              <a:ext cx="114300" cy="495300"/>
            </a:xfrm>
            <a:custGeom>
              <a:avLst/>
              <a:gdLst/>
              <a:ahLst/>
              <a:cxnLst/>
              <a:rect l="l" t="t" r="r" b="b"/>
              <a:pathLst>
                <a:path w="114300" h="495300">
                  <a:moveTo>
                    <a:pt x="68579" y="495300"/>
                  </a:moveTo>
                  <a:lnTo>
                    <a:pt x="56387" y="495300"/>
                  </a:lnTo>
                  <a:lnTo>
                    <a:pt x="45719" y="495300"/>
                  </a:lnTo>
                  <a:lnTo>
                    <a:pt x="33527" y="490728"/>
                  </a:lnTo>
                  <a:lnTo>
                    <a:pt x="25907" y="484631"/>
                  </a:lnTo>
                  <a:lnTo>
                    <a:pt x="16763" y="475488"/>
                  </a:lnTo>
                  <a:lnTo>
                    <a:pt x="7619" y="464820"/>
                  </a:lnTo>
                  <a:lnTo>
                    <a:pt x="4571" y="452628"/>
                  </a:lnTo>
                  <a:lnTo>
                    <a:pt x="0" y="438912"/>
                  </a:lnTo>
                  <a:lnTo>
                    <a:pt x="0" y="59436"/>
                  </a:lnTo>
                  <a:lnTo>
                    <a:pt x="4571" y="45719"/>
                  </a:lnTo>
                  <a:lnTo>
                    <a:pt x="7619" y="33528"/>
                  </a:lnTo>
                  <a:lnTo>
                    <a:pt x="16763" y="22860"/>
                  </a:lnTo>
                  <a:lnTo>
                    <a:pt x="25907" y="13715"/>
                  </a:lnTo>
                  <a:lnTo>
                    <a:pt x="33527" y="4571"/>
                  </a:lnTo>
                  <a:lnTo>
                    <a:pt x="45719" y="3048"/>
                  </a:lnTo>
                  <a:lnTo>
                    <a:pt x="56387" y="0"/>
                  </a:lnTo>
                  <a:lnTo>
                    <a:pt x="68579" y="3048"/>
                  </a:lnTo>
                  <a:lnTo>
                    <a:pt x="79247" y="4571"/>
                  </a:lnTo>
                  <a:lnTo>
                    <a:pt x="97535" y="22860"/>
                  </a:lnTo>
                  <a:lnTo>
                    <a:pt x="105155" y="33528"/>
                  </a:lnTo>
                  <a:lnTo>
                    <a:pt x="108203" y="45719"/>
                  </a:lnTo>
                  <a:lnTo>
                    <a:pt x="114299" y="59436"/>
                  </a:lnTo>
                  <a:lnTo>
                    <a:pt x="114299" y="438912"/>
                  </a:lnTo>
                  <a:lnTo>
                    <a:pt x="108203" y="452628"/>
                  </a:lnTo>
                  <a:lnTo>
                    <a:pt x="105155" y="464820"/>
                  </a:lnTo>
                  <a:lnTo>
                    <a:pt x="97535" y="475488"/>
                  </a:lnTo>
                  <a:lnTo>
                    <a:pt x="88391" y="484631"/>
                  </a:lnTo>
                  <a:lnTo>
                    <a:pt x="79247" y="490728"/>
                  </a:lnTo>
                  <a:lnTo>
                    <a:pt x="68579" y="495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2168639" y="2195575"/>
              <a:ext cx="843280" cy="661035"/>
            </a:xfrm>
            <a:custGeom>
              <a:avLst/>
              <a:gdLst/>
              <a:ahLst/>
              <a:cxnLst/>
              <a:rect l="l" t="t" r="r" b="b"/>
              <a:pathLst>
                <a:path w="843280" h="661035">
                  <a:moveTo>
                    <a:pt x="146304" y="261112"/>
                  </a:moveTo>
                  <a:lnTo>
                    <a:pt x="140208" y="216916"/>
                  </a:lnTo>
                  <a:lnTo>
                    <a:pt x="137160" y="197866"/>
                  </a:lnTo>
                  <a:lnTo>
                    <a:pt x="137160" y="261112"/>
                  </a:lnTo>
                  <a:lnTo>
                    <a:pt x="137160" y="352552"/>
                  </a:lnTo>
                  <a:lnTo>
                    <a:pt x="131064" y="395224"/>
                  </a:lnTo>
                  <a:lnTo>
                    <a:pt x="126492" y="434848"/>
                  </a:lnTo>
                  <a:lnTo>
                    <a:pt x="117348" y="468376"/>
                  </a:lnTo>
                  <a:lnTo>
                    <a:pt x="109728" y="497332"/>
                  </a:lnTo>
                  <a:lnTo>
                    <a:pt x="94488" y="517144"/>
                  </a:lnTo>
                  <a:lnTo>
                    <a:pt x="89916" y="524764"/>
                  </a:lnTo>
                  <a:lnTo>
                    <a:pt x="85344" y="529336"/>
                  </a:lnTo>
                  <a:lnTo>
                    <a:pt x="80772" y="532384"/>
                  </a:lnTo>
                  <a:lnTo>
                    <a:pt x="68580" y="532384"/>
                  </a:lnTo>
                  <a:lnTo>
                    <a:pt x="39624" y="497332"/>
                  </a:lnTo>
                  <a:lnTo>
                    <a:pt x="19812" y="434848"/>
                  </a:lnTo>
                  <a:lnTo>
                    <a:pt x="13716" y="395224"/>
                  </a:lnTo>
                  <a:lnTo>
                    <a:pt x="9144" y="352552"/>
                  </a:lnTo>
                  <a:lnTo>
                    <a:pt x="9144" y="261112"/>
                  </a:lnTo>
                  <a:lnTo>
                    <a:pt x="13716" y="218440"/>
                  </a:lnTo>
                  <a:lnTo>
                    <a:pt x="28956" y="146812"/>
                  </a:lnTo>
                  <a:lnTo>
                    <a:pt x="50292" y="99568"/>
                  </a:lnTo>
                  <a:lnTo>
                    <a:pt x="56388" y="91948"/>
                  </a:lnTo>
                  <a:lnTo>
                    <a:pt x="60960" y="85852"/>
                  </a:lnTo>
                  <a:lnTo>
                    <a:pt x="68580" y="84328"/>
                  </a:lnTo>
                  <a:lnTo>
                    <a:pt x="73736" y="82130"/>
                  </a:lnTo>
                  <a:lnTo>
                    <a:pt x="79248" y="84328"/>
                  </a:lnTo>
                  <a:lnTo>
                    <a:pt x="85344" y="85852"/>
                  </a:lnTo>
                  <a:lnTo>
                    <a:pt x="89916" y="91948"/>
                  </a:lnTo>
                  <a:lnTo>
                    <a:pt x="94488" y="99568"/>
                  </a:lnTo>
                  <a:lnTo>
                    <a:pt x="109728" y="119380"/>
                  </a:lnTo>
                  <a:lnTo>
                    <a:pt x="117348" y="146812"/>
                  </a:lnTo>
                  <a:lnTo>
                    <a:pt x="126492" y="181864"/>
                  </a:lnTo>
                  <a:lnTo>
                    <a:pt x="131064" y="218440"/>
                  </a:lnTo>
                  <a:lnTo>
                    <a:pt x="137160" y="261112"/>
                  </a:lnTo>
                  <a:lnTo>
                    <a:pt x="137160" y="197866"/>
                  </a:lnTo>
                  <a:lnTo>
                    <a:pt x="134112" y="178816"/>
                  </a:lnTo>
                  <a:lnTo>
                    <a:pt x="126492" y="145288"/>
                  </a:lnTo>
                  <a:lnTo>
                    <a:pt x="117348" y="114808"/>
                  </a:lnTo>
                  <a:lnTo>
                    <a:pt x="102108" y="94996"/>
                  </a:lnTo>
                  <a:lnTo>
                    <a:pt x="96012" y="85852"/>
                  </a:lnTo>
                  <a:lnTo>
                    <a:pt x="89916" y="79756"/>
                  </a:lnTo>
                  <a:lnTo>
                    <a:pt x="83820" y="76708"/>
                  </a:lnTo>
                  <a:lnTo>
                    <a:pt x="76504" y="74282"/>
                  </a:lnTo>
                  <a:lnTo>
                    <a:pt x="76339" y="74218"/>
                  </a:lnTo>
                  <a:lnTo>
                    <a:pt x="76479" y="74218"/>
                  </a:lnTo>
                  <a:lnTo>
                    <a:pt x="74676" y="70612"/>
                  </a:lnTo>
                  <a:lnTo>
                    <a:pt x="71628" y="72644"/>
                  </a:lnTo>
                  <a:lnTo>
                    <a:pt x="70104" y="72136"/>
                  </a:lnTo>
                  <a:lnTo>
                    <a:pt x="69278" y="74218"/>
                  </a:lnTo>
                  <a:lnTo>
                    <a:pt x="65532" y="76708"/>
                  </a:lnTo>
                  <a:lnTo>
                    <a:pt x="56388" y="79756"/>
                  </a:lnTo>
                  <a:lnTo>
                    <a:pt x="50292" y="85852"/>
                  </a:lnTo>
                  <a:lnTo>
                    <a:pt x="19812" y="145288"/>
                  </a:lnTo>
                  <a:lnTo>
                    <a:pt x="6096" y="216916"/>
                  </a:lnTo>
                  <a:lnTo>
                    <a:pt x="0" y="261112"/>
                  </a:lnTo>
                  <a:lnTo>
                    <a:pt x="0" y="352552"/>
                  </a:lnTo>
                  <a:lnTo>
                    <a:pt x="6096" y="396748"/>
                  </a:lnTo>
                  <a:lnTo>
                    <a:pt x="12192" y="436372"/>
                  </a:lnTo>
                  <a:lnTo>
                    <a:pt x="32004" y="500380"/>
                  </a:lnTo>
                  <a:lnTo>
                    <a:pt x="56388" y="536956"/>
                  </a:lnTo>
                  <a:lnTo>
                    <a:pt x="67056" y="540004"/>
                  </a:lnTo>
                  <a:lnTo>
                    <a:pt x="82296" y="540004"/>
                  </a:lnTo>
                  <a:lnTo>
                    <a:pt x="89916" y="536956"/>
                  </a:lnTo>
                  <a:lnTo>
                    <a:pt x="94488" y="532384"/>
                  </a:lnTo>
                  <a:lnTo>
                    <a:pt x="96012" y="530860"/>
                  </a:lnTo>
                  <a:lnTo>
                    <a:pt x="102108" y="521716"/>
                  </a:lnTo>
                  <a:lnTo>
                    <a:pt x="117348" y="500380"/>
                  </a:lnTo>
                  <a:lnTo>
                    <a:pt x="126492" y="471424"/>
                  </a:lnTo>
                  <a:lnTo>
                    <a:pt x="134112" y="436372"/>
                  </a:lnTo>
                  <a:lnTo>
                    <a:pt x="140208" y="396748"/>
                  </a:lnTo>
                  <a:lnTo>
                    <a:pt x="146304" y="352552"/>
                  </a:lnTo>
                  <a:lnTo>
                    <a:pt x="146304" y="261112"/>
                  </a:lnTo>
                  <a:close/>
                </a:path>
                <a:path w="843280" h="661035">
                  <a:moveTo>
                    <a:pt x="726948" y="628408"/>
                  </a:moveTo>
                  <a:lnTo>
                    <a:pt x="717804" y="619264"/>
                  </a:lnTo>
                  <a:lnTo>
                    <a:pt x="714756" y="618159"/>
                  </a:lnTo>
                  <a:lnTo>
                    <a:pt x="714756" y="628408"/>
                  </a:lnTo>
                  <a:lnTo>
                    <a:pt x="699516" y="636028"/>
                  </a:lnTo>
                  <a:lnTo>
                    <a:pt x="676656" y="640600"/>
                  </a:lnTo>
                  <a:lnTo>
                    <a:pt x="646176" y="643648"/>
                  </a:lnTo>
                  <a:lnTo>
                    <a:pt x="565404" y="649744"/>
                  </a:lnTo>
                  <a:lnTo>
                    <a:pt x="467868" y="652792"/>
                  </a:lnTo>
                  <a:lnTo>
                    <a:pt x="368808" y="649744"/>
                  </a:lnTo>
                  <a:lnTo>
                    <a:pt x="288036" y="643648"/>
                  </a:lnTo>
                  <a:lnTo>
                    <a:pt x="237744" y="636028"/>
                  </a:lnTo>
                  <a:lnTo>
                    <a:pt x="220980" y="628408"/>
                  </a:lnTo>
                  <a:lnTo>
                    <a:pt x="222504" y="625360"/>
                  </a:lnTo>
                  <a:lnTo>
                    <a:pt x="260604" y="614692"/>
                  </a:lnTo>
                  <a:lnTo>
                    <a:pt x="368808" y="607072"/>
                  </a:lnTo>
                  <a:lnTo>
                    <a:pt x="470077" y="604100"/>
                  </a:lnTo>
                  <a:lnTo>
                    <a:pt x="565404" y="607072"/>
                  </a:lnTo>
                  <a:lnTo>
                    <a:pt x="646176" y="611644"/>
                  </a:lnTo>
                  <a:lnTo>
                    <a:pt x="699516" y="620788"/>
                  </a:lnTo>
                  <a:lnTo>
                    <a:pt x="714756" y="628408"/>
                  </a:lnTo>
                  <a:lnTo>
                    <a:pt x="714756" y="618159"/>
                  </a:lnTo>
                  <a:lnTo>
                    <a:pt x="678180" y="607072"/>
                  </a:lnTo>
                  <a:lnTo>
                    <a:pt x="565404" y="597928"/>
                  </a:lnTo>
                  <a:lnTo>
                    <a:pt x="472440" y="595122"/>
                  </a:lnTo>
                  <a:lnTo>
                    <a:pt x="468541" y="594995"/>
                  </a:lnTo>
                  <a:lnTo>
                    <a:pt x="464781" y="595109"/>
                  </a:lnTo>
                  <a:lnTo>
                    <a:pt x="367284" y="597928"/>
                  </a:lnTo>
                  <a:lnTo>
                    <a:pt x="288036" y="604024"/>
                  </a:lnTo>
                  <a:lnTo>
                    <a:pt x="259080" y="607072"/>
                  </a:lnTo>
                  <a:lnTo>
                    <a:pt x="234696" y="613168"/>
                  </a:lnTo>
                  <a:lnTo>
                    <a:pt x="216408" y="619264"/>
                  </a:lnTo>
                  <a:lnTo>
                    <a:pt x="211836" y="628408"/>
                  </a:lnTo>
                  <a:lnTo>
                    <a:pt x="216408" y="637552"/>
                  </a:lnTo>
                  <a:lnTo>
                    <a:pt x="259080" y="649744"/>
                  </a:lnTo>
                  <a:lnTo>
                    <a:pt x="367284" y="658888"/>
                  </a:lnTo>
                  <a:lnTo>
                    <a:pt x="467868" y="660412"/>
                  </a:lnTo>
                  <a:lnTo>
                    <a:pt x="565404" y="658888"/>
                  </a:lnTo>
                  <a:lnTo>
                    <a:pt x="646176" y="652792"/>
                  </a:lnTo>
                  <a:lnTo>
                    <a:pt x="678180" y="649744"/>
                  </a:lnTo>
                  <a:lnTo>
                    <a:pt x="701040" y="643648"/>
                  </a:lnTo>
                  <a:lnTo>
                    <a:pt x="717804" y="637552"/>
                  </a:lnTo>
                  <a:lnTo>
                    <a:pt x="726948" y="628408"/>
                  </a:lnTo>
                  <a:close/>
                </a:path>
                <a:path w="843280" h="661035">
                  <a:moveTo>
                    <a:pt x="774204" y="0"/>
                  </a:moveTo>
                  <a:lnTo>
                    <a:pt x="765060" y="0"/>
                  </a:lnTo>
                  <a:lnTo>
                    <a:pt x="765060" y="10160"/>
                  </a:lnTo>
                  <a:lnTo>
                    <a:pt x="765060" y="44450"/>
                  </a:lnTo>
                  <a:lnTo>
                    <a:pt x="156972" y="44450"/>
                  </a:lnTo>
                  <a:lnTo>
                    <a:pt x="156972" y="10160"/>
                  </a:lnTo>
                  <a:lnTo>
                    <a:pt x="153924" y="10160"/>
                  </a:lnTo>
                  <a:lnTo>
                    <a:pt x="153924" y="9652"/>
                  </a:lnTo>
                  <a:lnTo>
                    <a:pt x="156972" y="9652"/>
                  </a:lnTo>
                  <a:lnTo>
                    <a:pt x="156972" y="10160"/>
                  </a:lnTo>
                  <a:lnTo>
                    <a:pt x="765060" y="10160"/>
                  </a:lnTo>
                  <a:lnTo>
                    <a:pt x="765060" y="0"/>
                  </a:lnTo>
                  <a:lnTo>
                    <a:pt x="149352" y="0"/>
                  </a:lnTo>
                  <a:lnTo>
                    <a:pt x="149352" y="5080"/>
                  </a:lnTo>
                  <a:lnTo>
                    <a:pt x="149352" y="10160"/>
                  </a:lnTo>
                  <a:lnTo>
                    <a:pt x="149352" y="44450"/>
                  </a:lnTo>
                  <a:lnTo>
                    <a:pt x="149352" y="47764"/>
                  </a:lnTo>
                  <a:lnTo>
                    <a:pt x="774204" y="47764"/>
                  </a:lnTo>
                  <a:lnTo>
                    <a:pt x="774204" y="44450"/>
                  </a:lnTo>
                  <a:lnTo>
                    <a:pt x="774204" y="10160"/>
                  </a:lnTo>
                  <a:lnTo>
                    <a:pt x="774204" y="5080"/>
                  </a:lnTo>
                  <a:lnTo>
                    <a:pt x="774204" y="0"/>
                  </a:lnTo>
                  <a:close/>
                </a:path>
                <a:path w="843280" h="661035">
                  <a:moveTo>
                    <a:pt x="842784" y="125488"/>
                  </a:moveTo>
                  <a:lnTo>
                    <a:pt x="836688" y="110248"/>
                  </a:lnTo>
                  <a:lnTo>
                    <a:pt x="833640" y="98056"/>
                  </a:lnTo>
                  <a:lnTo>
                    <a:pt x="833640" y="127012"/>
                  </a:lnTo>
                  <a:lnTo>
                    <a:pt x="833640" y="503440"/>
                  </a:lnTo>
                  <a:lnTo>
                    <a:pt x="827544" y="517156"/>
                  </a:lnTo>
                  <a:lnTo>
                    <a:pt x="826020" y="527824"/>
                  </a:lnTo>
                  <a:lnTo>
                    <a:pt x="816876" y="538492"/>
                  </a:lnTo>
                  <a:lnTo>
                    <a:pt x="809256" y="547636"/>
                  </a:lnTo>
                  <a:lnTo>
                    <a:pt x="801636" y="552208"/>
                  </a:lnTo>
                  <a:lnTo>
                    <a:pt x="790968" y="558304"/>
                  </a:lnTo>
                  <a:lnTo>
                    <a:pt x="769632" y="558304"/>
                  </a:lnTo>
                  <a:lnTo>
                    <a:pt x="760488" y="552208"/>
                  </a:lnTo>
                  <a:lnTo>
                    <a:pt x="751344" y="547636"/>
                  </a:lnTo>
                  <a:lnTo>
                    <a:pt x="743724" y="538492"/>
                  </a:lnTo>
                  <a:lnTo>
                    <a:pt x="736104" y="527824"/>
                  </a:lnTo>
                  <a:lnTo>
                    <a:pt x="733056" y="517156"/>
                  </a:lnTo>
                  <a:lnTo>
                    <a:pt x="726960" y="503440"/>
                  </a:lnTo>
                  <a:lnTo>
                    <a:pt x="726960" y="127012"/>
                  </a:lnTo>
                  <a:lnTo>
                    <a:pt x="733056" y="113296"/>
                  </a:lnTo>
                  <a:lnTo>
                    <a:pt x="736104" y="102628"/>
                  </a:lnTo>
                  <a:lnTo>
                    <a:pt x="743724" y="91960"/>
                  </a:lnTo>
                  <a:lnTo>
                    <a:pt x="760488" y="75196"/>
                  </a:lnTo>
                  <a:lnTo>
                    <a:pt x="769632" y="72148"/>
                  </a:lnTo>
                  <a:lnTo>
                    <a:pt x="781011" y="69303"/>
                  </a:lnTo>
                  <a:lnTo>
                    <a:pt x="801636" y="75196"/>
                  </a:lnTo>
                  <a:lnTo>
                    <a:pt x="809256" y="82816"/>
                  </a:lnTo>
                  <a:lnTo>
                    <a:pt x="816876" y="91960"/>
                  </a:lnTo>
                  <a:lnTo>
                    <a:pt x="826020" y="102628"/>
                  </a:lnTo>
                  <a:lnTo>
                    <a:pt x="827544" y="113296"/>
                  </a:lnTo>
                  <a:lnTo>
                    <a:pt x="833640" y="127012"/>
                  </a:lnTo>
                  <a:lnTo>
                    <a:pt x="833640" y="98056"/>
                  </a:lnTo>
                  <a:lnTo>
                    <a:pt x="824496" y="85864"/>
                  </a:lnTo>
                  <a:lnTo>
                    <a:pt x="806208" y="67576"/>
                  </a:lnTo>
                  <a:lnTo>
                    <a:pt x="792492" y="64528"/>
                  </a:lnTo>
                  <a:lnTo>
                    <a:pt x="780300" y="61480"/>
                  </a:lnTo>
                  <a:lnTo>
                    <a:pt x="755916" y="67576"/>
                  </a:lnTo>
                  <a:lnTo>
                    <a:pt x="737628" y="85864"/>
                  </a:lnTo>
                  <a:lnTo>
                    <a:pt x="728484" y="98056"/>
                  </a:lnTo>
                  <a:lnTo>
                    <a:pt x="725436" y="110248"/>
                  </a:lnTo>
                  <a:lnTo>
                    <a:pt x="719340" y="125488"/>
                  </a:lnTo>
                  <a:lnTo>
                    <a:pt x="719340" y="504964"/>
                  </a:lnTo>
                  <a:lnTo>
                    <a:pt x="725436" y="520204"/>
                  </a:lnTo>
                  <a:lnTo>
                    <a:pt x="728484" y="532396"/>
                  </a:lnTo>
                  <a:lnTo>
                    <a:pt x="737628" y="544588"/>
                  </a:lnTo>
                  <a:lnTo>
                    <a:pt x="746772" y="553732"/>
                  </a:lnTo>
                  <a:lnTo>
                    <a:pt x="755916" y="559828"/>
                  </a:lnTo>
                  <a:lnTo>
                    <a:pt x="768108" y="565924"/>
                  </a:lnTo>
                  <a:lnTo>
                    <a:pt x="792492" y="565924"/>
                  </a:lnTo>
                  <a:lnTo>
                    <a:pt x="806208" y="559828"/>
                  </a:lnTo>
                  <a:lnTo>
                    <a:pt x="808494" y="558304"/>
                  </a:lnTo>
                  <a:lnTo>
                    <a:pt x="815352" y="553732"/>
                  </a:lnTo>
                  <a:lnTo>
                    <a:pt x="824496" y="544588"/>
                  </a:lnTo>
                  <a:lnTo>
                    <a:pt x="833640" y="532396"/>
                  </a:lnTo>
                  <a:lnTo>
                    <a:pt x="836688" y="520204"/>
                  </a:lnTo>
                  <a:lnTo>
                    <a:pt x="842784" y="504964"/>
                  </a:lnTo>
                  <a:lnTo>
                    <a:pt x="842784" y="12548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321051" y="2243328"/>
              <a:ext cx="617220" cy="47625"/>
            </a:xfrm>
            <a:custGeom>
              <a:avLst/>
              <a:gdLst/>
              <a:ahLst/>
              <a:cxnLst/>
              <a:rect l="l" t="t" r="r" b="b"/>
              <a:pathLst>
                <a:path w="617219" h="47625">
                  <a:moveTo>
                    <a:pt x="617220" y="47243"/>
                  </a:moveTo>
                  <a:lnTo>
                    <a:pt x="0" y="47243"/>
                  </a:lnTo>
                  <a:lnTo>
                    <a:pt x="0" y="0"/>
                  </a:lnTo>
                  <a:lnTo>
                    <a:pt x="617220" y="0"/>
                  </a:lnTo>
                  <a:lnTo>
                    <a:pt x="617220" y="472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317991" y="2240800"/>
              <a:ext cx="625475" cy="48260"/>
            </a:xfrm>
            <a:custGeom>
              <a:avLst/>
              <a:gdLst/>
              <a:ahLst/>
              <a:cxnLst/>
              <a:rect l="l" t="t" r="r" b="b"/>
              <a:pathLst>
                <a:path w="625475" h="48260">
                  <a:moveTo>
                    <a:pt x="624852" y="0"/>
                  </a:moveTo>
                  <a:lnTo>
                    <a:pt x="615708" y="0"/>
                  </a:lnTo>
                  <a:lnTo>
                    <a:pt x="615708" y="7620"/>
                  </a:lnTo>
                  <a:lnTo>
                    <a:pt x="615708" y="45720"/>
                  </a:lnTo>
                  <a:lnTo>
                    <a:pt x="7620" y="45720"/>
                  </a:lnTo>
                  <a:lnTo>
                    <a:pt x="7620" y="7620"/>
                  </a:lnTo>
                  <a:lnTo>
                    <a:pt x="4572" y="7620"/>
                  </a:lnTo>
                  <a:lnTo>
                    <a:pt x="4572" y="7112"/>
                  </a:lnTo>
                  <a:lnTo>
                    <a:pt x="7620" y="7112"/>
                  </a:lnTo>
                  <a:lnTo>
                    <a:pt x="7620" y="7620"/>
                  </a:lnTo>
                  <a:lnTo>
                    <a:pt x="615708" y="7620"/>
                  </a:lnTo>
                  <a:lnTo>
                    <a:pt x="615708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0" y="7620"/>
                  </a:lnTo>
                  <a:lnTo>
                    <a:pt x="0" y="45720"/>
                  </a:lnTo>
                  <a:lnTo>
                    <a:pt x="0" y="48260"/>
                  </a:lnTo>
                  <a:lnTo>
                    <a:pt x="624852" y="48260"/>
                  </a:lnTo>
                  <a:lnTo>
                    <a:pt x="624852" y="45720"/>
                  </a:lnTo>
                  <a:lnTo>
                    <a:pt x="624852" y="7620"/>
                  </a:lnTo>
                  <a:lnTo>
                    <a:pt x="624852" y="254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321051" y="2289048"/>
              <a:ext cx="617220" cy="44450"/>
            </a:xfrm>
            <a:custGeom>
              <a:avLst/>
              <a:gdLst/>
              <a:ahLst/>
              <a:cxnLst/>
              <a:rect l="l" t="t" r="r" b="b"/>
              <a:pathLst>
                <a:path w="617219" h="44450">
                  <a:moveTo>
                    <a:pt x="617220" y="44196"/>
                  </a:moveTo>
                  <a:lnTo>
                    <a:pt x="0" y="44196"/>
                  </a:lnTo>
                  <a:lnTo>
                    <a:pt x="0" y="0"/>
                  </a:lnTo>
                  <a:lnTo>
                    <a:pt x="617220" y="0"/>
                  </a:lnTo>
                  <a:lnTo>
                    <a:pt x="617220" y="441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2317991" y="2285491"/>
              <a:ext cx="625475" cy="46355"/>
            </a:xfrm>
            <a:custGeom>
              <a:avLst/>
              <a:gdLst/>
              <a:ahLst/>
              <a:cxnLst/>
              <a:rect l="l" t="t" r="r" b="b"/>
              <a:pathLst>
                <a:path w="625475" h="46355">
                  <a:moveTo>
                    <a:pt x="624852" y="0"/>
                  </a:moveTo>
                  <a:lnTo>
                    <a:pt x="615708" y="0"/>
                  </a:lnTo>
                  <a:lnTo>
                    <a:pt x="615708" y="7620"/>
                  </a:lnTo>
                  <a:lnTo>
                    <a:pt x="615708" y="43180"/>
                  </a:lnTo>
                  <a:lnTo>
                    <a:pt x="7620" y="43180"/>
                  </a:lnTo>
                  <a:lnTo>
                    <a:pt x="7620" y="8128"/>
                  </a:lnTo>
                  <a:lnTo>
                    <a:pt x="7620" y="7620"/>
                  </a:lnTo>
                  <a:lnTo>
                    <a:pt x="615708" y="7620"/>
                  </a:lnTo>
                  <a:lnTo>
                    <a:pt x="61570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7620"/>
                  </a:lnTo>
                  <a:lnTo>
                    <a:pt x="0" y="43180"/>
                  </a:lnTo>
                  <a:lnTo>
                    <a:pt x="0" y="46240"/>
                  </a:lnTo>
                  <a:lnTo>
                    <a:pt x="624852" y="46240"/>
                  </a:lnTo>
                  <a:lnTo>
                    <a:pt x="624852" y="43180"/>
                  </a:lnTo>
                  <a:lnTo>
                    <a:pt x="624852" y="7620"/>
                  </a:lnTo>
                  <a:lnTo>
                    <a:pt x="624852" y="508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2321051" y="2331720"/>
              <a:ext cx="617220" cy="45720"/>
            </a:xfrm>
            <a:custGeom>
              <a:avLst/>
              <a:gdLst/>
              <a:ahLst/>
              <a:cxnLst/>
              <a:rect l="l" t="t" r="r" b="b"/>
              <a:pathLst>
                <a:path w="617219" h="45719">
                  <a:moveTo>
                    <a:pt x="617220" y="45720"/>
                  </a:moveTo>
                  <a:lnTo>
                    <a:pt x="0" y="45720"/>
                  </a:lnTo>
                  <a:lnTo>
                    <a:pt x="0" y="0"/>
                  </a:lnTo>
                  <a:lnTo>
                    <a:pt x="617220" y="0"/>
                  </a:lnTo>
                  <a:lnTo>
                    <a:pt x="617220" y="457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2317991" y="2328176"/>
              <a:ext cx="625475" cy="48260"/>
            </a:xfrm>
            <a:custGeom>
              <a:avLst/>
              <a:gdLst/>
              <a:ahLst/>
              <a:cxnLst/>
              <a:rect l="l" t="t" r="r" b="b"/>
              <a:pathLst>
                <a:path w="625475" h="48260">
                  <a:moveTo>
                    <a:pt x="624852" y="0"/>
                  </a:moveTo>
                  <a:lnTo>
                    <a:pt x="615708" y="0"/>
                  </a:lnTo>
                  <a:lnTo>
                    <a:pt x="615708" y="10160"/>
                  </a:lnTo>
                  <a:lnTo>
                    <a:pt x="615708" y="43180"/>
                  </a:lnTo>
                  <a:lnTo>
                    <a:pt x="7620" y="43180"/>
                  </a:lnTo>
                  <a:lnTo>
                    <a:pt x="7620" y="10160"/>
                  </a:lnTo>
                  <a:lnTo>
                    <a:pt x="4572" y="10160"/>
                  </a:lnTo>
                  <a:lnTo>
                    <a:pt x="4572" y="9652"/>
                  </a:lnTo>
                  <a:lnTo>
                    <a:pt x="7620" y="9652"/>
                  </a:lnTo>
                  <a:lnTo>
                    <a:pt x="7620" y="10160"/>
                  </a:lnTo>
                  <a:lnTo>
                    <a:pt x="615708" y="10160"/>
                  </a:lnTo>
                  <a:lnTo>
                    <a:pt x="61570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43180"/>
                  </a:lnTo>
                  <a:lnTo>
                    <a:pt x="0" y="47752"/>
                  </a:lnTo>
                  <a:lnTo>
                    <a:pt x="624852" y="47752"/>
                  </a:lnTo>
                  <a:lnTo>
                    <a:pt x="624852" y="43180"/>
                  </a:lnTo>
                  <a:lnTo>
                    <a:pt x="624852" y="10160"/>
                  </a:lnTo>
                  <a:lnTo>
                    <a:pt x="624852" y="508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2321051" y="2375915"/>
              <a:ext cx="617220" cy="44450"/>
            </a:xfrm>
            <a:custGeom>
              <a:avLst/>
              <a:gdLst/>
              <a:ahLst/>
              <a:cxnLst/>
              <a:rect l="l" t="t" r="r" b="b"/>
              <a:pathLst>
                <a:path w="617219" h="44450">
                  <a:moveTo>
                    <a:pt x="617220" y="44196"/>
                  </a:moveTo>
                  <a:lnTo>
                    <a:pt x="0" y="44196"/>
                  </a:lnTo>
                  <a:lnTo>
                    <a:pt x="0" y="0"/>
                  </a:lnTo>
                  <a:lnTo>
                    <a:pt x="617220" y="0"/>
                  </a:lnTo>
                  <a:lnTo>
                    <a:pt x="617220" y="441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317991" y="2370848"/>
              <a:ext cx="625475" cy="48260"/>
            </a:xfrm>
            <a:custGeom>
              <a:avLst/>
              <a:gdLst/>
              <a:ahLst/>
              <a:cxnLst/>
              <a:rect l="l" t="t" r="r" b="b"/>
              <a:pathLst>
                <a:path w="625475" h="48260">
                  <a:moveTo>
                    <a:pt x="624852" y="0"/>
                  </a:moveTo>
                  <a:lnTo>
                    <a:pt x="615708" y="0"/>
                  </a:lnTo>
                  <a:lnTo>
                    <a:pt x="615708" y="10160"/>
                  </a:lnTo>
                  <a:lnTo>
                    <a:pt x="615708" y="43180"/>
                  </a:lnTo>
                  <a:lnTo>
                    <a:pt x="7620" y="43180"/>
                  </a:lnTo>
                  <a:lnTo>
                    <a:pt x="7620" y="10160"/>
                  </a:lnTo>
                  <a:lnTo>
                    <a:pt x="4572" y="10160"/>
                  </a:lnTo>
                  <a:lnTo>
                    <a:pt x="4572" y="9652"/>
                  </a:lnTo>
                  <a:lnTo>
                    <a:pt x="7620" y="9652"/>
                  </a:lnTo>
                  <a:lnTo>
                    <a:pt x="7620" y="10160"/>
                  </a:lnTo>
                  <a:lnTo>
                    <a:pt x="615708" y="10160"/>
                  </a:lnTo>
                  <a:lnTo>
                    <a:pt x="61570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43180"/>
                  </a:lnTo>
                  <a:lnTo>
                    <a:pt x="0" y="47739"/>
                  </a:lnTo>
                  <a:lnTo>
                    <a:pt x="624852" y="47739"/>
                  </a:lnTo>
                  <a:lnTo>
                    <a:pt x="624852" y="43180"/>
                  </a:lnTo>
                  <a:lnTo>
                    <a:pt x="624852" y="10160"/>
                  </a:lnTo>
                  <a:lnTo>
                    <a:pt x="624852" y="508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321051" y="2418587"/>
              <a:ext cx="617220" cy="44450"/>
            </a:xfrm>
            <a:custGeom>
              <a:avLst/>
              <a:gdLst/>
              <a:ahLst/>
              <a:cxnLst/>
              <a:rect l="l" t="t" r="r" b="b"/>
              <a:pathLst>
                <a:path w="617219" h="44450">
                  <a:moveTo>
                    <a:pt x="617220" y="44196"/>
                  </a:moveTo>
                  <a:lnTo>
                    <a:pt x="0" y="44196"/>
                  </a:lnTo>
                  <a:lnTo>
                    <a:pt x="0" y="0"/>
                  </a:lnTo>
                  <a:lnTo>
                    <a:pt x="617220" y="0"/>
                  </a:lnTo>
                  <a:lnTo>
                    <a:pt x="617220" y="441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317991" y="2413507"/>
              <a:ext cx="625475" cy="48260"/>
            </a:xfrm>
            <a:custGeom>
              <a:avLst/>
              <a:gdLst/>
              <a:ahLst/>
              <a:cxnLst/>
              <a:rect l="l" t="t" r="r" b="b"/>
              <a:pathLst>
                <a:path w="625475" h="48260">
                  <a:moveTo>
                    <a:pt x="624852" y="0"/>
                  </a:moveTo>
                  <a:lnTo>
                    <a:pt x="615708" y="0"/>
                  </a:lnTo>
                  <a:lnTo>
                    <a:pt x="615708" y="10160"/>
                  </a:lnTo>
                  <a:lnTo>
                    <a:pt x="615708" y="44450"/>
                  </a:lnTo>
                  <a:lnTo>
                    <a:pt x="7620" y="44450"/>
                  </a:lnTo>
                  <a:lnTo>
                    <a:pt x="7620" y="10160"/>
                  </a:lnTo>
                  <a:lnTo>
                    <a:pt x="4572" y="10160"/>
                  </a:lnTo>
                  <a:lnTo>
                    <a:pt x="4572" y="9652"/>
                  </a:lnTo>
                  <a:lnTo>
                    <a:pt x="7620" y="9652"/>
                  </a:lnTo>
                  <a:lnTo>
                    <a:pt x="7620" y="10160"/>
                  </a:lnTo>
                  <a:lnTo>
                    <a:pt x="615708" y="10160"/>
                  </a:lnTo>
                  <a:lnTo>
                    <a:pt x="61570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44450"/>
                  </a:lnTo>
                  <a:lnTo>
                    <a:pt x="0" y="47752"/>
                  </a:lnTo>
                  <a:lnTo>
                    <a:pt x="624852" y="47752"/>
                  </a:lnTo>
                  <a:lnTo>
                    <a:pt x="624852" y="44450"/>
                  </a:lnTo>
                  <a:lnTo>
                    <a:pt x="624852" y="10160"/>
                  </a:lnTo>
                  <a:lnTo>
                    <a:pt x="624852" y="508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321051" y="2461259"/>
              <a:ext cx="617220" cy="44450"/>
            </a:xfrm>
            <a:custGeom>
              <a:avLst/>
              <a:gdLst/>
              <a:ahLst/>
              <a:cxnLst/>
              <a:rect l="l" t="t" r="r" b="b"/>
              <a:pathLst>
                <a:path w="617219" h="44450">
                  <a:moveTo>
                    <a:pt x="617220" y="44196"/>
                  </a:moveTo>
                  <a:lnTo>
                    <a:pt x="0" y="44196"/>
                  </a:lnTo>
                  <a:lnTo>
                    <a:pt x="0" y="0"/>
                  </a:lnTo>
                  <a:lnTo>
                    <a:pt x="617220" y="0"/>
                  </a:lnTo>
                  <a:lnTo>
                    <a:pt x="617220" y="441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317991" y="2457703"/>
              <a:ext cx="625475" cy="46355"/>
            </a:xfrm>
            <a:custGeom>
              <a:avLst/>
              <a:gdLst/>
              <a:ahLst/>
              <a:cxnLst/>
              <a:rect l="l" t="t" r="r" b="b"/>
              <a:pathLst>
                <a:path w="625475" h="46355">
                  <a:moveTo>
                    <a:pt x="624852" y="0"/>
                  </a:moveTo>
                  <a:lnTo>
                    <a:pt x="615708" y="0"/>
                  </a:lnTo>
                  <a:lnTo>
                    <a:pt x="615708" y="7620"/>
                  </a:lnTo>
                  <a:lnTo>
                    <a:pt x="615708" y="43180"/>
                  </a:lnTo>
                  <a:lnTo>
                    <a:pt x="7620" y="43180"/>
                  </a:lnTo>
                  <a:lnTo>
                    <a:pt x="7620" y="8128"/>
                  </a:lnTo>
                  <a:lnTo>
                    <a:pt x="7620" y="7620"/>
                  </a:lnTo>
                  <a:lnTo>
                    <a:pt x="615708" y="7620"/>
                  </a:lnTo>
                  <a:lnTo>
                    <a:pt x="61570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7620"/>
                  </a:lnTo>
                  <a:lnTo>
                    <a:pt x="0" y="43180"/>
                  </a:lnTo>
                  <a:lnTo>
                    <a:pt x="0" y="46240"/>
                  </a:lnTo>
                  <a:lnTo>
                    <a:pt x="624852" y="46240"/>
                  </a:lnTo>
                  <a:lnTo>
                    <a:pt x="624852" y="43180"/>
                  </a:lnTo>
                  <a:lnTo>
                    <a:pt x="624852" y="7620"/>
                  </a:lnTo>
                  <a:lnTo>
                    <a:pt x="624852" y="508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321051" y="2503932"/>
              <a:ext cx="617220" cy="47625"/>
            </a:xfrm>
            <a:custGeom>
              <a:avLst/>
              <a:gdLst/>
              <a:ahLst/>
              <a:cxnLst/>
              <a:rect l="l" t="t" r="r" b="b"/>
              <a:pathLst>
                <a:path w="617219" h="47625">
                  <a:moveTo>
                    <a:pt x="617220" y="47243"/>
                  </a:moveTo>
                  <a:lnTo>
                    <a:pt x="0" y="47243"/>
                  </a:lnTo>
                  <a:lnTo>
                    <a:pt x="0" y="0"/>
                  </a:lnTo>
                  <a:lnTo>
                    <a:pt x="617220" y="0"/>
                  </a:lnTo>
                  <a:lnTo>
                    <a:pt x="617220" y="472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317991" y="2500388"/>
              <a:ext cx="625475" cy="49530"/>
            </a:xfrm>
            <a:custGeom>
              <a:avLst/>
              <a:gdLst/>
              <a:ahLst/>
              <a:cxnLst/>
              <a:rect l="l" t="t" r="r" b="b"/>
              <a:pathLst>
                <a:path w="625475" h="49530">
                  <a:moveTo>
                    <a:pt x="624852" y="0"/>
                  </a:moveTo>
                  <a:lnTo>
                    <a:pt x="615708" y="0"/>
                  </a:lnTo>
                  <a:lnTo>
                    <a:pt x="615708" y="10160"/>
                  </a:lnTo>
                  <a:lnTo>
                    <a:pt x="615708" y="45720"/>
                  </a:lnTo>
                  <a:lnTo>
                    <a:pt x="7620" y="45720"/>
                  </a:lnTo>
                  <a:lnTo>
                    <a:pt x="7620" y="10160"/>
                  </a:lnTo>
                  <a:lnTo>
                    <a:pt x="4572" y="10160"/>
                  </a:lnTo>
                  <a:lnTo>
                    <a:pt x="4572" y="9652"/>
                  </a:lnTo>
                  <a:lnTo>
                    <a:pt x="7620" y="9652"/>
                  </a:lnTo>
                  <a:lnTo>
                    <a:pt x="7620" y="10160"/>
                  </a:lnTo>
                  <a:lnTo>
                    <a:pt x="615708" y="10160"/>
                  </a:lnTo>
                  <a:lnTo>
                    <a:pt x="61570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45720"/>
                  </a:lnTo>
                  <a:lnTo>
                    <a:pt x="0" y="49263"/>
                  </a:lnTo>
                  <a:lnTo>
                    <a:pt x="624852" y="49263"/>
                  </a:lnTo>
                  <a:lnTo>
                    <a:pt x="624852" y="45720"/>
                  </a:lnTo>
                  <a:lnTo>
                    <a:pt x="624852" y="10160"/>
                  </a:lnTo>
                  <a:lnTo>
                    <a:pt x="624852" y="508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2321051" y="2549651"/>
              <a:ext cx="617220" cy="45720"/>
            </a:xfrm>
            <a:custGeom>
              <a:avLst/>
              <a:gdLst/>
              <a:ahLst/>
              <a:cxnLst/>
              <a:rect l="l" t="t" r="r" b="b"/>
              <a:pathLst>
                <a:path w="617219" h="45719">
                  <a:moveTo>
                    <a:pt x="617220" y="45720"/>
                  </a:moveTo>
                  <a:lnTo>
                    <a:pt x="0" y="45720"/>
                  </a:lnTo>
                  <a:lnTo>
                    <a:pt x="0" y="0"/>
                  </a:lnTo>
                  <a:lnTo>
                    <a:pt x="617220" y="0"/>
                  </a:lnTo>
                  <a:lnTo>
                    <a:pt x="617220" y="457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317991" y="2546095"/>
              <a:ext cx="625475" cy="48260"/>
            </a:xfrm>
            <a:custGeom>
              <a:avLst/>
              <a:gdLst/>
              <a:ahLst/>
              <a:cxnLst/>
              <a:rect l="l" t="t" r="r" b="b"/>
              <a:pathLst>
                <a:path w="625475" h="48260">
                  <a:moveTo>
                    <a:pt x="624852" y="0"/>
                  </a:moveTo>
                  <a:lnTo>
                    <a:pt x="615708" y="0"/>
                  </a:lnTo>
                  <a:lnTo>
                    <a:pt x="615708" y="10160"/>
                  </a:lnTo>
                  <a:lnTo>
                    <a:pt x="615708" y="43180"/>
                  </a:lnTo>
                  <a:lnTo>
                    <a:pt x="7620" y="43180"/>
                  </a:lnTo>
                  <a:lnTo>
                    <a:pt x="7620" y="10160"/>
                  </a:lnTo>
                  <a:lnTo>
                    <a:pt x="4572" y="10160"/>
                  </a:lnTo>
                  <a:lnTo>
                    <a:pt x="4572" y="9652"/>
                  </a:lnTo>
                  <a:lnTo>
                    <a:pt x="7620" y="9652"/>
                  </a:lnTo>
                  <a:lnTo>
                    <a:pt x="7620" y="10160"/>
                  </a:lnTo>
                  <a:lnTo>
                    <a:pt x="615708" y="10160"/>
                  </a:lnTo>
                  <a:lnTo>
                    <a:pt x="61570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43180"/>
                  </a:lnTo>
                  <a:lnTo>
                    <a:pt x="0" y="47764"/>
                  </a:lnTo>
                  <a:lnTo>
                    <a:pt x="624852" y="47764"/>
                  </a:lnTo>
                  <a:lnTo>
                    <a:pt x="624852" y="43180"/>
                  </a:lnTo>
                  <a:lnTo>
                    <a:pt x="624852" y="10160"/>
                  </a:lnTo>
                  <a:lnTo>
                    <a:pt x="624852" y="508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321051" y="2593848"/>
              <a:ext cx="617220" cy="44450"/>
            </a:xfrm>
            <a:custGeom>
              <a:avLst/>
              <a:gdLst/>
              <a:ahLst/>
              <a:cxnLst/>
              <a:rect l="l" t="t" r="r" b="b"/>
              <a:pathLst>
                <a:path w="617219" h="44450">
                  <a:moveTo>
                    <a:pt x="617220" y="44195"/>
                  </a:moveTo>
                  <a:lnTo>
                    <a:pt x="0" y="44195"/>
                  </a:lnTo>
                  <a:lnTo>
                    <a:pt x="0" y="0"/>
                  </a:lnTo>
                  <a:lnTo>
                    <a:pt x="617220" y="0"/>
                  </a:lnTo>
                  <a:lnTo>
                    <a:pt x="617220" y="441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2317991" y="2588780"/>
              <a:ext cx="625475" cy="48260"/>
            </a:xfrm>
            <a:custGeom>
              <a:avLst/>
              <a:gdLst/>
              <a:ahLst/>
              <a:cxnLst/>
              <a:rect l="l" t="t" r="r" b="b"/>
              <a:pathLst>
                <a:path w="625475" h="48260">
                  <a:moveTo>
                    <a:pt x="624852" y="0"/>
                  </a:moveTo>
                  <a:lnTo>
                    <a:pt x="615708" y="0"/>
                  </a:lnTo>
                  <a:lnTo>
                    <a:pt x="615708" y="10160"/>
                  </a:lnTo>
                  <a:lnTo>
                    <a:pt x="615708" y="44450"/>
                  </a:lnTo>
                  <a:lnTo>
                    <a:pt x="7620" y="44450"/>
                  </a:lnTo>
                  <a:lnTo>
                    <a:pt x="7620" y="10160"/>
                  </a:lnTo>
                  <a:lnTo>
                    <a:pt x="4572" y="10160"/>
                  </a:lnTo>
                  <a:lnTo>
                    <a:pt x="4572" y="9652"/>
                  </a:lnTo>
                  <a:lnTo>
                    <a:pt x="7620" y="9652"/>
                  </a:lnTo>
                  <a:lnTo>
                    <a:pt x="7620" y="10160"/>
                  </a:lnTo>
                  <a:lnTo>
                    <a:pt x="615708" y="10160"/>
                  </a:lnTo>
                  <a:lnTo>
                    <a:pt x="61570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44450"/>
                  </a:lnTo>
                  <a:lnTo>
                    <a:pt x="0" y="47739"/>
                  </a:lnTo>
                  <a:lnTo>
                    <a:pt x="624852" y="47739"/>
                  </a:lnTo>
                  <a:lnTo>
                    <a:pt x="624852" y="44450"/>
                  </a:lnTo>
                  <a:lnTo>
                    <a:pt x="624852" y="10160"/>
                  </a:lnTo>
                  <a:lnTo>
                    <a:pt x="624852" y="508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321051" y="2636519"/>
              <a:ext cx="617220" cy="44450"/>
            </a:xfrm>
            <a:custGeom>
              <a:avLst/>
              <a:gdLst/>
              <a:ahLst/>
              <a:cxnLst/>
              <a:rect l="l" t="t" r="r" b="b"/>
              <a:pathLst>
                <a:path w="617219" h="44450">
                  <a:moveTo>
                    <a:pt x="617220" y="44196"/>
                  </a:moveTo>
                  <a:lnTo>
                    <a:pt x="0" y="44196"/>
                  </a:lnTo>
                  <a:lnTo>
                    <a:pt x="0" y="0"/>
                  </a:lnTo>
                  <a:lnTo>
                    <a:pt x="617220" y="0"/>
                  </a:lnTo>
                  <a:lnTo>
                    <a:pt x="617220" y="441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2317991" y="2633979"/>
              <a:ext cx="625475" cy="45720"/>
            </a:xfrm>
            <a:custGeom>
              <a:avLst/>
              <a:gdLst/>
              <a:ahLst/>
              <a:cxnLst/>
              <a:rect l="l" t="t" r="r" b="b"/>
              <a:pathLst>
                <a:path w="625475" h="45719">
                  <a:moveTo>
                    <a:pt x="624852" y="0"/>
                  </a:moveTo>
                  <a:lnTo>
                    <a:pt x="615708" y="0"/>
                  </a:lnTo>
                  <a:lnTo>
                    <a:pt x="615708" y="7620"/>
                  </a:lnTo>
                  <a:lnTo>
                    <a:pt x="615708" y="41910"/>
                  </a:lnTo>
                  <a:lnTo>
                    <a:pt x="7620" y="41910"/>
                  </a:lnTo>
                  <a:lnTo>
                    <a:pt x="7620" y="7620"/>
                  </a:lnTo>
                  <a:lnTo>
                    <a:pt x="4572" y="7620"/>
                  </a:lnTo>
                  <a:lnTo>
                    <a:pt x="4572" y="7112"/>
                  </a:lnTo>
                  <a:lnTo>
                    <a:pt x="7620" y="7112"/>
                  </a:lnTo>
                  <a:lnTo>
                    <a:pt x="7620" y="7620"/>
                  </a:lnTo>
                  <a:lnTo>
                    <a:pt x="615708" y="7620"/>
                  </a:lnTo>
                  <a:lnTo>
                    <a:pt x="615708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0" y="7620"/>
                  </a:lnTo>
                  <a:lnTo>
                    <a:pt x="0" y="41910"/>
                  </a:lnTo>
                  <a:lnTo>
                    <a:pt x="0" y="45212"/>
                  </a:lnTo>
                  <a:lnTo>
                    <a:pt x="624852" y="45212"/>
                  </a:lnTo>
                  <a:lnTo>
                    <a:pt x="624852" y="41910"/>
                  </a:lnTo>
                  <a:lnTo>
                    <a:pt x="624852" y="7620"/>
                  </a:lnTo>
                  <a:lnTo>
                    <a:pt x="624852" y="254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321051" y="2679191"/>
              <a:ext cx="617220" cy="44450"/>
            </a:xfrm>
            <a:custGeom>
              <a:avLst/>
              <a:gdLst/>
              <a:ahLst/>
              <a:cxnLst/>
              <a:rect l="l" t="t" r="r" b="b"/>
              <a:pathLst>
                <a:path w="617219" h="44450">
                  <a:moveTo>
                    <a:pt x="617220" y="44196"/>
                  </a:moveTo>
                  <a:lnTo>
                    <a:pt x="0" y="44196"/>
                  </a:lnTo>
                  <a:lnTo>
                    <a:pt x="0" y="0"/>
                  </a:lnTo>
                  <a:lnTo>
                    <a:pt x="617220" y="0"/>
                  </a:lnTo>
                  <a:lnTo>
                    <a:pt x="617220" y="441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2317991" y="2675648"/>
              <a:ext cx="625475" cy="46355"/>
            </a:xfrm>
            <a:custGeom>
              <a:avLst/>
              <a:gdLst/>
              <a:ahLst/>
              <a:cxnLst/>
              <a:rect l="l" t="t" r="r" b="b"/>
              <a:pathLst>
                <a:path w="625475" h="46355">
                  <a:moveTo>
                    <a:pt x="624852" y="0"/>
                  </a:moveTo>
                  <a:lnTo>
                    <a:pt x="615708" y="0"/>
                  </a:lnTo>
                  <a:lnTo>
                    <a:pt x="615708" y="7620"/>
                  </a:lnTo>
                  <a:lnTo>
                    <a:pt x="615708" y="43180"/>
                  </a:lnTo>
                  <a:lnTo>
                    <a:pt x="7620" y="43180"/>
                  </a:lnTo>
                  <a:lnTo>
                    <a:pt x="7620" y="8128"/>
                  </a:lnTo>
                  <a:lnTo>
                    <a:pt x="7620" y="7620"/>
                  </a:lnTo>
                  <a:lnTo>
                    <a:pt x="615708" y="7620"/>
                  </a:lnTo>
                  <a:lnTo>
                    <a:pt x="61570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7620"/>
                  </a:lnTo>
                  <a:lnTo>
                    <a:pt x="0" y="43180"/>
                  </a:lnTo>
                  <a:lnTo>
                    <a:pt x="0" y="46228"/>
                  </a:lnTo>
                  <a:lnTo>
                    <a:pt x="624852" y="46228"/>
                  </a:lnTo>
                  <a:lnTo>
                    <a:pt x="624852" y="43180"/>
                  </a:lnTo>
                  <a:lnTo>
                    <a:pt x="624852" y="7620"/>
                  </a:lnTo>
                  <a:lnTo>
                    <a:pt x="624852" y="508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2321051" y="2721864"/>
              <a:ext cx="617220" cy="45720"/>
            </a:xfrm>
            <a:custGeom>
              <a:avLst/>
              <a:gdLst/>
              <a:ahLst/>
              <a:cxnLst/>
              <a:rect l="l" t="t" r="r" b="b"/>
              <a:pathLst>
                <a:path w="617219" h="45719">
                  <a:moveTo>
                    <a:pt x="617220" y="45719"/>
                  </a:moveTo>
                  <a:lnTo>
                    <a:pt x="0" y="45719"/>
                  </a:lnTo>
                  <a:lnTo>
                    <a:pt x="0" y="0"/>
                  </a:lnTo>
                  <a:lnTo>
                    <a:pt x="617220" y="0"/>
                  </a:lnTo>
                  <a:lnTo>
                    <a:pt x="617220" y="457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2317991" y="2718320"/>
              <a:ext cx="625475" cy="48260"/>
            </a:xfrm>
            <a:custGeom>
              <a:avLst/>
              <a:gdLst/>
              <a:ahLst/>
              <a:cxnLst/>
              <a:rect l="l" t="t" r="r" b="b"/>
              <a:pathLst>
                <a:path w="625475" h="48260">
                  <a:moveTo>
                    <a:pt x="624852" y="0"/>
                  </a:moveTo>
                  <a:lnTo>
                    <a:pt x="615708" y="0"/>
                  </a:lnTo>
                  <a:lnTo>
                    <a:pt x="615708" y="10160"/>
                  </a:lnTo>
                  <a:lnTo>
                    <a:pt x="615708" y="43180"/>
                  </a:lnTo>
                  <a:lnTo>
                    <a:pt x="7620" y="43180"/>
                  </a:lnTo>
                  <a:lnTo>
                    <a:pt x="7620" y="10160"/>
                  </a:lnTo>
                  <a:lnTo>
                    <a:pt x="4572" y="10160"/>
                  </a:lnTo>
                  <a:lnTo>
                    <a:pt x="4572" y="9652"/>
                  </a:lnTo>
                  <a:lnTo>
                    <a:pt x="7620" y="9652"/>
                  </a:lnTo>
                  <a:lnTo>
                    <a:pt x="7620" y="10160"/>
                  </a:lnTo>
                  <a:lnTo>
                    <a:pt x="615708" y="10160"/>
                  </a:lnTo>
                  <a:lnTo>
                    <a:pt x="61570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43180"/>
                  </a:lnTo>
                  <a:lnTo>
                    <a:pt x="0" y="47739"/>
                  </a:lnTo>
                  <a:lnTo>
                    <a:pt x="624852" y="47739"/>
                  </a:lnTo>
                  <a:lnTo>
                    <a:pt x="624852" y="43180"/>
                  </a:lnTo>
                  <a:lnTo>
                    <a:pt x="624852" y="10160"/>
                  </a:lnTo>
                  <a:lnTo>
                    <a:pt x="624852" y="508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321051" y="2766059"/>
              <a:ext cx="617220" cy="47625"/>
            </a:xfrm>
            <a:custGeom>
              <a:avLst/>
              <a:gdLst/>
              <a:ahLst/>
              <a:cxnLst/>
              <a:rect l="l" t="t" r="r" b="b"/>
              <a:pathLst>
                <a:path w="617219" h="47625">
                  <a:moveTo>
                    <a:pt x="617220" y="47243"/>
                  </a:moveTo>
                  <a:lnTo>
                    <a:pt x="0" y="47243"/>
                  </a:lnTo>
                  <a:lnTo>
                    <a:pt x="0" y="0"/>
                  </a:lnTo>
                  <a:lnTo>
                    <a:pt x="617220" y="0"/>
                  </a:lnTo>
                  <a:lnTo>
                    <a:pt x="617220" y="472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317991" y="2760979"/>
              <a:ext cx="625475" cy="55880"/>
            </a:xfrm>
            <a:custGeom>
              <a:avLst/>
              <a:gdLst/>
              <a:ahLst/>
              <a:cxnLst/>
              <a:rect l="l" t="t" r="r" b="b"/>
              <a:pathLst>
                <a:path w="625475" h="55880">
                  <a:moveTo>
                    <a:pt x="624852" y="0"/>
                  </a:moveTo>
                  <a:lnTo>
                    <a:pt x="615708" y="0"/>
                  </a:lnTo>
                  <a:lnTo>
                    <a:pt x="615708" y="10160"/>
                  </a:lnTo>
                  <a:lnTo>
                    <a:pt x="615708" y="45720"/>
                  </a:lnTo>
                  <a:lnTo>
                    <a:pt x="7620" y="45720"/>
                  </a:lnTo>
                  <a:lnTo>
                    <a:pt x="7620" y="10160"/>
                  </a:lnTo>
                  <a:lnTo>
                    <a:pt x="4572" y="10160"/>
                  </a:lnTo>
                  <a:lnTo>
                    <a:pt x="4572" y="9652"/>
                  </a:lnTo>
                  <a:lnTo>
                    <a:pt x="7620" y="9652"/>
                  </a:lnTo>
                  <a:lnTo>
                    <a:pt x="7620" y="10160"/>
                  </a:lnTo>
                  <a:lnTo>
                    <a:pt x="615708" y="10160"/>
                  </a:lnTo>
                  <a:lnTo>
                    <a:pt x="61570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45720"/>
                  </a:lnTo>
                  <a:lnTo>
                    <a:pt x="0" y="55880"/>
                  </a:lnTo>
                  <a:lnTo>
                    <a:pt x="624852" y="55880"/>
                  </a:lnTo>
                  <a:lnTo>
                    <a:pt x="624852" y="45720"/>
                  </a:lnTo>
                  <a:lnTo>
                    <a:pt x="624852" y="10160"/>
                  </a:lnTo>
                  <a:lnTo>
                    <a:pt x="624852" y="508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324099" y="2584703"/>
              <a:ext cx="617220" cy="233679"/>
            </a:xfrm>
            <a:custGeom>
              <a:avLst/>
              <a:gdLst/>
              <a:ahLst/>
              <a:cxnLst/>
              <a:rect l="l" t="t" r="r" b="b"/>
              <a:pathLst>
                <a:path w="617219" h="233680">
                  <a:moveTo>
                    <a:pt x="617220" y="233172"/>
                  </a:moveTo>
                  <a:lnTo>
                    <a:pt x="0" y="230124"/>
                  </a:lnTo>
                  <a:lnTo>
                    <a:pt x="0" y="172212"/>
                  </a:lnTo>
                  <a:lnTo>
                    <a:pt x="6096" y="175260"/>
                  </a:lnTo>
                  <a:lnTo>
                    <a:pt x="158495" y="175260"/>
                  </a:lnTo>
                  <a:lnTo>
                    <a:pt x="155448" y="0"/>
                  </a:lnTo>
                  <a:lnTo>
                    <a:pt x="464819" y="0"/>
                  </a:lnTo>
                  <a:lnTo>
                    <a:pt x="464819" y="175260"/>
                  </a:lnTo>
                  <a:lnTo>
                    <a:pt x="617220" y="175260"/>
                  </a:lnTo>
                  <a:lnTo>
                    <a:pt x="617220" y="2331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2321051" y="2581656"/>
              <a:ext cx="623570" cy="241300"/>
            </a:xfrm>
            <a:custGeom>
              <a:avLst/>
              <a:gdLst/>
              <a:ahLst/>
              <a:cxnLst/>
              <a:rect l="l" t="t" r="r" b="b"/>
              <a:pathLst>
                <a:path w="623569" h="241300">
                  <a:moveTo>
                    <a:pt x="166116" y="182879"/>
                  </a:moveTo>
                  <a:lnTo>
                    <a:pt x="9144" y="182879"/>
                  </a:lnTo>
                  <a:lnTo>
                    <a:pt x="9144" y="178307"/>
                  </a:lnTo>
                  <a:lnTo>
                    <a:pt x="10668" y="175259"/>
                  </a:lnTo>
                  <a:lnTo>
                    <a:pt x="156972" y="175259"/>
                  </a:lnTo>
                  <a:lnTo>
                    <a:pt x="153924" y="0"/>
                  </a:lnTo>
                  <a:lnTo>
                    <a:pt x="472440" y="0"/>
                  </a:lnTo>
                  <a:lnTo>
                    <a:pt x="472440" y="7619"/>
                  </a:lnTo>
                  <a:lnTo>
                    <a:pt x="163068" y="7619"/>
                  </a:lnTo>
                  <a:lnTo>
                    <a:pt x="165877" y="169163"/>
                  </a:lnTo>
                  <a:lnTo>
                    <a:pt x="165983" y="175259"/>
                  </a:lnTo>
                  <a:lnTo>
                    <a:pt x="166105" y="182270"/>
                  </a:lnTo>
                  <a:lnTo>
                    <a:pt x="166116" y="182879"/>
                  </a:lnTo>
                  <a:close/>
                </a:path>
                <a:path w="623569" h="241300">
                  <a:moveTo>
                    <a:pt x="623316" y="231647"/>
                  </a:moveTo>
                  <a:lnTo>
                    <a:pt x="615696" y="231647"/>
                  </a:lnTo>
                  <a:lnTo>
                    <a:pt x="615696" y="182879"/>
                  </a:lnTo>
                  <a:lnTo>
                    <a:pt x="463296" y="182879"/>
                  </a:lnTo>
                  <a:lnTo>
                    <a:pt x="463296" y="7619"/>
                  </a:lnTo>
                  <a:lnTo>
                    <a:pt x="472440" y="7619"/>
                  </a:lnTo>
                  <a:lnTo>
                    <a:pt x="472440" y="175259"/>
                  </a:lnTo>
                  <a:lnTo>
                    <a:pt x="623316" y="175259"/>
                  </a:lnTo>
                  <a:lnTo>
                    <a:pt x="623316" y="231647"/>
                  </a:lnTo>
                  <a:close/>
                </a:path>
                <a:path w="623569" h="241300">
                  <a:moveTo>
                    <a:pt x="623316" y="240791"/>
                  </a:moveTo>
                  <a:lnTo>
                    <a:pt x="0" y="237743"/>
                  </a:lnTo>
                  <a:lnTo>
                    <a:pt x="0" y="169163"/>
                  </a:lnTo>
                  <a:lnTo>
                    <a:pt x="10668" y="175259"/>
                  </a:lnTo>
                  <a:lnTo>
                    <a:pt x="3048" y="175259"/>
                  </a:lnTo>
                  <a:lnTo>
                    <a:pt x="1524" y="179831"/>
                  </a:lnTo>
                  <a:lnTo>
                    <a:pt x="7620" y="182270"/>
                  </a:lnTo>
                  <a:lnTo>
                    <a:pt x="7620" y="228599"/>
                  </a:lnTo>
                  <a:lnTo>
                    <a:pt x="623316" y="231647"/>
                  </a:lnTo>
                  <a:lnTo>
                    <a:pt x="623316" y="240791"/>
                  </a:lnTo>
                  <a:close/>
                </a:path>
                <a:path w="623569" h="241300">
                  <a:moveTo>
                    <a:pt x="7620" y="182270"/>
                  </a:moveTo>
                  <a:lnTo>
                    <a:pt x="1524" y="179831"/>
                  </a:lnTo>
                  <a:lnTo>
                    <a:pt x="3048" y="175259"/>
                  </a:lnTo>
                  <a:lnTo>
                    <a:pt x="7620" y="175259"/>
                  </a:lnTo>
                  <a:lnTo>
                    <a:pt x="7620" y="182270"/>
                  </a:lnTo>
                  <a:close/>
                </a:path>
                <a:path w="623569" h="241300">
                  <a:moveTo>
                    <a:pt x="9144" y="182879"/>
                  </a:moveTo>
                  <a:lnTo>
                    <a:pt x="7620" y="182270"/>
                  </a:lnTo>
                  <a:lnTo>
                    <a:pt x="7620" y="175259"/>
                  </a:lnTo>
                  <a:lnTo>
                    <a:pt x="9144" y="175259"/>
                  </a:lnTo>
                  <a:lnTo>
                    <a:pt x="9144" y="182879"/>
                  </a:lnTo>
                  <a:close/>
                </a:path>
                <a:path w="623569" h="241300">
                  <a:moveTo>
                    <a:pt x="9144" y="178307"/>
                  </a:moveTo>
                  <a:lnTo>
                    <a:pt x="9144" y="175259"/>
                  </a:lnTo>
                  <a:lnTo>
                    <a:pt x="10668" y="175259"/>
                  </a:lnTo>
                  <a:lnTo>
                    <a:pt x="9144" y="178307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2250947" y="2161031"/>
              <a:ext cx="73660" cy="680085"/>
            </a:xfrm>
            <a:custGeom>
              <a:avLst/>
              <a:gdLst/>
              <a:ahLst/>
              <a:cxnLst/>
              <a:rect l="l" t="t" r="r" b="b"/>
              <a:pathLst>
                <a:path w="73660" h="680085">
                  <a:moveTo>
                    <a:pt x="45719" y="679704"/>
                  </a:moveTo>
                  <a:lnTo>
                    <a:pt x="36575" y="679704"/>
                  </a:lnTo>
                  <a:lnTo>
                    <a:pt x="27431" y="679704"/>
                  </a:lnTo>
                  <a:lnTo>
                    <a:pt x="13715" y="670560"/>
                  </a:lnTo>
                  <a:lnTo>
                    <a:pt x="7619" y="665988"/>
                  </a:lnTo>
                  <a:lnTo>
                    <a:pt x="4571" y="659892"/>
                  </a:lnTo>
                  <a:lnTo>
                    <a:pt x="1523" y="650748"/>
                  </a:lnTo>
                  <a:lnTo>
                    <a:pt x="0" y="643128"/>
                  </a:lnTo>
                  <a:lnTo>
                    <a:pt x="0" y="33528"/>
                  </a:lnTo>
                  <a:lnTo>
                    <a:pt x="1523" y="25908"/>
                  </a:lnTo>
                  <a:lnTo>
                    <a:pt x="4571" y="19812"/>
                  </a:lnTo>
                  <a:lnTo>
                    <a:pt x="7619" y="10668"/>
                  </a:lnTo>
                  <a:lnTo>
                    <a:pt x="13715" y="6096"/>
                  </a:lnTo>
                  <a:lnTo>
                    <a:pt x="22859" y="3048"/>
                  </a:lnTo>
                  <a:lnTo>
                    <a:pt x="27431" y="0"/>
                  </a:lnTo>
                  <a:lnTo>
                    <a:pt x="45719" y="0"/>
                  </a:lnTo>
                  <a:lnTo>
                    <a:pt x="50291" y="3048"/>
                  </a:lnTo>
                  <a:lnTo>
                    <a:pt x="59435" y="6096"/>
                  </a:lnTo>
                  <a:lnTo>
                    <a:pt x="65531" y="10668"/>
                  </a:lnTo>
                  <a:lnTo>
                    <a:pt x="68579" y="19812"/>
                  </a:lnTo>
                  <a:lnTo>
                    <a:pt x="71627" y="25908"/>
                  </a:lnTo>
                  <a:lnTo>
                    <a:pt x="73151" y="33528"/>
                  </a:lnTo>
                  <a:lnTo>
                    <a:pt x="73151" y="643128"/>
                  </a:lnTo>
                  <a:lnTo>
                    <a:pt x="71627" y="650748"/>
                  </a:lnTo>
                  <a:lnTo>
                    <a:pt x="68579" y="659892"/>
                  </a:lnTo>
                  <a:lnTo>
                    <a:pt x="65531" y="665988"/>
                  </a:lnTo>
                  <a:lnTo>
                    <a:pt x="59435" y="670560"/>
                  </a:lnTo>
                  <a:lnTo>
                    <a:pt x="45719" y="6797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2246375" y="2156460"/>
              <a:ext cx="82550" cy="688975"/>
            </a:xfrm>
            <a:custGeom>
              <a:avLst/>
              <a:gdLst/>
              <a:ahLst/>
              <a:cxnLst/>
              <a:rect l="l" t="t" r="r" b="b"/>
              <a:pathLst>
                <a:path w="82550" h="688975">
                  <a:moveTo>
                    <a:pt x="50292" y="688847"/>
                  </a:moveTo>
                  <a:lnTo>
                    <a:pt x="32004" y="688847"/>
                  </a:lnTo>
                  <a:lnTo>
                    <a:pt x="24384" y="685799"/>
                  </a:lnTo>
                  <a:lnTo>
                    <a:pt x="15240" y="679703"/>
                  </a:lnTo>
                  <a:lnTo>
                    <a:pt x="9144" y="672084"/>
                  </a:lnTo>
                  <a:lnTo>
                    <a:pt x="6096" y="665988"/>
                  </a:lnTo>
                  <a:lnTo>
                    <a:pt x="0" y="647699"/>
                  </a:lnTo>
                  <a:lnTo>
                    <a:pt x="0" y="38100"/>
                  </a:lnTo>
                  <a:lnTo>
                    <a:pt x="3048" y="28956"/>
                  </a:lnTo>
                  <a:lnTo>
                    <a:pt x="6096" y="22860"/>
                  </a:lnTo>
                  <a:lnTo>
                    <a:pt x="9144" y="13716"/>
                  </a:lnTo>
                  <a:lnTo>
                    <a:pt x="15240" y="6096"/>
                  </a:lnTo>
                  <a:lnTo>
                    <a:pt x="24384" y="3048"/>
                  </a:lnTo>
                  <a:lnTo>
                    <a:pt x="32004" y="0"/>
                  </a:lnTo>
                  <a:lnTo>
                    <a:pt x="41148" y="0"/>
                  </a:lnTo>
                  <a:lnTo>
                    <a:pt x="41148" y="9144"/>
                  </a:lnTo>
                  <a:lnTo>
                    <a:pt x="33528" y="9144"/>
                  </a:lnTo>
                  <a:lnTo>
                    <a:pt x="19812" y="13716"/>
                  </a:lnTo>
                  <a:lnTo>
                    <a:pt x="16764" y="18288"/>
                  </a:lnTo>
                  <a:lnTo>
                    <a:pt x="13716" y="25908"/>
                  </a:lnTo>
                  <a:lnTo>
                    <a:pt x="10668" y="32004"/>
                  </a:lnTo>
                  <a:lnTo>
                    <a:pt x="7620" y="39624"/>
                  </a:lnTo>
                  <a:lnTo>
                    <a:pt x="7620" y="646176"/>
                  </a:lnTo>
                  <a:lnTo>
                    <a:pt x="10668" y="653796"/>
                  </a:lnTo>
                  <a:lnTo>
                    <a:pt x="15240" y="667512"/>
                  </a:lnTo>
                  <a:lnTo>
                    <a:pt x="21336" y="672084"/>
                  </a:lnTo>
                  <a:lnTo>
                    <a:pt x="28956" y="678180"/>
                  </a:lnTo>
                  <a:lnTo>
                    <a:pt x="33528" y="679703"/>
                  </a:lnTo>
                  <a:lnTo>
                    <a:pt x="67056" y="679703"/>
                  </a:lnTo>
                  <a:lnTo>
                    <a:pt x="57912" y="685799"/>
                  </a:lnTo>
                  <a:lnTo>
                    <a:pt x="50292" y="688847"/>
                  </a:lnTo>
                  <a:close/>
                </a:path>
                <a:path w="82550" h="688975">
                  <a:moveTo>
                    <a:pt x="67056" y="679703"/>
                  </a:moveTo>
                  <a:lnTo>
                    <a:pt x="48768" y="679703"/>
                  </a:lnTo>
                  <a:lnTo>
                    <a:pt x="53340" y="678180"/>
                  </a:lnTo>
                  <a:lnTo>
                    <a:pt x="60960" y="672084"/>
                  </a:lnTo>
                  <a:lnTo>
                    <a:pt x="65532" y="667512"/>
                  </a:lnTo>
                  <a:lnTo>
                    <a:pt x="68580" y="662940"/>
                  </a:lnTo>
                  <a:lnTo>
                    <a:pt x="71628" y="653796"/>
                  </a:lnTo>
                  <a:lnTo>
                    <a:pt x="74676" y="646176"/>
                  </a:lnTo>
                  <a:lnTo>
                    <a:pt x="74676" y="39624"/>
                  </a:lnTo>
                  <a:lnTo>
                    <a:pt x="71628" y="32004"/>
                  </a:lnTo>
                  <a:lnTo>
                    <a:pt x="68580" y="25908"/>
                  </a:lnTo>
                  <a:lnTo>
                    <a:pt x="65532" y="18288"/>
                  </a:lnTo>
                  <a:lnTo>
                    <a:pt x="60960" y="13716"/>
                  </a:lnTo>
                  <a:lnTo>
                    <a:pt x="53340" y="10668"/>
                  </a:lnTo>
                  <a:lnTo>
                    <a:pt x="48768" y="9144"/>
                  </a:lnTo>
                  <a:lnTo>
                    <a:pt x="41148" y="9144"/>
                  </a:lnTo>
                  <a:lnTo>
                    <a:pt x="41148" y="0"/>
                  </a:lnTo>
                  <a:lnTo>
                    <a:pt x="50292" y="0"/>
                  </a:lnTo>
                  <a:lnTo>
                    <a:pt x="56388" y="3048"/>
                  </a:lnTo>
                  <a:lnTo>
                    <a:pt x="67056" y="6096"/>
                  </a:lnTo>
                  <a:lnTo>
                    <a:pt x="73152" y="13716"/>
                  </a:lnTo>
                  <a:lnTo>
                    <a:pt x="76200" y="22860"/>
                  </a:lnTo>
                  <a:lnTo>
                    <a:pt x="79248" y="28956"/>
                  </a:lnTo>
                  <a:lnTo>
                    <a:pt x="82296" y="38100"/>
                  </a:lnTo>
                  <a:lnTo>
                    <a:pt x="82296" y="647699"/>
                  </a:lnTo>
                  <a:lnTo>
                    <a:pt x="76200" y="665988"/>
                  </a:lnTo>
                  <a:lnTo>
                    <a:pt x="73152" y="672084"/>
                  </a:lnTo>
                  <a:lnTo>
                    <a:pt x="67056" y="679703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7900" y="2811779"/>
              <a:ext cx="146303" cy="126492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77311" y="2811780"/>
              <a:ext cx="143255" cy="126491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2250948" y="2929127"/>
              <a:ext cx="769620" cy="0"/>
            </a:xfrm>
            <a:custGeom>
              <a:avLst/>
              <a:gdLst/>
              <a:ahLst/>
              <a:cxnLst/>
              <a:rect l="l" t="t" r="r" b="b"/>
              <a:pathLst>
                <a:path w="769619" h="0">
                  <a:moveTo>
                    <a:pt x="0" y="0"/>
                  </a:moveTo>
                  <a:lnTo>
                    <a:pt x="769619" y="0"/>
                  </a:lnTo>
                </a:path>
              </a:pathLst>
            </a:custGeom>
            <a:ln w="476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2244851" y="2924556"/>
              <a:ext cx="782320" cy="10795"/>
            </a:xfrm>
            <a:custGeom>
              <a:avLst/>
              <a:gdLst/>
              <a:ahLst/>
              <a:cxnLst/>
              <a:rect l="l" t="t" r="r" b="b"/>
              <a:pathLst>
                <a:path w="782319" h="10794">
                  <a:moveTo>
                    <a:pt x="781812" y="10667"/>
                  </a:moveTo>
                  <a:lnTo>
                    <a:pt x="0" y="10667"/>
                  </a:lnTo>
                  <a:lnTo>
                    <a:pt x="0" y="0"/>
                  </a:lnTo>
                  <a:lnTo>
                    <a:pt x="781812" y="0"/>
                  </a:lnTo>
                  <a:lnTo>
                    <a:pt x="781812" y="10667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1" name="object 71" descr=""/>
          <p:cNvGrpSpPr/>
          <p:nvPr/>
        </p:nvGrpSpPr>
        <p:grpSpPr>
          <a:xfrm>
            <a:off x="2168651" y="1210055"/>
            <a:ext cx="1062355" cy="780415"/>
            <a:chOff x="2168651" y="1210055"/>
            <a:chExt cx="1062355" cy="780415"/>
          </a:xfrm>
        </p:grpSpPr>
        <p:sp>
          <p:nvSpPr>
            <p:cNvPr id="72" name="object 72" descr=""/>
            <p:cNvSpPr/>
            <p:nvPr/>
          </p:nvSpPr>
          <p:spPr>
            <a:xfrm>
              <a:off x="3031236" y="1506740"/>
              <a:ext cx="200025" cy="119380"/>
            </a:xfrm>
            <a:custGeom>
              <a:avLst/>
              <a:gdLst/>
              <a:ahLst/>
              <a:cxnLst/>
              <a:rect l="l" t="t" r="r" b="b"/>
              <a:pathLst>
                <a:path w="200025" h="119380">
                  <a:moveTo>
                    <a:pt x="199644" y="0"/>
                  </a:moveTo>
                  <a:lnTo>
                    <a:pt x="192024" y="0"/>
                  </a:lnTo>
                  <a:lnTo>
                    <a:pt x="192024" y="10160"/>
                  </a:lnTo>
                  <a:lnTo>
                    <a:pt x="192024" y="110490"/>
                  </a:lnTo>
                  <a:lnTo>
                    <a:pt x="7620" y="110490"/>
                  </a:lnTo>
                  <a:lnTo>
                    <a:pt x="7620" y="10160"/>
                  </a:lnTo>
                  <a:lnTo>
                    <a:pt x="4572" y="10160"/>
                  </a:lnTo>
                  <a:lnTo>
                    <a:pt x="4572" y="9652"/>
                  </a:lnTo>
                  <a:lnTo>
                    <a:pt x="7620" y="9652"/>
                  </a:lnTo>
                  <a:lnTo>
                    <a:pt x="7620" y="10160"/>
                  </a:lnTo>
                  <a:lnTo>
                    <a:pt x="192024" y="10160"/>
                  </a:lnTo>
                  <a:lnTo>
                    <a:pt x="192024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110490"/>
                  </a:lnTo>
                  <a:lnTo>
                    <a:pt x="0" y="119380"/>
                  </a:lnTo>
                  <a:lnTo>
                    <a:pt x="199644" y="119380"/>
                  </a:lnTo>
                  <a:lnTo>
                    <a:pt x="199644" y="110490"/>
                  </a:lnTo>
                  <a:lnTo>
                    <a:pt x="199644" y="10160"/>
                  </a:lnTo>
                  <a:lnTo>
                    <a:pt x="199644" y="5080"/>
                  </a:lnTo>
                  <a:lnTo>
                    <a:pt x="199644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2948939" y="1409700"/>
              <a:ext cx="135890" cy="318770"/>
            </a:xfrm>
            <a:custGeom>
              <a:avLst/>
              <a:gdLst/>
              <a:ahLst/>
              <a:cxnLst/>
              <a:rect l="l" t="t" r="r" b="b"/>
              <a:pathLst>
                <a:path w="135889" h="318769">
                  <a:moveTo>
                    <a:pt x="74676" y="318515"/>
                  </a:moveTo>
                  <a:lnTo>
                    <a:pt x="68580" y="318515"/>
                  </a:lnTo>
                  <a:lnTo>
                    <a:pt x="60960" y="318515"/>
                  </a:lnTo>
                  <a:lnTo>
                    <a:pt x="48768" y="312419"/>
                  </a:lnTo>
                  <a:lnTo>
                    <a:pt x="19812" y="271271"/>
                  </a:lnTo>
                  <a:lnTo>
                    <a:pt x="6096" y="219455"/>
                  </a:lnTo>
                  <a:lnTo>
                    <a:pt x="0" y="160020"/>
                  </a:lnTo>
                  <a:lnTo>
                    <a:pt x="3048" y="124967"/>
                  </a:lnTo>
                  <a:lnTo>
                    <a:pt x="12192" y="68579"/>
                  </a:lnTo>
                  <a:lnTo>
                    <a:pt x="32004" y="24384"/>
                  </a:lnTo>
                  <a:lnTo>
                    <a:pt x="60960" y="0"/>
                  </a:lnTo>
                  <a:lnTo>
                    <a:pt x="74676" y="0"/>
                  </a:lnTo>
                  <a:lnTo>
                    <a:pt x="83820" y="1524"/>
                  </a:lnTo>
                  <a:lnTo>
                    <a:pt x="89916" y="4572"/>
                  </a:lnTo>
                  <a:lnTo>
                    <a:pt x="94488" y="10667"/>
                  </a:lnTo>
                  <a:lnTo>
                    <a:pt x="106680" y="24384"/>
                  </a:lnTo>
                  <a:lnTo>
                    <a:pt x="114300" y="45720"/>
                  </a:lnTo>
                  <a:lnTo>
                    <a:pt x="123444" y="68579"/>
                  </a:lnTo>
                  <a:lnTo>
                    <a:pt x="129540" y="97535"/>
                  </a:lnTo>
                  <a:lnTo>
                    <a:pt x="135636" y="124967"/>
                  </a:lnTo>
                  <a:lnTo>
                    <a:pt x="135636" y="192023"/>
                  </a:lnTo>
                  <a:lnTo>
                    <a:pt x="129540" y="219455"/>
                  </a:lnTo>
                  <a:lnTo>
                    <a:pt x="123444" y="248411"/>
                  </a:lnTo>
                  <a:lnTo>
                    <a:pt x="114300" y="271271"/>
                  </a:lnTo>
                  <a:lnTo>
                    <a:pt x="106680" y="292607"/>
                  </a:lnTo>
                  <a:lnTo>
                    <a:pt x="94488" y="306323"/>
                  </a:lnTo>
                  <a:lnTo>
                    <a:pt x="89916" y="312419"/>
                  </a:lnTo>
                  <a:lnTo>
                    <a:pt x="83820" y="315467"/>
                  </a:lnTo>
                  <a:lnTo>
                    <a:pt x="74676" y="3185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2944367" y="1405128"/>
              <a:ext cx="143510" cy="326390"/>
            </a:xfrm>
            <a:custGeom>
              <a:avLst/>
              <a:gdLst/>
              <a:ahLst/>
              <a:cxnLst/>
              <a:rect l="l" t="t" r="r" b="b"/>
              <a:pathLst>
                <a:path w="143510" h="326389">
                  <a:moveTo>
                    <a:pt x="80772" y="326136"/>
                  </a:moveTo>
                  <a:lnTo>
                    <a:pt x="64008" y="326136"/>
                  </a:lnTo>
                  <a:lnTo>
                    <a:pt x="51816" y="320040"/>
                  </a:lnTo>
                  <a:lnTo>
                    <a:pt x="21336" y="278892"/>
                  </a:lnTo>
                  <a:lnTo>
                    <a:pt x="6096" y="225551"/>
                  </a:lnTo>
                  <a:lnTo>
                    <a:pt x="0" y="164592"/>
                  </a:lnTo>
                  <a:lnTo>
                    <a:pt x="3048" y="129540"/>
                  </a:lnTo>
                  <a:lnTo>
                    <a:pt x="12192" y="71628"/>
                  </a:lnTo>
                  <a:lnTo>
                    <a:pt x="33528" y="27432"/>
                  </a:lnTo>
                  <a:lnTo>
                    <a:pt x="64008" y="0"/>
                  </a:lnTo>
                  <a:lnTo>
                    <a:pt x="70104" y="0"/>
                  </a:lnTo>
                  <a:lnTo>
                    <a:pt x="70104" y="7620"/>
                  </a:lnTo>
                  <a:lnTo>
                    <a:pt x="65532" y="7620"/>
                  </a:lnTo>
                  <a:lnTo>
                    <a:pt x="56388" y="13716"/>
                  </a:lnTo>
                  <a:lnTo>
                    <a:pt x="28956" y="51816"/>
                  </a:lnTo>
                  <a:lnTo>
                    <a:pt x="15240" y="102108"/>
                  </a:lnTo>
                  <a:lnTo>
                    <a:pt x="9144" y="164592"/>
                  </a:lnTo>
                  <a:lnTo>
                    <a:pt x="12192" y="195072"/>
                  </a:lnTo>
                  <a:lnTo>
                    <a:pt x="19812" y="252984"/>
                  </a:lnTo>
                  <a:lnTo>
                    <a:pt x="39624" y="294132"/>
                  </a:lnTo>
                  <a:lnTo>
                    <a:pt x="65532" y="318515"/>
                  </a:lnTo>
                  <a:lnTo>
                    <a:pt x="97536" y="318515"/>
                  </a:lnTo>
                  <a:lnTo>
                    <a:pt x="96012" y="320040"/>
                  </a:lnTo>
                  <a:lnTo>
                    <a:pt x="89916" y="323088"/>
                  </a:lnTo>
                  <a:lnTo>
                    <a:pt x="80772" y="326136"/>
                  </a:lnTo>
                  <a:close/>
                </a:path>
                <a:path w="143510" h="326389">
                  <a:moveTo>
                    <a:pt x="77724" y="7620"/>
                  </a:moveTo>
                  <a:lnTo>
                    <a:pt x="70104" y="7620"/>
                  </a:lnTo>
                  <a:lnTo>
                    <a:pt x="70104" y="0"/>
                  </a:lnTo>
                  <a:lnTo>
                    <a:pt x="77724" y="0"/>
                  </a:lnTo>
                  <a:lnTo>
                    <a:pt x="77724" y="7620"/>
                  </a:lnTo>
                  <a:close/>
                </a:path>
                <a:path w="143510" h="326389">
                  <a:moveTo>
                    <a:pt x="97536" y="318515"/>
                  </a:moveTo>
                  <a:lnTo>
                    <a:pt x="79248" y="318515"/>
                  </a:lnTo>
                  <a:lnTo>
                    <a:pt x="86868" y="315468"/>
                  </a:lnTo>
                  <a:lnTo>
                    <a:pt x="91440" y="312420"/>
                  </a:lnTo>
                  <a:lnTo>
                    <a:pt x="115824" y="274320"/>
                  </a:lnTo>
                  <a:lnTo>
                    <a:pt x="135636" y="195072"/>
                  </a:lnTo>
                  <a:lnTo>
                    <a:pt x="135636" y="131064"/>
                  </a:lnTo>
                  <a:lnTo>
                    <a:pt x="123444" y="73152"/>
                  </a:lnTo>
                  <a:lnTo>
                    <a:pt x="106680" y="32004"/>
                  </a:lnTo>
                  <a:lnTo>
                    <a:pt x="79248" y="7620"/>
                  </a:lnTo>
                  <a:lnTo>
                    <a:pt x="77724" y="7620"/>
                  </a:lnTo>
                  <a:lnTo>
                    <a:pt x="77724" y="0"/>
                  </a:lnTo>
                  <a:lnTo>
                    <a:pt x="80772" y="0"/>
                  </a:lnTo>
                  <a:lnTo>
                    <a:pt x="89916" y="3048"/>
                  </a:lnTo>
                  <a:lnTo>
                    <a:pt x="123444" y="48768"/>
                  </a:lnTo>
                  <a:lnTo>
                    <a:pt x="138684" y="100584"/>
                  </a:lnTo>
                  <a:lnTo>
                    <a:pt x="143256" y="129540"/>
                  </a:lnTo>
                  <a:lnTo>
                    <a:pt x="143256" y="196596"/>
                  </a:lnTo>
                  <a:lnTo>
                    <a:pt x="132588" y="254508"/>
                  </a:lnTo>
                  <a:lnTo>
                    <a:pt x="114300" y="298703"/>
                  </a:lnTo>
                  <a:lnTo>
                    <a:pt x="102108" y="313944"/>
                  </a:lnTo>
                  <a:lnTo>
                    <a:pt x="97536" y="318515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2892551" y="1316735"/>
              <a:ext cx="114300" cy="494030"/>
            </a:xfrm>
            <a:custGeom>
              <a:avLst/>
              <a:gdLst/>
              <a:ahLst/>
              <a:cxnLst/>
              <a:rect l="l" t="t" r="r" b="b"/>
              <a:pathLst>
                <a:path w="114300" h="494030">
                  <a:moveTo>
                    <a:pt x="68579" y="493775"/>
                  </a:moveTo>
                  <a:lnTo>
                    <a:pt x="56387" y="493775"/>
                  </a:lnTo>
                  <a:lnTo>
                    <a:pt x="45719" y="493775"/>
                  </a:lnTo>
                  <a:lnTo>
                    <a:pt x="33527" y="487680"/>
                  </a:lnTo>
                  <a:lnTo>
                    <a:pt x="25907" y="483107"/>
                  </a:lnTo>
                  <a:lnTo>
                    <a:pt x="16763" y="473963"/>
                  </a:lnTo>
                  <a:lnTo>
                    <a:pt x="7619" y="461771"/>
                  </a:lnTo>
                  <a:lnTo>
                    <a:pt x="0" y="435863"/>
                  </a:lnTo>
                  <a:lnTo>
                    <a:pt x="0" y="57912"/>
                  </a:lnTo>
                  <a:lnTo>
                    <a:pt x="16763" y="19812"/>
                  </a:lnTo>
                  <a:lnTo>
                    <a:pt x="45719" y="0"/>
                  </a:lnTo>
                  <a:lnTo>
                    <a:pt x="68579" y="0"/>
                  </a:lnTo>
                  <a:lnTo>
                    <a:pt x="105155" y="32003"/>
                  </a:lnTo>
                  <a:lnTo>
                    <a:pt x="108203" y="42671"/>
                  </a:lnTo>
                  <a:lnTo>
                    <a:pt x="114299" y="57912"/>
                  </a:lnTo>
                  <a:lnTo>
                    <a:pt x="114299" y="435863"/>
                  </a:lnTo>
                  <a:lnTo>
                    <a:pt x="108203" y="451103"/>
                  </a:lnTo>
                  <a:lnTo>
                    <a:pt x="105155" y="461771"/>
                  </a:lnTo>
                  <a:lnTo>
                    <a:pt x="97535" y="473963"/>
                  </a:lnTo>
                  <a:lnTo>
                    <a:pt x="88391" y="483107"/>
                  </a:lnTo>
                  <a:lnTo>
                    <a:pt x="79247" y="487680"/>
                  </a:lnTo>
                  <a:lnTo>
                    <a:pt x="68579" y="4937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2168652" y="1252219"/>
              <a:ext cx="843280" cy="657860"/>
            </a:xfrm>
            <a:custGeom>
              <a:avLst/>
              <a:gdLst/>
              <a:ahLst/>
              <a:cxnLst/>
              <a:rect l="l" t="t" r="r" b="b"/>
              <a:pathLst>
                <a:path w="843280" h="657860">
                  <a:moveTo>
                    <a:pt x="146304" y="256552"/>
                  </a:moveTo>
                  <a:lnTo>
                    <a:pt x="140208" y="213880"/>
                  </a:lnTo>
                  <a:lnTo>
                    <a:pt x="137160" y="194830"/>
                  </a:lnTo>
                  <a:lnTo>
                    <a:pt x="137160" y="258064"/>
                  </a:lnTo>
                  <a:lnTo>
                    <a:pt x="137160" y="351040"/>
                  </a:lnTo>
                  <a:lnTo>
                    <a:pt x="131064" y="393700"/>
                  </a:lnTo>
                  <a:lnTo>
                    <a:pt x="126492" y="431812"/>
                  </a:lnTo>
                  <a:lnTo>
                    <a:pt x="117348" y="465340"/>
                  </a:lnTo>
                  <a:lnTo>
                    <a:pt x="109728" y="492772"/>
                  </a:lnTo>
                  <a:lnTo>
                    <a:pt x="94488" y="512584"/>
                  </a:lnTo>
                  <a:lnTo>
                    <a:pt x="89916" y="521728"/>
                  </a:lnTo>
                  <a:lnTo>
                    <a:pt x="85344" y="526300"/>
                  </a:lnTo>
                  <a:lnTo>
                    <a:pt x="80772" y="527824"/>
                  </a:lnTo>
                  <a:lnTo>
                    <a:pt x="68580" y="527824"/>
                  </a:lnTo>
                  <a:lnTo>
                    <a:pt x="39624" y="492772"/>
                  </a:lnTo>
                  <a:lnTo>
                    <a:pt x="19812" y="431812"/>
                  </a:lnTo>
                  <a:lnTo>
                    <a:pt x="13716" y="393700"/>
                  </a:lnTo>
                  <a:lnTo>
                    <a:pt x="9144" y="351040"/>
                  </a:lnTo>
                  <a:lnTo>
                    <a:pt x="9144" y="258064"/>
                  </a:lnTo>
                  <a:lnTo>
                    <a:pt x="13716" y="215404"/>
                  </a:lnTo>
                  <a:lnTo>
                    <a:pt x="19812" y="177304"/>
                  </a:lnTo>
                  <a:lnTo>
                    <a:pt x="39624" y="114820"/>
                  </a:lnTo>
                  <a:lnTo>
                    <a:pt x="60960" y="82816"/>
                  </a:lnTo>
                  <a:lnTo>
                    <a:pt x="68580" y="81280"/>
                  </a:lnTo>
                  <a:lnTo>
                    <a:pt x="77724" y="81280"/>
                  </a:lnTo>
                  <a:lnTo>
                    <a:pt x="80772" y="81280"/>
                  </a:lnTo>
                  <a:lnTo>
                    <a:pt x="85344" y="82816"/>
                  </a:lnTo>
                  <a:lnTo>
                    <a:pt x="89916" y="87388"/>
                  </a:lnTo>
                  <a:lnTo>
                    <a:pt x="94488" y="96532"/>
                  </a:lnTo>
                  <a:lnTo>
                    <a:pt x="109728" y="116344"/>
                  </a:lnTo>
                  <a:lnTo>
                    <a:pt x="117348" y="143776"/>
                  </a:lnTo>
                  <a:lnTo>
                    <a:pt x="126492" y="177304"/>
                  </a:lnTo>
                  <a:lnTo>
                    <a:pt x="131064" y="215404"/>
                  </a:lnTo>
                  <a:lnTo>
                    <a:pt x="137160" y="258064"/>
                  </a:lnTo>
                  <a:lnTo>
                    <a:pt x="137160" y="194830"/>
                  </a:lnTo>
                  <a:lnTo>
                    <a:pt x="134112" y="175780"/>
                  </a:lnTo>
                  <a:lnTo>
                    <a:pt x="117348" y="111772"/>
                  </a:lnTo>
                  <a:lnTo>
                    <a:pt x="89916" y="75184"/>
                  </a:lnTo>
                  <a:lnTo>
                    <a:pt x="82296" y="72136"/>
                  </a:lnTo>
                  <a:lnTo>
                    <a:pt x="77724" y="72136"/>
                  </a:lnTo>
                  <a:lnTo>
                    <a:pt x="68580" y="72136"/>
                  </a:lnTo>
                  <a:lnTo>
                    <a:pt x="67056" y="72136"/>
                  </a:lnTo>
                  <a:lnTo>
                    <a:pt x="56388" y="75184"/>
                  </a:lnTo>
                  <a:lnTo>
                    <a:pt x="32004" y="111772"/>
                  </a:lnTo>
                  <a:lnTo>
                    <a:pt x="12192" y="175780"/>
                  </a:lnTo>
                  <a:lnTo>
                    <a:pt x="6096" y="213880"/>
                  </a:lnTo>
                  <a:lnTo>
                    <a:pt x="0" y="256552"/>
                  </a:lnTo>
                  <a:lnTo>
                    <a:pt x="0" y="352564"/>
                  </a:lnTo>
                  <a:lnTo>
                    <a:pt x="6096" y="395224"/>
                  </a:lnTo>
                  <a:lnTo>
                    <a:pt x="12192" y="433336"/>
                  </a:lnTo>
                  <a:lnTo>
                    <a:pt x="32004" y="497344"/>
                  </a:lnTo>
                  <a:lnTo>
                    <a:pt x="56388" y="533920"/>
                  </a:lnTo>
                  <a:lnTo>
                    <a:pt x="67056" y="536968"/>
                  </a:lnTo>
                  <a:lnTo>
                    <a:pt x="82296" y="536968"/>
                  </a:lnTo>
                  <a:lnTo>
                    <a:pt x="89916" y="533920"/>
                  </a:lnTo>
                  <a:lnTo>
                    <a:pt x="94792" y="527824"/>
                  </a:lnTo>
                  <a:lnTo>
                    <a:pt x="96012" y="526300"/>
                  </a:lnTo>
                  <a:lnTo>
                    <a:pt x="102108" y="517144"/>
                  </a:lnTo>
                  <a:lnTo>
                    <a:pt x="117348" y="497344"/>
                  </a:lnTo>
                  <a:lnTo>
                    <a:pt x="126492" y="468388"/>
                  </a:lnTo>
                  <a:lnTo>
                    <a:pt x="134112" y="433336"/>
                  </a:lnTo>
                  <a:lnTo>
                    <a:pt x="140208" y="395224"/>
                  </a:lnTo>
                  <a:lnTo>
                    <a:pt x="146304" y="352564"/>
                  </a:lnTo>
                  <a:lnTo>
                    <a:pt x="146304" y="256552"/>
                  </a:lnTo>
                  <a:close/>
                </a:path>
                <a:path w="843280" h="657860">
                  <a:moveTo>
                    <a:pt x="726935" y="623824"/>
                  </a:moveTo>
                  <a:lnTo>
                    <a:pt x="717791" y="614680"/>
                  </a:lnTo>
                  <a:lnTo>
                    <a:pt x="714743" y="613575"/>
                  </a:lnTo>
                  <a:lnTo>
                    <a:pt x="714743" y="623824"/>
                  </a:lnTo>
                  <a:lnTo>
                    <a:pt x="711695" y="626872"/>
                  </a:lnTo>
                  <a:lnTo>
                    <a:pt x="699503" y="631444"/>
                  </a:lnTo>
                  <a:lnTo>
                    <a:pt x="676643" y="637540"/>
                  </a:lnTo>
                  <a:lnTo>
                    <a:pt x="565391" y="648208"/>
                  </a:lnTo>
                  <a:lnTo>
                    <a:pt x="368795" y="648208"/>
                  </a:lnTo>
                  <a:lnTo>
                    <a:pt x="288023" y="640588"/>
                  </a:lnTo>
                  <a:lnTo>
                    <a:pt x="237731" y="631444"/>
                  </a:lnTo>
                  <a:lnTo>
                    <a:pt x="220967" y="623824"/>
                  </a:lnTo>
                  <a:lnTo>
                    <a:pt x="222491" y="622300"/>
                  </a:lnTo>
                  <a:lnTo>
                    <a:pt x="237731" y="617728"/>
                  </a:lnTo>
                  <a:lnTo>
                    <a:pt x="260591" y="614680"/>
                  </a:lnTo>
                  <a:lnTo>
                    <a:pt x="288023" y="608584"/>
                  </a:lnTo>
                  <a:lnTo>
                    <a:pt x="368795" y="602488"/>
                  </a:lnTo>
                  <a:lnTo>
                    <a:pt x="470065" y="599516"/>
                  </a:lnTo>
                  <a:lnTo>
                    <a:pt x="565391" y="602488"/>
                  </a:lnTo>
                  <a:lnTo>
                    <a:pt x="646163" y="608584"/>
                  </a:lnTo>
                  <a:lnTo>
                    <a:pt x="676643" y="614680"/>
                  </a:lnTo>
                  <a:lnTo>
                    <a:pt x="699503" y="617728"/>
                  </a:lnTo>
                  <a:lnTo>
                    <a:pt x="711695" y="622300"/>
                  </a:lnTo>
                  <a:lnTo>
                    <a:pt x="714743" y="623824"/>
                  </a:lnTo>
                  <a:lnTo>
                    <a:pt x="714743" y="613575"/>
                  </a:lnTo>
                  <a:lnTo>
                    <a:pt x="701027" y="608584"/>
                  </a:lnTo>
                  <a:lnTo>
                    <a:pt x="678167" y="605536"/>
                  </a:lnTo>
                  <a:lnTo>
                    <a:pt x="646163" y="599440"/>
                  </a:lnTo>
                  <a:lnTo>
                    <a:pt x="565391" y="594868"/>
                  </a:lnTo>
                  <a:lnTo>
                    <a:pt x="472427" y="592061"/>
                  </a:lnTo>
                  <a:lnTo>
                    <a:pt x="468528" y="591934"/>
                  </a:lnTo>
                  <a:lnTo>
                    <a:pt x="464756" y="592048"/>
                  </a:lnTo>
                  <a:lnTo>
                    <a:pt x="367271" y="594868"/>
                  </a:lnTo>
                  <a:lnTo>
                    <a:pt x="288023" y="599440"/>
                  </a:lnTo>
                  <a:lnTo>
                    <a:pt x="259067" y="605536"/>
                  </a:lnTo>
                  <a:lnTo>
                    <a:pt x="234683" y="608584"/>
                  </a:lnTo>
                  <a:lnTo>
                    <a:pt x="216395" y="614680"/>
                  </a:lnTo>
                  <a:lnTo>
                    <a:pt x="211823" y="623824"/>
                  </a:lnTo>
                  <a:lnTo>
                    <a:pt x="216395" y="632968"/>
                  </a:lnTo>
                  <a:lnTo>
                    <a:pt x="234683" y="640588"/>
                  </a:lnTo>
                  <a:lnTo>
                    <a:pt x="259067" y="645160"/>
                  </a:lnTo>
                  <a:lnTo>
                    <a:pt x="288023" y="648208"/>
                  </a:lnTo>
                  <a:lnTo>
                    <a:pt x="367271" y="657352"/>
                  </a:lnTo>
                  <a:lnTo>
                    <a:pt x="565391" y="657352"/>
                  </a:lnTo>
                  <a:lnTo>
                    <a:pt x="646163" y="648208"/>
                  </a:lnTo>
                  <a:lnTo>
                    <a:pt x="678167" y="645160"/>
                  </a:lnTo>
                  <a:lnTo>
                    <a:pt x="701027" y="640588"/>
                  </a:lnTo>
                  <a:lnTo>
                    <a:pt x="717791" y="634492"/>
                  </a:lnTo>
                  <a:lnTo>
                    <a:pt x="726935" y="623824"/>
                  </a:lnTo>
                  <a:close/>
                </a:path>
                <a:path w="843280" h="657860">
                  <a:moveTo>
                    <a:pt x="774192" y="0"/>
                  </a:moveTo>
                  <a:lnTo>
                    <a:pt x="765048" y="0"/>
                  </a:lnTo>
                  <a:lnTo>
                    <a:pt x="765048" y="10160"/>
                  </a:lnTo>
                  <a:lnTo>
                    <a:pt x="765048" y="43180"/>
                  </a:lnTo>
                  <a:lnTo>
                    <a:pt x="156959" y="43180"/>
                  </a:lnTo>
                  <a:lnTo>
                    <a:pt x="156959" y="10160"/>
                  </a:lnTo>
                  <a:lnTo>
                    <a:pt x="153911" y="10160"/>
                  </a:lnTo>
                  <a:lnTo>
                    <a:pt x="153911" y="9664"/>
                  </a:lnTo>
                  <a:lnTo>
                    <a:pt x="156959" y="9664"/>
                  </a:lnTo>
                  <a:lnTo>
                    <a:pt x="156959" y="10160"/>
                  </a:lnTo>
                  <a:lnTo>
                    <a:pt x="765048" y="10160"/>
                  </a:lnTo>
                  <a:lnTo>
                    <a:pt x="765048" y="0"/>
                  </a:lnTo>
                  <a:lnTo>
                    <a:pt x="149339" y="0"/>
                  </a:lnTo>
                  <a:lnTo>
                    <a:pt x="149339" y="5080"/>
                  </a:lnTo>
                  <a:lnTo>
                    <a:pt x="149339" y="10160"/>
                  </a:lnTo>
                  <a:lnTo>
                    <a:pt x="149339" y="43180"/>
                  </a:lnTo>
                  <a:lnTo>
                    <a:pt x="149339" y="46240"/>
                  </a:lnTo>
                  <a:lnTo>
                    <a:pt x="774192" y="46240"/>
                  </a:lnTo>
                  <a:lnTo>
                    <a:pt x="774192" y="43180"/>
                  </a:lnTo>
                  <a:lnTo>
                    <a:pt x="774192" y="10160"/>
                  </a:lnTo>
                  <a:lnTo>
                    <a:pt x="774192" y="5080"/>
                  </a:lnTo>
                  <a:lnTo>
                    <a:pt x="774192" y="0"/>
                  </a:lnTo>
                  <a:close/>
                </a:path>
                <a:path w="843280" h="657860">
                  <a:moveTo>
                    <a:pt x="842772" y="120916"/>
                  </a:moveTo>
                  <a:lnTo>
                    <a:pt x="836676" y="107200"/>
                  </a:lnTo>
                  <a:lnTo>
                    <a:pt x="833628" y="95008"/>
                  </a:lnTo>
                  <a:lnTo>
                    <a:pt x="833628" y="122440"/>
                  </a:lnTo>
                  <a:lnTo>
                    <a:pt x="833628" y="500392"/>
                  </a:lnTo>
                  <a:lnTo>
                    <a:pt x="827532" y="514108"/>
                  </a:lnTo>
                  <a:lnTo>
                    <a:pt x="826008" y="524776"/>
                  </a:lnTo>
                  <a:lnTo>
                    <a:pt x="816864" y="535444"/>
                  </a:lnTo>
                  <a:lnTo>
                    <a:pt x="809244" y="543064"/>
                  </a:lnTo>
                  <a:lnTo>
                    <a:pt x="801624" y="549160"/>
                  </a:lnTo>
                  <a:lnTo>
                    <a:pt x="790956" y="553732"/>
                  </a:lnTo>
                  <a:lnTo>
                    <a:pt x="769620" y="553732"/>
                  </a:lnTo>
                  <a:lnTo>
                    <a:pt x="736092" y="524776"/>
                  </a:lnTo>
                  <a:lnTo>
                    <a:pt x="733044" y="514108"/>
                  </a:lnTo>
                  <a:lnTo>
                    <a:pt x="726948" y="500392"/>
                  </a:lnTo>
                  <a:lnTo>
                    <a:pt x="726948" y="122440"/>
                  </a:lnTo>
                  <a:lnTo>
                    <a:pt x="733044" y="108724"/>
                  </a:lnTo>
                  <a:lnTo>
                    <a:pt x="736092" y="98056"/>
                  </a:lnTo>
                  <a:lnTo>
                    <a:pt x="743712" y="87388"/>
                  </a:lnTo>
                  <a:lnTo>
                    <a:pt x="751332" y="79768"/>
                  </a:lnTo>
                  <a:lnTo>
                    <a:pt x="760476" y="73672"/>
                  </a:lnTo>
                  <a:lnTo>
                    <a:pt x="769620" y="69100"/>
                  </a:lnTo>
                  <a:lnTo>
                    <a:pt x="780288" y="69100"/>
                  </a:lnTo>
                  <a:lnTo>
                    <a:pt x="790956" y="69100"/>
                  </a:lnTo>
                  <a:lnTo>
                    <a:pt x="826008" y="98056"/>
                  </a:lnTo>
                  <a:lnTo>
                    <a:pt x="827532" y="108724"/>
                  </a:lnTo>
                  <a:lnTo>
                    <a:pt x="833628" y="122440"/>
                  </a:lnTo>
                  <a:lnTo>
                    <a:pt x="833628" y="95008"/>
                  </a:lnTo>
                  <a:lnTo>
                    <a:pt x="824484" y="82816"/>
                  </a:lnTo>
                  <a:lnTo>
                    <a:pt x="815340" y="73672"/>
                  </a:lnTo>
                  <a:lnTo>
                    <a:pt x="806196" y="67576"/>
                  </a:lnTo>
                  <a:lnTo>
                    <a:pt x="792480" y="59956"/>
                  </a:lnTo>
                  <a:lnTo>
                    <a:pt x="780288" y="59956"/>
                  </a:lnTo>
                  <a:lnTo>
                    <a:pt x="768096" y="59956"/>
                  </a:lnTo>
                  <a:lnTo>
                    <a:pt x="737616" y="82816"/>
                  </a:lnTo>
                  <a:lnTo>
                    <a:pt x="725424" y="107200"/>
                  </a:lnTo>
                  <a:lnTo>
                    <a:pt x="719328" y="120916"/>
                  </a:lnTo>
                  <a:lnTo>
                    <a:pt x="719328" y="501916"/>
                  </a:lnTo>
                  <a:lnTo>
                    <a:pt x="725424" y="517156"/>
                  </a:lnTo>
                  <a:lnTo>
                    <a:pt x="728472" y="529348"/>
                  </a:lnTo>
                  <a:lnTo>
                    <a:pt x="737616" y="541540"/>
                  </a:lnTo>
                  <a:lnTo>
                    <a:pt x="746760" y="550684"/>
                  </a:lnTo>
                  <a:lnTo>
                    <a:pt x="755904" y="556780"/>
                  </a:lnTo>
                  <a:lnTo>
                    <a:pt x="768096" y="562876"/>
                  </a:lnTo>
                  <a:lnTo>
                    <a:pt x="792480" y="562876"/>
                  </a:lnTo>
                  <a:lnTo>
                    <a:pt x="806196" y="556780"/>
                  </a:lnTo>
                  <a:lnTo>
                    <a:pt x="810768" y="553732"/>
                  </a:lnTo>
                  <a:lnTo>
                    <a:pt x="815340" y="550684"/>
                  </a:lnTo>
                  <a:lnTo>
                    <a:pt x="824484" y="541540"/>
                  </a:lnTo>
                  <a:lnTo>
                    <a:pt x="833628" y="529348"/>
                  </a:lnTo>
                  <a:lnTo>
                    <a:pt x="836676" y="517156"/>
                  </a:lnTo>
                  <a:lnTo>
                    <a:pt x="842772" y="501916"/>
                  </a:lnTo>
                  <a:lnTo>
                    <a:pt x="842772" y="120916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2321051" y="1298448"/>
              <a:ext cx="617220" cy="45720"/>
            </a:xfrm>
            <a:custGeom>
              <a:avLst/>
              <a:gdLst/>
              <a:ahLst/>
              <a:cxnLst/>
              <a:rect l="l" t="t" r="r" b="b"/>
              <a:pathLst>
                <a:path w="617219" h="45719">
                  <a:moveTo>
                    <a:pt x="617220" y="45719"/>
                  </a:moveTo>
                  <a:lnTo>
                    <a:pt x="0" y="45719"/>
                  </a:lnTo>
                  <a:lnTo>
                    <a:pt x="0" y="0"/>
                  </a:lnTo>
                  <a:lnTo>
                    <a:pt x="617220" y="0"/>
                  </a:lnTo>
                  <a:lnTo>
                    <a:pt x="617220" y="457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2317991" y="1294891"/>
              <a:ext cx="625475" cy="48260"/>
            </a:xfrm>
            <a:custGeom>
              <a:avLst/>
              <a:gdLst/>
              <a:ahLst/>
              <a:cxnLst/>
              <a:rect l="l" t="t" r="r" b="b"/>
              <a:pathLst>
                <a:path w="625475" h="48259">
                  <a:moveTo>
                    <a:pt x="624852" y="0"/>
                  </a:moveTo>
                  <a:lnTo>
                    <a:pt x="615708" y="0"/>
                  </a:lnTo>
                  <a:lnTo>
                    <a:pt x="615708" y="10160"/>
                  </a:lnTo>
                  <a:lnTo>
                    <a:pt x="615708" y="43180"/>
                  </a:lnTo>
                  <a:lnTo>
                    <a:pt x="7620" y="43180"/>
                  </a:lnTo>
                  <a:lnTo>
                    <a:pt x="7620" y="10160"/>
                  </a:lnTo>
                  <a:lnTo>
                    <a:pt x="4572" y="10160"/>
                  </a:lnTo>
                  <a:lnTo>
                    <a:pt x="4572" y="9652"/>
                  </a:lnTo>
                  <a:lnTo>
                    <a:pt x="7620" y="9652"/>
                  </a:lnTo>
                  <a:lnTo>
                    <a:pt x="7620" y="10160"/>
                  </a:lnTo>
                  <a:lnTo>
                    <a:pt x="615708" y="10160"/>
                  </a:lnTo>
                  <a:lnTo>
                    <a:pt x="61570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43180"/>
                  </a:lnTo>
                  <a:lnTo>
                    <a:pt x="0" y="47764"/>
                  </a:lnTo>
                  <a:lnTo>
                    <a:pt x="624852" y="47764"/>
                  </a:lnTo>
                  <a:lnTo>
                    <a:pt x="624852" y="43180"/>
                  </a:lnTo>
                  <a:lnTo>
                    <a:pt x="624852" y="10160"/>
                  </a:lnTo>
                  <a:lnTo>
                    <a:pt x="624852" y="508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2321051" y="1342644"/>
              <a:ext cx="617220" cy="44450"/>
            </a:xfrm>
            <a:custGeom>
              <a:avLst/>
              <a:gdLst/>
              <a:ahLst/>
              <a:cxnLst/>
              <a:rect l="l" t="t" r="r" b="b"/>
              <a:pathLst>
                <a:path w="617219" h="44450">
                  <a:moveTo>
                    <a:pt x="617220" y="44195"/>
                  </a:moveTo>
                  <a:lnTo>
                    <a:pt x="0" y="44195"/>
                  </a:lnTo>
                  <a:lnTo>
                    <a:pt x="0" y="0"/>
                  </a:lnTo>
                  <a:lnTo>
                    <a:pt x="617220" y="0"/>
                  </a:lnTo>
                  <a:lnTo>
                    <a:pt x="617220" y="441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2317991" y="1337576"/>
              <a:ext cx="625475" cy="48260"/>
            </a:xfrm>
            <a:custGeom>
              <a:avLst/>
              <a:gdLst/>
              <a:ahLst/>
              <a:cxnLst/>
              <a:rect l="l" t="t" r="r" b="b"/>
              <a:pathLst>
                <a:path w="625475" h="48259">
                  <a:moveTo>
                    <a:pt x="624852" y="0"/>
                  </a:moveTo>
                  <a:lnTo>
                    <a:pt x="615708" y="0"/>
                  </a:lnTo>
                  <a:lnTo>
                    <a:pt x="615708" y="10160"/>
                  </a:lnTo>
                  <a:lnTo>
                    <a:pt x="615708" y="44450"/>
                  </a:lnTo>
                  <a:lnTo>
                    <a:pt x="7620" y="44450"/>
                  </a:lnTo>
                  <a:lnTo>
                    <a:pt x="7620" y="10160"/>
                  </a:lnTo>
                  <a:lnTo>
                    <a:pt x="4572" y="10160"/>
                  </a:lnTo>
                  <a:lnTo>
                    <a:pt x="4572" y="9652"/>
                  </a:lnTo>
                  <a:lnTo>
                    <a:pt x="7620" y="9652"/>
                  </a:lnTo>
                  <a:lnTo>
                    <a:pt x="7620" y="10160"/>
                  </a:lnTo>
                  <a:lnTo>
                    <a:pt x="615708" y="10160"/>
                  </a:lnTo>
                  <a:lnTo>
                    <a:pt x="61570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44450"/>
                  </a:lnTo>
                  <a:lnTo>
                    <a:pt x="0" y="47752"/>
                  </a:lnTo>
                  <a:lnTo>
                    <a:pt x="624852" y="47752"/>
                  </a:lnTo>
                  <a:lnTo>
                    <a:pt x="624852" y="44450"/>
                  </a:lnTo>
                  <a:lnTo>
                    <a:pt x="624852" y="10160"/>
                  </a:lnTo>
                  <a:lnTo>
                    <a:pt x="624852" y="508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2321051" y="1385315"/>
              <a:ext cx="617220" cy="44450"/>
            </a:xfrm>
            <a:custGeom>
              <a:avLst/>
              <a:gdLst/>
              <a:ahLst/>
              <a:cxnLst/>
              <a:rect l="l" t="t" r="r" b="b"/>
              <a:pathLst>
                <a:path w="617219" h="44450">
                  <a:moveTo>
                    <a:pt x="617220" y="44196"/>
                  </a:moveTo>
                  <a:lnTo>
                    <a:pt x="0" y="44196"/>
                  </a:lnTo>
                  <a:lnTo>
                    <a:pt x="0" y="0"/>
                  </a:lnTo>
                  <a:lnTo>
                    <a:pt x="617220" y="0"/>
                  </a:lnTo>
                  <a:lnTo>
                    <a:pt x="617220" y="441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2317991" y="1382788"/>
              <a:ext cx="625475" cy="45720"/>
            </a:xfrm>
            <a:custGeom>
              <a:avLst/>
              <a:gdLst/>
              <a:ahLst/>
              <a:cxnLst/>
              <a:rect l="l" t="t" r="r" b="b"/>
              <a:pathLst>
                <a:path w="625475" h="45719">
                  <a:moveTo>
                    <a:pt x="624852" y="0"/>
                  </a:moveTo>
                  <a:lnTo>
                    <a:pt x="615708" y="0"/>
                  </a:lnTo>
                  <a:lnTo>
                    <a:pt x="615708" y="7620"/>
                  </a:lnTo>
                  <a:lnTo>
                    <a:pt x="615708" y="41910"/>
                  </a:lnTo>
                  <a:lnTo>
                    <a:pt x="7620" y="41910"/>
                  </a:lnTo>
                  <a:lnTo>
                    <a:pt x="7620" y="7620"/>
                  </a:lnTo>
                  <a:lnTo>
                    <a:pt x="4572" y="7620"/>
                  </a:lnTo>
                  <a:lnTo>
                    <a:pt x="4572" y="7112"/>
                  </a:lnTo>
                  <a:lnTo>
                    <a:pt x="7620" y="7112"/>
                  </a:lnTo>
                  <a:lnTo>
                    <a:pt x="7620" y="7620"/>
                  </a:lnTo>
                  <a:lnTo>
                    <a:pt x="615708" y="7620"/>
                  </a:lnTo>
                  <a:lnTo>
                    <a:pt x="615708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0" y="7620"/>
                  </a:lnTo>
                  <a:lnTo>
                    <a:pt x="0" y="41910"/>
                  </a:lnTo>
                  <a:lnTo>
                    <a:pt x="0" y="45199"/>
                  </a:lnTo>
                  <a:lnTo>
                    <a:pt x="624852" y="45199"/>
                  </a:lnTo>
                  <a:lnTo>
                    <a:pt x="624852" y="41910"/>
                  </a:lnTo>
                  <a:lnTo>
                    <a:pt x="624852" y="7620"/>
                  </a:lnTo>
                  <a:lnTo>
                    <a:pt x="624852" y="254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2321051" y="1427987"/>
              <a:ext cx="617220" cy="44450"/>
            </a:xfrm>
            <a:custGeom>
              <a:avLst/>
              <a:gdLst/>
              <a:ahLst/>
              <a:cxnLst/>
              <a:rect l="l" t="t" r="r" b="b"/>
              <a:pathLst>
                <a:path w="617219" h="44450">
                  <a:moveTo>
                    <a:pt x="617220" y="44196"/>
                  </a:moveTo>
                  <a:lnTo>
                    <a:pt x="0" y="44196"/>
                  </a:lnTo>
                  <a:lnTo>
                    <a:pt x="0" y="0"/>
                  </a:lnTo>
                  <a:lnTo>
                    <a:pt x="617220" y="0"/>
                  </a:lnTo>
                  <a:lnTo>
                    <a:pt x="617220" y="441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2317991" y="1424444"/>
              <a:ext cx="625475" cy="46355"/>
            </a:xfrm>
            <a:custGeom>
              <a:avLst/>
              <a:gdLst/>
              <a:ahLst/>
              <a:cxnLst/>
              <a:rect l="l" t="t" r="r" b="b"/>
              <a:pathLst>
                <a:path w="625475" h="46355">
                  <a:moveTo>
                    <a:pt x="624852" y="0"/>
                  </a:moveTo>
                  <a:lnTo>
                    <a:pt x="615708" y="0"/>
                  </a:lnTo>
                  <a:lnTo>
                    <a:pt x="615708" y="10160"/>
                  </a:lnTo>
                  <a:lnTo>
                    <a:pt x="615708" y="43180"/>
                  </a:lnTo>
                  <a:lnTo>
                    <a:pt x="7620" y="43180"/>
                  </a:lnTo>
                  <a:lnTo>
                    <a:pt x="7620" y="10160"/>
                  </a:lnTo>
                  <a:lnTo>
                    <a:pt x="4572" y="10160"/>
                  </a:lnTo>
                  <a:lnTo>
                    <a:pt x="4572" y="9652"/>
                  </a:lnTo>
                  <a:lnTo>
                    <a:pt x="7620" y="9652"/>
                  </a:lnTo>
                  <a:lnTo>
                    <a:pt x="7620" y="10160"/>
                  </a:lnTo>
                  <a:lnTo>
                    <a:pt x="615708" y="10160"/>
                  </a:lnTo>
                  <a:lnTo>
                    <a:pt x="61570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43180"/>
                  </a:lnTo>
                  <a:lnTo>
                    <a:pt x="0" y="46215"/>
                  </a:lnTo>
                  <a:lnTo>
                    <a:pt x="624852" y="46215"/>
                  </a:lnTo>
                  <a:lnTo>
                    <a:pt x="624852" y="43180"/>
                  </a:lnTo>
                  <a:lnTo>
                    <a:pt x="624852" y="10160"/>
                  </a:lnTo>
                  <a:lnTo>
                    <a:pt x="624852" y="508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2321051" y="1470659"/>
              <a:ext cx="617220" cy="48895"/>
            </a:xfrm>
            <a:custGeom>
              <a:avLst/>
              <a:gdLst/>
              <a:ahLst/>
              <a:cxnLst/>
              <a:rect l="l" t="t" r="r" b="b"/>
              <a:pathLst>
                <a:path w="617219" h="48894">
                  <a:moveTo>
                    <a:pt x="617220" y="48768"/>
                  </a:moveTo>
                  <a:lnTo>
                    <a:pt x="0" y="48768"/>
                  </a:lnTo>
                  <a:lnTo>
                    <a:pt x="0" y="0"/>
                  </a:lnTo>
                  <a:lnTo>
                    <a:pt x="617220" y="0"/>
                  </a:lnTo>
                  <a:lnTo>
                    <a:pt x="617220" y="487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2317991" y="1467103"/>
              <a:ext cx="625475" cy="51435"/>
            </a:xfrm>
            <a:custGeom>
              <a:avLst/>
              <a:gdLst/>
              <a:ahLst/>
              <a:cxnLst/>
              <a:rect l="l" t="t" r="r" b="b"/>
              <a:pathLst>
                <a:path w="625475" h="51434">
                  <a:moveTo>
                    <a:pt x="624852" y="0"/>
                  </a:moveTo>
                  <a:lnTo>
                    <a:pt x="615708" y="0"/>
                  </a:lnTo>
                  <a:lnTo>
                    <a:pt x="615708" y="10160"/>
                  </a:lnTo>
                  <a:lnTo>
                    <a:pt x="615708" y="45720"/>
                  </a:lnTo>
                  <a:lnTo>
                    <a:pt x="7620" y="45720"/>
                  </a:lnTo>
                  <a:lnTo>
                    <a:pt x="7620" y="10160"/>
                  </a:lnTo>
                  <a:lnTo>
                    <a:pt x="4572" y="10160"/>
                  </a:lnTo>
                  <a:lnTo>
                    <a:pt x="4572" y="9652"/>
                  </a:lnTo>
                  <a:lnTo>
                    <a:pt x="7620" y="9652"/>
                  </a:lnTo>
                  <a:lnTo>
                    <a:pt x="7620" y="10160"/>
                  </a:lnTo>
                  <a:lnTo>
                    <a:pt x="615708" y="10160"/>
                  </a:lnTo>
                  <a:lnTo>
                    <a:pt x="61570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45720"/>
                  </a:lnTo>
                  <a:lnTo>
                    <a:pt x="0" y="50812"/>
                  </a:lnTo>
                  <a:lnTo>
                    <a:pt x="624852" y="50812"/>
                  </a:lnTo>
                  <a:lnTo>
                    <a:pt x="624852" y="45720"/>
                  </a:lnTo>
                  <a:lnTo>
                    <a:pt x="624852" y="10160"/>
                  </a:lnTo>
                  <a:lnTo>
                    <a:pt x="624852" y="508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2321051" y="1517903"/>
              <a:ext cx="617220" cy="44450"/>
            </a:xfrm>
            <a:custGeom>
              <a:avLst/>
              <a:gdLst/>
              <a:ahLst/>
              <a:cxnLst/>
              <a:rect l="l" t="t" r="r" b="b"/>
              <a:pathLst>
                <a:path w="617219" h="44450">
                  <a:moveTo>
                    <a:pt x="617220" y="44195"/>
                  </a:moveTo>
                  <a:lnTo>
                    <a:pt x="0" y="44195"/>
                  </a:lnTo>
                  <a:lnTo>
                    <a:pt x="0" y="0"/>
                  </a:lnTo>
                  <a:lnTo>
                    <a:pt x="617220" y="0"/>
                  </a:lnTo>
                  <a:lnTo>
                    <a:pt x="617220" y="441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2317991" y="1512836"/>
              <a:ext cx="625475" cy="48260"/>
            </a:xfrm>
            <a:custGeom>
              <a:avLst/>
              <a:gdLst/>
              <a:ahLst/>
              <a:cxnLst/>
              <a:rect l="l" t="t" r="r" b="b"/>
              <a:pathLst>
                <a:path w="625475" h="48259">
                  <a:moveTo>
                    <a:pt x="624852" y="0"/>
                  </a:moveTo>
                  <a:lnTo>
                    <a:pt x="615708" y="0"/>
                  </a:lnTo>
                  <a:lnTo>
                    <a:pt x="615708" y="10160"/>
                  </a:lnTo>
                  <a:lnTo>
                    <a:pt x="615708" y="43180"/>
                  </a:lnTo>
                  <a:lnTo>
                    <a:pt x="7620" y="43180"/>
                  </a:lnTo>
                  <a:lnTo>
                    <a:pt x="7620" y="10160"/>
                  </a:lnTo>
                  <a:lnTo>
                    <a:pt x="4572" y="10160"/>
                  </a:lnTo>
                  <a:lnTo>
                    <a:pt x="4572" y="9652"/>
                  </a:lnTo>
                  <a:lnTo>
                    <a:pt x="7620" y="9652"/>
                  </a:lnTo>
                  <a:lnTo>
                    <a:pt x="7620" y="10160"/>
                  </a:lnTo>
                  <a:lnTo>
                    <a:pt x="615708" y="10160"/>
                  </a:lnTo>
                  <a:lnTo>
                    <a:pt x="61570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43180"/>
                  </a:lnTo>
                  <a:lnTo>
                    <a:pt x="0" y="47739"/>
                  </a:lnTo>
                  <a:lnTo>
                    <a:pt x="624852" y="47739"/>
                  </a:lnTo>
                  <a:lnTo>
                    <a:pt x="624852" y="43180"/>
                  </a:lnTo>
                  <a:lnTo>
                    <a:pt x="624852" y="10160"/>
                  </a:lnTo>
                  <a:lnTo>
                    <a:pt x="624852" y="508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2321051" y="1560575"/>
              <a:ext cx="617220" cy="44450"/>
            </a:xfrm>
            <a:custGeom>
              <a:avLst/>
              <a:gdLst/>
              <a:ahLst/>
              <a:cxnLst/>
              <a:rect l="l" t="t" r="r" b="b"/>
              <a:pathLst>
                <a:path w="617219" h="44450">
                  <a:moveTo>
                    <a:pt x="617220" y="44195"/>
                  </a:moveTo>
                  <a:lnTo>
                    <a:pt x="0" y="44195"/>
                  </a:lnTo>
                  <a:lnTo>
                    <a:pt x="0" y="0"/>
                  </a:lnTo>
                  <a:lnTo>
                    <a:pt x="617220" y="0"/>
                  </a:lnTo>
                  <a:lnTo>
                    <a:pt x="617220" y="441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2317991" y="1555495"/>
              <a:ext cx="625475" cy="48260"/>
            </a:xfrm>
            <a:custGeom>
              <a:avLst/>
              <a:gdLst/>
              <a:ahLst/>
              <a:cxnLst/>
              <a:rect l="l" t="t" r="r" b="b"/>
              <a:pathLst>
                <a:path w="625475" h="48259">
                  <a:moveTo>
                    <a:pt x="624852" y="0"/>
                  </a:moveTo>
                  <a:lnTo>
                    <a:pt x="615708" y="0"/>
                  </a:lnTo>
                  <a:lnTo>
                    <a:pt x="615708" y="10160"/>
                  </a:lnTo>
                  <a:lnTo>
                    <a:pt x="615708" y="44450"/>
                  </a:lnTo>
                  <a:lnTo>
                    <a:pt x="7620" y="44450"/>
                  </a:lnTo>
                  <a:lnTo>
                    <a:pt x="7620" y="10160"/>
                  </a:lnTo>
                  <a:lnTo>
                    <a:pt x="4572" y="10160"/>
                  </a:lnTo>
                  <a:lnTo>
                    <a:pt x="4572" y="9652"/>
                  </a:lnTo>
                  <a:lnTo>
                    <a:pt x="7620" y="9652"/>
                  </a:lnTo>
                  <a:lnTo>
                    <a:pt x="7620" y="10160"/>
                  </a:lnTo>
                  <a:lnTo>
                    <a:pt x="615708" y="10160"/>
                  </a:lnTo>
                  <a:lnTo>
                    <a:pt x="61570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44450"/>
                  </a:lnTo>
                  <a:lnTo>
                    <a:pt x="0" y="47764"/>
                  </a:lnTo>
                  <a:lnTo>
                    <a:pt x="624852" y="47764"/>
                  </a:lnTo>
                  <a:lnTo>
                    <a:pt x="624852" y="44450"/>
                  </a:lnTo>
                  <a:lnTo>
                    <a:pt x="624852" y="10160"/>
                  </a:lnTo>
                  <a:lnTo>
                    <a:pt x="624852" y="508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2321051" y="1603248"/>
              <a:ext cx="617220" cy="44450"/>
            </a:xfrm>
            <a:custGeom>
              <a:avLst/>
              <a:gdLst/>
              <a:ahLst/>
              <a:cxnLst/>
              <a:rect l="l" t="t" r="r" b="b"/>
              <a:pathLst>
                <a:path w="617219" h="44450">
                  <a:moveTo>
                    <a:pt x="617220" y="44196"/>
                  </a:moveTo>
                  <a:lnTo>
                    <a:pt x="0" y="44196"/>
                  </a:lnTo>
                  <a:lnTo>
                    <a:pt x="0" y="0"/>
                  </a:lnTo>
                  <a:lnTo>
                    <a:pt x="617220" y="0"/>
                  </a:lnTo>
                  <a:lnTo>
                    <a:pt x="617220" y="441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2317991" y="1599691"/>
              <a:ext cx="625475" cy="46355"/>
            </a:xfrm>
            <a:custGeom>
              <a:avLst/>
              <a:gdLst/>
              <a:ahLst/>
              <a:cxnLst/>
              <a:rect l="l" t="t" r="r" b="b"/>
              <a:pathLst>
                <a:path w="625475" h="46355">
                  <a:moveTo>
                    <a:pt x="624852" y="0"/>
                  </a:moveTo>
                  <a:lnTo>
                    <a:pt x="615708" y="0"/>
                  </a:lnTo>
                  <a:lnTo>
                    <a:pt x="615708" y="7620"/>
                  </a:lnTo>
                  <a:lnTo>
                    <a:pt x="615708" y="43180"/>
                  </a:lnTo>
                  <a:lnTo>
                    <a:pt x="7620" y="43180"/>
                  </a:lnTo>
                  <a:lnTo>
                    <a:pt x="7620" y="8128"/>
                  </a:lnTo>
                  <a:lnTo>
                    <a:pt x="7620" y="7620"/>
                  </a:lnTo>
                  <a:lnTo>
                    <a:pt x="615708" y="7620"/>
                  </a:lnTo>
                  <a:lnTo>
                    <a:pt x="61570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7620"/>
                  </a:lnTo>
                  <a:lnTo>
                    <a:pt x="0" y="43180"/>
                  </a:lnTo>
                  <a:lnTo>
                    <a:pt x="0" y="46240"/>
                  </a:lnTo>
                  <a:lnTo>
                    <a:pt x="624852" y="46240"/>
                  </a:lnTo>
                  <a:lnTo>
                    <a:pt x="624852" y="43180"/>
                  </a:lnTo>
                  <a:lnTo>
                    <a:pt x="624852" y="7620"/>
                  </a:lnTo>
                  <a:lnTo>
                    <a:pt x="624852" y="508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2321051" y="1645919"/>
              <a:ext cx="617220" cy="45720"/>
            </a:xfrm>
            <a:custGeom>
              <a:avLst/>
              <a:gdLst/>
              <a:ahLst/>
              <a:cxnLst/>
              <a:rect l="l" t="t" r="r" b="b"/>
              <a:pathLst>
                <a:path w="617219" h="45719">
                  <a:moveTo>
                    <a:pt x="617220" y="45720"/>
                  </a:moveTo>
                  <a:lnTo>
                    <a:pt x="0" y="45720"/>
                  </a:lnTo>
                  <a:lnTo>
                    <a:pt x="0" y="0"/>
                  </a:lnTo>
                  <a:lnTo>
                    <a:pt x="617220" y="0"/>
                  </a:lnTo>
                  <a:lnTo>
                    <a:pt x="617220" y="457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2317991" y="1642376"/>
              <a:ext cx="625475" cy="48260"/>
            </a:xfrm>
            <a:custGeom>
              <a:avLst/>
              <a:gdLst/>
              <a:ahLst/>
              <a:cxnLst/>
              <a:rect l="l" t="t" r="r" b="b"/>
              <a:pathLst>
                <a:path w="625475" h="48260">
                  <a:moveTo>
                    <a:pt x="624852" y="0"/>
                  </a:moveTo>
                  <a:lnTo>
                    <a:pt x="615708" y="0"/>
                  </a:lnTo>
                  <a:lnTo>
                    <a:pt x="615708" y="10160"/>
                  </a:lnTo>
                  <a:lnTo>
                    <a:pt x="615708" y="43180"/>
                  </a:lnTo>
                  <a:lnTo>
                    <a:pt x="7620" y="43180"/>
                  </a:lnTo>
                  <a:lnTo>
                    <a:pt x="7620" y="10160"/>
                  </a:lnTo>
                  <a:lnTo>
                    <a:pt x="4572" y="10160"/>
                  </a:lnTo>
                  <a:lnTo>
                    <a:pt x="4572" y="9652"/>
                  </a:lnTo>
                  <a:lnTo>
                    <a:pt x="7620" y="9652"/>
                  </a:lnTo>
                  <a:lnTo>
                    <a:pt x="7620" y="10160"/>
                  </a:lnTo>
                  <a:lnTo>
                    <a:pt x="615708" y="10160"/>
                  </a:lnTo>
                  <a:lnTo>
                    <a:pt x="61570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43180"/>
                  </a:lnTo>
                  <a:lnTo>
                    <a:pt x="0" y="47752"/>
                  </a:lnTo>
                  <a:lnTo>
                    <a:pt x="624852" y="47752"/>
                  </a:lnTo>
                  <a:lnTo>
                    <a:pt x="624852" y="43180"/>
                  </a:lnTo>
                  <a:lnTo>
                    <a:pt x="624852" y="10160"/>
                  </a:lnTo>
                  <a:lnTo>
                    <a:pt x="624852" y="508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2321051" y="1690115"/>
              <a:ext cx="617220" cy="44450"/>
            </a:xfrm>
            <a:custGeom>
              <a:avLst/>
              <a:gdLst/>
              <a:ahLst/>
              <a:cxnLst/>
              <a:rect l="l" t="t" r="r" b="b"/>
              <a:pathLst>
                <a:path w="617219" h="44450">
                  <a:moveTo>
                    <a:pt x="617220" y="44196"/>
                  </a:moveTo>
                  <a:lnTo>
                    <a:pt x="0" y="44196"/>
                  </a:lnTo>
                  <a:lnTo>
                    <a:pt x="0" y="0"/>
                  </a:lnTo>
                  <a:lnTo>
                    <a:pt x="617220" y="0"/>
                  </a:lnTo>
                  <a:lnTo>
                    <a:pt x="617220" y="441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2317991" y="1685048"/>
              <a:ext cx="625475" cy="48260"/>
            </a:xfrm>
            <a:custGeom>
              <a:avLst/>
              <a:gdLst/>
              <a:ahLst/>
              <a:cxnLst/>
              <a:rect l="l" t="t" r="r" b="b"/>
              <a:pathLst>
                <a:path w="625475" h="48260">
                  <a:moveTo>
                    <a:pt x="624852" y="0"/>
                  </a:moveTo>
                  <a:lnTo>
                    <a:pt x="615708" y="0"/>
                  </a:lnTo>
                  <a:lnTo>
                    <a:pt x="615708" y="10160"/>
                  </a:lnTo>
                  <a:lnTo>
                    <a:pt x="615708" y="43180"/>
                  </a:lnTo>
                  <a:lnTo>
                    <a:pt x="7620" y="43180"/>
                  </a:lnTo>
                  <a:lnTo>
                    <a:pt x="7620" y="10160"/>
                  </a:lnTo>
                  <a:lnTo>
                    <a:pt x="4572" y="10160"/>
                  </a:lnTo>
                  <a:lnTo>
                    <a:pt x="4572" y="9652"/>
                  </a:lnTo>
                  <a:lnTo>
                    <a:pt x="7620" y="9652"/>
                  </a:lnTo>
                  <a:lnTo>
                    <a:pt x="7620" y="10160"/>
                  </a:lnTo>
                  <a:lnTo>
                    <a:pt x="615708" y="10160"/>
                  </a:lnTo>
                  <a:lnTo>
                    <a:pt x="61570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43180"/>
                  </a:lnTo>
                  <a:lnTo>
                    <a:pt x="0" y="47739"/>
                  </a:lnTo>
                  <a:lnTo>
                    <a:pt x="624852" y="47739"/>
                  </a:lnTo>
                  <a:lnTo>
                    <a:pt x="624852" y="43180"/>
                  </a:lnTo>
                  <a:lnTo>
                    <a:pt x="624852" y="10160"/>
                  </a:lnTo>
                  <a:lnTo>
                    <a:pt x="624852" y="508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2321051" y="1732787"/>
              <a:ext cx="617220" cy="47625"/>
            </a:xfrm>
            <a:custGeom>
              <a:avLst/>
              <a:gdLst/>
              <a:ahLst/>
              <a:cxnLst/>
              <a:rect l="l" t="t" r="r" b="b"/>
              <a:pathLst>
                <a:path w="617219" h="47625">
                  <a:moveTo>
                    <a:pt x="617220" y="47244"/>
                  </a:moveTo>
                  <a:lnTo>
                    <a:pt x="0" y="47244"/>
                  </a:lnTo>
                  <a:lnTo>
                    <a:pt x="0" y="0"/>
                  </a:lnTo>
                  <a:lnTo>
                    <a:pt x="617220" y="0"/>
                  </a:lnTo>
                  <a:lnTo>
                    <a:pt x="617220" y="472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2317991" y="1727707"/>
              <a:ext cx="625475" cy="51435"/>
            </a:xfrm>
            <a:custGeom>
              <a:avLst/>
              <a:gdLst/>
              <a:ahLst/>
              <a:cxnLst/>
              <a:rect l="l" t="t" r="r" b="b"/>
              <a:pathLst>
                <a:path w="625475" h="51435">
                  <a:moveTo>
                    <a:pt x="624852" y="0"/>
                  </a:moveTo>
                  <a:lnTo>
                    <a:pt x="615708" y="0"/>
                  </a:lnTo>
                  <a:lnTo>
                    <a:pt x="615708" y="10160"/>
                  </a:lnTo>
                  <a:lnTo>
                    <a:pt x="615708" y="48260"/>
                  </a:lnTo>
                  <a:lnTo>
                    <a:pt x="7620" y="48260"/>
                  </a:lnTo>
                  <a:lnTo>
                    <a:pt x="7620" y="10160"/>
                  </a:lnTo>
                  <a:lnTo>
                    <a:pt x="4572" y="10160"/>
                  </a:lnTo>
                  <a:lnTo>
                    <a:pt x="4572" y="9652"/>
                  </a:lnTo>
                  <a:lnTo>
                    <a:pt x="7620" y="9652"/>
                  </a:lnTo>
                  <a:lnTo>
                    <a:pt x="7620" y="10160"/>
                  </a:lnTo>
                  <a:lnTo>
                    <a:pt x="615708" y="10160"/>
                  </a:lnTo>
                  <a:lnTo>
                    <a:pt x="61570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48260"/>
                  </a:lnTo>
                  <a:lnTo>
                    <a:pt x="0" y="50812"/>
                  </a:lnTo>
                  <a:lnTo>
                    <a:pt x="624852" y="50812"/>
                  </a:lnTo>
                  <a:lnTo>
                    <a:pt x="624852" y="48260"/>
                  </a:lnTo>
                  <a:lnTo>
                    <a:pt x="624852" y="10160"/>
                  </a:lnTo>
                  <a:lnTo>
                    <a:pt x="624852" y="508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2321051" y="1778507"/>
              <a:ext cx="617220" cy="44450"/>
            </a:xfrm>
            <a:custGeom>
              <a:avLst/>
              <a:gdLst/>
              <a:ahLst/>
              <a:cxnLst/>
              <a:rect l="l" t="t" r="r" b="b"/>
              <a:pathLst>
                <a:path w="617219" h="44450">
                  <a:moveTo>
                    <a:pt x="617220" y="44196"/>
                  </a:moveTo>
                  <a:lnTo>
                    <a:pt x="0" y="44196"/>
                  </a:lnTo>
                  <a:lnTo>
                    <a:pt x="0" y="0"/>
                  </a:lnTo>
                  <a:lnTo>
                    <a:pt x="617220" y="0"/>
                  </a:lnTo>
                  <a:lnTo>
                    <a:pt x="617220" y="441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2317991" y="1775980"/>
              <a:ext cx="625475" cy="45720"/>
            </a:xfrm>
            <a:custGeom>
              <a:avLst/>
              <a:gdLst/>
              <a:ahLst/>
              <a:cxnLst/>
              <a:rect l="l" t="t" r="r" b="b"/>
              <a:pathLst>
                <a:path w="625475" h="45719">
                  <a:moveTo>
                    <a:pt x="624852" y="0"/>
                  </a:moveTo>
                  <a:lnTo>
                    <a:pt x="615708" y="0"/>
                  </a:lnTo>
                  <a:lnTo>
                    <a:pt x="615708" y="7620"/>
                  </a:lnTo>
                  <a:lnTo>
                    <a:pt x="615708" y="41910"/>
                  </a:lnTo>
                  <a:lnTo>
                    <a:pt x="7620" y="41910"/>
                  </a:lnTo>
                  <a:lnTo>
                    <a:pt x="7620" y="7620"/>
                  </a:lnTo>
                  <a:lnTo>
                    <a:pt x="4572" y="7620"/>
                  </a:lnTo>
                  <a:lnTo>
                    <a:pt x="4572" y="7112"/>
                  </a:lnTo>
                  <a:lnTo>
                    <a:pt x="7620" y="7112"/>
                  </a:lnTo>
                  <a:lnTo>
                    <a:pt x="7620" y="7620"/>
                  </a:lnTo>
                  <a:lnTo>
                    <a:pt x="615708" y="7620"/>
                  </a:lnTo>
                  <a:lnTo>
                    <a:pt x="615708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0" y="7620"/>
                  </a:lnTo>
                  <a:lnTo>
                    <a:pt x="0" y="41910"/>
                  </a:lnTo>
                  <a:lnTo>
                    <a:pt x="0" y="45199"/>
                  </a:lnTo>
                  <a:lnTo>
                    <a:pt x="624852" y="45199"/>
                  </a:lnTo>
                  <a:lnTo>
                    <a:pt x="624852" y="41910"/>
                  </a:lnTo>
                  <a:lnTo>
                    <a:pt x="624852" y="7620"/>
                  </a:lnTo>
                  <a:lnTo>
                    <a:pt x="624852" y="254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2321051" y="1821179"/>
              <a:ext cx="617220" cy="44450"/>
            </a:xfrm>
            <a:custGeom>
              <a:avLst/>
              <a:gdLst/>
              <a:ahLst/>
              <a:cxnLst/>
              <a:rect l="l" t="t" r="r" b="b"/>
              <a:pathLst>
                <a:path w="617219" h="44450">
                  <a:moveTo>
                    <a:pt x="617220" y="44195"/>
                  </a:moveTo>
                  <a:lnTo>
                    <a:pt x="0" y="44195"/>
                  </a:lnTo>
                  <a:lnTo>
                    <a:pt x="0" y="0"/>
                  </a:lnTo>
                  <a:lnTo>
                    <a:pt x="617220" y="0"/>
                  </a:lnTo>
                  <a:lnTo>
                    <a:pt x="617220" y="441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2317991" y="1817636"/>
              <a:ext cx="625475" cy="52069"/>
            </a:xfrm>
            <a:custGeom>
              <a:avLst/>
              <a:gdLst/>
              <a:ahLst/>
              <a:cxnLst/>
              <a:rect l="l" t="t" r="r" b="b"/>
              <a:pathLst>
                <a:path w="625475" h="52069">
                  <a:moveTo>
                    <a:pt x="624852" y="0"/>
                  </a:moveTo>
                  <a:lnTo>
                    <a:pt x="615708" y="0"/>
                  </a:lnTo>
                  <a:lnTo>
                    <a:pt x="615708" y="7620"/>
                  </a:lnTo>
                  <a:lnTo>
                    <a:pt x="615708" y="43180"/>
                  </a:lnTo>
                  <a:lnTo>
                    <a:pt x="7620" y="43180"/>
                  </a:lnTo>
                  <a:lnTo>
                    <a:pt x="7620" y="8128"/>
                  </a:lnTo>
                  <a:lnTo>
                    <a:pt x="7620" y="7620"/>
                  </a:lnTo>
                  <a:lnTo>
                    <a:pt x="615708" y="7620"/>
                  </a:lnTo>
                  <a:lnTo>
                    <a:pt x="61570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7620"/>
                  </a:lnTo>
                  <a:lnTo>
                    <a:pt x="0" y="43180"/>
                  </a:lnTo>
                  <a:lnTo>
                    <a:pt x="0" y="52070"/>
                  </a:lnTo>
                  <a:lnTo>
                    <a:pt x="624852" y="52070"/>
                  </a:lnTo>
                  <a:lnTo>
                    <a:pt x="624852" y="43180"/>
                  </a:lnTo>
                  <a:lnTo>
                    <a:pt x="624852" y="7620"/>
                  </a:lnTo>
                  <a:lnTo>
                    <a:pt x="624852" y="5080"/>
                  </a:lnTo>
                  <a:lnTo>
                    <a:pt x="6248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2324099" y="1638300"/>
              <a:ext cx="617220" cy="233679"/>
            </a:xfrm>
            <a:custGeom>
              <a:avLst/>
              <a:gdLst/>
              <a:ahLst/>
              <a:cxnLst/>
              <a:rect l="l" t="t" r="r" b="b"/>
              <a:pathLst>
                <a:path w="617219" h="233680">
                  <a:moveTo>
                    <a:pt x="617220" y="233172"/>
                  </a:moveTo>
                  <a:lnTo>
                    <a:pt x="0" y="230124"/>
                  </a:lnTo>
                  <a:lnTo>
                    <a:pt x="0" y="175260"/>
                  </a:lnTo>
                  <a:lnTo>
                    <a:pt x="158495" y="175260"/>
                  </a:lnTo>
                  <a:lnTo>
                    <a:pt x="155448" y="0"/>
                  </a:lnTo>
                  <a:lnTo>
                    <a:pt x="464819" y="0"/>
                  </a:lnTo>
                  <a:lnTo>
                    <a:pt x="464819" y="175260"/>
                  </a:lnTo>
                  <a:lnTo>
                    <a:pt x="617220" y="175260"/>
                  </a:lnTo>
                  <a:lnTo>
                    <a:pt x="617220" y="2331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2321051" y="1633727"/>
              <a:ext cx="623570" cy="241300"/>
            </a:xfrm>
            <a:custGeom>
              <a:avLst/>
              <a:gdLst/>
              <a:ahLst/>
              <a:cxnLst/>
              <a:rect l="l" t="t" r="r" b="b"/>
              <a:pathLst>
                <a:path w="623569" h="241300">
                  <a:moveTo>
                    <a:pt x="166116" y="184403"/>
                  </a:moveTo>
                  <a:lnTo>
                    <a:pt x="9144" y="184403"/>
                  </a:lnTo>
                  <a:lnTo>
                    <a:pt x="9144" y="175259"/>
                  </a:lnTo>
                  <a:lnTo>
                    <a:pt x="156972" y="175259"/>
                  </a:lnTo>
                  <a:lnTo>
                    <a:pt x="153924" y="0"/>
                  </a:lnTo>
                  <a:lnTo>
                    <a:pt x="472440" y="0"/>
                  </a:lnTo>
                  <a:lnTo>
                    <a:pt x="472440" y="9143"/>
                  </a:lnTo>
                  <a:lnTo>
                    <a:pt x="163068" y="9143"/>
                  </a:lnTo>
                  <a:lnTo>
                    <a:pt x="165956" y="175259"/>
                  </a:lnTo>
                  <a:lnTo>
                    <a:pt x="166036" y="179831"/>
                  </a:lnTo>
                  <a:lnTo>
                    <a:pt x="166116" y="184403"/>
                  </a:lnTo>
                  <a:close/>
                </a:path>
                <a:path w="623569" h="241300">
                  <a:moveTo>
                    <a:pt x="623316" y="233171"/>
                  </a:moveTo>
                  <a:lnTo>
                    <a:pt x="615696" y="233171"/>
                  </a:lnTo>
                  <a:lnTo>
                    <a:pt x="615696" y="184403"/>
                  </a:lnTo>
                  <a:lnTo>
                    <a:pt x="463296" y="184403"/>
                  </a:lnTo>
                  <a:lnTo>
                    <a:pt x="463296" y="9143"/>
                  </a:lnTo>
                  <a:lnTo>
                    <a:pt x="472440" y="9143"/>
                  </a:lnTo>
                  <a:lnTo>
                    <a:pt x="472440" y="175259"/>
                  </a:lnTo>
                  <a:lnTo>
                    <a:pt x="623316" y="175259"/>
                  </a:lnTo>
                  <a:lnTo>
                    <a:pt x="623316" y="233171"/>
                  </a:lnTo>
                  <a:close/>
                </a:path>
                <a:path w="623569" h="241300">
                  <a:moveTo>
                    <a:pt x="623316" y="240791"/>
                  </a:moveTo>
                  <a:lnTo>
                    <a:pt x="0" y="239267"/>
                  </a:lnTo>
                  <a:lnTo>
                    <a:pt x="0" y="175259"/>
                  </a:lnTo>
                  <a:lnTo>
                    <a:pt x="9144" y="175259"/>
                  </a:lnTo>
                  <a:lnTo>
                    <a:pt x="9144" y="184403"/>
                  </a:lnTo>
                  <a:lnTo>
                    <a:pt x="7620" y="184403"/>
                  </a:lnTo>
                  <a:lnTo>
                    <a:pt x="7620" y="230123"/>
                  </a:lnTo>
                  <a:lnTo>
                    <a:pt x="623316" y="233171"/>
                  </a:lnTo>
                  <a:lnTo>
                    <a:pt x="623316" y="240791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2250947" y="1213104"/>
              <a:ext cx="73660" cy="681355"/>
            </a:xfrm>
            <a:custGeom>
              <a:avLst/>
              <a:gdLst/>
              <a:ahLst/>
              <a:cxnLst/>
              <a:rect l="l" t="t" r="r" b="b"/>
              <a:pathLst>
                <a:path w="73660" h="681355">
                  <a:moveTo>
                    <a:pt x="45719" y="681227"/>
                  </a:moveTo>
                  <a:lnTo>
                    <a:pt x="36575" y="681227"/>
                  </a:lnTo>
                  <a:lnTo>
                    <a:pt x="27431" y="681227"/>
                  </a:lnTo>
                  <a:lnTo>
                    <a:pt x="22859" y="678179"/>
                  </a:lnTo>
                  <a:lnTo>
                    <a:pt x="13715" y="675131"/>
                  </a:lnTo>
                  <a:lnTo>
                    <a:pt x="7619" y="669035"/>
                  </a:lnTo>
                  <a:lnTo>
                    <a:pt x="4571" y="661415"/>
                  </a:lnTo>
                  <a:lnTo>
                    <a:pt x="1523" y="655319"/>
                  </a:lnTo>
                  <a:lnTo>
                    <a:pt x="0" y="646175"/>
                  </a:lnTo>
                  <a:lnTo>
                    <a:pt x="0" y="38100"/>
                  </a:lnTo>
                  <a:lnTo>
                    <a:pt x="27431" y="0"/>
                  </a:lnTo>
                  <a:lnTo>
                    <a:pt x="45719" y="0"/>
                  </a:lnTo>
                  <a:lnTo>
                    <a:pt x="71627" y="28955"/>
                  </a:lnTo>
                  <a:lnTo>
                    <a:pt x="73151" y="38100"/>
                  </a:lnTo>
                  <a:lnTo>
                    <a:pt x="73151" y="646175"/>
                  </a:lnTo>
                  <a:lnTo>
                    <a:pt x="71627" y="655319"/>
                  </a:lnTo>
                  <a:lnTo>
                    <a:pt x="68579" y="661415"/>
                  </a:lnTo>
                  <a:lnTo>
                    <a:pt x="65531" y="669035"/>
                  </a:lnTo>
                  <a:lnTo>
                    <a:pt x="59435" y="675131"/>
                  </a:lnTo>
                  <a:lnTo>
                    <a:pt x="50291" y="678179"/>
                  </a:lnTo>
                  <a:lnTo>
                    <a:pt x="45719" y="6812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2246375" y="1210055"/>
              <a:ext cx="82550" cy="688975"/>
            </a:xfrm>
            <a:custGeom>
              <a:avLst/>
              <a:gdLst/>
              <a:ahLst/>
              <a:cxnLst/>
              <a:rect l="l" t="t" r="r" b="b"/>
              <a:pathLst>
                <a:path w="82550" h="688975">
                  <a:moveTo>
                    <a:pt x="50292" y="688848"/>
                  </a:moveTo>
                  <a:lnTo>
                    <a:pt x="32004" y="688848"/>
                  </a:lnTo>
                  <a:lnTo>
                    <a:pt x="24384" y="684275"/>
                  </a:lnTo>
                  <a:lnTo>
                    <a:pt x="15240" y="681227"/>
                  </a:lnTo>
                  <a:lnTo>
                    <a:pt x="9144" y="675132"/>
                  </a:lnTo>
                  <a:lnTo>
                    <a:pt x="6096" y="665988"/>
                  </a:lnTo>
                  <a:lnTo>
                    <a:pt x="3048" y="659892"/>
                  </a:lnTo>
                  <a:lnTo>
                    <a:pt x="0" y="650748"/>
                  </a:lnTo>
                  <a:lnTo>
                    <a:pt x="0" y="39624"/>
                  </a:lnTo>
                  <a:lnTo>
                    <a:pt x="24384" y="3048"/>
                  </a:lnTo>
                  <a:lnTo>
                    <a:pt x="32004" y="0"/>
                  </a:lnTo>
                  <a:lnTo>
                    <a:pt x="41148" y="0"/>
                  </a:lnTo>
                  <a:lnTo>
                    <a:pt x="41148" y="7620"/>
                  </a:lnTo>
                  <a:lnTo>
                    <a:pt x="33528" y="7620"/>
                  </a:lnTo>
                  <a:lnTo>
                    <a:pt x="28956" y="10668"/>
                  </a:lnTo>
                  <a:lnTo>
                    <a:pt x="21336" y="15240"/>
                  </a:lnTo>
                  <a:lnTo>
                    <a:pt x="15240" y="21336"/>
                  </a:lnTo>
                  <a:lnTo>
                    <a:pt x="13716" y="25908"/>
                  </a:lnTo>
                  <a:lnTo>
                    <a:pt x="7620" y="41148"/>
                  </a:lnTo>
                  <a:lnTo>
                    <a:pt x="7620" y="649223"/>
                  </a:lnTo>
                  <a:lnTo>
                    <a:pt x="10668" y="656844"/>
                  </a:lnTo>
                  <a:lnTo>
                    <a:pt x="13716" y="661416"/>
                  </a:lnTo>
                  <a:lnTo>
                    <a:pt x="16764" y="670560"/>
                  </a:lnTo>
                  <a:lnTo>
                    <a:pt x="19812" y="673608"/>
                  </a:lnTo>
                  <a:lnTo>
                    <a:pt x="28956" y="676656"/>
                  </a:lnTo>
                  <a:lnTo>
                    <a:pt x="33528" y="679704"/>
                  </a:lnTo>
                  <a:lnTo>
                    <a:pt x="68579" y="679704"/>
                  </a:lnTo>
                  <a:lnTo>
                    <a:pt x="67056" y="681227"/>
                  </a:lnTo>
                  <a:lnTo>
                    <a:pt x="56388" y="684275"/>
                  </a:lnTo>
                  <a:lnTo>
                    <a:pt x="50292" y="688848"/>
                  </a:lnTo>
                  <a:close/>
                </a:path>
                <a:path w="82550" h="688975">
                  <a:moveTo>
                    <a:pt x="68579" y="679704"/>
                  </a:moveTo>
                  <a:lnTo>
                    <a:pt x="48768" y="679704"/>
                  </a:lnTo>
                  <a:lnTo>
                    <a:pt x="53340" y="676656"/>
                  </a:lnTo>
                  <a:lnTo>
                    <a:pt x="60960" y="673608"/>
                  </a:lnTo>
                  <a:lnTo>
                    <a:pt x="65532" y="670560"/>
                  </a:lnTo>
                  <a:lnTo>
                    <a:pt x="68580" y="661416"/>
                  </a:lnTo>
                  <a:lnTo>
                    <a:pt x="71628" y="656844"/>
                  </a:lnTo>
                  <a:lnTo>
                    <a:pt x="74676" y="649223"/>
                  </a:lnTo>
                  <a:lnTo>
                    <a:pt x="74676" y="41148"/>
                  </a:lnTo>
                  <a:lnTo>
                    <a:pt x="68580" y="25908"/>
                  </a:lnTo>
                  <a:lnTo>
                    <a:pt x="65532" y="21336"/>
                  </a:lnTo>
                  <a:lnTo>
                    <a:pt x="60960" y="15240"/>
                  </a:lnTo>
                  <a:lnTo>
                    <a:pt x="53340" y="10668"/>
                  </a:lnTo>
                  <a:lnTo>
                    <a:pt x="48768" y="7620"/>
                  </a:lnTo>
                  <a:lnTo>
                    <a:pt x="41148" y="7620"/>
                  </a:lnTo>
                  <a:lnTo>
                    <a:pt x="41148" y="0"/>
                  </a:lnTo>
                  <a:lnTo>
                    <a:pt x="50292" y="0"/>
                  </a:lnTo>
                  <a:lnTo>
                    <a:pt x="57912" y="3048"/>
                  </a:lnTo>
                  <a:lnTo>
                    <a:pt x="67056" y="9144"/>
                  </a:lnTo>
                  <a:lnTo>
                    <a:pt x="73152" y="15240"/>
                  </a:lnTo>
                  <a:lnTo>
                    <a:pt x="79248" y="30480"/>
                  </a:lnTo>
                  <a:lnTo>
                    <a:pt x="82296" y="39624"/>
                  </a:lnTo>
                  <a:lnTo>
                    <a:pt x="82296" y="650748"/>
                  </a:lnTo>
                  <a:lnTo>
                    <a:pt x="79248" y="659892"/>
                  </a:lnTo>
                  <a:lnTo>
                    <a:pt x="76200" y="665988"/>
                  </a:lnTo>
                  <a:lnTo>
                    <a:pt x="73152" y="675132"/>
                  </a:lnTo>
                  <a:lnTo>
                    <a:pt x="68579" y="67970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47899" y="1865375"/>
              <a:ext cx="146303" cy="124967"/>
            </a:xfrm>
            <a:prstGeom prst="rect">
              <a:avLst/>
            </a:prstGeom>
          </p:spPr>
        </p:pic>
        <p:pic>
          <p:nvPicPr>
            <p:cNvPr id="108" name="object 10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77311" y="1865376"/>
              <a:ext cx="143255" cy="124968"/>
            </a:xfrm>
            <a:prstGeom prst="rect">
              <a:avLst/>
            </a:prstGeom>
          </p:spPr>
        </p:pic>
        <p:sp>
          <p:nvSpPr>
            <p:cNvPr id="109" name="object 109" descr=""/>
            <p:cNvSpPr/>
            <p:nvPr/>
          </p:nvSpPr>
          <p:spPr>
            <a:xfrm>
              <a:off x="2250947" y="1985771"/>
              <a:ext cx="769620" cy="0"/>
            </a:xfrm>
            <a:custGeom>
              <a:avLst/>
              <a:gdLst/>
              <a:ahLst/>
              <a:cxnLst/>
              <a:rect l="l" t="t" r="r" b="b"/>
              <a:pathLst>
                <a:path w="769619" h="0">
                  <a:moveTo>
                    <a:pt x="0" y="0"/>
                  </a:moveTo>
                  <a:lnTo>
                    <a:pt x="769619" y="0"/>
                  </a:lnTo>
                </a:path>
              </a:pathLst>
            </a:custGeom>
            <a:ln w="476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2244851" y="1981199"/>
              <a:ext cx="782320" cy="9525"/>
            </a:xfrm>
            <a:custGeom>
              <a:avLst/>
              <a:gdLst/>
              <a:ahLst/>
              <a:cxnLst/>
              <a:rect l="l" t="t" r="r" b="b"/>
              <a:pathLst>
                <a:path w="782319" h="9525">
                  <a:moveTo>
                    <a:pt x="781812" y="9144"/>
                  </a:moveTo>
                  <a:lnTo>
                    <a:pt x="0" y="9144"/>
                  </a:lnTo>
                  <a:lnTo>
                    <a:pt x="0" y="0"/>
                  </a:lnTo>
                  <a:lnTo>
                    <a:pt x="781812" y="0"/>
                  </a:lnTo>
                  <a:lnTo>
                    <a:pt x="781812" y="914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1" name="object 1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22476" y="3389376"/>
            <a:ext cx="76200" cy="76200"/>
          </a:xfrm>
          <a:prstGeom prst="rect">
            <a:avLst/>
          </a:prstGeom>
        </p:spPr>
      </p:pic>
      <p:sp>
        <p:nvSpPr>
          <p:cNvPr id="112" name="object 112" descr=""/>
          <p:cNvSpPr txBox="1"/>
          <p:nvPr/>
        </p:nvSpPr>
        <p:spPr>
          <a:xfrm>
            <a:off x="926087" y="2901217"/>
            <a:ext cx="6055360" cy="120713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416050">
              <a:lnSpc>
                <a:spcPct val="100000"/>
              </a:lnSpc>
              <a:spcBef>
                <a:spcPts val="360"/>
              </a:spcBef>
            </a:pPr>
            <a:r>
              <a:rPr dirty="0" sz="950">
                <a:solidFill>
                  <a:srgbClr val="1F1A16"/>
                </a:solidFill>
                <a:latin typeface="Arial"/>
                <a:cs typeface="Arial"/>
              </a:rPr>
              <a:t>Main</a:t>
            </a:r>
            <a:r>
              <a:rPr dirty="0" sz="950" spc="135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1A16"/>
                </a:solidFill>
                <a:latin typeface="Arial"/>
                <a:cs typeface="Arial"/>
              </a:rPr>
              <a:t>Motor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Purpose:</a:t>
            </a:r>
            <a:endParaRPr sz="1050">
              <a:latin typeface="Arial"/>
              <a:cs typeface="Arial"/>
            </a:endParaRPr>
          </a:p>
          <a:p>
            <a:pPr marL="853440" marR="5080" indent="-5080">
              <a:lnSpc>
                <a:spcPts val="1689"/>
              </a:lnSpc>
              <a:spcBef>
                <a:spcPts val="114"/>
              </a:spcBef>
            </a:pPr>
            <a:r>
              <a:rPr dirty="0" sz="1050" spc="-10">
                <a:latin typeface="Arial"/>
                <a:cs typeface="Arial"/>
              </a:rPr>
              <a:t>Providing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lube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gear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box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before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lathe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spindle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starts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run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which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aims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ensure </a:t>
            </a:r>
            <a:r>
              <a:rPr dirty="0" sz="1050">
                <a:latin typeface="Arial"/>
                <a:cs typeface="Arial"/>
              </a:rPr>
              <a:t>that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oil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pump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motor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starts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first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main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motor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starts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subsequently.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05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</a:pPr>
            <a:r>
              <a:rPr dirty="0" sz="1050" spc="-10" b="1">
                <a:latin typeface="Arial"/>
                <a:cs typeface="Arial"/>
              </a:rPr>
              <a:t>Devices: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113" name="object 113" descr=""/>
          <p:cNvGraphicFramePr>
            <a:graphicFrameLocks noGrp="1"/>
          </p:cNvGraphicFramePr>
          <p:nvPr/>
        </p:nvGraphicFramePr>
        <p:xfrm>
          <a:off x="1723644" y="4179569"/>
          <a:ext cx="5332730" cy="1599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1394"/>
                <a:gridCol w="4247514"/>
              </a:tblGrid>
              <a:tr h="276225"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Device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66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Content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66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Oil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pump</a:t>
                      </a:r>
                      <a:r>
                        <a:rPr dirty="0" sz="9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START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button.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X0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pressed.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Main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motor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START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button.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X0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pressed.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161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Oil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pump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STOP</a:t>
                      </a:r>
                      <a:r>
                        <a:rPr dirty="0" sz="900" spc="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button.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X2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pressed.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Main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motor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STOP</a:t>
                      </a:r>
                      <a:r>
                        <a:rPr dirty="0" sz="900" spc="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button.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X3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pressed.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Oil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pump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motor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Main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motor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4" name="object 114" descr=""/>
          <p:cNvSpPr txBox="1"/>
          <p:nvPr/>
        </p:nvSpPr>
        <p:spPr>
          <a:xfrm>
            <a:off x="926087" y="5799743"/>
            <a:ext cx="1114425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Program: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15" name="object 11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40180" y="6047232"/>
            <a:ext cx="5163312" cy="2494787"/>
          </a:xfrm>
          <a:prstGeom prst="rect">
            <a:avLst/>
          </a:prstGeom>
        </p:spPr>
      </p:pic>
      <p:pic>
        <p:nvPicPr>
          <p:cNvPr id="116" name="object 11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2476" y="8869679"/>
            <a:ext cx="76200" cy="76200"/>
          </a:xfrm>
          <a:prstGeom prst="rect">
            <a:avLst/>
          </a:prstGeom>
        </p:spPr>
      </p:pic>
      <p:sp>
        <p:nvSpPr>
          <p:cNvPr id="117" name="object 117" descr=""/>
          <p:cNvSpPr txBox="1"/>
          <p:nvPr/>
        </p:nvSpPr>
        <p:spPr>
          <a:xfrm>
            <a:off x="926087" y="8542076"/>
            <a:ext cx="6189980" cy="88201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050" spc="-10" b="1">
                <a:latin typeface="Arial"/>
                <a:cs typeface="Arial"/>
              </a:rPr>
              <a:t>Program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Description:</a:t>
            </a:r>
            <a:endParaRPr sz="1050">
              <a:latin typeface="Arial"/>
              <a:cs typeface="Arial"/>
            </a:endParaRPr>
          </a:p>
          <a:p>
            <a:pPr marL="848994" marR="5080">
              <a:lnSpc>
                <a:spcPts val="1689"/>
              </a:lnSpc>
              <a:spcBef>
                <a:spcPts val="90"/>
              </a:spcBef>
            </a:pPr>
            <a:r>
              <a:rPr dirty="0" sz="1050">
                <a:latin typeface="Arial"/>
                <a:cs typeface="Arial"/>
              </a:rPr>
              <a:t>This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program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 a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typical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application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 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conditional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control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circuit. </a:t>
            </a:r>
            <a:r>
              <a:rPr dirty="0" sz="1050">
                <a:latin typeface="Arial"/>
                <a:cs typeface="Arial"/>
              </a:rPr>
              <a:t>Y0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20">
                <a:latin typeface="Arial"/>
                <a:cs typeface="Arial"/>
              </a:rPr>
              <a:t> when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Oil </a:t>
            </a:r>
            <a:r>
              <a:rPr dirty="0" sz="1050" spc="-20">
                <a:latin typeface="Arial"/>
                <a:cs typeface="Arial"/>
              </a:rPr>
              <a:t>Pump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35">
                <a:latin typeface="Arial"/>
                <a:cs typeface="Arial"/>
              </a:rPr>
              <a:t>START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button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pressed.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Therefore,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the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oil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pump </a:t>
            </a:r>
            <a:r>
              <a:rPr dirty="0" sz="1050" spc="-20">
                <a:latin typeface="Arial"/>
                <a:cs typeface="Arial"/>
              </a:rPr>
              <a:t>will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start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provide lube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the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gear </a:t>
            </a:r>
            <a:r>
              <a:rPr dirty="0" sz="1050">
                <a:latin typeface="Arial"/>
                <a:cs typeface="Arial"/>
              </a:rPr>
              <a:t>box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main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motor(Y1)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50748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132346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650748" y="9691116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639587" y="9733318"/>
            <a:ext cx="26416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25">
                <a:latin typeface="Arial"/>
                <a:cs typeface="Arial"/>
              </a:rPr>
              <a:t>16</a:t>
            </a:r>
            <a:endParaRPr sz="9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1203" y="917447"/>
            <a:ext cx="76200" cy="762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1203" y="1347216"/>
            <a:ext cx="76200" cy="762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1203" y="1562100"/>
            <a:ext cx="76200" cy="7620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656373" y="188496"/>
            <a:ext cx="6120130" cy="1713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1500">
              <a:latin typeface="Arial"/>
              <a:cs typeface="Arial"/>
            </a:endParaRPr>
          </a:p>
          <a:p>
            <a:pPr marL="847725" marR="101600">
              <a:lnSpc>
                <a:spcPct val="134300"/>
              </a:lnSpc>
              <a:spcBef>
                <a:spcPts val="5"/>
              </a:spcBef>
            </a:pPr>
            <a:r>
              <a:rPr dirty="0" sz="1050" spc="-10">
                <a:latin typeface="Arial"/>
                <a:cs typeface="Arial"/>
              </a:rPr>
              <a:t>Under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precondition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operating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state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Oil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pump,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main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motor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(Y1)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be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Main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motor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40">
                <a:latin typeface="Arial"/>
                <a:cs typeface="Arial"/>
              </a:rPr>
              <a:t>START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button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pressed.</a:t>
            </a:r>
            <a:endParaRPr sz="1050">
              <a:latin typeface="Arial"/>
              <a:cs typeface="Arial"/>
            </a:endParaRPr>
          </a:p>
          <a:p>
            <a:pPr marL="847725" marR="5080">
              <a:lnSpc>
                <a:spcPct val="134300"/>
              </a:lnSpc>
            </a:pPr>
            <a:r>
              <a:rPr dirty="0" sz="1050" spc="-10">
                <a:latin typeface="Arial"/>
                <a:cs typeface="Arial"/>
              </a:rPr>
              <a:t>During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operation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main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motor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(Y1),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oil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pump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(Y0)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needs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provide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lube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continuously.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7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oil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pump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stopped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Oil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pump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STOP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button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X2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activated,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main </a:t>
            </a:r>
            <a:r>
              <a:rPr dirty="0" sz="1050">
                <a:latin typeface="Arial"/>
                <a:cs typeface="Arial"/>
              </a:rPr>
              <a:t>motor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stopped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Main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motor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STOP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button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X3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activated.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93284" y="188496"/>
            <a:ext cx="3221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922019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26088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22019" y="9677400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892574" y="9721129"/>
            <a:ext cx="26225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25">
                <a:latin typeface="Arial"/>
                <a:cs typeface="Arial"/>
              </a:rPr>
              <a:t>17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26079" y="851374"/>
            <a:ext cx="186690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latin typeface="Arial"/>
                <a:cs typeface="Arial"/>
              </a:rPr>
              <a:t>1.12</a:t>
            </a:r>
            <a:r>
              <a:rPr dirty="0" sz="1100" spc="7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First-in</a:t>
            </a:r>
            <a:r>
              <a:rPr dirty="0" sz="1100" spc="9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Priority</a:t>
            </a:r>
            <a:r>
              <a:rPr dirty="0" sz="1100" spc="6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Circuit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690871" y="1112519"/>
            <a:ext cx="1355090" cy="1329055"/>
            <a:chOff x="4690871" y="1112519"/>
            <a:chExt cx="1355090" cy="1329055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1643" y="1112519"/>
              <a:ext cx="1261872" cy="886968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5775960" y="1801368"/>
              <a:ext cx="242570" cy="635635"/>
            </a:xfrm>
            <a:custGeom>
              <a:avLst/>
              <a:gdLst/>
              <a:ahLst/>
              <a:cxnLst/>
              <a:rect l="l" t="t" r="r" b="b"/>
              <a:pathLst>
                <a:path w="242570" h="635635">
                  <a:moveTo>
                    <a:pt x="0" y="635508"/>
                  </a:moveTo>
                  <a:lnTo>
                    <a:pt x="3047" y="96012"/>
                  </a:lnTo>
                  <a:lnTo>
                    <a:pt x="242316" y="0"/>
                  </a:lnTo>
                  <a:lnTo>
                    <a:pt x="240791" y="537972"/>
                  </a:lnTo>
                  <a:lnTo>
                    <a:pt x="0" y="635508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771388" y="1796795"/>
              <a:ext cx="251460" cy="645160"/>
            </a:xfrm>
            <a:custGeom>
              <a:avLst/>
              <a:gdLst/>
              <a:ahLst/>
              <a:cxnLst/>
              <a:rect l="l" t="t" r="r" b="b"/>
              <a:pathLst>
                <a:path w="251460" h="645160">
                  <a:moveTo>
                    <a:pt x="7620" y="644651"/>
                  </a:moveTo>
                  <a:lnTo>
                    <a:pt x="4572" y="640079"/>
                  </a:lnTo>
                  <a:lnTo>
                    <a:pt x="0" y="640079"/>
                  </a:lnTo>
                  <a:lnTo>
                    <a:pt x="3030" y="103631"/>
                  </a:lnTo>
                  <a:lnTo>
                    <a:pt x="3048" y="100583"/>
                  </a:lnTo>
                  <a:lnTo>
                    <a:pt x="4572" y="97535"/>
                  </a:lnTo>
                  <a:lnTo>
                    <a:pt x="245364" y="0"/>
                  </a:lnTo>
                  <a:lnTo>
                    <a:pt x="251460" y="4571"/>
                  </a:lnTo>
                  <a:lnTo>
                    <a:pt x="251438" y="12191"/>
                  </a:lnTo>
                  <a:lnTo>
                    <a:pt x="242315" y="12191"/>
                  </a:lnTo>
                  <a:lnTo>
                    <a:pt x="12192" y="103631"/>
                  </a:lnTo>
                  <a:lnTo>
                    <a:pt x="10668" y="630935"/>
                  </a:lnTo>
                  <a:lnTo>
                    <a:pt x="41267" y="630935"/>
                  </a:lnTo>
                  <a:lnTo>
                    <a:pt x="18835" y="640079"/>
                  </a:lnTo>
                  <a:lnTo>
                    <a:pt x="4572" y="640079"/>
                  </a:lnTo>
                  <a:lnTo>
                    <a:pt x="7620" y="644651"/>
                  </a:lnTo>
                  <a:close/>
                </a:path>
                <a:path w="251460" h="645160">
                  <a:moveTo>
                    <a:pt x="41267" y="630935"/>
                  </a:moveTo>
                  <a:lnTo>
                    <a:pt x="10668" y="630935"/>
                  </a:lnTo>
                  <a:lnTo>
                    <a:pt x="239267" y="541019"/>
                  </a:lnTo>
                  <a:lnTo>
                    <a:pt x="242315" y="12191"/>
                  </a:lnTo>
                  <a:lnTo>
                    <a:pt x="251438" y="12191"/>
                  </a:lnTo>
                  <a:lnTo>
                    <a:pt x="249940" y="541019"/>
                  </a:lnTo>
                  <a:lnTo>
                    <a:pt x="249936" y="542543"/>
                  </a:lnTo>
                  <a:lnTo>
                    <a:pt x="243840" y="542543"/>
                  </a:lnTo>
                  <a:lnTo>
                    <a:pt x="246888" y="547115"/>
                  </a:lnTo>
                  <a:lnTo>
                    <a:pt x="41267" y="630935"/>
                  </a:lnTo>
                  <a:close/>
                </a:path>
                <a:path w="251460" h="645160">
                  <a:moveTo>
                    <a:pt x="246888" y="547115"/>
                  </a:moveTo>
                  <a:lnTo>
                    <a:pt x="245364" y="542543"/>
                  </a:lnTo>
                  <a:lnTo>
                    <a:pt x="249936" y="542543"/>
                  </a:lnTo>
                  <a:lnTo>
                    <a:pt x="246888" y="547115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715256" y="1897380"/>
              <a:ext cx="1064260" cy="539750"/>
            </a:xfrm>
            <a:custGeom>
              <a:avLst/>
              <a:gdLst/>
              <a:ahLst/>
              <a:cxnLst/>
              <a:rect l="l" t="t" r="r" b="b"/>
              <a:pathLst>
                <a:path w="1064260" h="539750">
                  <a:moveTo>
                    <a:pt x="1060704" y="539495"/>
                  </a:moveTo>
                  <a:lnTo>
                    <a:pt x="0" y="539495"/>
                  </a:lnTo>
                  <a:lnTo>
                    <a:pt x="3047" y="0"/>
                  </a:lnTo>
                  <a:lnTo>
                    <a:pt x="1063751" y="0"/>
                  </a:lnTo>
                  <a:lnTo>
                    <a:pt x="1060704" y="539495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707636" y="1891284"/>
              <a:ext cx="1076325" cy="550545"/>
            </a:xfrm>
            <a:custGeom>
              <a:avLst/>
              <a:gdLst/>
              <a:ahLst/>
              <a:cxnLst/>
              <a:rect l="l" t="t" r="r" b="b"/>
              <a:pathLst>
                <a:path w="1076325" h="550544">
                  <a:moveTo>
                    <a:pt x="1068324" y="550163"/>
                  </a:moveTo>
                  <a:lnTo>
                    <a:pt x="7620" y="550163"/>
                  </a:lnTo>
                  <a:lnTo>
                    <a:pt x="0" y="545591"/>
                  </a:lnTo>
                  <a:lnTo>
                    <a:pt x="6027" y="12191"/>
                  </a:lnTo>
                  <a:lnTo>
                    <a:pt x="6096" y="6095"/>
                  </a:lnTo>
                  <a:lnTo>
                    <a:pt x="10668" y="0"/>
                  </a:lnTo>
                  <a:lnTo>
                    <a:pt x="10668" y="6095"/>
                  </a:lnTo>
                  <a:lnTo>
                    <a:pt x="1071372" y="6095"/>
                  </a:lnTo>
                  <a:lnTo>
                    <a:pt x="1075944" y="7619"/>
                  </a:lnTo>
                  <a:lnTo>
                    <a:pt x="1075931" y="12191"/>
                  </a:lnTo>
                  <a:lnTo>
                    <a:pt x="15240" y="12191"/>
                  </a:lnTo>
                  <a:lnTo>
                    <a:pt x="12192" y="539495"/>
                  </a:lnTo>
                  <a:lnTo>
                    <a:pt x="1074437" y="539495"/>
                  </a:lnTo>
                  <a:lnTo>
                    <a:pt x="1074420" y="545591"/>
                  </a:lnTo>
                  <a:lnTo>
                    <a:pt x="1068324" y="550163"/>
                  </a:lnTo>
                  <a:close/>
                </a:path>
                <a:path w="1076325" h="550544">
                  <a:moveTo>
                    <a:pt x="1071372" y="6095"/>
                  </a:moveTo>
                  <a:lnTo>
                    <a:pt x="10668" y="6095"/>
                  </a:lnTo>
                  <a:lnTo>
                    <a:pt x="10668" y="0"/>
                  </a:lnTo>
                  <a:lnTo>
                    <a:pt x="1071372" y="0"/>
                  </a:lnTo>
                  <a:lnTo>
                    <a:pt x="1071372" y="6095"/>
                  </a:lnTo>
                  <a:close/>
                </a:path>
                <a:path w="1076325" h="550544">
                  <a:moveTo>
                    <a:pt x="1075944" y="7619"/>
                  </a:moveTo>
                  <a:lnTo>
                    <a:pt x="1071372" y="6095"/>
                  </a:lnTo>
                  <a:lnTo>
                    <a:pt x="1071372" y="0"/>
                  </a:lnTo>
                  <a:lnTo>
                    <a:pt x="1075944" y="7619"/>
                  </a:lnTo>
                  <a:close/>
                </a:path>
                <a:path w="1076325" h="550544">
                  <a:moveTo>
                    <a:pt x="1074437" y="539495"/>
                  </a:moveTo>
                  <a:lnTo>
                    <a:pt x="1063752" y="539495"/>
                  </a:lnTo>
                  <a:lnTo>
                    <a:pt x="1066800" y="12191"/>
                  </a:lnTo>
                  <a:lnTo>
                    <a:pt x="1075931" y="12191"/>
                  </a:lnTo>
                  <a:lnTo>
                    <a:pt x="1074437" y="539495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775960" y="1801368"/>
              <a:ext cx="242570" cy="635635"/>
            </a:xfrm>
            <a:custGeom>
              <a:avLst/>
              <a:gdLst/>
              <a:ahLst/>
              <a:cxnLst/>
              <a:rect l="l" t="t" r="r" b="b"/>
              <a:pathLst>
                <a:path w="242570" h="635635">
                  <a:moveTo>
                    <a:pt x="0" y="635508"/>
                  </a:moveTo>
                  <a:lnTo>
                    <a:pt x="3047" y="96012"/>
                  </a:lnTo>
                  <a:lnTo>
                    <a:pt x="242316" y="0"/>
                  </a:lnTo>
                  <a:lnTo>
                    <a:pt x="240791" y="537972"/>
                  </a:lnTo>
                  <a:lnTo>
                    <a:pt x="0" y="635508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771388" y="1796795"/>
              <a:ext cx="251460" cy="645160"/>
            </a:xfrm>
            <a:custGeom>
              <a:avLst/>
              <a:gdLst/>
              <a:ahLst/>
              <a:cxnLst/>
              <a:rect l="l" t="t" r="r" b="b"/>
              <a:pathLst>
                <a:path w="251460" h="645160">
                  <a:moveTo>
                    <a:pt x="7620" y="644651"/>
                  </a:moveTo>
                  <a:lnTo>
                    <a:pt x="4572" y="640079"/>
                  </a:lnTo>
                  <a:lnTo>
                    <a:pt x="0" y="640079"/>
                  </a:lnTo>
                  <a:lnTo>
                    <a:pt x="3030" y="103631"/>
                  </a:lnTo>
                  <a:lnTo>
                    <a:pt x="3048" y="100583"/>
                  </a:lnTo>
                  <a:lnTo>
                    <a:pt x="4572" y="97535"/>
                  </a:lnTo>
                  <a:lnTo>
                    <a:pt x="245364" y="0"/>
                  </a:lnTo>
                  <a:lnTo>
                    <a:pt x="251460" y="4571"/>
                  </a:lnTo>
                  <a:lnTo>
                    <a:pt x="251438" y="12191"/>
                  </a:lnTo>
                  <a:lnTo>
                    <a:pt x="242315" y="12191"/>
                  </a:lnTo>
                  <a:lnTo>
                    <a:pt x="12192" y="103631"/>
                  </a:lnTo>
                  <a:lnTo>
                    <a:pt x="10668" y="630935"/>
                  </a:lnTo>
                  <a:lnTo>
                    <a:pt x="41267" y="630935"/>
                  </a:lnTo>
                  <a:lnTo>
                    <a:pt x="18835" y="640079"/>
                  </a:lnTo>
                  <a:lnTo>
                    <a:pt x="4572" y="640079"/>
                  </a:lnTo>
                  <a:lnTo>
                    <a:pt x="7620" y="644651"/>
                  </a:lnTo>
                  <a:close/>
                </a:path>
                <a:path w="251460" h="645160">
                  <a:moveTo>
                    <a:pt x="41267" y="630935"/>
                  </a:moveTo>
                  <a:lnTo>
                    <a:pt x="10668" y="630935"/>
                  </a:lnTo>
                  <a:lnTo>
                    <a:pt x="239267" y="541019"/>
                  </a:lnTo>
                  <a:lnTo>
                    <a:pt x="242315" y="12191"/>
                  </a:lnTo>
                  <a:lnTo>
                    <a:pt x="251438" y="12191"/>
                  </a:lnTo>
                  <a:lnTo>
                    <a:pt x="249940" y="541019"/>
                  </a:lnTo>
                  <a:lnTo>
                    <a:pt x="249936" y="542543"/>
                  </a:lnTo>
                  <a:lnTo>
                    <a:pt x="243840" y="542543"/>
                  </a:lnTo>
                  <a:lnTo>
                    <a:pt x="246888" y="547115"/>
                  </a:lnTo>
                  <a:lnTo>
                    <a:pt x="41267" y="630935"/>
                  </a:lnTo>
                  <a:close/>
                </a:path>
                <a:path w="251460" h="645160">
                  <a:moveTo>
                    <a:pt x="246888" y="547115"/>
                  </a:moveTo>
                  <a:lnTo>
                    <a:pt x="245364" y="542543"/>
                  </a:lnTo>
                  <a:lnTo>
                    <a:pt x="249936" y="542543"/>
                  </a:lnTo>
                  <a:lnTo>
                    <a:pt x="246888" y="547115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715256" y="1897380"/>
              <a:ext cx="1064260" cy="539750"/>
            </a:xfrm>
            <a:custGeom>
              <a:avLst/>
              <a:gdLst/>
              <a:ahLst/>
              <a:cxnLst/>
              <a:rect l="l" t="t" r="r" b="b"/>
              <a:pathLst>
                <a:path w="1064260" h="539750">
                  <a:moveTo>
                    <a:pt x="1060704" y="539495"/>
                  </a:moveTo>
                  <a:lnTo>
                    <a:pt x="0" y="539495"/>
                  </a:lnTo>
                  <a:lnTo>
                    <a:pt x="3047" y="0"/>
                  </a:lnTo>
                  <a:lnTo>
                    <a:pt x="1063751" y="0"/>
                  </a:lnTo>
                  <a:lnTo>
                    <a:pt x="1060704" y="539495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707636" y="1891284"/>
              <a:ext cx="1076325" cy="550545"/>
            </a:xfrm>
            <a:custGeom>
              <a:avLst/>
              <a:gdLst/>
              <a:ahLst/>
              <a:cxnLst/>
              <a:rect l="l" t="t" r="r" b="b"/>
              <a:pathLst>
                <a:path w="1076325" h="550544">
                  <a:moveTo>
                    <a:pt x="1068324" y="550163"/>
                  </a:moveTo>
                  <a:lnTo>
                    <a:pt x="7620" y="550163"/>
                  </a:lnTo>
                  <a:lnTo>
                    <a:pt x="0" y="545591"/>
                  </a:lnTo>
                  <a:lnTo>
                    <a:pt x="6027" y="12191"/>
                  </a:lnTo>
                  <a:lnTo>
                    <a:pt x="6096" y="6095"/>
                  </a:lnTo>
                  <a:lnTo>
                    <a:pt x="10668" y="0"/>
                  </a:lnTo>
                  <a:lnTo>
                    <a:pt x="10668" y="6095"/>
                  </a:lnTo>
                  <a:lnTo>
                    <a:pt x="1071372" y="6095"/>
                  </a:lnTo>
                  <a:lnTo>
                    <a:pt x="1075944" y="7619"/>
                  </a:lnTo>
                  <a:lnTo>
                    <a:pt x="1075931" y="12191"/>
                  </a:lnTo>
                  <a:lnTo>
                    <a:pt x="15240" y="12191"/>
                  </a:lnTo>
                  <a:lnTo>
                    <a:pt x="12192" y="539495"/>
                  </a:lnTo>
                  <a:lnTo>
                    <a:pt x="1074437" y="539495"/>
                  </a:lnTo>
                  <a:lnTo>
                    <a:pt x="1074420" y="545591"/>
                  </a:lnTo>
                  <a:lnTo>
                    <a:pt x="1068324" y="550163"/>
                  </a:lnTo>
                  <a:close/>
                </a:path>
                <a:path w="1076325" h="550544">
                  <a:moveTo>
                    <a:pt x="1071372" y="6095"/>
                  </a:moveTo>
                  <a:lnTo>
                    <a:pt x="10668" y="6095"/>
                  </a:lnTo>
                  <a:lnTo>
                    <a:pt x="10668" y="0"/>
                  </a:lnTo>
                  <a:lnTo>
                    <a:pt x="1071372" y="0"/>
                  </a:lnTo>
                  <a:lnTo>
                    <a:pt x="1071372" y="6095"/>
                  </a:lnTo>
                  <a:close/>
                </a:path>
                <a:path w="1076325" h="550544">
                  <a:moveTo>
                    <a:pt x="1075944" y="7619"/>
                  </a:moveTo>
                  <a:lnTo>
                    <a:pt x="1071372" y="6095"/>
                  </a:lnTo>
                  <a:lnTo>
                    <a:pt x="1071372" y="0"/>
                  </a:lnTo>
                  <a:lnTo>
                    <a:pt x="1075944" y="7619"/>
                  </a:lnTo>
                  <a:close/>
                </a:path>
                <a:path w="1076325" h="550544">
                  <a:moveTo>
                    <a:pt x="1074437" y="539495"/>
                  </a:moveTo>
                  <a:lnTo>
                    <a:pt x="1063752" y="539495"/>
                  </a:lnTo>
                  <a:lnTo>
                    <a:pt x="1066800" y="12191"/>
                  </a:lnTo>
                  <a:lnTo>
                    <a:pt x="1075931" y="12191"/>
                  </a:lnTo>
                  <a:lnTo>
                    <a:pt x="1074437" y="539495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718303" y="1801368"/>
              <a:ext cx="1300480" cy="96520"/>
            </a:xfrm>
            <a:custGeom>
              <a:avLst/>
              <a:gdLst/>
              <a:ahLst/>
              <a:cxnLst/>
              <a:rect l="l" t="t" r="r" b="b"/>
              <a:pathLst>
                <a:path w="1300479" h="96519">
                  <a:moveTo>
                    <a:pt x="1060703" y="96012"/>
                  </a:moveTo>
                  <a:lnTo>
                    <a:pt x="0" y="96012"/>
                  </a:lnTo>
                  <a:lnTo>
                    <a:pt x="239267" y="0"/>
                  </a:lnTo>
                  <a:lnTo>
                    <a:pt x="1299972" y="0"/>
                  </a:lnTo>
                  <a:lnTo>
                    <a:pt x="1060703" y="96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690871" y="1796795"/>
              <a:ext cx="1355090" cy="106680"/>
            </a:xfrm>
            <a:custGeom>
              <a:avLst/>
              <a:gdLst/>
              <a:ahLst/>
              <a:cxnLst/>
              <a:rect l="l" t="t" r="r" b="b"/>
              <a:pathLst>
                <a:path w="1355089" h="106680">
                  <a:moveTo>
                    <a:pt x="54864" y="94488"/>
                  </a:moveTo>
                  <a:lnTo>
                    <a:pt x="30480" y="94488"/>
                  </a:lnTo>
                  <a:lnTo>
                    <a:pt x="263651" y="0"/>
                  </a:lnTo>
                  <a:lnTo>
                    <a:pt x="1327404" y="0"/>
                  </a:lnTo>
                  <a:lnTo>
                    <a:pt x="1327404" y="4572"/>
                  </a:lnTo>
                  <a:lnTo>
                    <a:pt x="1342644" y="4572"/>
                  </a:lnTo>
                  <a:lnTo>
                    <a:pt x="1330452" y="9144"/>
                  </a:lnTo>
                  <a:lnTo>
                    <a:pt x="269748" y="9144"/>
                  </a:lnTo>
                  <a:lnTo>
                    <a:pt x="54864" y="94488"/>
                  </a:lnTo>
                  <a:close/>
                </a:path>
                <a:path w="1355089" h="106680">
                  <a:moveTo>
                    <a:pt x="1342644" y="4572"/>
                  </a:moveTo>
                  <a:lnTo>
                    <a:pt x="1327404" y="4572"/>
                  </a:lnTo>
                  <a:lnTo>
                    <a:pt x="1327404" y="0"/>
                  </a:lnTo>
                  <a:lnTo>
                    <a:pt x="1354836" y="0"/>
                  </a:lnTo>
                  <a:lnTo>
                    <a:pt x="1342644" y="4572"/>
                  </a:lnTo>
                  <a:close/>
                </a:path>
                <a:path w="1355089" h="106680">
                  <a:moveTo>
                    <a:pt x="1113971" y="96012"/>
                  </a:moveTo>
                  <a:lnTo>
                    <a:pt x="1088136" y="96012"/>
                  </a:lnTo>
                  <a:lnTo>
                    <a:pt x="1301495" y="9144"/>
                  </a:lnTo>
                  <a:lnTo>
                    <a:pt x="1330452" y="9144"/>
                  </a:lnTo>
                  <a:lnTo>
                    <a:pt x="1113971" y="96012"/>
                  </a:lnTo>
                  <a:close/>
                </a:path>
                <a:path w="1355089" h="106680">
                  <a:moveTo>
                    <a:pt x="1088136" y="106680"/>
                  </a:moveTo>
                  <a:lnTo>
                    <a:pt x="0" y="106680"/>
                  </a:lnTo>
                  <a:lnTo>
                    <a:pt x="24384" y="97536"/>
                  </a:lnTo>
                  <a:lnTo>
                    <a:pt x="27432" y="96012"/>
                  </a:lnTo>
                  <a:lnTo>
                    <a:pt x="27432" y="94488"/>
                  </a:lnTo>
                  <a:lnTo>
                    <a:pt x="1088136" y="94488"/>
                  </a:lnTo>
                  <a:lnTo>
                    <a:pt x="1088136" y="96012"/>
                  </a:lnTo>
                  <a:lnTo>
                    <a:pt x="1113971" y="96012"/>
                  </a:lnTo>
                  <a:lnTo>
                    <a:pt x="1091184" y="105156"/>
                  </a:lnTo>
                  <a:lnTo>
                    <a:pt x="1088136" y="106680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80660" y="1708404"/>
              <a:ext cx="131064" cy="156972"/>
            </a:xfrm>
            <a:prstGeom prst="rect">
              <a:avLst/>
            </a:prstGeom>
          </p:spPr>
        </p:pic>
      </p:grpSp>
      <p:grpSp>
        <p:nvGrpSpPr>
          <p:cNvPr id="21" name="object 21" descr=""/>
          <p:cNvGrpSpPr/>
          <p:nvPr/>
        </p:nvGrpSpPr>
        <p:grpSpPr>
          <a:xfrm>
            <a:off x="2647188" y="2569464"/>
            <a:ext cx="2108200" cy="1242060"/>
            <a:chOff x="2647188" y="2569464"/>
            <a:chExt cx="2108200" cy="1242060"/>
          </a:xfrm>
        </p:grpSpPr>
        <p:sp>
          <p:nvSpPr>
            <p:cNvPr id="22" name="object 22" descr=""/>
            <p:cNvSpPr/>
            <p:nvPr/>
          </p:nvSpPr>
          <p:spPr>
            <a:xfrm>
              <a:off x="3532632" y="2865120"/>
              <a:ext cx="1222375" cy="149860"/>
            </a:xfrm>
            <a:custGeom>
              <a:avLst/>
              <a:gdLst/>
              <a:ahLst/>
              <a:cxnLst/>
              <a:rect l="l" t="t" r="r" b="b"/>
              <a:pathLst>
                <a:path w="1222375" h="149860">
                  <a:moveTo>
                    <a:pt x="987552" y="144780"/>
                  </a:moveTo>
                  <a:lnTo>
                    <a:pt x="16764" y="144780"/>
                  </a:lnTo>
                  <a:lnTo>
                    <a:pt x="16764" y="143256"/>
                  </a:lnTo>
                  <a:lnTo>
                    <a:pt x="15240" y="140208"/>
                  </a:lnTo>
                  <a:lnTo>
                    <a:pt x="231647" y="0"/>
                  </a:lnTo>
                  <a:lnTo>
                    <a:pt x="1205484" y="0"/>
                  </a:lnTo>
                  <a:lnTo>
                    <a:pt x="1205484" y="4572"/>
                  </a:lnTo>
                  <a:lnTo>
                    <a:pt x="1213104" y="4572"/>
                  </a:lnTo>
                  <a:lnTo>
                    <a:pt x="1207008" y="7620"/>
                  </a:lnTo>
                  <a:lnTo>
                    <a:pt x="1205484" y="9144"/>
                  </a:lnTo>
                  <a:lnTo>
                    <a:pt x="1205484" y="10668"/>
                  </a:lnTo>
                  <a:lnTo>
                    <a:pt x="236220" y="10668"/>
                  </a:lnTo>
                  <a:lnTo>
                    <a:pt x="30480" y="140208"/>
                  </a:lnTo>
                  <a:lnTo>
                    <a:pt x="1002453" y="140208"/>
                  </a:lnTo>
                  <a:lnTo>
                    <a:pt x="997712" y="143256"/>
                  </a:lnTo>
                  <a:lnTo>
                    <a:pt x="987552" y="143256"/>
                  </a:lnTo>
                  <a:lnTo>
                    <a:pt x="987552" y="144780"/>
                  </a:lnTo>
                  <a:close/>
                </a:path>
                <a:path w="1222375" h="149860">
                  <a:moveTo>
                    <a:pt x="1213104" y="4572"/>
                  </a:moveTo>
                  <a:lnTo>
                    <a:pt x="1205484" y="4572"/>
                  </a:lnTo>
                  <a:lnTo>
                    <a:pt x="1205484" y="0"/>
                  </a:lnTo>
                  <a:lnTo>
                    <a:pt x="1222248" y="0"/>
                  </a:lnTo>
                  <a:lnTo>
                    <a:pt x="1213104" y="4572"/>
                  </a:lnTo>
                  <a:close/>
                </a:path>
                <a:path w="1222375" h="149860">
                  <a:moveTo>
                    <a:pt x="1002453" y="140208"/>
                  </a:moveTo>
                  <a:lnTo>
                    <a:pt x="984504" y="140208"/>
                  </a:lnTo>
                  <a:lnTo>
                    <a:pt x="1187196" y="10668"/>
                  </a:lnTo>
                  <a:lnTo>
                    <a:pt x="1203960" y="10668"/>
                  </a:lnTo>
                  <a:lnTo>
                    <a:pt x="1002453" y="140208"/>
                  </a:lnTo>
                  <a:close/>
                </a:path>
                <a:path w="1222375" h="149860">
                  <a:moveTo>
                    <a:pt x="987552" y="149352"/>
                  </a:moveTo>
                  <a:lnTo>
                    <a:pt x="0" y="149352"/>
                  </a:lnTo>
                  <a:lnTo>
                    <a:pt x="15240" y="140208"/>
                  </a:lnTo>
                  <a:lnTo>
                    <a:pt x="16764" y="144780"/>
                  </a:lnTo>
                  <a:lnTo>
                    <a:pt x="987552" y="144780"/>
                  </a:lnTo>
                  <a:lnTo>
                    <a:pt x="990600" y="147828"/>
                  </a:lnTo>
                  <a:lnTo>
                    <a:pt x="987552" y="149352"/>
                  </a:lnTo>
                  <a:close/>
                </a:path>
                <a:path w="1222375" h="149860">
                  <a:moveTo>
                    <a:pt x="990600" y="147828"/>
                  </a:moveTo>
                  <a:lnTo>
                    <a:pt x="987552" y="143256"/>
                  </a:lnTo>
                  <a:lnTo>
                    <a:pt x="997712" y="143256"/>
                  </a:lnTo>
                  <a:lnTo>
                    <a:pt x="990600" y="147828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527803" y="2872740"/>
              <a:ext cx="210820" cy="901065"/>
            </a:xfrm>
            <a:custGeom>
              <a:avLst/>
              <a:gdLst/>
              <a:ahLst/>
              <a:cxnLst/>
              <a:rect l="l" t="t" r="r" b="b"/>
              <a:pathLst>
                <a:path w="210820" h="901064">
                  <a:moveTo>
                    <a:pt x="0" y="900683"/>
                  </a:moveTo>
                  <a:lnTo>
                    <a:pt x="0" y="134111"/>
                  </a:lnTo>
                  <a:lnTo>
                    <a:pt x="210312" y="0"/>
                  </a:lnTo>
                  <a:lnTo>
                    <a:pt x="210312" y="765048"/>
                  </a:lnTo>
                  <a:lnTo>
                    <a:pt x="0" y="900683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523232" y="2863596"/>
              <a:ext cx="222885" cy="914400"/>
            </a:xfrm>
            <a:custGeom>
              <a:avLst/>
              <a:gdLst/>
              <a:ahLst/>
              <a:cxnLst/>
              <a:rect l="l" t="t" r="r" b="b"/>
              <a:pathLst>
                <a:path w="222885" h="914400">
                  <a:moveTo>
                    <a:pt x="9144" y="914400"/>
                  </a:moveTo>
                  <a:lnTo>
                    <a:pt x="0" y="914400"/>
                  </a:lnTo>
                  <a:lnTo>
                    <a:pt x="0" y="141731"/>
                  </a:lnTo>
                  <a:lnTo>
                    <a:pt x="1524" y="141731"/>
                  </a:lnTo>
                  <a:lnTo>
                    <a:pt x="211836" y="4572"/>
                  </a:lnTo>
                  <a:lnTo>
                    <a:pt x="222504" y="0"/>
                  </a:lnTo>
                  <a:lnTo>
                    <a:pt x="222504" y="18287"/>
                  </a:lnTo>
                  <a:lnTo>
                    <a:pt x="208788" y="18287"/>
                  </a:lnTo>
                  <a:lnTo>
                    <a:pt x="9144" y="147827"/>
                  </a:lnTo>
                  <a:lnTo>
                    <a:pt x="9144" y="914400"/>
                  </a:lnTo>
                  <a:close/>
                </a:path>
                <a:path w="222885" h="914400">
                  <a:moveTo>
                    <a:pt x="222504" y="778764"/>
                  </a:moveTo>
                  <a:lnTo>
                    <a:pt x="208788" y="778764"/>
                  </a:lnTo>
                  <a:lnTo>
                    <a:pt x="208788" y="18287"/>
                  </a:lnTo>
                  <a:lnTo>
                    <a:pt x="222504" y="18287"/>
                  </a:lnTo>
                  <a:lnTo>
                    <a:pt x="222504" y="778764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550919" y="3008375"/>
              <a:ext cx="965200" cy="763905"/>
            </a:xfrm>
            <a:custGeom>
              <a:avLst/>
              <a:gdLst/>
              <a:ahLst/>
              <a:cxnLst/>
              <a:rect l="l" t="t" r="r" b="b"/>
              <a:pathLst>
                <a:path w="965200" h="763904">
                  <a:moveTo>
                    <a:pt x="964691" y="763524"/>
                  </a:moveTo>
                  <a:lnTo>
                    <a:pt x="0" y="763524"/>
                  </a:lnTo>
                  <a:lnTo>
                    <a:pt x="0" y="0"/>
                  </a:lnTo>
                  <a:lnTo>
                    <a:pt x="964691" y="0"/>
                  </a:lnTo>
                  <a:lnTo>
                    <a:pt x="964691" y="763524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547859" y="3004819"/>
              <a:ext cx="972819" cy="772160"/>
            </a:xfrm>
            <a:custGeom>
              <a:avLst/>
              <a:gdLst/>
              <a:ahLst/>
              <a:cxnLst/>
              <a:rect l="l" t="t" r="r" b="b"/>
              <a:pathLst>
                <a:path w="972820" h="772160">
                  <a:moveTo>
                    <a:pt x="972324" y="508"/>
                  </a:moveTo>
                  <a:lnTo>
                    <a:pt x="967752" y="508"/>
                  </a:lnTo>
                  <a:lnTo>
                    <a:pt x="4584" y="508"/>
                  </a:lnTo>
                  <a:lnTo>
                    <a:pt x="4584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772160"/>
                  </a:lnTo>
                  <a:lnTo>
                    <a:pt x="9144" y="772160"/>
                  </a:lnTo>
                  <a:lnTo>
                    <a:pt x="9144" y="10160"/>
                  </a:lnTo>
                  <a:lnTo>
                    <a:pt x="963180" y="10160"/>
                  </a:lnTo>
                  <a:lnTo>
                    <a:pt x="963180" y="771664"/>
                  </a:lnTo>
                  <a:lnTo>
                    <a:pt x="972324" y="771664"/>
                  </a:lnTo>
                  <a:lnTo>
                    <a:pt x="972324" y="10160"/>
                  </a:lnTo>
                  <a:lnTo>
                    <a:pt x="972324" y="9664"/>
                  </a:lnTo>
                  <a:lnTo>
                    <a:pt x="972324" y="5080"/>
                  </a:lnTo>
                  <a:lnTo>
                    <a:pt x="972324" y="508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22775" y="3336035"/>
              <a:ext cx="83820" cy="79248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47188" y="2569464"/>
              <a:ext cx="851915" cy="1242059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98975" y="2907792"/>
              <a:ext cx="141732" cy="77723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3945636" y="3208032"/>
              <a:ext cx="582295" cy="332740"/>
            </a:xfrm>
            <a:custGeom>
              <a:avLst/>
              <a:gdLst/>
              <a:ahLst/>
              <a:cxnLst/>
              <a:rect l="l" t="t" r="r" b="b"/>
              <a:pathLst>
                <a:path w="582295" h="332739">
                  <a:moveTo>
                    <a:pt x="582168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322580"/>
                  </a:lnTo>
                  <a:lnTo>
                    <a:pt x="0" y="327660"/>
                  </a:lnTo>
                  <a:lnTo>
                    <a:pt x="0" y="332740"/>
                  </a:lnTo>
                  <a:lnTo>
                    <a:pt x="582168" y="332740"/>
                  </a:lnTo>
                  <a:lnTo>
                    <a:pt x="582168" y="327660"/>
                  </a:lnTo>
                  <a:lnTo>
                    <a:pt x="582168" y="322580"/>
                  </a:lnTo>
                  <a:lnTo>
                    <a:pt x="582168" y="8890"/>
                  </a:lnTo>
                  <a:lnTo>
                    <a:pt x="58216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 descr=""/>
          <p:cNvGrpSpPr/>
          <p:nvPr/>
        </p:nvGrpSpPr>
        <p:grpSpPr>
          <a:xfrm>
            <a:off x="3339084" y="1194816"/>
            <a:ext cx="1239520" cy="1260475"/>
            <a:chOff x="3339084" y="1194816"/>
            <a:chExt cx="1239520" cy="1260475"/>
          </a:xfrm>
        </p:grpSpPr>
        <p:pic>
          <p:nvPicPr>
            <p:cNvPr id="32" name="object 3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74364" y="1194816"/>
              <a:ext cx="749808" cy="946404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4331208" y="1816608"/>
              <a:ext cx="222885" cy="634365"/>
            </a:xfrm>
            <a:custGeom>
              <a:avLst/>
              <a:gdLst/>
              <a:ahLst/>
              <a:cxnLst/>
              <a:rect l="l" t="t" r="r" b="b"/>
              <a:pathLst>
                <a:path w="222885" h="634364">
                  <a:moveTo>
                    <a:pt x="0" y="633983"/>
                  </a:moveTo>
                  <a:lnTo>
                    <a:pt x="3048" y="97536"/>
                  </a:lnTo>
                  <a:lnTo>
                    <a:pt x="222503" y="0"/>
                  </a:lnTo>
                  <a:lnTo>
                    <a:pt x="220980" y="539496"/>
                  </a:lnTo>
                  <a:lnTo>
                    <a:pt x="0" y="633983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326636" y="1812035"/>
              <a:ext cx="233679" cy="643255"/>
            </a:xfrm>
            <a:custGeom>
              <a:avLst/>
              <a:gdLst/>
              <a:ahLst/>
              <a:cxnLst/>
              <a:rect l="l" t="t" r="r" b="b"/>
              <a:pathLst>
                <a:path w="233679" h="643255">
                  <a:moveTo>
                    <a:pt x="19087" y="102108"/>
                  </a:moveTo>
                  <a:lnTo>
                    <a:pt x="7620" y="102108"/>
                  </a:lnTo>
                  <a:lnTo>
                    <a:pt x="4572" y="97536"/>
                  </a:lnTo>
                  <a:lnTo>
                    <a:pt x="225552" y="0"/>
                  </a:lnTo>
                  <a:lnTo>
                    <a:pt x="233172" y="4572"/>
                  </a:lnTo>
                  <a:lnTo>
                    <a:pt x="233128" y="12191"/>
                  </a:lnTo>
                  <a:lnTo>
                    <a:pt x="222503" y="12191"/>
                  </a:lnTo>
                  <a:lnTo>
                    <a:pt x="19087" y="102108"/>
                  </a:lnTo>
                  <a:close/>
                </a:path>
                <a:path w="233679" h="643255">
                  <a:moveTo>
                    <a:pt x="35740" y="630936"/>
                  </a:moveTo>
                  <a:lnTo>
                    <a:pt x="10668" y="630936"/>
                  </a:lnTo>
                  <a:lnTo>
                    <a:pt x="217932" y="541020"/>
                  </a:lnTo>
                  <a:lnTo>
                    <a:pt x="222503" y="12191"/>
                  </a:lnTo>
                  <a:lnTo>
                    <a:pt x="233128" y="12191"/>
                  </a:lnTo>
                  <a:lnTo>
                    <a:pt x="230141" y="541020"/>
                  </a:lnTo>
                  <a:lnTo>
                    <a:pt x="230124" y="544068"/>
                  </a:lnTo>
                  <a:lnTo>
                    <a:pt x="224028" y="544068"/>
                  </a:lnTo>
                  <a:lnTo>
                    <a:pt x="225552" y="548640"/>
                  </a:lnTo>
                  <a:lnTo>
                    <a:pt x="35740" y="630936"/>
                  </a:lnTo>
                  <a:close/>
                </a:path>
                <a:path w="233679" h="643255">
                  <a:moveTo>
                    <a:pt x="7620" y="643128"/>
                  </a:moveTo>
                  <a:lnTo>
                    <a:pt x="4572" y="638556"/>
                  </a:lnTo>
                  <a:lnTo>
                    <a:pt x="0" y="638556"/>
                  </a:lnTo>
                  <a:lnTo>
                    <a:pt x="3030" y="105156"/>
                  </a:lnTo>
                  <a:lnTo>
                    <a:pt x="3048" y="102108"/>
                  </a:lnTo>
                  <a:lnTo>
                    <a:pt x="4572" y="97536"/>
                  </a:lnTo>
                  <a:lnTo>
                    <a:pt x="7620" y="102108"/>
                  </a:lnTo>
                  <a:lnTo>
                    <a:pt x="19087" y="102108"/>
                  </a:lnTo>
                  <a:lnTo>
                    <a:pt x="12192" y="105156"/>
                  </a:lnTo>
                  <a:lnTo>
                    <a:pt x="10668" y="630936"/>
                  </a:lnTo>
                  <a:lnTo>
                    <a:pt x="35740" y="630936"/>
                  </a:lnTo>
                  <a:lnTo>
                    <a:pt x="18165" y="638556"/>
                  </a:lnTo>
                  <a:lnTo>
                    <a:pt x="4572" y="638556"/>
                  </a:lnTo>
                  <a:lnTo>
                    <a:pt x="7620" y="643128"/>
                  </a:lnTo>
                  <a:close/>
                </a:path>
                <a:path w="233679" h="643255">
                  <a:moveTo>
                    <a:pt x="225552" y="548640"/>
                  </a:moveTo>
                  <a:lnTo>
                    <a:pt x="225552" y="544068"/>
                  </a:lnTo>
                  <a:lnTo>
                    <a:pt x="230124" y="544068"/>
                  </a:lnTo>
                  <a:lnTo>
                    <a:pt x="225552" y="548640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361931" y="1816620"/>
              <a:ext cx="1191895" cy="634365"/>
            </a:xfrm>
            <a:custGeom>
              <a:avLst/>
              <a:gdLst/>
              <a:ahLst/>
              <a:cxnLst/>
              <a:rect l="l" t="t" r="r" b="b"/>
              <a:pathLst>
                <a:path w="1191895" h="634364">
                  <a:moveTo>
                    <a:pt x="1191768" y="0"/>
                  </a:moveTo>
                  <a:lnTo>
                    <a:pt x="972324" y="97536"/>
                  </a:lnTo>
                  <a:lnTo>
                    <a:pt x="1524" y="97536"/>
                  </a:lnTo>
                  <a:lnTo>
                    <a:pt x="0" y="633971"/>
                  </a:lnTo>
                  <a:lnTo>
                    <a:pt x="969276" y="633971"/>
                  </a:lnTo>
                  <a:lnTo>
                    <a:pt x="1190256" y="539496"/>
                  </a:lnTo>
                  <a:lnTo>
                    <a:pt x="1191768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357359" y="1812035"/>
              <a:ext cx="1202690" cy="643255"/>
            </a:xfrm>
            <a:custGeom>
              <a:avLst/>
              <a:gdLst/>
              <a:ahLst/>
              <a:cxnLst/>
              <a:rect l="l" t="t" r="r" b="b"/>
              <a:pathLst>
                <a:path w="1202689" h="643255">
                  <a:moveTo>
                    <a:pt x="1202448" y="4572"/>
                  </a:moveTo>
                  <a:lnTo>
                    <a:pt x="1194828" y="0"/>
                  </a:lnTo>
                  <a:lnTo>
                    <a:pt x="1191780" y="1346"/>
                  </a:lnTo>
                  <a:lnTo>
                    <a:pt x="1191780" y="12192"/>
                  </a:lnTo>
                  <a:lnTo>
                    <a:pt x="1187208" y="541020"/>
                  </a:lnTo>
                  <a:lnTo>
                    <a:pt x="979957" y="630936"/>
                  </a:lnTo>
                  <a:lnTo>
                    <a:pt x="980706" y="366471"/>
                  </a:lnTo>
                  <a:lnTo>
                    <a:pt x="981468" y="105156"/>
                  </a:lnTo>
                  <a:lnTo>
                    <a:pt x="1191780" y="12192"/>
                  </a:lnTo>
                  <a:lnTo>
                    <a:pt x="1191780" y="1346"/>
                  </a:lnTo>
                  <a:lnTo>
                    <a:pt x="973848" y="97536"/>
                  </a:lnTo>
                  <a:lnTo>
                    <a:pt x="972286" y="97548"/>
                  </a:lnTo>
                  <a:lnTo>
                    <a:pt x="972286" y="106692"/>
                  </a:lnTo>
                  <a:lnTo>
                    <a:pt x="971219" y="295021"/>
                  </a:lnTo>
                  <a:lnTo>
                    <a:pt x="969264" y="633996"/>
                  </a:lnTo>
                  <a:lnTo>
                    <a:pt x="9144" y="633996"/>
                  </a:lnTo>
                  <a:lnTo>
                    <a:pt x="12192" y="106692"/>
                  </a:lnTo>
                  <a:lnTo>
                    <a:pt x="972286" y="106692"/>
                  </a:lnTo>
                  <a:lnTo>
                    <a:pt x="972286" y="97548"/>
                  </a:lnTo>
                  <a:lnTo>
                    <a:pt x="6096" y="97548"/>
                  </a:lnTo>
                  <a:lnTo>
                    <a:pt x="1524" y="102120"/>
                  </a:lnTo>
                  <a:lnTo>
                    <a:pt x="1511" y="106692"/>
                  </a:lnTo>
                  <a:lnTo>
                    <a:pt x="0" y="638568"/>
                  </a:lnTo>
                  <a:lnTo>
                    <a:pt x="4572" y="643140"/>
                  </a:lnTo>
                  <a:lnTo>
                    <a:pt x="973836" y="643140"/>
                  </a:lnTo>
                  <a:lnTo>
                    <a:pt x="975880" y="641616"/>
                  </a:lnTo>
                  <a:lnTo>
                    <a:pt x="979932" y="638568"/>
                  </a:lnTo>
                  <a:lnTo>
                    <a:pt x="987437" y="638556"/>
                  </a:lnTo>
                  <a:lnTo>
                    <a:pt x="1005014" y="630936"/>
                  </a:lnTo>
                  <a:lnTo>
                    <a:pt x="1194828" y="548640"/>
                  </a:lnTo>
                  <a:lnTo>
                    <a:pt x="1193304" y="544068"/>
                  </a:lnTo>
                  <a:lnTo>
                    <a:pt x="1194828" y="544068"/>
                  </a:lnTo>
                  <a:lnTo>
                    <a:pt x="1194828" y="548640"/>
                  </a:lnTo>
                  <a:lnTo>
                    <a:pt x="1199400" y="544068"/>
                  </a:lnTo>
                  <a:lnTo>
                    <a:pt x="1199413" y="541020"/>
                  </a:lnTo>
                  <a:lnTo>
                    <a:pt x="1202397" y="12192"/>
                  </a:lnTo>
                  <a:lnTo>
                    <a:pt x="1202448" y="4572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363468" y="1816608"/>
              <a:ext cx="1190625" cy="97790"/>
            </a:xfrm>
            <a:custGeom>
              <a:avLst/>
              <a:gdLst/>
              <a:ahLst/>
              <a:cxnLst/>
              <a:rect l="l" t="t" r="r" b="b"/>
              <a:pathLst>
                <a:path w="1190625" h="97789">
                  <a:moveTo>
                    <a:pt x="970788" y="97536"/>
                  </a:moveTo>
                  <a:lnTo>
                    <a:pt x="0" y="97536"/>
                  </a:lnTo>
                  <a:lnTo>
                    <a:pt x="220980" y="0"/>
                  </a:lnTo>
                  <a:lnTo>
                    <a:pt x="1190243" y="0"/>
                  </a:lnTo>
                  <a:lnTo>
                    <a:pt x="970788" y="975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339084" y="1812036"/>
              <a:ext cx="1239520" cy="106680"/>
            </a:xfrm>
            <a:custGeom>
              <a:avLst/>
              <a:gdLst/>
              <a:ahLst/>
              <a:cxnLst/>
              <a:rect l="l" t="t" r="r" b="b"/>
              <a:pathLst>
                <a:path w="1239520" h="106680">
                  <a:moveTo>
                    <a:pt x="998220" y="106680"/>
                  </a:moveTo>
                  <a:lnTo>
                    <a:pt x="995172" y="102108"/>
                  </a:lnTo>
                  <a:lnTo>
                    <a:pt x="24384" y="102108"/>
                  </a:lnTo>
                  <a:lnTo>
                    <a:pt x="22860" y="97536"/>
                  </a:lnTo>
                  <a:lnTo>
                    <a:pt x="242316" y="0"/>
                  </a:lnTo>
                  <a:lnTo>
                    <a:pt x="1214628" y="0"/>
                  </a:lnTo>
                  <a:lnTo>
                    <a:pt x="1214628" y="4572"/>
                  </a:lnTo>
                  <a:lnTo>
                    <a:pt x="1217676" y="9144"/>
                  </a:lnTo>
                  <a:lnTo>
                    <a:pt x="246888" y="9144"/>
                  </a:lnTo>
                  <a:lnTo>
                    <a:pt x="48768" y="97536"/>
                  </a:lnTo>
                  <a:lnTo>
                    <a:pt x="1018794" y="97536"/>
                  </a:lnTo>
                  <a:lnTo>
                    <a:pt x="998220" y="106680"/>
                  </a:lnTo>
                  <a:close/>
                </a:path>
                <a:path w="1239520" h="106680">
                  <a:moveTo>
                    <a:pt x="1217676" y="9144"/>
                  </a:moveTo>
                  <a:lnTo>
                    <a:pt x="1214628" y="4572"/>
                  </a:lnTo>
                  <a:lnTo>
                    <a:pt x="1214628" y="0"/>
                  </a:lnTo>
                  <a:lnTo>
                    <a:pt x="1239012" y="0"/>
                  </a:lnTo>
                  <a:lnTo>
                    <a:pt x="1217676" y="9144"/>
                  </a:lnTo>
                  <a:close/>
                </a:path>
                <a:path w="1239520" h="106680">
                  <a:moveTo>
                    <a:pt x="1018794" y="97536"/>
                  </a:moveTo>
                  <a:lnTo>
                    <a:pt x="992124" y="97536"/>
                  </a:lnTo>
                  <a:lnTo>
                    <a:pt x="1190244" y="9144"/>
                  </a:lnTo>
                  <a:lnTo>
                    <a:pt x="1217676" y="9144"/>
                  </a:lnTo>
                  <a:lnTo>
                    <a:pt x="1018794" y="97536"/>
                  </a:lnTo>
                  <a:close/>
                </a:path>
                <a:path w="1239520" h="106680">
                  <a:moveTo>
                    <a:pt x="998220" y="106680"/>
                  </a:moveTo>
                  <a:lnTo>
                    <a:pt x="0" y="106680"/>
                  </a:lnTo>
                  <a:lnTo>
                    <a:pt x="22860" y="97536"/>
                  </a:lnTo>
                  <a:lnTo>
                    <a:pt x="24384" y="102108"/>
                  </a:lnTo>
                  <a:lnTo>
                    <a:pt x="995172" y="102108"/>
                  </a:lnTo>
                  <a:lnTo>
                    <a:pt x="998220" y="106680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36492" y="1732787"/>
              <a:ext cx="129540" cy="156972"/>
            </a:xfrm>
            <a:prstGeom prst="rect">
              <a:avLst/>
            </a:prstGeom>
          </p:spPr>
        </p:pic>
      </p:grpSp>
      <p:grpSp>
        <p:nvGrpSpPr>
          <p:cNvPr id="40" name="object 40" descr=""/>
          <p:cNvGrpSpPr/>
          <p:nvPr/>
        </p:nvGrpSpPr>
        <p:grpSpPr>
          <a:xfrm>
            <a:off x="1997963" y="1304187"/>
            <a:ext cx="1240155" cy="1151255"/>
            <a:chOff x="1997963" y="1304187"/>
            <a:chExt cx="1240155" cy="1151255"/>
          </a:xfrm>
        </p:grpSpPr>
        <p:pic>
          <p:nvPicPr>
            <p:cNvPr id="41" name="object 4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34184" y="1304187"/>
              <a:ext cx="1003579" cy="584048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2990088" y="1816608"/>
              <a:ext cx="222885" cy="634365"/>
            </a:xfrm>
            <a:custGeom>
              <a:avLst/>
              <a:gdLst/>
              <a:ahLst/>
              <a:cxnLst/>
              <a:rect l="l" t="t" r="r" b="b"/>
              <a:pathLst>
                <a:path w="222885" h="634364">
                  <a:moveTo>
                    <a:pt x="0" y="633983"/>
                  </a:moveTo>
                  <a:lnTo>
                    <a:pt x="3047" y="97536"/>
                  </a:lnTo>
                  <a:lnTo>
                    <a:pt x="222503" y="0"/>
                  </a:lnTo>
                  <a:lnTo>
                    <a:pt x="219455" y="539496"/>
                  </a:lnTo>
                  <a:lnTo>
                    <a:pt x="0" y="633983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2985516" y="1812035"/>
              <a:ext cx="231775" cy="643255"/>
            </a:xfrm>
            <a:custGeom>
              <a:avLst/>
              <a:gdLst/>
              <a:ahLst/>
              <a:cxnLst/>
              <a:rect l="l" t="t" r="r" b="b"/>
              <a:pathLst>
                <a:path w="231775" h="643255">
                  <a:moveTo>
                    <a:pt x="7620" y="643128"/>
                  </a:moveTo>
                  <a:lnTo>
                    <a:pt x="4572" y="638556"/>
                  </a:lnTo>
                  <a:lnTo>
                    <a:pt x="0" y="638556"/>
                  </a:lnTo>
                  <a:lnTo>
                    <a:pt x="1515" y="105156"/>
                  </a:lnTo>
                  <a:lnTo>
                    <a:pt x="1524" y="102108"/>
                  </a:lnTo>
                  <a:lnTo>
                    <a:pt x="4572" y="97536"/>
                  </a:lnTo>
                  <a:lnTo>
                    <a:pt x="224028" y="0"/>
                  </a:lnTo>
                  <a:lnTo>
                    <a:pt x="231648" y="4572"/>
                  </a:lnTo>
                  <a:lnTo>
                    <a:pt x="231604" y="12191"/>
                  </a:lnTo>
                  <a:lnTo>
                    <a:pt x="222503" y="12191"/>
                  </a:lnTo>
                  <a:lnTo>
                    <a:pt x="12192" y="105156"/>
                  </a:lnTo>
                  <a:lnTo>
                    <a:pt x="9144" y="630936"/>
                  </a:lnTo>
                  <a:lnTo>
                    <a:pt x="35543" y="630936"/>
                  </a:lnTo>
                  <a:lnTo>
                    <a:pt x="18091" y="638556"/>
                  </a:lnTo>
                  <a:lnTo>
                    <a:pt x="4572" y="638556"/>
                  </a:lnTo>
                  <a:lnTo>
                    <a:pt x="7620" y="643128"/>
                  </a:lnTo>
                  <a:close/>
                </a:path>
                <a:path w="231775" h="643255">
                  <a:moveTo>
                    <a:pt x="35543" y="630936"/>
                  </a:moveTo>
                  <a:lnTo>
                    <a:pt x="9144" y="630936"/>
                  </a:lnTo>
                  <a:lnTo>
                    <a:pt x="219455" y="539496"/>
                  </a:lnTo>
                  <a:lnTo>
                    <a:pt x="222503" y="12191"/>
                  </a:lnTo>
                  <a:lnTo>
                    <a:pt x="231604" y="12191"/>
                  </a:lnTo>
                  <a:lnTo>
                    <a:pt x="228625" y="539496"/>
                  </a:lnTo>
                  <a:lnTo>
                    <a:pt x="228600" y="544068"/>
                  </a:lnTo>
                  <a:lnTo>
                    <a:pt x="222503" y="544068"/>
                  </a:lnTo>
                  <a:lnTo>
                    <a:pt x="224028" y="548640"/>
                  </a:lnTo>
                  <a:lnTo>
                    <a:pt x="35543" y="630936"/>
                  </a:lnTo>
                  <a:close/>
                </a:path>
                <a:path w="231775" h="643255">
                  <a:moveTo>
                    <a:pt x="224028" y="548640"/>
                  </a:moveTo>
                  <a:lnTo>
                    <a:pt x="224028" y="544068"/>
                  </a:lnTo>
                  <a:lnTo>
                    <a:pt x="228600" y="544068"/>
                  </a:lnTo>
                  <a:lnTo>
                    <a:pt x="224028" y="548640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019300" y="1816620"/>
              <a:ext cx="1193800" cy="634365"/>
            </a:xfrm>
            <a:custGeom>
              <a:avLst/>
              <a:gdLst/>
              <a:ahLst/>
              <a:cxnLst/>
              <a:rect l="l" t="t" r="r" b="b"/>
              <a:pathLst>
                <a:path w="1193800" h="634364">
                  <a:moveTo>
                    <a:pt x="1193279" y="0"/>
                  </a:moveTo>
                  <a:lnTo>
                    <a:pt x="973823" y="97536"/>
                  </a:lnTo>
                  <a:lnTo>
                    <a:pt x="3048" y="97536"/>
                  </a:lnTo>
                  <a:lnTo>
                    <a:pt x="0" y="633971"/>
                  </a:lnTo>
                  <a:lnTo>
                    <a:pt x="970788" y="633971"/>
                  </a:lnTo>
                  <a:lnTo>
                    <a:pt x="1190231" y="539496"/>
                  </a:lnTo>
                  <a:lnTo>
                    <a:pt x="1193279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014715" y="1812048"/>
              <a:ext cx="1202690" cy="643255"/>
            </a:xfrm>
            <a:custGeom>
              <a:avLst/>
              <a:gdLst/>
              <a:ahLst/>
              <a:cxnLst/>
              <a:rect l="l" t="t" r="r" b="b"/>
              <a:pathLst>
                <a:path w="1202689" h="643255">
                  <a:moveTo>
                    <a:pt x="1202436" y="4572"/>
                  </a:moveTo>
                  <a:lnTo>
                    <a:pt x="1194816" y="0"/>
                  </a:lnTo>
                  <a:lnTo>
                    <a:pt x="1193292" y="685"/>
                  </a:lnTo>
                  <a:lnTo>
                    <a:pt x="1193292" y="12192"/>
                  </a:lnTo>
                  <a:lnTo>
                    <a:pt x="1190244" y="539496"/>
                  </a:lnTo>
                  <a:lnTo>
                    <a:pt x="979982" y="630923"/>
                  </a:lnTo>
                  <a:lnTo>
                    <a:pt x="982268" y="227444"/>
                  </a:lnTo>
                  <a:lnTo>
                    <a:pt x="982980" y="105156"/>
                  </a:lnTo>
                  <a:lnTo>
                    <a:pt x="1193292" y="12192"/>
                  </a:lnTo>
                  <a:lnTo>
                    <a:pt x="1193292" y="685"/>
                  </a:lnTo>
                  <a:lnTo>
                    <a:pt x="975360" y="97536"/>
                  </a:lnTo>
                  <a:lnTo>
                    <a:pt x="972299" y="97536"/>
                  </a:lnTo>
                  <a:lnTo>
                    <a:pt x="972299" y="106680"/>
                  </a:lnTo>
                  <a:lnTo>
                    <a:pt x="970826" y="622998"/>
                  </a:lnTo>
                  <a:lnTo>
                    <a:pt x="970800" y="633984"/>
                  </a:lnTo>
                  <a:lnTo>
                    <a:pt x="9156" y="633984"/>
                  </a:lnTo>
                  <a:lnTo>
                    <a:pt x="12204" y="106680"/>
                  </a:lnTo>
                  <a:lnTo>
                    <a:pt x="972299" y="106680"/>
                  </a:lnTo>
                  <a:lnTo>
                    <a:pt x="972299" y="97536"/>
                  </a:lnTo>
                  <a:lnTo>
                    <a:pt x="7632" y="97536"/>
                  </a:lnTo>
                  <a:lnTo>
                    <a:pt x="3048" y="102108"/>
                  </a:lnTo>
                  <a:lnTo>
                    <a:pt x="3022" y="106680"/>
                  </a:lnTo>
                  <a:lnTo>
                    <a:pt x="0" y="638556"/>
                  </a:lnTo>
                  <a:lnTo>
                    <a:pt x="4584" y="643128"/>
                  </a:lnTo>
                  <a:lnTo>
                    <a:pt x="975372" y="643128"/>
                  </a:lnTo>
                  <a:lnTo>
                    <a:pt x="976503" y="641997"/>
                  </a:lnTo>
                  <a:lnTo>
                    <a:pt x="978408" y="643128"/>
                  </a:lnTo>
                  <a:lnTo>
                    <a:pt x="1006335" y="630936"/>
                  </a:lnTo>
                  <a:lnTo>
                    <a:pt x="1194816" y="548640"/>
                  </a:lnTo>
                  <a:lnTo>
                    <a:pt x="1193292" y="544068"/>
                  </a:lnTo>
                  <a:lnTo>
                    <a:pt x="1194816" y="544068"/>
                  </a:lnTo>
                  <a:lnTo>
                    <a:pt x="1194816" y="548640"/>
                  </a:lnTo>
                  <a:lnTo>
                    <a:pt x="1199388" y="544068"/>
                  </a:lnTo>
                  <a:lnTo>
                    <a:pt x="1199426" y="539496"/>
                  </a:lnTo>
                  <a:lnTo>
                    <a:pt x="1202397" y="12192"/>
                  </a:lnTo>
                  <a:lnTo>
                    <a:pt x="1202436" y="4572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022348" y="1816608"/>
              <a:ext cx="1190625" cy="97790"/>
            </a:xfrm>
            <a:custGeom>
              <a:avLst/>
              <a:gdLst/>
              <a:ahLst/>
              <a:cxnLst/>
              <a:rect l="l" t="t" r="r" b="b"/>
              <a:pathLst>
                <a:path w="1190625" h="97789">
                  <a:moveTo>
                    <a:pt x="970787" y="97536"/>
                  </a:moveTo>
                  <a:lnTo>
                    <a:pt x="0" y="97536"/>
                  </a:lnTo>
                  <a:lnTo>
                    <a:pt x="219455" y="0"/>
                  </a:lnTo>
                  <a:lnTo>
                    <a:pt x="1190243" y="0"/>
                  </a:lnTo>
                  <a:lnTo>
                    <a:pt x="970787" y="975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997963" y="1812036"/>
              <a:ext cx="1239520" cy="106680"/>
            </a:xfrm>
            <a:custGeom>
              <a:avLst/>
              <a:gdLst/>
              <a:ahLst/>
              <a:cxnLst/>
              <a:rect l="l" t="t" r="r" b="b"/>
              <a:pathLst>
                <a:path w="1239520" h="106680">
                  <a:moveTo>
                    <a:pt x="996696" y="106680"/>
                  </a:moveTo>
                  <a:lnTo>
                    <a:pt x="0" y="106680"/>
                  </a:lnTo>
                  <a:lnTo>
                    <a:pt x="21336" y="97536"/>
                  </a:lnTo>
                  <a:lnTo>
                    <a:pt x="242316" y="0"/>
                  </a:lnTo>
                  <a:lnTo>
                    <a:pt x="1214628" y="0"/>
                  </a:lnTo>
                  <a:lnTo>
                    <a:pt x="1214628" y="4572"/>
                  </a:lnTo>
                  <a:lnTo>
                    <a:pt x="1216152" y="9144"/>
                  </a:lnTo>
                  <a:lnTo>
                    <a:pt x="246888" y="9144"/>
                  </a:lnTo>
                  <a:lnTo>
                    <a:pt x="48768" y="97536"/>
                  </a:lnTo>
                  <a:lnTo>
                    <a:pt x="1017270" y="97536"/>
                  </a:lnTo>
                  <a:lnTo>
                    <a:pt x="1006983" y="102108"/>
                  </a:lnTo>
                  <a:lnTo>
                    <a:pt x="995172" y="102108"/>
                  </a:lnTo>
                  <a:lnTo>
                    <a:pt x="996696" y="106680"/>
                  </a:lnTo>
                  <a:close/>
                </a:path>
                <a:path w="1239520" h="106680">
                  <a:moveTo>
                    <a:pt x="1216152" y="9144"/>
                  </a:moveTo>
                  <a:lnTo>
                    <a:pt x="1214628" y="4572"/>
                  </a:lnTo>
                  <a:lnTo>
                    <a:pt x="1214628" y="0"/>
                  </a:lnTo>
                  <a:lnTo>
                    <a:pt x="1239012" y="0"/>
                  </a:lnTo>
                  <a:lnTo>
                    <a:pt x="1216152" y="9144"/>
                  </a:lnTo>
                  <a:close/>
                </a:path>
                <a:path w="1239520" h="106680">
                  <a:moveTo>
                    <a:pt x="1017270" y="97536"/>
                  </a:moveTo>
                  <a:lnTo>
                    <a:pt x="992124" y="97536"/>
                  </a:lnTo>
                  <a:lnTo>
                    <a:pt x="1190244" y="9144"/>
                  </a:lnTo>
                  <a:lnTo>
                    <a:pt x="1216152" y="9144"/>
                  </a:lnTo>
                  <a:lnTo>
                    <a:pt x="1017270" y="97536"/>
                  </a:lnTo>
                  <a:close/>
                </a:path>
                <a:path w="1239520" h="106680">
                  <a:moveTo>
                    <a:pt x="996696" y="106680"/>
                  </a:moveTo>
                  <a:lnTo>
                    <a:pt x="995172" y="102108"/>
                  </a:lnTo>
                  <a:lnTo>
                    <a:pt x="1006983" y="102108"/>
                  </a:lnTo>
                  <a:lnTo>
                    <a:pt x="996696" y="106680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29839" y="1723644"/>
              <a:ext cx="137160" cy="161543"/>
            </a:xfrm>
            <a:prstGeom prst="rect">
              <a:avLst/>
            </a:prstGeom>
          </p:spPr>
        </p:pic>
      </p:grpSp>
      <p:sp>
        <p:nvSpPr>
          <p:cNvPr id="49" name="object 49" descr=""/>
          <p:cNvSpPr txBox="1"/>
          <p:nvPr/>
        </p:nvSpPr>
        <p:spPr>
          <a:xfrm>
            <a:off x="3557015" y="2866131"/>
            <a:ext cx="954405" cy="579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175895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131313"/>
                </a:solidFill>
                <a:latin typeface="Arial"/>
                <a:cs typeface="Arial"/>
              </a:rPr>
              <a:t>X5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80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</a:pPr>
            <a:r>
              <a:rPr dirty="0" sz="900" spc="-20">
                <a:latin typeface="Arial"/>
                <a:cs typeface="Arial"/>
              </a:rPr>
              <a:t>Host</a:t>
            </a:r>
            <a:endParaRPr sz="900">
              <a:latin typeface="Arial"/>
              <a:cs typeface="Arial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2219975" y="1893857"/>
            <a:ext cx="77152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09245" algn="l"/>
                <a:tab pos="628015" algn="l"/>
              </a:tabLst>
            </a:pPr>
            <a:r>
              <a:rPr dirty="0" baseline="3472" sz="1200" spc="-37">
                <a:solidFill>
                  <a:srgbClr val="131313"/>
                </a:solidFill>
                <a:latin typeface="Arial"/>
                <a:cs typeface="Arial"/>
              </a:rPr>
              <a:t>X0</a:t>
            </a:r>
            <a:r>
              <a:rPr dirty="0" baseline="3472" sz="1200">
                <a:solidFill>
                  <a:srgbClr val="131313"/>
                </a:solidFill>
                <a:latin typeface="Arial"/>
                <a:cs typeface="Arial"/>
              </a:rPr>
              <a:t>	</a:t>
            </a:r>
            <a:r>
              <a:rPr dirty="0" sz="800" spc="-25">
                <a:solidFill>
                  <a:srgbClr val="131313"/>
                </a:solidFill>
                <a:latin typeface="Arial"/>
                <a:cs typeface="Arial"/>
              </a:rPr>
              <a:t>Y0</a:t>
            </a:r>
            <a:r>
              <a:rPr dirty="0" sz="800">
                <a:solidFill>
                  <a:srgbClr val="131313"/>
                </a:solidFill>
                <a:latin typeface="Arial"/>
                <a:cs typeface="Arial"/>
              </a:rPr>
              <a:t>	</a:t>
            </a:r>
            <a:r>
              <a:rPr dirty="0" baseline="3472" sz="1200" spc="-37">
                <a:solidFill>
                  <a:srgbClr val="131313"/>
                </a:solidFill>
                <a:latin typeface="Arial"/>
                <a:cs typeface="Arial"/>
              </a:rPr>
              <a:t>X1</a:t>
            </a:r>
            <a:endParaRPr baseline="3472" sz="1200">
              <a:latin typeface="Arial"/>
              <a:cs typeface="Arial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3695214" y="1889269"/>
            <a:ext cx="38481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31313"/>
                </a:solidFill>
                <a:latin typeface="Arial"/>
                <a:cs typeface="Arial"/>
              </a:rPr>
              <a:t>X2</a:t>
            </a:r>
            <a:r>
              <a:rPr dirty="0" sz="800" spc="180">
                <a:solidFill>
                  <a:srgbClr val="131313"/>
                </a:solidFill>
                <a:latin typeface="Arial"/>
                <a:cs typeface="Arial"/>
              </a:rPr>
              <a:t>  </a:t>
            </a:r>
            <a:r>
              <a:rPr dirty="0" sz="800" spc="-25">
                <a:solidFill>
                  <a:srgbClr val="131313"/>
                </a:solidFill>
                <a:latin typeface="Arial"/>
                <a:cs typeface="Arial"/>
              </a:rPr>
              <a:t>Y1</a:t>
            </a:r>
            <a:endParaRPr sz="800">
              <a:latin typeface="Arial"/>
              <a:cs typeface="Arial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4998244" y="1880096"/>
            <a:ext cx="72580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01625" algn="l"/>
                <a:tab pos="582295" algn="l"/>
              </a:tabLst>
            </a:pPr>
            <a:r>
              <a:rPr dirty="0" baseline="3472" sz="1200" spc="-37">
                <a:solidFill>
                  <a:srgbClr val="131313"/>
                </a:solidFill>
                <a:latin typeface="Arial"/>
                <a:cs typeface="Arial"/>
              </a:rPr>
              <a:t>X3</a:t>
            </a:r>
            <a:r>
              <a:rPr dirty="0" baseline="3472" sz="1200">
                <a:solidFill>
                  <a:srgbClr val="131313"/>
                </a:solidFill>
                <a:latin typeface="Arial"/>
                <a:cs typeface="Arial"/>
              </a:rPr>
              <a:t>	</a:t>
            </a:r>
            <a:r>
              <a:rPr dirty="0" baseline="3472" sz="1200" spc="-37">
                <a:solidFill>
                  <a:srgbClr val="131313"/>
                </a:solidFill>
                <a:latin typeface="Arial"/>
                <a:cs typeface="Arial"/>
              </a:rPr>
              <a:t>Y2</a:t>
            </a:r>
            <a:r>
              <a:rPr dirty="0" baseline="3472" sz="1200">
                <a:solidFill>
                  <a:srgbClr val="131313"/>
                </a:solidFill>
                <a:latin typeface="Arial"/>
                <a:cs typeface="Arial"/>
              </a:rPr>
              <a:t>	</a:t>
            </a:r>
            <a:r>
              <a:rPr dirty="0" sz="800" spc="-25">
                <a:solidFill>
                  <a:srgbClr val="131313"/>
                </a:solidFill>
                <a:latin typeface="Arial"/>
                <a:cs typeface="Arial"/>
              </a:rPr>
              <a:t>X4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3" name="object 53" descr=""/>
          <p:cNvGrpSpPr/>
          <p:nvPr/>
        </p:nvGrpSpPr>
        <p:grpSpPr>
          <a:xfrm>
            <a:off x="2234183" y="1816608"/>
            <a:ext cx="751840" cy="82550"/>
            <a:chOff x="2234183" y="1816608"/>
            <a:chExt cx="751840" cy="82550"/>
          </a:xfrm>
        </p:grpSpPr>
        <p:pic>
          <p:nvPicPr>
            <p:cNvPr id="54" name="object 5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34183" y="1816608"/>
              <a:ext cx="144780" cy="77724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40736" y="1825752"/>
              <a:ext cx="144780" cy="73152"/>
            </a:xfrm>
            <a:prstGeom prst="rect">
              <a:avLst/>
            </a:prstGeom>
          </p:spPr>
        </p:pic>
      </p:grpSp>
      <p:pic>
        <p:nvPicPr>
          <p:cNvPr id="56" name="object 56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706367" y="1813560"/>
            <a:ext cx="141732" cy="80772"/>
          </a:xfrm>
          <a:prstGeom prst="rect">
            <a:avLst/>
          </a:prstGeom>
        </p:spPr>
      </p:pic>
      <p:grpSp>
        <p:nvGrpSpPr>
          <p:cNvPr id="57" name="object 57" descr=""/>
          <p:cNvGrpSpPr/>
          <p:nvPr/>
        </p:nvGrpSpPr>
        <p:grpSpPr>
          <a:xfrm>
            <a:off x="5017008" y="1799844"/>
            <a:ext cx="684530" cy="79375"/>
            <a:chOff x="5017008" y="1799844"/>
            <a:chExt cx="684530" cy="79375"/>
          </a:xfrm>
        </p:grpSpPr>
        <p:pic>
          <p:nvPicPr>
            <p:cNvPr id="58" name="object 5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17008" y="1799844"/>
              <a:ext cx="141732" cy="79248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556504" y="1808988"/>
              <a:ext cx="144780" cy="70104"/>
            </a:xfrm>
            <a:prstGeom prst="rect">
              <a:avLst/>
            </a:prstGeom>
          </p:spPr>
        </p:pic>
      </p:grpSp>
      <p:pic>
        <p:nvPicPr>
          <p:cNvPr id="60" name="object 60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522476" y="4142232"/>
            <a:ext cx="76200" cy="76200"/>
          </a:xfrm>
          <a:prstGeom prst="rect">
            <a:avLst/>
          </a:prstGeom>
        </p:spPr>
      </p:pic>
      <p:pic>
        <p:nvPicPr>
          <p:cNvPr id="61" name="object 61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522476" y="5003291"/>
            <a:ext cx="76200" cy="76200"/>
          </a:xfrm>
          <a:prstGeom prst="rect">
            <a:avLst/>
          </a:prstGeom>
        </p:spPr>
      </p:pic>
      <p:pic>
        <p:nvPicPr>
          <p:cNvPr id="62" name="object 62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522475" y="6077712"/>
            <a:ext cx="76200" cy="76200"/>
          </a:xfrm>
          <a:prstGeom prst="rect">
            <a:avLst/>
          </a:prstGeom>
        </p:spPr>
      </p:pic>
      <p:sp>
        <p:nvSpPr>
          <p:cNvPr id="63" name="object 63" descr=""/>
          <p:cNvSpPr txBox="1"/>
          <p:nvPr/>
        </p:nvSpPr>
        <p:spPr>
          <a:xfrm>
            <a:off x="926087" y="3814593"/>
            <a:ext cx="6193155" cy="260413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Purpose:</a:t>
            </a:r>
            <a:endParaRPr sz="1050">
              <a:latin typeface="Arial"/>
              <a:cs typeface="Arial"/>
            </a:endParaRPr>
          </a:p>
          <a:p>
            <a:pPr marL="853440" marR="266700" indent="-5080">
              <a:lnSpc>
                <a:spcPts val="1689"/>
              </a:lnSpc>
              <a:spcBef>
                <a:spcPts val="120"/>
              </a:spcBef>
            </a:pPr>
            <a:r>
              <a:rPr dirty="0" sz="1050" spc="-10">
                <a:latin typeface="Arial"/>
                <a:cs typeface="Arial"/>
              </a:rPr>
              <a:t>There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are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3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groups</a:t>
            </a:r>
            <a:r>
              <a:rPr dirty="0" sz="1050" spc="-20">
                <a:latin typeface="Arial"/>
                <a:cs typeface="Arial"/>
              </a:rPr>
              <a:t> participating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quiz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game: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pupils,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high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school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students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and </a:t>
            </a:r>
            <a:r>
              <a:rPr dirty="0" sz="1050" spc="-10">
                <a:latin typeface="Arial"/>
                <a:cs typeface="Arial"/>
              </a:rPr>
              <a:t>professors.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If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they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want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get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chance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answering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the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question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from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host,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they</a:t>
            </a:r>
            <a:endParaRPr sz="1050">
              <a:latin typeface="Arial"/>
              <a:cs typeface="Arial"/>
            </a:endParaRPr>
          </a:p>
          <a:p>
            <a:pPr marL="853440" marR="5080">
              <a:lnSpc>
                <a:spcPts val="1680"/>
              </a:lnSpc>
              <a:spcBef>
                <a:spcPts val="20"/>
              </a:spcBef>
            </a:pPr>
            <a:r>
              <a:rPr dirty="0" sz="1050">
                <a:latin typeface="Arial"/>
                <a:cs typeface="Arial"/>
              </a:rPr>
              <a:t>must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answer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button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their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table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first</a:t>
            </a:r>
            <a:r>
              <a:rPr dirty="0" sz="1050" b="1">
                <a:latin typeface="Arial"/>
                <a:cs typeface="Arial"/>
              </a:rPr>
              <a:t>.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Other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groups’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pressing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invalid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if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any </a:t>
            </a:r>
            <a:r>
              <a:rPr dirty="0" sz="1050" spc="-10">
                <a:latin typeface="Arial"/>
                <a:cs typeface="Arial"/>
              </a:rPr>
              <a:t>group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gets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chance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successfully</a:t>
            </a:r>
            <a:endParaRPr sz="1050">
              <a:latin typeface="Arial"/>
              <a:cs typeface="Arial"/>
            </a:endParaRPr>
          </a:p>
          <a:p>
            <a:pPr marL="848994" marR="8255">
              <a:lnSpc>
                <a:spcPts val="1689"/>
              </a:lnSpc>
              <a:spcBef>
                <a:spcPts val="20"/>
              </a:spcBef>
            </a:pPr>
            <a:r>
              <a:rPr dirty="0" sz="1050" spc="-10">
                <a:latin typeface="Arial"/>
                <a:cs typeface="Arial"/>
              </a:rPr>
              <a:t>There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are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2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answer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buttons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pupil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group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professor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group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1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answer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button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for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high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school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student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group.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order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give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preferential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treatment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pupil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group,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Y0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if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any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X0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X1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pressed.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However,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order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limit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professor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group, </a:t>
            </a:r>
            <a:r>
              <a:rPr dirty="0" sz="1050">
                <a:latin typeface="Arial"/>
                <a:cs typeface="Arial"/>
              </a:rPr>
              <a:t>Y2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when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X3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X4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are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pressed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at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same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time.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high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school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student group,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Y1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when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X2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pressed.</a:t>
            </a:r>
            <a:endParaRPr sz="1050">
              <a:latin typeface="Arial"/>
              <a:cs typeface="Arial"/>
            </a:endParaRPr>
          </a:p>
          <a:p>
            <a:pPr marL="850265">
              <a:lnSpc>
                <a:spcPct val="100000"/>
              </a:lnSpc>
              <a:spcBef>
                <a:spcPts val="310"/>
              </a:spcBef>
            </a:pPr>
            <a:r>
              <a:rPr dirty="0" sz="1050">
                <a:latin typeface="Arial"/>
                <a:cs typeface="Arial"/>
              </a:rPr>
              <a:t>If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host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presses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X5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(Reset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button),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Y0,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Y1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Y2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OFF.</a:t>
            </a:r>
            <a:endParaRPr sz="105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445"/>
              </a:spcBef>
            </a:pPr>
            <a:r>
              <a:rPr dirty="0" sz="1050" spc="-10" b="1">
                <a:latin typeface="Arial"/>
                <a:cs typeface="Arial"/>
              </a:rPr>
              <a:t>Devices: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64" name="object 64" descr=""/>
          <p:cNvGraphicFramePr>
            <a:graphicFrameLocks noGrp="1"/>
          </p:cNvGraphicFramePr>
          <p:nvPr/>
        </p:nvGraphicFramePr>
        <p:xfrm>
          <a:off x="1723644" y="6437376"/>
          <a:ext cx="5332730" cy="2263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1394"/>
                <a:gridCol w="4247514"/>
              </a:tblGrid>
              <a:tr h="27686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Device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Function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Answer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button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pupil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group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Answer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button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pupil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group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161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Answer</a:t>
                      </a:r>
                      <a:r>
                        <a:rPr dirty="0" sz="900" spc="1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button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900" spc="1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high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school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student</a:t>
                      </a:r>
                      <a:r>
                        <a:rPr dirty="0" sz="900" spc="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group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Answer</a:t>
                      </a:r>
                      <a:r>
                        <a:rPr dirty="0" sz="900" spc="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button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900" spc="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professor</a:t>
                      </a:r>
                      <a:r>
                        <a:rPr dirty="0" sz="900" spc="114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group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Answer</a:t>
                      </a:r>
                      <a:r>
                        <a:rPr dirty="0" sz="900" spc="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button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900" spc="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professor</a:t>
                      </a:r>
                      <a:r>
                        <a:rPr dirty="0" sz="900" spc="114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group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Reset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button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host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Indicator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pupil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group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Indicator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high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school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student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group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161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Indicator</a:t>
                      </a:r>
                      <a:r>
                        <a:rPr dirty="0" sz="900" spc="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900" spc="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professor</a:t>
                      </a:r>
                      <a:r>
                        <a:rPr dirty="0" sz="900" spc="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group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5" name="object 65" descr=""/>
          <p:cNvSpPr txBox="1"/>
          <p:nvPr/>
        </p:nvSpPr>
        <p:spPr>
          <a:xfrm>
            <a:off x="926087" y="8721235"/>
            <a:ext cx="1114425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Program:</a:t>
            </a:r>
            <a:endParaRPr sz="1050">
              <a:latin typeface="Arial"/>
              <a:cs typeface="Arial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2298192" y="2025396"/>
            <a:ext cx="797560" cy="248920"/>
          </a:xfrm>
          <a:prstGeom prst="rect">
            <a:avLst/>
          </a:prstGeom>
          <a:solidFill>
            <a:srgbClr val="DDDDDD"/>
          </a:solidFill>
        </p:spPr>
        <p:txBody>
          <a:bodyPr wrap="square" lIns="0" tIns="46990" rIns="0" bIns="0" rtlCol="0" vert="horz">
            <a:spAutoFit/>
          </a:bodyPr>
          <a:lstStyle/>
          <a:p>
            <a:pPr marL="34925">
              <a:lnSpc>
                <a:spcPct val="100000"/>
              </a:lnSpc>
              <a:spcBef>
                <a:spcPts val="370"/>
              </a:spcBef>
            </a:pPr>
            <a:r>
              <a:rPr dirty="0" sz="900">
                <a:latin typeface="Arial"/>
                <a:cs typeface="Arial"/>
              </a:rPr>
              <a:t>Pupil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Group</a:t>
            </a:r>
            <a:endParaRPr sz="900">
              <a:latin typeface="Arial"/>
              <a:cs typeface="Arial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3558539" y="2032508"/>
            <a:ext cx="906780" cy="406400"/>
          </a:xfrm>
          <a:prstGeom prst="rect">
            <a:avLst/>
          </a:prstGeom>
          <a:solidFill>
            <a:srgbClr val="DDDDDD"/>
          </a:solidFill>
        </p:spPr>
        <p:txBody>
          <a:bodyPr wrap="square" lIns="0" tIns="47625" rIns="0" bIns="0" rtlCol="0" vert="horz">
            <a:spAutoFit/>
          </a:bodyPr>
          <a:lstStyle/>
          <a:p>
            <a:pPr marL="34925" marR="93980">
              <a:lnSpc>
                <a:spcPct val="100000"/>
              </a:lnSpc>
              <a:spcBef>
                <a:spcPts val="375"/>
              </a:spcBef>
            </a:pPr>
            <a:r>
              <a:rPr dirty="0" sz="900">
                <a:latin typeface="Arial"/>
                <a:cs typeface="Arial"/>
              </a:rPr>
              <a:t>High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School </a:t>
            </a:r>
            <a:r>
              <a:rPr dirty="0" sz="900">
                <a:latin typeface="Arial"/>
                <a:cs typeface="Arial"/>
              </a:rPr>
              <a:t>Student</a:t>
            </a:r>
            <a:r>
              <a:rPr dirty="0" sz="900" spc="6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Group</a:t>
            </a:r>
            <a:endParaRPr sz="900">
              <a:latin typeface="Arial"/>
              <a:cs typeface="Arial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4905756" y="2056892"/>
            <a:ext cx="988060" cy="292100"/>
          </a:xfrm>
          <a:prstGeom prst="rect">
            <a:avLst/>
          </a:prstGeom>
          <a:solidFill>
            <a:srgbClr val="DDDDDD"/>
          </a:solidFill>
        </p:spPr>
        <p:txBody>
          <a:bodyPr wrap="square" lIns="0" tIns="47625" rIns="0" bIns="0" rtlCol="0" vert="horz">
            <a:spAutoFit/>
          </a:bodyPr>
          <a:lstStyle/>
          <a:p>
            <a:pPr marL="34925">
              <a:lnSpc>
                <a:spcPct val="100000"/>
              </a:lnSpc>
              <a:spcBef>
                <a:spcPts val="375"/>
              </a:spcBef>
            </a:pPr>
            <a:r>
              <a:rPr dirty="0" sz="900">
                <a:latin typeface="Arial"/>
                <a:cs typeface="Arial"/>
              </a:rPr>
              <a:t>Professor</a:t>
            </a:r>
            <a:r>
              <a:rPr dirty="0" sz="900" spc="15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Group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6373" y="188496"/>
            <a:ext cx="3221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50748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132346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50748" y="9691116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39587" y="9733318"/>
            <a:ext cx="26416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25">
                <a:latin typeface="Arial"/>
                <a:cs typeface="Arial"/>
              </a:rPr>
              <a:t>18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908" y="874775"/>
            <a:ext cx="5163311" cy="510692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8908" y="6048755"/>
            <a:ext cx="5163311" cy="77876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1203" y="7153656"/>
            <a:ext cx="76200" cy="762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51203" y="7583423"/>
            <a:ext cx="76200" cy="762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51203" y="8442960"/>
            <a:ext cx="76200" cy="762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51203" y="8872728"/>
            <a:ext cx="76200" cy="76200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656318" y="6822957"/>
            <a:ext cx="6139815" cy="260413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050" spc="-10" b="1">
                <a:latin typeface="Arial"/>
                <a:cs typeface="Arial"/>
              </a:rPr>
              <a:t>Program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Description:</a:t>
            </a:r>
            <a:endParaRPr sz="1050">
              <a:latin typeface="Arial"/>
              <a:cs typeface="Arial"/>
            </a:endParaRPr>
          </a:p>
          <a:p>
            <a:pPr marL="847725" marR="211454">
              <a:lnSpc>
                <a:spcPct val="134300"/>
              </a:lnSpc>
            </a:pPr>
            <a:r>
              <a:rPr dirty="0" sz="1050">
                <a:latin typeface="Arial"/>
                <a:cs typeface="Arial"/>
              </a:rPr>
              <a:t>If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host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didn’t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reset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button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X5,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[MC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N0]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instruction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executed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the </a:t>
            </a:r>
            <a:r>
              <a:rPr dirty="0" sz="1050" spc="-10">
                <a:latin typeface="Arial"/>
                <a:cs typeface="Arial"/>
              </a:rPr>
              <a:t>program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between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MC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MCR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also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executed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normally.</a:t>
            </a:r>
            <a:endParaRPr sz="1050">
              <a:latin typeface="Arial"/>
              <a:cs typeface="Arial"/>
            </a:endParaRPr>
          </a:p>
          <a:p>
            <a:pPr marL="847725" marR="5080">
              <a:lnSpc>
                <a:spcPct val="134300"/>
              </a:lnSpc>
            </a:pP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answer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buttons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are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connected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parallel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connection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pupil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group,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series </a:t>
            </a:r>
            <a:r>
              <a:rPr dirty="0" sz="1050" spc="-20">
                <a:latin typeface="Arial"/>
                <a:cs typeface="Arial"/>
              </a:rPr>
              <a:t>connection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professor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group.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high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school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student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group,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there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only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one </a:t>
            </a:r>
            <a:r>
              <a:rPr dirty="0" sz="1050" spc="-10">
                <a:latin typeface="Arial"/>
                <a:cs typeface="Arial"/>
              </a:rPr>
              <a:t>answer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button.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If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one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group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presses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answer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button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successfully,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its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indicator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form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50">
                <a:latin typeface="Arial"/>
                <a:cs typeface="Arial"/>
              </a:rPr>
              <a:t>a </a:t>
            </a:r>
            <a:r>
              <a:rPr dirty="0" sz="1050" spc="-10">
                <a:latin typeface="Arial"/>
                <a:cs typeface="Arial"/>
              </a:rPr>
              <a:t>latching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circuit,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that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indicator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even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button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released.</a:t>
            </a:r>
            <a:endParaRPr sz="1050">
              <a:latin typeface="Arial"/>
              <a:cs typeface="Arial"/>
            </a:endParaRPr>
          </a:p>
          <a:p>
            <a:pPr marL="852169" marR="344170" indent="-5080">
              <a:lnSpc>
                <a:spcPct val="134300"/>
              </a:lnSpc>
            </a:pPr>
            <a:r>
              <a:rPr dirty="0" sz="1050" spc="-10">
                <a:latin typeface="Arial"/>
                <a:cs typeface="Arial"/>
              </a:rPr>
              <a:t>Through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interlock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circuit,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any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other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button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pressings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invalid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long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one </a:t>
            </a:r>
            <a:r>
              <a:rPr dirty="0" sz="1050" spc="-10">
                <a:latin typeface="Arial"/>
                <a:cs typeface="Arial"/>
              </a:rPr>
              <a:t>indicator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ON</a:t>
            </a:r>
            <a:endParaRPr sz="1050">
              <a:latin typeface="Arial"/>
              <a:cs typeface="Arial"/>
            </a:endParaRPr>
          </a:p>
          <a:p>
            <a:pPr marL="847725" marR="12700">
              <a:lnSpc>
                <a:spcPct val="134300"/>
              </a:lnSpc>
            </a:pP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host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presses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reset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button,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X5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ON.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[MC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N0]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instruction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program </a:t>
            </a:r>
            <a:r>
              <a:rPr dirty="0" sz="1050" spc="-20">
                <a:latin typeface="Arial"/>
                <a:cs typeface="Arial"/>
              </a:rPr>
              <a:t>between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MC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MCR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not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executed.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Y0,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Y1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Y2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out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power,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all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the </a:t>
            </a:r>
            <a:r>
              <a:rPr dirty="0" sz="1050" spc="-10">
                <a:latin typeface="Arial"/>
                <a:cs typeface="Arial"/>
              </a:rPr>
              <a:t>indicators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3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groups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45">
                <a:latin typeface="Arial"/>
                <a:cs typeface="Arial"/>
              </a:rPr>
              <a:t>OFF.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When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host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releases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button,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X5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50">
                <a:latin typeface="Arial"/>
                <a:cs typeface="Arial"/>
              </a:rPr>
              <a:t>OFF.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The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22019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762716" y="188496"/>
            <a:ext cx="5352415" cy="1068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43125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1500">
              <a:latin typeface="Arial"/>
              <a:cs typeface="Arial"/>
            </a:endParaRPr>
          </a:p>
          <a:p>
            <a:pPr marL="12700" marR="235585">
              <a:lnSpc>
                <a:spcPct val="134300"/>
              </a:lnSpc>
              <a:spcBef>
                <a:spcPts val="5"/>
              </a:spcBef>
            </a:pPr>
            <a:r>
              <a:rPr dirty="0" sz="1050" spc="-10">
                <a:latin typeface="Arial"/>
                <a:cs typeface="Arial"/>
              </a:rPr>
              <a:t>program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between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MC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MCR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executed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normally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again,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new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round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will </a:t>
            </a:r>
            <a:r>
              <a:rPr dirty="0" sz="1050" spc="-10">
                <a:latin typeface="Arial"/>
                <a:cs typeface="Arial"/>
              </a:rPr>
              <a:t>begin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well.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26088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22019" y="9677400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892574" y="9721129"/>
            <a:ext cx="26225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25">
                <a:latin typeface="Arial"/>
                <a:cs typeface="Arial"/>
              </a:rPr>
              <a:t>19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6373" y="188496"/>
            <a:ext cx="3221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50748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132346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50748" y="9691116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39587" y="9733318"/>
            <a:ext cx="26416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25">
                <a:latin typeface="Arial"/>
                <a:cs typeface="Arial"/>
              </a:rPr>
              <a:t>20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1203" y="1562100"/>
            <a:ext cx="76200" cy="7620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656318" y="851374"/>
            <a:ext cx="6102350" cy="1266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latin typeface="Arial"/>
                <a:cs typeface="Arial"/>
              </a:rPr>
              <a:t>1.13</a:t>
            </a:r>
            <a:r>
              <a:rPr dirty="0" sz="1100" spc="5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Last-in</a:t>
            </a:r>
            <a:r>
              <a:rPr dirty="0" sz="1100" spc="9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Priority</a:t>
            </a:r>
            <a:r>
              <a:rPr dirty="0" sz="1100" spc="5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Circuit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Purpose:</a:t>
            </a:r>
            <a:endParaRPr sz="1050">
              <a:latin typeface="Arial"/>
              <a:cs typeface="Arial"/>
            </a:endParaRPr>
          </a:p>
          <a:p>
            <a:pPr marL="852169" marR="5080">
              <a:lnSpc>
                <a:spcPct val="134300"/>
              </a:lnSpc>
              <a:spcBef>
                <a:spcPts val="409"/>
              </a:spcBef>
            </a:pPr>
            <a:r>
              <a:rPr dirty="0" sz="1050" spc="-10">
                <a:latin typeface="Arial"/>
                <a:cs typeface="Arial"/>
              </a:rPr>
              <a:t>There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are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4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buttons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corresponding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4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indicators.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program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turn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indicators </a:t>
            </a:r>
            <a:r>
              <a:rPr dirty="0" sz="1050" spc="-20">
                <a:latin typeface="Arial"/>
                <a:cs typeface="Arial"/>
              </a:rPr>
              <a:t>corresponding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pressed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buttons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turn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off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previous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indicators.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050" spc="-10" b="1">
                <a:latin typeface="Arial"/>
                <a:cs typeface="Arial"/>
              </a:rPr>
              <a:t>Devices: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1453895" y="2136648"/>
          <a:ext cx="5331460" cy="2042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0760"/>
                <a:gridCol w="4248150"/>
              </a:tblGrid>
              <a:tr h="27622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Device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794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Function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794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Button</a:t>
                      </a:r>
                      <a:r>
                        <a:rPr dirty="0" sz="9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1.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X0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go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OFF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9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pressed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Button</a:t>
                      </a:r>
                      <a:r>
                        <a:rPr dirty="0" sz="9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2.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X1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go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OFF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9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pressed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Button</a:t>
                      </a:r>
                      <a:r>
                        <a:rPr dirty="0" sz="9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3.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X2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go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OFF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9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pressed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Button</a:t>
                      </a:r>
                      <a:r>
                        <a:rPr dirty="0" sz="9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4.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X3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go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OFF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9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pressed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Indicator</a:t>
                      </a:r>
                      <a:r>
                        <a:rPr dirty="0" sz="900" spc="1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50"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Indicator</a:t>
                      </a:r>
                      <a:r>
                        <a:rPr dirty="0" sz="900" spc="1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50"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Indicator</a:t>
                      </a:r>
                      <a:r>
                        <a:rPr dirty="0" sz="900" spc="1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50">
                          <a:latin typeface="Arial"/>
                          <a:cs typeface="Arial"/>
                        </a:rPr>
                        <a:t>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1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Indicator</a:t>
                      </a:r>
                      <a:r>
                        <a:rPr dirty="0" sz="900" spc="1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50">
                          <a:latin typeface="Arial"/>
                          <a:cs typeface="Arial"/>
                        </a:rPr>
                        <a:t>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656318" y="4199584"/>
            <a:ext cx="1113155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Program: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3791" y="4474464"/>
            <a:ext cx="5161787" cy="394715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93284" y="188496"/>
            <a:ext cx="3221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922019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26088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22019" y="9677400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892574" y="9721129"/>
            <a:ext cx="26225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25">
                <a:latin typeface="Arial"/>
                <a:cs typeface="Arial"/>
              </a:rPr>
              <a:t>21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5063" y="902208"/>
            <a:ext cx="5161787" cy="204215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2476" y="3282695"/>
            <a:ext cx="76200" cy="762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2476" y="4572000"/>
            <a:ext cx="76200" cy="7620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900687" y="2955064"/>
            <a:ext cx="6275705" cy="260286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20"/>
              </a:spcBef>
            </a:pPr>
            <a:r>
              <a:rPr dirty="0" sz="1050" spc="-10" b="1">
                <a:latin typeface="Arial"/>
                <a:cs typeface="Arial"/>
              </a:rPr>
              <a:t>Program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Description:</a:t>
            </a:r>
            <a:endParaRPr sz="1050">
              <a:latin typeface="Arial"/>
              <a:cs typeface="Arial"/>
            </a:endParaRPr>
          </a:p>
          <a:p>
            <a:pPr marL="874394" marR="30480">
              <a:lnSpc>
                <a:spcPts val="1689"/>
              </a:lnSpc>
              <a:spcBef>
                <a:spcPts val="120"/>
              </a:spcBef>
              <a:tabLst>
                <a:tab pos="2841625" algn="l"/>
              </a:tabLst>
            </a:pP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button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pressed,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corresponding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device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go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from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OFF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ON.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this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scan </a:t>
            </a:r>
            <a:r>
              <a:rPr dirty="0" sz="1050" spc="-10">
                <a:latin typeface="Arial"/>
                <a:cs typeface="Arial"/>
              </a:rPr>
              <a:t>cycle,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PLS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instruction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executed,</a:t>
            </a:r>
            <a:r>
              <a:rPr dirty="0" sz="1050" spc="-20">
                <a:latin typeface="Arial"/>
                <a:cs typeface="Arial"/>
              </a:rPr>
              <a:t> and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corresponding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internal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relay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enabled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well. CMP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instruction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executed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compared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result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K1M0&gt;0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which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makes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M10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ON </a:t>
            </a:r>
            <a:r>
              <a:rPr dirty="0" sz="1050">
                <a:latin typeface="Arial"/>
                <a:cs typeface="Arial"/>
              </a:rPr>
              <a:t>but</a:t>
            </a:r>
            <a:r>
              <a:rPr dirty="0" sz="1050" spc="-45">
                <a:latin typeface="Arial"/>
                <a:cs typeface="Arial"/>
              </a:rPr>
              <a:t> M11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30">
                <a:latin typeface="Arial"/>
                <a:cs typeface="Arial"/>
              </a:rPr>
              <a:t>OFF.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[MOV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K1M0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K1Y0]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instruction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then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executed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sent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out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state</a:t>
            </a:r>
            <a:r>
              <a:rPr dirty="0" sz="1050" spc="-25">
                <a:latin typeface="Arial"/>
                <a:cs typeface="Arial"/>
              </a:rPr>
              <a:t> of</a:t>
            </a:r>
            <a:r>
              <a:rPr dirty="0" sz="1050" spc="50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its</a:t>
            </a:r>
            <a:r>
              <a:rPr dirty="0" sz="1050" spc="-20">
                <a:latin typeface="Arial"/>
                <a:cs typeface="Arial"/>
              </a:rPr>
              <a:t> corresponding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output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Y.</a:t>
            </a:r>
            <a:r>
              <a:rPr dirty="0" sz="1050">
                <a:latin typeface="Arial"/>
                <a:cs typeface="Arial"/>
              </a:rPr>
              <a:t>	At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same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time,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previous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indicator(Y)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be </a:t>
            </a:r>
            <a:r>
              <a:rPr dirty="0" sz="1050" spc="-10">
                <a:latin typeface="Arial"/>
                <a:cs typeface="Arial"/>
              </a:rPr>
              <a:t>turned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off.</a:t>
            </a:r>
            <a:endParaRPr sz="1050">
              <a:latin typeface="Arial"/>
              <a:cs typeface="Arial"/>
            </a:endParaRPr>
          </a:p>
          <a:p>
            <a:pPr marL="874394" marR="78740">
              <a:lnSpc>
                <a:spcPts val="1689"/>
              </a:lnSpc>
              <a:spcBef>
                <a:spcPts val="10"/>
              </a:spcBef>
            </a:pP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comes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2</a:t>
            </a:r>
            <a:r>
              <a:rPr dirty="0" baseline="38461" sz="975">
                <a:latin typeface="Arial"/>
                <a:cs typeface="Arial"/>
              </a:rPr>
              <a:t>nd</a:t>
            </a:r>
            <a:r>
              <a:rPr dirty="0" baseline="38461" sz="975" spc="112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scan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cycle,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PLS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instructions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not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executed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value</a:t>
            </a:r>
            <a:r>
              <a:rPr dirty="0" sz="1050" spc="-25">
                <a:latin typeface="Arial"/>
                <a:cs typeface="Arial"/>
              </a:rPr>
              <a:t> of </a:t>
            </a:r>
            <a:r>
              <a:rPr dirty="0" sz="1050" spc="-10">
                <a:latin typeface="Arial"/>
                <a:cs typeface="Arial"/>
              </a:rPr>
              <a:t>M0~M3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0.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Therefore,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CMP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instruction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executed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set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35">
                <a:latin typeface="Arial"/>
                <a:cs typeface="Arial"/>
              </a:rPr>
              <a:t>M11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ON </a:t>
            </a:r>
            <a:r>
              <a:rPr dirty="0" sz="1050" spc="-10">
                <a:latin typeface="Arial"/>
                <a:cs typeface="Arial"/>
              </a:rPr>
              <a:t>(K1M0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0).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[MOV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K1M0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K1Y0]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instruction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not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executed,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0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state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device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50">
                <a:latin typeface="Arial"/>
                <a:cs typeface="Arial"/>
              </a:rPr>
              <a:t>M</a:t>
            </a:r>
            <a:endParaRPr sz="1050">
              <a:latin typeface="Arial"/>
              <a:cs typeface="Arial"/>
            </a:endParaRPr>
          </a:p>
          <a:p>
            <a:pPr marL="874394" marR="119380">
              <a:lnSpc>
                <a:spcPts val="1689"/>
              </a:lnSpc>
            </a:pP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not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sent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out,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either.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this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case,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Output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remain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its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original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state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until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any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other button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pressed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next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time.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6373" y="188496"/>
            <a:ext cx="3221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50748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132346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50748" y="9691116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39587" y="9733318"/>
            <a:ext cx="26416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25">
                <a:latin typeface="Arial"/>
                <a:cs typeface="Arial"/>
              </a:rPr>
              <a:t>22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56357" y="851374"/>
            <a:ext cx="3570604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latin typeface="Arial"/>
                <a:cs typeface="Arial"/>
              </a:rPr>
              <a:t>1.14</a:t>
            </a:r>
            <a:r>
              <a:rPr dirty="0" sz="1100" spc="5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Entry/Exit</a:t>
            </a:r>
            <a:r>
              <a:rPr dirty="0" sz="1100" spc="6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Control</a:t>
            </a:r>
            <a:r>
              <a:rPr dirty="0" sz="1100" spc="6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of</a:t>
            </a:r>
            <a:r>
              <a:rPr dirty="0" sz="1100" spc="5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the</a:t>
            </a:r>
            <a:r>
              <a:rPr dirty="0" sz="1100" spc="7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Underground</a:t>
            </a:r>
            <a:r>
              <a:rPr dirty="0" sz="1100" spc="9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Car</a:t>
            </a:r>
            <a:r>
              <a:rPr dirty="0" sz="1100" spc="85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Park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911095" y="1312163"/>
            <a:ext cx="3924300" cy="1248410"/>
            <a:chOff x="1911095" y="1312163"/>
            <a:chExt cx="3924300" cy="1248410"/>
          </a:xfrm>
        </p:grpSpPr>
        <p:sp>
          <p:nvSpPr>
            <p:cNvPr id="9" name="object 9" descr=""/>
            <p:cNvSpPr/>
            <p:nvPr/>
          </p:nvSpPr>
          <p:spPr>
            <a:xfrm>
              <a:off x="1937003" y="1316735"/>
              <a:ext cx="594360" cy="231775"/>
            </a:xfrm>
            <a:custGeom>
              <a:avLst/>
              <a:gdLst/>
              <a:ahLst/>
              <a:cxnLst/>
              <a:rect l="l" t="t" r="r" b="b"/>
              <a:pathLst>
                <a:path w="594360" h="231775">
                  <a:moveTo>
                    <a:pt x="493776" y="231648"/>
                  </a:moveTo>
                  <a:lnTo>
                    <a:pt x="483108" y="231648"/>
                  </a:lnTo>
                  <a:lnTo>
                    <a:pt x="99060" y="231648"/>
                  </a:lnTo>
                  <a:lnTo>
                    <a:pt x="88392" y="230124"/>
                  </a:lnTo>
                  <a:lnTo>
                    <a:pt x="50292" y="211836"/>
                  </a:lnTo>
                  <a:lnTo>
                    <a:pt x="21336" y="179832"/>
                  </a:lnTo>
                  <a:lnTo>
                    <a:pt x="9144" y="161544"/>
                  </a:lnTo>
                  <a:lnTo>
                    <a:pt x="3047" y="138684"/>
                  </a:lnTo>
                  <a:lnTo>
                    <a:pt x="0" y="115824"/>
                  </a:lnTo>
                  <a:lnTo>
                    <a:pt x="3047" y="92964"/>
                  </a:lnTo>
                  <a:lnTo>
                    <a:pt x="21336" y="50291"/>
                  </a:lnTo>
                  <a:lnTo>
                    <a:pt x="50292" y="21336"/>
                  </a:lnTo>
                  <a:lnTo>
                    <a:pt x="88392" y="3048"/>
                  </a:lnTo>
                  <a:lnTo>
                    <a:pt x="99060" y="0"/>
                  </a:lnTo>
                  <a:lnTo>
                    <a:pt x="493776" y="0"/>
                  </a:lnTo>
                  <a:lnTo>
                    <a:pt x="505968" y="3048"/>
                  </a:lnTo>
                  <a:lnTo>
                    <a:pt x="515112" y="4572"/>
                  </a:lnTo>
                  <a:lnTo>
                    <a:pt x="559308" y="35052"/>
                  </a:lnTo>
                  <a:lnTo>
                    <a:pt x="585216" y="70104"/>
                  </a:lnTo>
                  <a:lnTo>
                    <a:pt x="594360" y="115824"/>
                  </a:lnTo>
                  <a:lnTo>
                    <a:pt x="591312" y="138684"/>
                  </a:lnTo>
                  <a:lnTo>
                    <a:pt x="573024" y="179832"/>
                  </a:lnTo>
                  <a:lnTo>
                    <a:pt x="544068" y="211836"/>
                  </a:lnTo>
                  <a:lnTo>
                    <a:pt x="505968" y="230124"/>
                  </a:lnTo>
                  <a:lnTo>
                    <a:pt x="493776" y="23164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932431" y="1312163"/>
              <a:ext cx="603885" cy="241300"/>
            </a:xfrm>
            <a:custGeom>
              <a:avLst/>
              <a:gdLst/>
              <a:ahLst/>
              <a:cxnLst/>
              <a:rect l="l" t="t" r="r" b="b"/>
              <a:pathLst>
                <a:path w="603885" h="241300">
                  <a:moveTo>
                    <a:pt x="498348" y="240792"/>
                  </a:moveTo>
                  <a:lnTo>
                    <a:pt x="103632" y="240792"/>
                  </a:lnTo>
                  <a:lnTo>
                    <a:pt x="92964" y="239268"/>
                  </a:lnTo>
                  <a:lnTo>
                    <a:pt x="51816" y="220980"/>
                  </a:lnTo>
                  <a:lnTo>
                    <a:pt x="21336" y="188976"/>
                  </a:lnTo>
                  <a:lnTo>
                    <a:pt x="3048" y="146304"/>
                  </a:lnTo>
                  <a:lnTo>
                    <a:pt x="0" y="132588"/>
                  </a:lnTo>
                  <a:lnTo>
                    <a:pt x="0" y="109728"/>
                  </a:lnTo>
                  <a:lnTo>
                    <a:pt x="3048" y="96012"/>
                  </a:lnTo>
                  <a:lnTo>
                    <a:pt x="4572" y="83820"/>
                  </a:lnTo>
                  <a:lnTo>
                    <a:pt x="35052" y="35052"/>
                  </a:lnTo>
                  <a:lnTo>
                    <a:pt x="70104" y="9144"/>
                  </a:lnTo>
                  <a:lnTo>
                    <a:pt x="92964" y="3048"/>
                  </a:lnTo>
                  <a:lnTo>
                    <a:pt x="103632" y="0"/>
                  </a:lnTo>
                  <a:lnTo>
                    <a:pt x="487680" y="0"/>
                  </a:lnTo>
                  <a:lnTo>
                    <a:pt x="487680" y="9144"/>
                  </a:lnTo>
                  <a:lnTo>
                    <a:pt x="115824" y="9144"/>
                  </a:lnTo>
                  <a:lnTo>
                    <a:pt x="96012" y="12192"/>
                  </a:lnTo>
                  <a:lnTo>
                    <a:pt x="56388" y="27432"/>
                  </a:lnTo>
                  <a:lnTo>
                    <a:pt x="27432" y="59436"/>
                  </a:lnTo>
                  <a:lnTo>
                    <a:pt x="12192" y="97536"/>
                  </a:lnTo>
                  <a:lnTo>
                    <a:pt x="9143" y="120396"/>
                  </a:lnTo>
                  <a:lnTo>
                    <a:pt x="12192" y="143256"/>
                  </a:lnTo>
                  <a:lnTo>
                    <a:pt x="27432" y="181356"/>
                  </a:lnTo>
                  <a:lnTo>
                    <a:pt x="56388" y="213360"/>
                  </a:lnTo>
                  <a:lnTo>
                    <a:pt x="96012" y="230124"/>
                  </a:lnTo>
                  <a:lnTo>
                    <a:pt x="115824" y="231648"/>
                  </a:lnTo>
                  <a:lnTo>
                    <a:pt x="533400" y="231648"/>
                  </a:lnTo>
                  <a:lnTo>
                    <a:pt x="521208" y="236220"/>
                  </a:lnTo>
                  <a:lnTo>
                    <a:pt x="510540" y="239268"/>
                  </a:lnTo>
                  <a:lnTo>
                    <a:pt x="498348" y="240792"/>
                  </a:lnTo>
                  <a:close/>
                </a:path>
                <a:path w="603885" h="241300">
                  <a:moveTo>
                    <a:pt x="562356" y="41148"/>
                  </a:moveTo>
                  <a:lnTo>
                    <a:pt x="547116" y="27432"/>
                  </a:lnTo>
                  <a:lnTo>
                    <a:pt x="528828" y="18288"/>
                  </a:lnTo>
                  <a:lnTo>
                    <a:pt x="507492" y="12192"/>
                  </a:lnTo>
                  <a:lnTo>
                    <a:pt x="487680" y="9144"/>
                  </a:lnTo>
                  <a:lnTo>
                    <a:pt x="533400" y="9144"/>
                  </a:lnTo>
                  <a:lnTo>
                    <a:pt x="551688" y="21336"/>
                  </a:lnTo>
                  <a:lnTo>
                    <a:pt x="568452" y="35052"/>
                  </a:lnTo>
                  <a:lnTo>
                    <a:pt x="562356" y="41148"/>
                  </a:lnTo>
                  <a:close/>
                </a:path>
                <a:path w="603885" h="241300">
                  <a:moveTo>
                    <a:pt x="568452" y="207264"/>
                  </a:moveTo>
                  <a:lnTo>
                    <a:pt x="562356" y="199644"/>
                  </a:lnTo>
                  <a:lnTo>
                    <a:pt x="576072" y="181356"/>
                  </a:lnTo>
                  <a:lnTo>
                    <a:pt x="585216" y="164592"/>
                  </a:lnTo>
                  <a:lnTo>
                    <a:pt x="591312" y="143256"/>
                  </a:lnTo>
                  <a:lnTo>
                    <a:pt x="594360" y="120396"/>
                  </a:lnTo>
                  <a:lnTo>
                    <a:pt x="591312" y="97536"/>
                  </a:lnTo>
                  <a:lnTo>
                    <a:pt x="585216" y="77724"/>
                  </a:lnTo>
                  <a:lnTo>
                    <a:pt x="576072" y="59436"/>
                  </a:lnTo>
                  <a:lnTo>
                    <a:pt x="562356" y="41148"/>
                  </a:lnTo>
                  <a:lnTo>
                    <a:pt x="568452" y="35052"/>
                  </a:lnTo>
                  <a:lnTo>
                    <a:pt x="582168" y="53340"/>
                  </a:lnTo>
                  <a:lnTo>
                    <a:pt x="594360" y="73152"/>
                  </a:lnTo>
                  <a:lnTo>
                    <a:pt x="598932" y="83820"/>
                  </a:lnTo>
                  <a:lnTo>
                    <a:pt x="600456" y="96012"/>
                  </a:lnTo>
                  <a:lnTo>
                    <a:pt x="603504" y="109728"/>
                  </a:lnTo>
                  <a:lnTo>
                    <a:pt x="603504" y="132588"/>
                  </a:lnTo>
                  <a:lnTo>
                    <a:pt x="600456" y="146304"/>
                  </a:lnTo>
                  <a:lnTo>
                    <a:pt x="598932" y="156972"/>
                  </a:lnTo>
                  <a:lnTo>
                    <a:pt x="594360" y="169164"/>
                  </a:lnTo>
                  <a:lnTo>
                    <a:pt x="582168" y="188976"/>
                  </a:lnTo>
                  <a:lnTo>
                    <a:pt x="568452" y="207264"/>
                  </a:lnTo>
                  <a:close/>
                </a:path>
                <a:path w="603885" h="241300">
                  <a:moveTo>
                    <a:pt x="533400" y="231648"/>
                  </a:moveTo>
                  <a:lnTo>
                    <a:pt x="487680" y="231648"/>
                  </a:lnTo>
                  <a:lnTo>
                    <a:pt x="507492" y="230124"/>
                  </a:lnTo>
                  <a:lnTo>
                    <a:pt x="528828" y="222504"/>
                  </a:lnTo>
                  <a:lnTo>
                    <a:pt x="547116" y="213360"/>
                  </a:lnTo>
                  <a:lnTo>
                    <a:pt x="562356" y="199644"/>
                  </a:lnTo>
                  <a:lnTo>
                    <a:pt x="568452" y="207264"/>
                  </a:lnTo>
                  <a:lnTo>
                    <a:pt x="551688" y="220980"/>
                  </a:lnTo>
                  <a:lnTo>
                    <a:pt x="533400" y="23164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91867" y="1344167"/>
              <a:ext cx="173736" cy="172212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02763" y="1347215"/>
              <a:ext cx="173736" cy="173736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1095" y="1583435"/>
              <a:ext cx="3924300" cy="976884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2011212" y="1555525"/>
            <a:ext cx="4495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13690" algn="l"/>
              </a:tabLst>
            </a:pPr>
            <a:r>
              <a:rPr dirty="0" sz="750" spc="-25">
                <a:solidFill>
                  <a:srgbClr val="1F1A16"/>
                </a:solidFill>
                <a:latin typeface="Arial"/>
                <a:cs typeface="Arial"/>
              </a:rPr>
              <a:t>Y1</a:t>
            </a:r>
            <a:r>
              <a:rPr dirty="0" sz="750">
                <a:solidFill>
                  <a:srgbClr val="1F1A16"/>
                </a:solidFill>
                <a:latin typeface="Arial"/>
                <a:cs typeface="Arial"/>
              </a:rPr>
              <a:t>	</a:t>
            </a:r>
            <a:r>
              <a:rPr dirty="0" sz="750" spc="-25">
                <a:solidFill>
                  <a:srgbClr val="1F1A16"/>
                </a:solidFill>
                <a:latin typeface="Arial"/>
                <a:cs typeface="Arial"/>
              </a:rPr>
              <a:t>Y2</a:t>
            </a:r>
            <a:endParaRPr sz="7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753389" y="1470155"/>
            <a:ext cx="14605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solidFill>
                  <a:srgbClr val="1F1A16"/>
                </a:solidFill>
                <a:latin typeface="Arial"/>
                <a:cs typeface="Arial"/>
              </a:rPr>
              <a:t>X1</a:t>
            </a:r>
            <a:endParaRPr sz="75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480844" y="2023401"/>
            <a:ext cx="137858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10">
                <a:solidFill>
                  <a:srgbClr val="1F1A16"/>
                </a:solidFill>
                <a:latin typeface="Arial"/>
                <a:cs typeface="Arial"/>
              </a:rPr>
              <a:t>Entry/Exit</a:t>
            </a:r>
            <a:r>
              <a:rPr dirty="0" sz="750" spc="70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F1A16"/>
                </a:solidFill>
                <a:latin typeface="Arial"/>
                <a:cs typeface="Arial"/>
              </a:rPr>
              <a:t>of</a:t>
            </a:r>
            <a:r>
              <a:rPr dirty="0" sz="750" spc="75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F1A16"/>
                </a:solidFill>
                <a:latin typeface="Arial"/>
                <a:cs typeface="Arial"/>
              </a:rPr>
              <a:t>the</a:t>
            </a:r>
            <a:r>
              <a:rPr dirty="0" sz="750" spc="65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F1A16"/>
                </a:solidFill>
                <a:latin typeface="Arial"/>
                <a:cs typeface="Arial"/>
              </a:rPr>
              <a:t>Ground</a:t>
            </a:r>
            <a:r>
              <a:rPr dirty="0" sz="750" spc="80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1F1A16"/>
                </a:solidFill>
                <a:latin typeface="Arial"/>
                <a:cs typeface="Arial"/>
              </a:rPr>
              <a:t>Floor</a:t>
            </a:r>
            <a:endParaRPr sz="75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714809" y="2506512"/>
            <a:ext cx="123888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10">
                <a:solidFill>
                  <a:srgbClr val="1F1A16"/>
                </a:solidFill>
                <a:latin typeface="Arial"/>
                <a:cs typeface="Arial"/>
              </a:rPr>
              <a:t>Entry/Exit</a:t>
            </a:r>
            <a:r>
              <a:rPr dirty="0" sz="750" spc="65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F1A16"/>
                </a:solidFill>
                <a:latin typeface="Arial"/>
                <a:cs typeface="Arial"/>
              </a:rPr>
              <a:t>of</a:t>
            </a:r>
            <a:r>
              <a:rPr dirty="0" sz="750" spc="65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F1A16"/>
                </a:solidFill>
                <a:latin typeface="Arial"/>
                <a:cs typeface="Arial"/>
              </a:rPr>
              <a:t>the</a:t>
            </a:r>
            <a:r>
              <a:rPr dirty="0" sz="750" spc="65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F1A16"/>
                </a:solidFill>
                <a:latin typeface="Arial"/>
                <a:cs typeface="Arial"/>
              </a:rPr>
              <a:t>Basement</a:t>
            </a:r>
            <a:endParaRPr sz="7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730768" y="1174522"/>
            <a:ext cx="10718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solidFill>
                  <a:srgbClr val="1F1A16"/>
                </a:solidFill>
                <a:latin typeface="Arial"/>
                <a:cs typeface="Arial"/>
              </a:rPr>
              <a:t>Red</a:t>
            </a:r>
            <a:r>
              <a:rPr dirty="0" sz="750" spc="55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1A16"/>
                </a:solidFill>
                <a:latin typeface="Arial"/>
                <a:cs typeface="Arial"/>
              </a:rPr>
              <a:t>Light</a:t>
            </a:r>
            <a:r>
              <a:rPr dirty="0" sz="750" spc="200">
                <a:solidFill>
                  <a:srgbClr val="1F1A16"/>
                </a:solidFill>
                <a:latin typeface="Arial"/>
                <a:cs typeface="Arial"/>
              </a:rPr>
              <a:t>  </a:t>
            </a:r>
            <a:r>
              <a:rPr dirty="0" sz="750">
                <a:solidFill>
                  <a:srgbClr val="1F1A16"/>
                </a:solidFill>
                <a:latin typeface="Arial"/>
                <a:cs typeface="Arial"/>
              </a:rPr>
              <a:t>Green</a:t>
            </a:r>
            <a:r>
              <a:rPr dirty="0" sz="750" spc="70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1F1A16"/>
                </a:solidFill>
                <a:latin typeface="Arial"/>
                <a:cs typeface="Arial"/>
              </a:rPr>
              <a:t>Light</a:t>
            </a:r>
            <a:endParaRPr sz="75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235982" y="1902382"/>
            <a:ext cx="449580" cy="302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2235" marR="5080" indent="-90170">
              <a:lnSpc>
                <a:spcPct val="121300"/>
              </a:lnSpc>
              <a:spcBef>
                <a:spcPts val="100"/>
              </a:spcBef>
              <a:tabLst>
                <a:tab pos="313690" algn="l"/>
              </a:tabLst>
            </a:pPr>
            <a:r>
              <a:rPr dirty="0" sz="750" spc="-25">
                <a:solidFill>
                  <a:srgbClr val="1F1A16"/>
                </a:solidFill>
                <a:latin typeface="Arial"/>
                <a:cs typeface="Arial"/>
              </a:rPr>
              <a:t>Y1</a:t>
            </a:r>
            <a:r>
              <a:rPr dirty="0" sz="750">
                <a:solidFill>
                  <a:srgbClr val="1F1A16"/>
                </a:solidFill>
                <a:latin typeface="Arial"/>
                <a:cs typeface="Arial"/>
              </a:rPr>
              <a:t>	</a:t>
            </a:r>
            <a:r>
              <a:rPr dirty="0" sz="750" spc="-25">
                <a:solidFill>
                  <a:srgbClr val="1F1A16"/>
                </a:solidFill>
                <a:latin typeface="Arial"/>
                <a:cs typeface="Arial"/>
              </a:rPr>
              <a:t>Y2</a:t>
            </a:r>
            <a:r>
              <a:rPr dirty="0" sz="750" spc="500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750" spc="-25">
                <a:solidFill>
                  <a:srgbClr val="1F1A16"/>
                </a:solidFill>
                <a:latin typeface="Arial"/>
                <a:cs typeface="Arial"/>
              </a:rPr>
              <a:t>X2</a:t>
            </a:r>
            <a:endParaRPr sz="75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949508" y="1535695"/>
            <a:ext cx="10718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solidFill>
                  <a:srgbClr val="1F1A16"/>
                </a:solidFill>
                <a:latin typeface="Arial"/>
                <a:cs typeface="Arial"/>
              </a:rPr>
              <a:t>Red</a:t>
            </a:r>
            <a:r>
              <a:rPr dirty="0" sz="750" spc="55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1A16"/>
                </a:solidFill>
                <a:latin typeface="Arial"/>
                <a:cs typeface="Arial"/>
              </a:rPr>
              <a:t>Light</a:t>
            </a:r>
            <a:r>
              <a:rPr dirty="0" sz="750" spc="200">
                <a:solidFill>
                  <a:srgbClr val="1F1A16"/>
                </a:solidFill>
                <a:latin typeface="Arial"/>
                <a:cs typeface="Arial"/>
              </a:rPr>
              <a:t>  </a:t>
            </a:r>
            <a:r>
              <a:rPr dirty="0" sz="750">
                <a:solidFill>
                  <a:srgbClr val="1F1A16"/>
                </a:solidFill>
                <a:latin typeface="Arial"/>
                <a:cs typeface="Arial"/>
              </a:rPr>
              <a:t>Green</a:t>
            </a:r>
            <a:r>
              <a:rPr dirty="0" sz="750" spc="70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1F1A16"/>
                </a:solidFill>
                <a:latin typeface="Arial"/>
                <a:cs typeface="Arial"/>
              </a:rPr>
              <a:t>Light</a:t>
            </a:r>
            <a:endParaRPr sz="750">
              <a:latin typeface="Arial"/>
              <a:cs typeface="Arial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51203" y="3282695"/>
            <a:ext cx="76200" cy="76200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51203" y="3927348"/>
            <a:ext cx="76200" cy="76200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51203" y="5001767"/>
            <a:ext cx="76200" cy="76200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51203" y="5431535"/>
            <a:ext cx="76200" cy="76200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656318" y="2955995"/>
            <a:ext cx="6223635" cy="28168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Purpose:</a:t>
            </a:r>
            <a:endParaRPr sz="1050">
              <a:latin typeface="Arial"/>
              <a:cs typeface="Arial"/>
            </a:endParaRPr>
          </a:p>
          <a:p>
            <a:pPr marL="852169" marR="63500">
              <a:lnSpc>
                <a:spcPct val="134300"/>
              </a:lnSpc>
              <a:spcBef>
                <a:spcPts val="409"/>
              </a:spcBef>
            </a:pP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entry/exit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underground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park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single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lane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passage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which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needs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traffic lights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control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cars.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lights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prohibit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cars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entering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leaving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while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green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lights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allow </a:t>
            </a:r>
            <a:r>
              <a:rPr dirty="0" sz="1050">
                <a:latin typeface="Arial"/>
                <a:cs typeface="Arial"/>
              </a:rPr>
              <a:t>cars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enter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leave.</a:t>
            </a:r>
            <a:endParaRPr sz="1050">
              <a:latin typeface="Arial"/>
              <a:cs typeface="Arial"/>
            </a:endParaRPr>
          </a:p>
          <a:p>
            <a:pPr marL="847725" marR="5080">
              <a:lnSpc>
                <a:spcPct val="134300"/>
              </a:lnSpc>
            </a:pP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enters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passage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from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entry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ground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floor,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lights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both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the </a:t>
            </a:r>
            <a:r>
              <a:rPr dirty="0" sz="1050" spc="-20">
                <a:latin typeface="Arial"/>
                <a:cs typeface="Arial"/>
              </a:rPr>
              <a:t>ground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floor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basement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and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green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lights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40">
                <a:latin typeface="Arial"/>
                <a:cs typeface="Arial"/>
              </a:rPr>
              <a:t>OFF.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Any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entering </a:t>
            </a:r>
            <a:r>
              <a:rPr dirty="0" sz="1050">
                <a:latin typeface="Arial"/>
                <a:cs typeface="Arial"/>
              </a:rPr>
              <a:t>or</a:t>
            </a:r>
            <a:r>
              <a:rPr dirty="0" sz="1050" spc="-20">
                <a:latin typeface="Arial"/>
                <a:cs typeface="Arial"/>
              </a:rPr>
              <a:t> leaving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prohibited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during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process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till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passes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through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passage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completely. When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passage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clear,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green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lights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again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allow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other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cars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entering </a:t>
            </a:r>
            <a:r>
              <a:rPr dirty="0" sz="1050">
                <a:latin typeface="Arial"/>
                <a:cs typeface="Arial"/>
              </a:rPr>
              <a:t>from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ground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floor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basement.</a:t>
            </a:r>
            <a:endParaRPr sz="1050">
              <a:latin typeface="Arial"/>
              <a:cs typeface="Arial"/>
            </a:endParaRPr>
          </a:p>
          <a:p>
            <a:pPr marL="847725" marR="38735">
              <a:lnSpc>
                <a:spcPct val="134300"/>
              </a:lnSpc>
            </a:pPr>
            <a:r>
              <a:rPr dirty="0" sz="1050" spc="-20">
                <a:latin typeface="Arial"/>
                <a:cs typeface="Arial"/>
              </a:rPr>
              <a:t>Similarly,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when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car</a:t>
            </a:r>
            <a:r>
              <a:rPr dirty="0" sz="1050" spc="-20">
                <a:latin typeface="Arial"/>
                <a:cs typeface="Arial"/>
              </a:rPr>
              <a:t> leaves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basement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and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enters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passage,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any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other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entering</a:t>
            </a:r>
            <a:r>
              <a:rPr dirty="0" sz="1050" spc="-25">
                <a:latin typeface="Arial"/>
                <a:cs typeface="Arial"/>
              </a:rPr>
              <a:t> or </a:t>
            </a:r>
            <a:r>
              <a:rPr dirty="0" sz="1050" spc="-10">
                <a:latin typeface="Arial"/>
                <a:cs typeface="Arial"/>
              </a:rPr>
              <a:t>leaving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prohibited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passes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from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passage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ground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completely.</a:t>
            </a:r>
            <a:endParaRPr sz="1050">
              <a:latin typeface="Arial"/>
              <a:cs typeface="Arial"/>
            </a:endParaRPr>
          </a:p>
          <a:p>
            <a:pPr marL="847725">
              <a:lnSpc>
                <a:spcPct val="100000"/>
              </a:lnSpc>
              <a:spcBef>
                <a:spcPts val="430"/>
              </a:spcBef>
            </a:pPr>
            <a:r>
              <a:rPr dirty="0" sz="1050">
                <a:latin typeface="Arial"/>
                <a:cs typeface="Arial"/>
              </a:rPr>
              <a:t>When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PLC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runs,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initial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setting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traffic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lights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green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lights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lights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OFF.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050" spc="-10" b="1">
                <a:latin typeface="Arial"/>
                <a:cs typeface="Arial"/>
              </a:rPr>
              <a:t>Devices: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26" name="object 26" descr=""/>
          <p:cNvGraphicFramePr>
            <a:graphicFrameLocks noGrp="1"/>
          </p:cNvGraphicFramePr>
          <p:nvPr/>
        </p:nvGraphicFramePr>
        <p:xfrm>
          <a:off x="1453133" y="5792723"/>
          <a:ext cx="5531485" cy="2484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4040"/>
                <a:gridCol w="4874260"/>
              </a:tblGrid>
              <a:tr h="27559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Device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794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Function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79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Photoelectric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switch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at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ground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floor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entry/exit.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X1</a:t>
                      </a:r>
                      <a:r>
                        <a:rPr dirty="0" sz="900" spc="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car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passes.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Photoelectric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switch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at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basement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entry/exit.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X2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car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passes.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M1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M1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one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scan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cycle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car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ground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floor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passes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X1.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M2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M2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one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scan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cycle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car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basement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passes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X1.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M3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M3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one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scan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cycle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car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basement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passes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X2.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M4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M4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one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scan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cycle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car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ground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floor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passes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X2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M20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M20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=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during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process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car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entering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passage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900" spc="1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ground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floor.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M30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M30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=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during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process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car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entering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passage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900" spc="1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basement.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Red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lights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at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entry/exit</a:t>
                      </a:r>
                      <a:r>
                        <a:rPr dirty="0" sz="900" spc="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ground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floor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basement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Green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lights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at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entry/exit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ground</a:t>
                      </a:r>
                      <a:r>
                        <a:rPr dirty="0" sz="900" spc="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floor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basement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93284" y="188496"/>
            <a:ext cx="3221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922019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26088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22019" y="9677400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892574" y="9721129"/>
            <a:ext cx="26225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25">
                <a:latin typeface="Arial"/>
                <a:cs typeface="Arial"/>
              </a:rPr>
              <a:t>23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26087" y="912362"/>
            <a:ext cx="1114425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Program: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180" y="1190244"/>
            <a:ext cx="5161787" cy="404622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0180" y="5359907"/>
            <a:ext cx="5163312" cy="409498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6373" y="188496"/>
            <a:ext cx="3221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50748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132346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50748" y="9691116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39587" y="9733318"/>
            <a:ext cx="26416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25">
                <a:latin typeface="Arial"/>
                <a:cs typeface="Arial"/>
              </a:rPr>
              <a:t>24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908" y="880872"/>
            <a:ext cx="5163311" cy="251460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444198" y="3545772"/>
            <a:ext cx="5401945" cy="25482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Program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Description: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050">
              <a:latin typeface="Arial"/>
              <a:cs typeface="Arial"/>
            </a:endParaRPr>
          </a:p>
          <a:p>
            <a:pPr marL="64135" marR="5080" indent="-5080">
              <a:lnSpc>
                <a:spcPct val="134300"/>
              </a:lnSpc>
            </a:pP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ground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floor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and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basement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share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same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light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signal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Y1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green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light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signal </a:t>
            </a:r>
            <a:r>
              <a:rPr dirty="0" sz="1050" spc="-25">
                <a:latin typeface="Arial"/>
                <a:cs typeface="Arial"/>
              </a:rPr>
              <a:t>Y2.</a:t>
            </a:r>
            <a:endParaRPr sz="1050">
              <a:latin typeface="Arial"/>
              <a:cs typeface="Arial"/>
            </a:endParaRPr>
          </a:p>
          <a:p>
            <a:pPr marL="64135" marR="69850" indent="-5080">
              <a:lnSpc>
                <a:spcPct val="134300"/>
              </a:lnSpc>
            </a:pP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key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program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identify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that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entering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leaving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passage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the </a:t>
            </a:r>
            <a:r>
              <a:rPr dirty="0" sz="1050" spc="-10">
                <a:latin typeface="Arial"/>
                <a:cs typeface="Arial"/>
              </a:rPr>
              <a:t>ground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floor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entry/exit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M1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activate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Y1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because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[PLS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M1]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executed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in </a:t>
            </a:r>
            <a:r>
              <a:rPr dirty="0" sz="1050">
                <a:latin typeface="Arial"/>
                <a:cs typeface="Arial"/>
              </a:rPr>
              <a:t>both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entering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leaving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conditions.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Therefore,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confirming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signal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M20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20">
                <a:latin typeface="Arial"/>
                <a:cs typeface="Arial"/>
              </a:rPr>
              <a:t> required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for </a:t>
            </a:r>
            <a:r>
              <a:rPr dirty="0" sz="1050" spc="-10">
                <a:latin typeface="Arial"/>
                <a:cs typeface="Arial"/>
              </a:rPr>
              <a:t>confirming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that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car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entering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passage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from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ground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floor.</a:t>
            </a:r>
            <a:endParaRPr sz="1050">
              <a:latin typeface="Arial"/>
              <a:cs typeface="Arial"/>
            </a:endParaRPr>
          </a:p>
          <a:p>
            <a:pPr marL="64135" marR="128270" indent="-5080">
              <a:lnSpc>
                <a:spcPct val="134300"/>
              </a:lnSpc>
            </a:pPr>
            <a:r>
              <a:rPr dirty="0" sz="1050">
                <a:latin typeface="Arial"/>
                <a:cs typeface="Arial"/>
              </a:rPr>
              <a:t>Also,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needs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identify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that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entering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or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leaving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passage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basement entry/exit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when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M3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because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[PLS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M3]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executed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both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entering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leaving </a:t>
            </a:r>
            <a:r>
              <a:rPr dirty="0" sz="1050" spc="-20">
                <a:latin typeface="Arial"/>
                <a:cs typeface="Arial"/>
              </a:rPr>
              <a:t>conditions.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Therefore,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confirming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signal M30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20">
                <a:latin typeface="Arial"/>
                <a:cs typeface="Arial"/>
              </a:rPr>
              <a:t> required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20">
                <a:latin typeface="Arial"/>
                <a:cs typeface="Arial"/>
              </a:rPr>
              <a:t> confirming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that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car</a:t>
            </a:r>
            <a:r>
              <a:rPr dirty="0" sz="1050" spc="-25">
                <a:latin typeface="Arial"/>
                <a:cs typeface="Arial"/>
              </a:rPr>
              <a:t> is </a:t>
            </a:r>
            <a:r>
              <a:rPr dirty="0" sz="1050" spc="-10">
                <a:latin typeface="Arial"/>
                <a:cs typeface="Arial"/>
              </a:rPr>
              <a:t>entering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passage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from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basement.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1203" y="4035552"/>
            <a:ext cx="76200" cy="762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1203" y="4465320"/>
            <a:ext cx="76200" cy="762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51203" y="5324855"/>
            <a:ext cx="762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93284" y="188496"/>
            <a:ext cx="3221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922019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26088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22019" y="9677400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892574" y="9721129"/>
            <a:ext cx="26225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25">
                <a:latin typeface="Arial"/>
                <a:cs typeface="Arial"/>
              </a:rPr>
              <a:t>25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26079" y="851374"/>
            <a:ext cx="492061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latin typeface="Arial"/>
                <a:cs typeface="Arial"/>
              </a:rPr>
              <a:t>1.15</a:t>
            </a:r>
            <a:r>
              <a:rPr dirty="0" sz="1100" spc="7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Forward/Reverse</a:t>
            </a:r>
            <a:r>
              <a:rPr dirty="0" sz="1100" spc="8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Control</a:t>
            </a:r>
            <a:r>
              <a:rPr dirty="0" sz="1100" spc="10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for</a:t>
            </a:r>
            <a:r>
              <a:rPr dirty="0" sz="1100" spc="8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the</a:t>
            </a:r>
            <a:r>
              <a:rPr dirty="0" sz="1100" spc="10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Three-Phase</a:t>
            </a:r>
            <a:r>
              <a:rPr dirty="0" sz="1100" spc="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Asynchronous</a:t>
            </a:r>
            <a:r>
              <a:rPr dirty="0" sz="1100" spc="9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Motor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911852" y="1213103"/>
            <a:ext cx="772795" cy="746760"/>
            <a:chOff x="4911852" y="1213103"/>
            <a:chExt cx="772795" cy="746760"/>
          </a:xfrm>
        </p:grpSpPr>
        <p:sp>
          <p:nvSpPr>
            <p:cNvPr id="9" name="object 9" descr=""/>
            <p:cNvSpPr/>
            <p:nvPr/>
          </p:nvSpPr>
          <p:spPr>
            <a:xfrm>
              <a:off x="4917948" y="1222248"/>
              <a:ext cx="760730" cy="733425"/>
            </a:xfrm>
            <a:custGeom>
              <a:avLst/>
              <a:gdLst/>
              <a:ahLst/>
              <a:cxnLst/>
              <a:rect l="l" t="t" r="r" b="b"/>
              <a:pathLst>
                <a:path w="760729" h="733425">
                  <a:moveTo>
                    <a:pt x="640080" y="733043"/>
                  </a:moveTo>
                  <a:lnTo>
                    <a:pt x="120396" y="733043"/>
                  </a:lnTo>
                  <a:lnTo>
                    <a:pt x="94488" y="729995"/>
                  </a:lnTo>
                  <a:lnTo>
                    <a:pt x="51816" y="720851"/>
                  </a:lnTo>
                  <a:lnTo>
                    <a:pt x="9144" y="688847"/>
                  </a:lnTo>
                  <a:lnTo>
                    <a:pt x="0" y="659891"/>
                  </a:lnTo>
                  <a:lnTo>
                    <a:pt x="0" y="68579"/>
                  </a:lnTo>
                  <a:lnTo>
                    <a:pt x="19812" y="28956"/>
                  </a:lnTo>
                  <a:lnTo>
                    <a:pt x="71628" y="6095"/>
                  </a:lnTo>
                  <a:lnTo>
                    <a:pt x="94488" y="0"/>
                  </a:lnTo>
                  <a:lnTo>
                    <a:pt x="665987" y="0"/>
                  </a:lnTo>
                  <a:lnTo>
                    <a:pt x="688848" y="6095"/>
                  </a:lnTo>
                  <a:lnTo>
                    <a:pt x="708659" y="10668"/>
                  </a:lnTo>
                  <a:lnTo>
                    <a:pt x="751331" y="42671"/>
                  </a:lnTo>
                  <a:lnTo>
                    <a:pt x="760475" y="68579"/>
                  </a:lnTo>
                  <a:lnTo>
                    <a:pt x="760475" y="659891"/>
                  </a:lnTo>
                  <a:lnTo>
                    <a:pt x="740664" y="701039"/>
                  </a:lnTo>
                  <a:lnTo>
                    <a:pt x="688848" y="726947"/>
                  </a:lnTo>
                  <a:lnTo>
                    <a:pt x="665987" y="729995"/>
                  </a:lnTo>
                  <a:lnTo>
                    <a:pt x="640080" y="7330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911852" y="1213103"/>
              <a:ext cx="772795" cy="746760"/>
            </a:xfrm>
            <a:custGeom>
              <a:avLst/>
              <a:gdLst/>
              <a:ahLst/>
              <a:cxnLst/>
              <a:rect l="l" t="t" r="r" b="b"/>
              <a:pathLst>
                <a:path w="772795" h="746760">
                  <a:moveTo>
                    <a:pt x="646176" y="746760"/>
                  </a:moveTo>
                  <a:lnTo>
                    <a:pt x="126492" y="746760"/>
                  </a:lnTo>
                  <a:lnTo>
                    <a:pt x="100584" y="743712"/>
                  </a:lnTo>
                  <a:lnTo>
                    <a:pt x="77724" y="742188"/>
                  </a:lnTo>
                  <a:lnTo>
                    <a:pt x="38100" y="723900"/>
                  </a:lnTo>
                  <a:lnTo>
                    <a:pt x="3048" y="687324"/>
                  </a:lnTo>
                  <a:lnTo>
                    <a:pt x="0" y="669036"/>
                  </a:lnTo>
                  <a:lnTo>
                    <a:pt x="0" y="77724"/>
                  </a:lnTo>
                  <a:lnTo>
                    <a:pt x="21336" y="35052"/>
                  </a:lnTo>
                  <a:lnTo>
                    <a:pt x="54864" y="15239"/>
                  </a:lnTo>
                  <a:lnTo>
                    <a:pt x="100584" y="3048"/>
                  </a:lnTo>
                  <a:lnTo>
                    <a:pt x="126492" y="0"/>
                  </a:lnTo>
                  <a:lnTo>
                    <a:pt x="646176" y="0"/>
                  </a:lnTo>
                  <a:lnTo>
                    <a:pt x="646176" y="15239"/>
                  </a:lnTo>
                  <a:lnTo>
                    <a:pt x="100584" y="15239"/>
                  </a:lnTo>
                  <a:lnTo>
                    <a:pt x="80772" y="19812"/>
                  </a:lnTo>
                  <a:lnTo>
                    <a:pt x="44196" y="35052"/>
                  </a:lnTo>
                  <a:lnTo>
                    <a:pt x="15240" y="67056"/>
                  </a:lnTo>
                  <a:lnTo>
                    <a:pt x="12192" y="77724"/>
                  </a:lnTo>
                  <a:lnTo>
                    <a:pt x="12192" y="669036"/>
                  </a:lnTo>
                  <a:lnTo>
                    <a:pt x="28956" y="704088"/>
                  </a:lnTo>
                  <a:lnTo>
                    <a:pt x="80772" y="729996"/>
                  </a:lnTo>
                  <a:lnTo>
                    <a:pt x="126492" y="736092"/>
                  </a:lnTo>
                  <a:lnTo>
                    <a:pt x="708152" y="736092"/>
                  </a:lnTo>
                  <a:lnTo>
                    <a:pt x="694944" y="742188"/>
                  </a:lnTo>
                  <a:lnTo>
                    <a:pt x="672084" y="743712"/>
                  </a:lnTo>
                  <a:lnTo>
                    <a:pt x="646176" y="746760"/>
                  </a:lnTo>
                  <a:close/>
                </a:path>
                <a:path w="772795" h="746760">
                  <a:moveTo>
                    <a:pt x="728472" y="35052"/>
                  </a:moveTo>
                  <a:lnTo>
                    <a:pt x="711708" y="25908"/>
                  </a:lnTo>
                  <a:lnTo>
                    <a:pt x="691896" y="19812"/>
                  </a:lnTo>
                  <a:lnTo>
                    <a:pt x="669036" y="15239"/>
                  </a:lnTo>
                  <a:lnTo>
                    <a:pt x="714756" y="15239"/>
                  </a:lnTo>
                  <a:lnTo>
                    <a:pt x="734568" y="22860"/>
                  </a:lnTo>
                  <a:lnTo>
                    <a:pt x="728472" y="35052"/>
                  </a:lnTo>
                  <a:close/>
                </a:path>
                <a:path w="772795" h="746760">
                  <a:moveTo>
                    <a:pt x="734568" y="723900"/>
                  </a:moveTo>
                  <a:lnTo>
                    <a:pt x="728472" y="716280"/>
                  </a:lnTo>
                  <a:lnTo>
                    <a:pt x="743712" y="704088"/>
                  </a:lnTo>
                  <a:lnTo>
                    <a:pt x="751332" y="694944"/>
                  </a:lnTo>
                  <a:lnTo>
                    <a:pt x="757428" y="684276"/>
                  </a:lnTo>
                  <a:lnTo>
                    <a:pt x="760476" y="669036"/>
                  </a:lnTo>
                  <a:lnTo>
                    <a:pt x="760476" y="77724"/>
                  </a:lnTo>
                  <a:lnTo>
                    <a:pt x="757428" y="67056"/>
                  </a:lnTo>
                  <a:lnTo>
                    <a:pt x="751332" y="54864"/>
                  </a:lnTo>
                  <a:lnTo>
                    <a:pt x="743712" y="44196"/>
                  </a:lnTo>
                  <a:lnTo>
                    <a:pt x="728472" y="35052"/>
                  </a:lnTo>
                  <a:lnTo>
                    <a:pt x="734568" y="22860"/>
                  </a:lnTo>
                  <a:lnTo>
                    <a:pt x="749808" y="35052"/>
                  </a:lnTo>
                  <a:lnTo>
                    <a:pt x="763523" y="48768"/>
                  </a:lnTo>
                  <a:lnTo>
                    <a:pt x="769619" y="64008"/>
                  </a:lnTo>
                  <a:lnTo>
                    <a:pt x="772667" y="77724"/>
                  </a:lnTo>
                  <a:lnTo>
                    <a:pt x="772667" y="669036"/>
                  </a:lnTo>
                  <a:lnTo>
                    <a:pt x="769619" y="687324"/>
                  </a:lnTo>
                  <a:lnTo>
                    <a:pt x="763523" y="701040"/>
                  </a:lnTo>
                  <a:lnTo>
                    <a:pt x="749808" y="713232"/>
                  </a:lnTo>
                  <a:lnTo>
                    <a:pt x="734568" y="723900"/>
                  </a:lnTo>
                  <a:close/>
                </a:path>
                <a:path w="772795" h="746760">
                  <a:moveTo>
                    <a:pt x="708152" y="736092"/>
                  </a:moveTo>
                  <a:lnTo>
                    <a:pt x="646176" y="736092"/>
                  </a:lnTo>
                  <a:lnTo>
                    <a:pt x="691896" y="729996"/>
                  </a:lnTo>
                  <a:lnTo>
                    <a:pt x="711708" y="723900"/>
                  </a:lnTo>
                  <a:lnTo>
                    <a:pt x="728472" y="716280"/>
                  </a:lnTo>
                  <a:lnTo>
                    <a:pt x="734568" y="723900"/>
                  </a:lnTo>
                  <a:lnTo>
                    <a:pt x="708152" y="73609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937759" y="1239012"/>
              <a:ext cx="721360" cy="693420"/>
            </a:xfrm>
            <a:custGeom>
              <a:avLst/>
              <a:gdLst/>
              <a:ahLst/>
              <a:cxnLst/>
              <a:rect l="l" t="t" r="r" b="b"/>
              <a:pathLst>
                <a:path w="721360" h="693419">
                  <a:moveTo>
                    <a:pt x="627887" y="693420"/>
                  </a:moveTo>
                  <a:lnTo>
                    <a:pt x="605027" y="693420"/>
                  </a:lnTo>
                  <a:lnTo>
                    <a:pt x="92964" y="693420"/>
                  </a:lnTo>
                  <a:lnTo>
                    <a:pt x="70103" y="687324"/>
                  </a:lnTo>
                  <a:lnTo>
                    <a:pt x="48767" y="681228"/>
                  </a:lnTo>
                  <a:lnTo>
                    <a:pt x="35051" y="672084"/>
                  </a:lnTo>
                  <a:lnTo>
                    <a:pt x="21336" y="664464"/>
                  </a:lnTo>
                  <a:lnTo>
                    <a:pt x="9143" y="652272"/>
                  </a:lnTo>
                  <a:lnTo>
                    <a:pt x="3047" y="638556"/>
                  </a:lnTo>
                  <a:lnTo>
                    <a:pt x="0" y="626364"/>
                  </a:lnTo>
                  <a:lnTo>
                    <a:pt x="0" y="67056"/>
                  </a:lnTo>
                  <a:lnTo>
                    <a:pt x="21336" y="28956"/>
                  </a:lnTo>
                  <a:lnTo>
                    <a:pt x="70103" y="6095"/>
                  </a:lnTo>
                  <a:lnTo>
                    <a:pt x="92964" y="0"/>
                  </a:lnTo>
                  <a:lnTo>
                    <a:pt x="627887" y="0"/>
                  </a:lnTo>
                  <a:lnTo>
                    <a:pt x="669035" y="12192"/>
                  </a:lnTo>
                  <a:lnTo>
                    <a:pt x="708659" y="41147"/>
                  </a:lnTo>
                  <a:lnTo>
                    <a:pt x="717803" y="51816"/>
                  </a:lnTo>
                  <a:lnTo>
                    <a:pt x="720851" y="67056"/>
                  </a:lnTo>
                  <a:lnTo>
                    <a:pt x="720851" y="626364"/>
                  </a:lnTo>
                  <a:lnTo>
                    <a:pt x="699515" y="664464"/>
                  </a:lnTo>
                  <a:lnTo>
                    <a:pt x="649223" y="687324"/>
                  </a:lnTo>
                  <a:lnTo>
                    <a:pt x="627887" y="69342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933187" y="1232916"/>
              <a:ext cx="730250" cy="704215"/>
            </a:xfrm>
            <a:custGeom>
              <a:avLst/>
              <a:gdLst/>
              <a:ahLst/>
              <a:cxnLst/>
              <a:rect l="l" t="t" r="r" b="b"/>
              <a:pathLst>
                <a:path w="730250" h="704214">
                  <a:moveTo>
                    <a:pt x="632460" y="704088"/>
                  </a:moveTo>
                  <a:lnTo>
                    <a:pt x="94487" y="704088"/>
                  </a:lnTo>
                  <a:lnTo>
                    <a:pt x="74676" y="699516"/>
                  </a:lnTo>
                  <a:lnTo>
                    <a:pt x="36576" y="684276"/>
                  </a:lnTo>
                  <a:lnTo>
                    <a:pt x="3048" y="647700"/>
                  </a:lnTo>
                  <a:lnTo>
                    <a:pt x="0" y="632459"/>
                  </a:lnTo>
                  <a:lnTo>
                    <a:pt x="0" y="73152"/>
                  </a:lnTo>
                  <a:lnTo>
                    <a:pt x="19812" y="32004"/>
                  </a:lnTo>
                  <a:lnTo>
                    <a:pt x="53339" y="12191"/>
                  </a:lnTo>
                  <a:lnTo>
                    <a:pt x="74676" y="6095"/>
                  </a:lnTo>
                  <a:lnTo>
                    <a:pt x="94487" y="0"/>
                  </a:lnTo>
                  <a:lnTo>
                    <a:pt x="117348" y="0"/>
                  </a:lnTo>
                  <a:lnTo>
                    <a:pt x="117348" y="12191"/>
                  </a:lnTo>
                  <a:lnTo>
                    <a:pt x="97536" y="12191"/>
                  </a:lnTo>
                  <a:lnTo>
                    <a:pt x="76200" y="18287"/>
                  </a:lnTo>
                  <a:lnTo>
                    <a:pt x="27432" y="38100"/>
                  </a:lnTo>
                  <a:lnTo>
                    <a:pt x="10667" y="73152"/>
                  </a:lnTo>
                  <a:lnTo>
                    <a:pt x="10667" y="632459"/>
                  </a:lnTo>
                  <a:lnTo>
                    <a:pt x="42672" y="673608"/>
                  </a:lnTo>
                  <a:lnTo>
                    <a:pt x="97536" y="690372"/>
                  </a:lnTo>
                  <a:lnTo>
                    <a:pt x="117348" y="693420"/>
                  </a:lnTo>
                  <a:lnTo>
                    <a:pt x="676656" y="693420"/>
                  </a:lnTo>
                  <a:lnTo>
                    <a:pt x="655320" y="699516"/>
                  </a:lnTo>
                  <a:lnTo>
                    <a:pt x="632460" y="704088"/>
                  </a:lnTo>
                  <a:close/>
                </a:path>
                <a:path w="730250" h="704214">
                  <a:moveTo>
                    <a:pt x="609600" y="12191"/>
                  </a:moveTo>
                  <a:lnTo>
                    <a:pt x="117348" y="12191"/>
                  </a:lnTo>
                  <a:lnTo>
                    <a:pt x="117348" y="0"/>
                  </a:lnTo>
                  <a:lnTo>
                    <a:pt x="609600" y="0"/>
                  </a:lnTo>
                  <a:lnTo>
                    <a:pt x="609600" y="12191"/>
                  </a:lnTo>
                  <a:close/>
                </a:path>
                <a:path w="730250" h="704214">
                  <a:moveTo>
                    <a:pt x="687324" y="28956"/>
                  </a:moveTo>
                  <a:lnTo>
                    <a:pt x="670560" y="24383"/>
                  </a:lnTo>
                  <a:lnTo>
                    <a:pt x="653796" y="18287"/>
                  </a:lnTo>
                  <a:lnTo>
                    <a:pt x="632460" y="12191"/>
                  </a:lnTo>
                  <a:lnTo>
                    <a:pt x="676656" y="12191"/>
                  </a:lnTo>
                  <a:lnTo>
                    <a:pt x="693420" y="21335"/>
                  </a:lnTo>
                  <a:lnTo>
                    <a:pt x="687324" y="28956"/>
                  </a:lnTo>
                  <a:close/>
                </a:path>
                <a:path w="730250" h="704214">
                  <a:moveTo>
                    <a:pt x="693420" y="684276"/>
                  </a:moveTo>
                  <a:lnTo>
                    <a:pt x="687324" y="673608"/>
                  </a:lnTo>
                  <a:lnTo>
                    <a:pt x="699516" y="664464"/>
                  </a:lnTo>
                  <a:lnTo>
                    <a:pt x="710184" y="655320"/>
                  </a:lnTo>
                  <a:lnTo>
                    <a:pt x="716280" y="644652"/>
                  </a:lnTo>
                  <a:lnTo>
                    <a:pt x="716280" y="60960"/>
                  </a:lnTo>
                  <a:lnTo>
                    <a:pt x="710184" y="48767"/>
                  </a:lnTo>
                  <a:lnTo>
                    <a:pt x="699516" y="38100"/>
                  </a:lnTo>
                  <a:lnTo>
                    <a:pt x="687324" y="28956"/>
                  </a:lnTo>
                  <a:lnTo>
                    <a:pt x="693420" y="21335"/>
                  </a:lnTo>
                  <a:lnTo>
                    <a:pt x="707136" y="32004"/>
                  </a:lnTo>
                  <a:lnTo>
                    <a:pt x="719328" y="44195"/>
                  </a:lnTo>
                  <a:lnTo>
                    <a:pt x="728472" y="57912"/>
                  </a:lnTo>
                  <a:lnTo>
                    <a:pt x="729996" y="73152"/>
                  </a:lnTo>
                  <a:lnTo>
                    <a:pt x="729996" y="632459"/>
                  </a:lnTo>
                  <a:lnTo>
                    <a:pt x="728472" y="647700"/>
                  </a:lnTo>
                  <a:lnTo>
                    <a:pt x="719328" y="661416"/>
                  </a:lnTo>
                  <a:lnTo>
                    <a:pt x="707136" y="673608"/>
                  </a:lnTo>
                  <a:lnTo>
                    <a:pt x="693420" y="684276"/>
                  </a:lnTo>
                  <a:close/>
                </a:path>
                <a:path w="730250" h="704214">
                  <a:moveTo>
                    <a:pt x="676656" y="693420"/>
                  </a:moveTo>
                  <a:lnTo>
                    <a:pt x="609600" y="693420"/>
                  </a:lnTo>
                  <a:lnTo>
                    <a:pt x="653796" y="687324"/>
                  </a:lnTo>
                  <a:lnTo>
                    <a:pt x="670560" y="681228"/>
                  </a:lnTo>
                  <a:lnTo>
                    <a:pt x="687324" y="673608"/>
                  </a:lnTo>
                  <a:lnTo>
                    <a:pt x="693420" y="684276"/>
                  </a:lnTo>
                  <a:lnTo>
                    <a:pt x="676656" y="69342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0451" y="1298448"/>
              <a:ext cx="137159" cy="96011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9596" y="1778508"/>
              <a:ext cx="138683" cy="94487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3499" y="1543812"/>
              <a:ext cx="138683" cy="94487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66716" y="1303019"/>
              <a:ext cx="155447" cy="88392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69764" y="1552956"/>
              <a:ext cx="83819" cy="85344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5073395" y="1552956"/>
              <a:ext cx="33655" cy="85725"/>
            </a:xfrm>
            <a:custGeom>
              <a:avLst/>
              <a:gdLst/>
              <a:ahLst/>
              <a:cxnLst/>
              <a:rect l="l" t="t" r="r" b="b"/>
              <a:pathLst>
                <a:path w="33654" h="85725">
                  <a:moveTo>
                    <a:pt x="33528" y="85344"/>
                  </a:moveTo>
                  <a:lnTo>
                    <a:pt x="22860" y="85344"/>
                  </a:lnTo>
                  <a:lnTo>
                    <a:pt x="22860" y="19812"/>
                  </a:lnTo>
                  <a:lnTo>
                    <a:pt x="10668" y="25908"/>
                  </a:lnTo>
                  <a:lnTo>
                    <a:pt x="6096" y="28956"/>
                  </a:lnTo>
                  <a:lnTo>
                    <a:pt x="0" y="30480"/>
                  </a:lnTo>
                  <a:lnTo>
                    <a:pt x="0" y="19812"/>
                  </a:lnTo>
                  <a:lnTo>
                    <a:pt x="7620" y="16764"/>
                  </a:lnTo>
                  <a:lnTo>
                    <a:pt x="16764" y="10668"/>
                  </a:lnTo>
                  <a:lnTo>
                    <a:pt x="22860" y="4572"/>
                  </a:lnTo>
                  <a:lnTo>
                    <a:pt x="25908" y="0"/>
                  </a:lnTo>
                  <a:lnTo>
                    <a:pt x="33528" y="0"/>
                  </a:lnTo>
                  <a:lnTo>
                    <a:pt x="33528" y="8534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56859" y="1761744"/>
              <a:ext cx="249936" cy="141731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5350763" y="1757172"/>
              <a:ext cx="262255" cy="151130"/>
            </a:xfrm>
            <a:custGeom>
              <a:avLst/>
              <a:gdLst/>
              <a:ahLst/>
              <a:cxnLst/>
              <a:rect l="l" t="t" r="r" b="b"/>
              <a:pathLst>
                <a:path w="262254" h="151130">
                  <a:moveTo>
                    <a:pt x="237744" y="150876"/>
                  </a:moveTo>
                  <a:lnTo>
                    <a:pt x="22860" y="150876"/>
                  </a:lnTo>
                  <a:lnTo>
                    <a:pt x="18288" y="149352"/>
                  </a:lnTo>
                  <a:lnTo>
                    <a:pt x="15240" y="143256"/>
                  </a:lnTo>
                  <a:lnTo>
                    <a:pt x="9144" y="137160"/>
                  </a:lnTo>
                  <a:lnTo>
                    <a:pt x="3048" y="123444"/>
                  </a:lnTo>
                  <a:lnTo>
                    <a:pt x="0" y="108204"/>
                  </a:lnTo>
                  <a:lnTo>
                    <a:pt x="0" y="42672"/>
                  </a:lnTo>
                  <a:lnTo>
                    <a:pt x="3048" y="24384"/>
                  </a:lnTo>
                  <a:lnTo>
                    <a:pt x="9144" y="10668"/>
                  </a:lnTo>
                  <a:lnTo>
                    <a:pt x="18288" y="1524"/>
                  </a:lnTo>
                  <a:lnTo>
                    <a:pt x="22860" y="0"/>
                  </a:lnTo>
                  <a:lnTo>
                    <a:pt x="233172" y="0"/>
                  </a:lnTo>
                  <a:lnTo>
                    <a:pt x="233172" y="10668"/>
                  </a:lnTo>
                  <a:lnTo>
                    <a:pt x="22860" y="10668"/>
                  </a:lnTo>
                  <a:lnTo>
                    <a:pt x="21336" y="19812"/>
                  </a:lnTo>
                  <a:lnTo>
                    <a:pt x="15240" y="27432"/>
                  </a:lnTo>
                  <a:lnTo>
                    <a:pt x="15240" y="120396"/>
                  </a:lnTo>
                  <a:lnTo>
                    <a:pt x="21336" y="131064"/>
                  </a:lnTo>
                  <a:lnTo>
                    <a:pt x="22860" y="137160"/>
                  </a:lnTo>
                  <a:lnTo>
                    <a:pt x="32003" y="140208"/>
                  </a:lnTo>
                  <a:lnTo>
                    <a:pt x="251460" y="140208"/>
                  </a:lnTo>
                  <a:lnTo>
                    <a:pt x="249936" y="143256"/>
                  </a:lnTo>
                  <a:lnTo>
                    <a:pt x="243840" y="149352"/>
                  </a:lnTo>
                  <a:lnTo>
                    <a:pt x="237744" y="150876"/>
                  </a:lnTo>
                  <a:close/>
                </a:path>
                <a:path w="262254" h="151130">
                  <a:moveTo>
                    <a:pt x="243840" y="19812"/>
                  </a:moveTo>
                  <a:lnTo>
                    <a:pt x="237744" y="10668"/>
                  </a:lnTo>
                  <a:lnTo>
                    <a:pt x="252984" y="10668"/>
                  </a:lnTo>
                  <a:lnTo>
                    <a:pt x="243840" y="19812"/>
                  </a:lnTo>
                  <a:close/>
                </a:path>
                <a:path w="262254" h="151130">
                  <a:moveTo>
                    <a:pt x="252984" y="137160"/>
                  </a:moveTo>
                  <a:lnTo>
                    <a:pt x="243840" y="131064"/>
                  </a:lnTo>
                  <a:lnTo>
                    <a:pt x="246888" y="120396"/>
                  </a:lnTo>
                  <a:lnTo>
                    <a:pt x="249936" y="108204"/>
                  </a:lnTo>
                  <a:lnTo>
                    <a:pt x="249936" y="42672"/>
                  </a:lnTo>
                  <a:lnTo>
                    <a:pt x="246888" y="27432"/>
                  </a:lnTo>
                  <a:lnTo>
                    <a:pt x="243840" y="19812"/>
                  </a:lnTo>
                  <a:lnTo>
                    <a:pt x="252984" y="10668"/>
                  </a:lnTo>
                  <a:lnTo>
                    <a:pt x="259080" y="24384"/>
                  </a:lnTo>
                  <a:lnTo>
                    <a:pt x="262128" y="42672"/>
                  </a:lnTo>
                  <a:lnTo>
                    <a:pt x="262128" y="108204"/>
                  </a:lnTo>
                  <a:lnTo>
                    <a:pt x="259080" y="123444"/>
                  </a:lnTo>
                  <a:lnTo>
                    <a:pt x="252984" y="137160"/>
                  </a:lnTo>
                  <a:close/>
                </a:path>
                <a:path w="262254" h="151130">
                  <a:moveTo>
                    <a:pt x="251460" y="140208"/>
                  </a:moveTo>
                  <a:lnTo>
                    <a:pt x="233172" y="140208"/>
                  </a:lnTo>
                  <a:lnTo>
                    <a:pt x="237744" y="137160"/>
                  </a:lnTo>
                  <a:lnTo>
                    <a:pt x="243840" y="131064"/>
                  </a:lnTo>
                  <a:lnTo>
                    <a:pt x="252984" y="137160"/>
                  </a:lnTo>
                  <a:lnTo>
                    <a:pt x="251460" y="14020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59907" y="1517903"/>
              <a:ext cx="249936" cy="143255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5353811" y="1511807"/>
              <a:ext cx="260985" cy="155575"/>
            </a:xfrm>
            <a:custGeom>
              <a:avLst/>
              <a:gdLst/>
              <a:ahLst/>
              <a:cxnLst/>
              <a:rect l="l" t="t" r="r" b="b"/>
              <a:pathLst>
                <a:path w="260985" h="155575">
                  <a:moveTo>
                    <a:pt x="233172" y="155448"/>
                  </a:moveTo>
                  <a:lnTo>
                    <a:pt x="28956" y="155448"/>
                  </a:lnTo>
                  <a:lnTo>
                    <a:pt x="22860" y="152400"/>
                  </a:lnTo>
                  <a:lnTo>
                    <a:pt x="18288" y="149352"/>
                  </a:lnTo>
                  <a:lnTo>
                    <a:pt x="12192" y="146304"/>
                  </a:lnTo>
                  <a:lnTo>
                    <a:pt x="9144" y="141732"/>
                  </a:lnTo>
                  <a:lnTo>
                    <a:pt x="3048" y="126492"/>
                  </a:lnTo>
                  <a:lnTo>
                    <a:pt x="0" y="109728"/>
                  </a:lnTo>
                  <a:lnTo>
                    <a:pt x="0" y="45720"/>
                  </a:lnTo>
                  <a:lnTo>
                    <a:pt x="3048" y="28956"/>
                  </a:lnTo>
                  <a:lnTo>
                    <a:pt x="9144" y="15240"/>
                  </a:lnTo>
                  <a:lnTo>
                    <a:pt x="12192" y="9144"/>
                  </a:lnTo>
                  <a:lnTo>
                    <a:pt x="18288" y="6096"/>
                  </a:lnTo>
                  <a:lnTo>
                    <a:pt x="22860" y="3048"/>
                  </a:lnTo>
                  <a:lnTo>
                    <a:pt x="28956" y="0"/>
                  </a:lnTo>
                  <a:lnTo>
                    <a:pt x="233172" y="0"/>
                  </a:lnTo>
                  <a:lnTo>
                    <a:pt x="233172" y="12192"/>
                  </a:lnTo>
                  <a:lnTo>
                    <a:pt x="28956" y="12192"/>
                  </a:lnTo>
                  <a:lnTo>
                    <a:pt x="22860" y="15240"/>
                  </a:lnTo>
                  <a:lnTo>
                    <a:pt x="18288" y="19812"/>
                  </a:lnTo>
                  <a:lnTo>
                    <a:pt x="15240" y="32004"/>
                  </a:lnTo>
                  <a:lnTo>
                    <a:pt x="12192" y="45720"/>
                  </a:lnTo>
                  <a:lnTo>
                    <a:pt x="12192" y="109728"/>
                  </a:lnTo>
                  <a:lnTo>
                    <a:pt x="15240" y="123444"/>
                  </a:lnTo>
                  <a:lnTo>
                    <a:pt x="18288" y="135636"/>
                  </a:lnTo>
                  <a:lnTo>
                    <a:pt x="22860" y="141732"/>
                  </a:lnTo>
                  <a:lnTo>
                    <a:pt x="252984" y="141732"/>
                  </a:lnTo>
                  <a:lnTo>
                    <a:pt x="246887" y="146304"/>
                  </a:lnTo>
                  <a:lnTo>
                    <a:pt x="243839" y="149352"/>
                  </a:lnTo>
                  <a:lnTo>
                    <a:pt x="237744" y="152400"/>
                  </a:lnTo>
                  <a:lnTo>
                    <a:pt x="233172" y="155448"/>
                  </a:lnTo>
                  <a:close/>
                </a:path>
                <a:path w="260985" h="155575">
                  <a:moveTo>
                    <a:pt x="240792" y="19812"/>
                  </a:moveTo>
                  <a:lnTo>
                    <a:pt x="237744" y="15240"/>
                  </a:lnTo>
                  <a:lnTo>
                    <a:pt x="233172" y="12192"/>
                  </a:lnTo>
                  <a:lnTo>
                    <a:pt x="249936" y="12192"/>
                  </a:lnTo>
                  <a:lnTo>
                    <a:pt x="252984" y="15240"/>
                  </a:lnTo>
                  <a:lnTo>
                    <a:pt x="240792" y="19812"/>
                  </a:lnTo>
                  <a:close/>
                </a:path>
                <a:path w="260985" h="155575">
                  <a:moveTo>
                    <a:pt x="252984" y="141732"/>
                  </a:moveTo>
                  <a:lnTo>
                    <a:pt x="240792" y="135636"/>
                  </a:lnTo>
                  <a:lnTo>
                    <a:pt x="246887" y="123444"/>
                  </a:lnTo>
                  <a:lnTo>
                    <a:pt x="249936" y="109728"/>
                  </a:lnTo>
                  <a:lnTo>
                    <a:pt x="249936" y="45720"/>
                  </a:lnTo>
                  <a:lnTo>
                    <a:pt x="246887" y="32004"/>
                  </a:lnTo>
                  <a:lnTo>
                    <a:pt x="240792" y="19812"/>
                  </a:lnTo>
                  <a:lnTo>
                    <a:pt x="252984" y="15240"/>
                  </a:lnTo>
                  <a:lnTo>
                    <a:pt x="259080" y="28956"/>
                  </a:lnTo>
                  <a:lnTo>
                    <a:pt x="260604" y="45720"/>
                  </a:lnTo>
                  <a:lnTo>
                    <a:pt x="260604" y="109728"/>
                  </a:lnTo>
                  <a:lnTo>
                    <a:pt x="259080" y="126492"/>
                  </a:lnTo>
                  <a:lnTo>
                    <a:pt x="252984" y="141732"/>
                  </a:lnTo>
                  <a:close/>
                </a:path>
                <a:path w="260985" h="155575">
                  <a:moveTo>
                    <a:pt x="252984" y="141732"/>
                  </a:moveTo>
                  <a:lnTo>
                    <a:pt x="237744" y="141732"/>
                  </a:lnTo>
                  <a:lnTo>
                    <a:pt x="240792" y="135636"/>
                  </a:lnTo>
                  <a:lnTo>
                    <a:pt x="252984" y="14173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50763" y="1271016"/>
              <a:ext cx="246887" cy="140207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5346192" y="1264920"/>
              <a:ext cx="257810" cy="152400"/>
            </a:xfrm>
            <a:custGeom>
              <a:avLst/>
              <a:gdLst/>
              <a:ahLst/>
              <a:cxnLst/>
              <a:rect l="l" t="t" r="r" b="b"/>
              <a:pathLst>
                <a:path w="257810" h="152400">
                  <a:moveTo>
                    <a:pt x="234696" y="152400"/>
                  </a:moveTo>
                  <a:lnTo>
                    <a:pt x="22860" y="152400"/>
                  </a:lnTo>
                  <a:lnTo>
                    <a:pt x="16764" y="149352"/>
                  </a:lnTo>
                  <a:lnTo>
                    <a:pt x="10668" y="143256"/>
                  </a:lnTo>
                  <a:lnTo>
                    <a:pt x="7619" y="138684"/>
                  </a:lnTo>
                  <a:lnTo>
                    <a:pt x="1524" y="126492"/>
                  </a:lnTo>
                  <a:lnTo>
                    <a:pt x="0" y="109728"/>
                  </a:lnTo>
                  <a:lnTo>
                    <a:pt x="0" y="42672"/>
                  </a:lnTo>
                  <a:lnTo>
                    <a:pt x="1524" y="25908"/>
                  </a:lnTo>
                  <a:lnTo>
                    <a:pt x="7619" y="15240"/>
                  </a:lnTo>
                  <a:lnTo>
                    <a:pt x="10668" y="9144"/>
                  </a:lnTo>
                  <a:lnTo>
                    <a:pt x="16764" y="3048"/>
                  </a:lnTo>
                  <a:lnTo>
                    <a:pt x="22860" y="0"/>
                  </a:lnTo>
                  <a:lnTo>
                    <a:pt x="228600" y="0"/>
                  </a:lnTo>
                  <a:lnTo>
                    <a:pt x="228600" y="12192"/>
                  </a:lnTo>
                  <a:lnTo>
                    <a:pt x="27431" y="12192"/>
                  </a:lnTo>
                  <a:lnTo>
                    <a:pt x="22860" y="15240"/>
                  </a:lnTo>
                  <a:lnTo>
                    <a:pt x="16764" y="19812"/>
                  </a:lnTo>
                  <a:lnTo>
                    <a:pt x="13716" y="28956"/>
                  </a:lnTo>
                  <a:lnTo>
                    <a:pt x="10668" y="42672"/>
                  </a:lnTo>
                  <a:lnTo>
                    <a:pt x="10668" y="109728"/>
                  </a:lnTo>
                  <a:lnTo>
                    <a:pt x="13716" y="120396"/>
                  </a:lnTo>
                  <a:lnTo>
                    <a:pt x="16764" y="132588"/>
                  </a:lnTo>
                  <a:lnTo>
                    <a:pt x="22860" y="138684"/>
                  </a:lnTo>
                  <a:lnTo>
                    <a:pt x="27431" y="141732"/>
                  </a:lnTo>
                  <a:lnTo>
                    <a:pt x="247396" y="141732"/>
                  </a:lnTo>
                  <a:lnTo>
                    <a:pt x="245364" y="143256"/>
                  </a:lnTo>
                  <a:lnTo>
                    <a:pt x="240792" y="149352"/>
                  </a:lnTo>
                  <a:lnTo>
                    <a:pt x="234696" y="152400"/>
                  </a:lnTo>
                  <a:close/>
                </a:path>
                <a:path w="257810" h="152400">
                  <a:moveTo>
                    <a:pt x="240792" y="19812"/>
                  </a:moveTo>
                  <a:lnTo>
                    <a:pt x="234696" y="15240"/>
                  </a:lnTo>
                  <a:lnTo>
                    <a:pt x="228600" y="12192"/>
                  </a:lnTo>
                  <a:lnTo>
                    <a:pt x="248412" y="12192"/>
                  </a:lnTo>
                  <a:lnTo>
                    <a:pt x="251460" y="15240"/>
                  </a:lnTo>
                  <a:lnTo>
                    <a:pt x="240792" y="19812"/>
                  </a:lnTo>
                  <a:close/>
                </a:path>
                <a:path w="257810" h="152400">
                  <a:moveTo>
                    <a:pt x="251460" y="138684"/>
                  </a:moveTo>
                  <a:lnTo>
                    <a:pt x="240792" y="132588"/>
                  </a:lnTo>
                  <a:lnTo>
                    <a:pt x="245364" y="120396"/>
                  </a:lnTo>
                  <a:lnTo>
                    <a:pt x="245364" y="28956"/>
                  </a:lnTo>
                  <a:lnTo>
                    <a:pt x="240792" y="19812"/>
                  </a:lnTo>
                  <a:lnTo>
                    <a:pt x="251460" y="15240"/>
                  </a:lnTo>
                  <a:lnTo>
                    <a:pt x="257556" y="25908"/>
                  </a:lnTo>
                  <a:lnTo>
                    <a:pt x="257556" y="126492"/>
                  </a:lnTo>
                  <a:lnTo>
                    <a:pt x="251460" y="138684"/>
                  </a:lnTo>
                  <a:close/>
                </a:path>
                <a:path w="257810" h="152400">
                  <a:moveTo>
                    <a:pt x="247396" y="141732"/>
                  </a:moveTo>
                  <a:lnTo>
                    <a:pt x="228600" y="141732"/>
                  </a:lnTo>
                  <a:lnTo>
                    <a:pt x="234696" y="138684"/>
                  </a:lnTo>
                  <a:lnTo>
                    <a:pt x="240792" y="132588"/>
                  </a:lnTo>
                  <a:lnTo>
                    <a:pt x="251460" y="138684"/>
                  </a:lnTo>
                  <a:lnTo>
                    <a:pt x="247396" y="14173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75859" y="1790700"/>
              <a:ext cx="153924" cy="86868"/>
            </a:xfrm>
            <a:prstGeom prst="rect">
              <a:avLst/>
            </a:prstGeom>
          </p:spPr>
        </p:pic>
      </p:grpSp>
      <p:grpSp>
        <p:nvGrpSpPr>
          <p:cNvPr id="26" name="object 26" descr=""/>
          <p:cNvGrpSpPr/>
          <p:nvPr/>
        </p:nvGrpSpPr>
        <p:grpSpPr>
          <a:xfrm>
            <a:off x="3794760" y="1449324"/>
            <a:ext cx="390525" cy="448309"/>
            <a:chOff x="3794760" y="1449324"/>
            <a:chExt cx="390525" cy="448309"/>
          </a:xfrm>
        </p:grpSpPr>
        <p:sp>
          <p:nvSpPr>
            <p:cNvPr id="27" name="object 27" descr=""/>
            <p:cNvSpPr/>
            <p:nvPr/>
          </p:nvSpPr>
          <p:spPr>
            <a:xfrm>
              <a:off x="3794760" y="1449336"/>
              <a:ext cx="287020" cy="448309"/>
            </a:xfrm>
            <a:custGeom>
              <a:avLst/>
              <a:gdLst/>
              <a:ahLst/>
              <a:cxnLst/>
              <a:rect l="l" t="t" r="r" b="b"/>
              <a:pathLst>
                <a:path w="287020" h="448310">
                  <a:moveTo>
                    <a:pt x="286512" y="185915"/>
                  </a:moveTo>
                  <a:lnTo>
                    <a:pt x="260604" y="188963"/>
                  </a:lnTo>
                  <a:lnTo>
                    <a:pt x="263652" y="220967"/>
                  </a:lnTo>
                  <a:lnTo>
                    <a:pt x="257556" y="256019"/>
                  </a:lnTo>
                  <a:lnTo>
                    <a:pt x="251460" y="289547"/>
                  </a:lnTo>
                  <a:lnTo>
                    <a:pt x="240792" y="324599"/>
                  </a:lnTo>
                  <a:lnTo>
                    <a:pt x="228600" y="356603"/>
                  </a:lnTo>
                  <a:lnTo>
                    <a:pt x="211836" y="384035"/>
                  </a:lnTo>
                  <a:lnTo>
                    <a:pt x="205740" y="396227"/>
                  </a:lnTo>
                  <a:lnTo>
                    <a:pt x="198120" y="405371"/>
                  </a:lnTo>
                  <a:lnTo>
                    <a:pt x="188976" y="412991"/>
                  </a:lnTo>
                  <a:lnTo>
                    <a:pt x="175260" y="422135"/>
                  </a:lnTo>
                  <a:lnTo>
                    <a:pt x="166116" y="425183"/>
                  </a:lnTo>
                  <a:lnTo>
                    <a:pt x="160020" y="425183"/>
                  </a:lnTo>
                  <a:lnTo>
                    <a:pt x="153924" y="422135"/>
                  </a:lnTo>
                  <a:lnTo>
                    <a:pt x="146304" y="416039"/>
                  </a:lnTo>
                  <a:lnTo>
                    <a:pt x="137160" y="409943"/>
                  </a:lnTo>
                  <a:lnTo>
                    <a:pt x="131064" y="399275"/>
                  </a:lnTo>
                  <a:lnTo>
                    <a:pt x="123444" y="382511"/>
                  </a:lnTo>
                  <a:lnTo>
                    <a:pt x="114300" y="364223"/>
                  </a:lnTo>
                  <a:lnTo>
                    <a:pt x="105156" y="341363"/>
                  </a:lnTo>
                  <a:lnTo>
                    <a:pt x="100584" y="312407"/>
                  </a:lnTo>
                  <a:lnTo>
                    <a:pt x="91440" y="281927"/>
                  </a:lnTo>
                  <a:lnTo>
                    <a:pt x="79248" y="201155"/>
                  </a:lnTo>
                  <a:lnTo>
                    <a:pt x="72174" y="110744"/>
                  </a:lnTo>
                  <a:lnTo>
                    <a:pt x="123431" y="108204"/>
                  </a:lnTo>
                  <a:lnTo>
                    <a:pt x="54864" y="0"/>
                  </a:lnTo>
                  <a:lnTo>
                    <a:pt x="0" y="114300"/>
                  </a:lnTo>
                  <a:lnTo>
                    <a:pt x="49390" y="111861"/>
                  </a:lnTo>
                  <a:lnTo>
                    <a:pt x="56388" y="204203"/>
                  </a:lnTo>
                  <a:lnTo>
                    <a:pt x="68580" y="283451"/>
                  </a:lnTo>
                  <a:lnTo>
                    <a:pt x="77724" y="318503"/>
                  </a:lnTo>
                  <a:lnTo>
                    <a:pt x="82296" y="347459"/>
                  </a:lnTo>
                  <a:lnTo>
                    <a:pt x="91440" y="373367"/>
                  </a:lnTo>
                  <a:lnTo>
                    <a:pt x="100584" y="393179"/>
                  </a:lnTo>
                  <a:lnTo>
                    <a:pt x="111252" y="409943"/>
                  </a:lnTo>
                  <a:lnTo>
                    <a:pt x="120396" y="425183"/>
                  </a:lnTo>
                  <a:lnTo>
                    <a:pt x="131064" y="435851"/>
                  </a:lnTo>
                  <a:lnTo>
                    <a:pt x="143256" y="444995"/>
                  </a:lnTo>
                  <a:lnTo>
                    <a:pt x="156972" y="448043"/>
                  </a:lnTo>
                  <a:lnTo>
                    <a:pt x="169164" y="448043"/>
                  </a:lnTo>
                  <a:lnTo>
                    <a:pt x="179832" y="444995"/>
                  </a:lnTo>
                  <a:lnTo>
                    <a:pt x="195072" y="438899"/>
                  </a:lnTo>
                  <a:lnTo>
                    <a:pt x="202692" y="431279"/>
                  </a:lnTo>
                  <a:lnTo>
                    <a:pt x="214884" y="422135"/>
                  </a:lnTo>
                  <a:lnTo>
                    <a:pt x="224028" y="409943"/>
                  </a:lnTo>
                  <a:lnTo>
                    <a:pt x="234696" y="396227"/>
                  </a:lnTo>
                  <a:lnTo>
                    <a:pt x="248412" y="364223"/>
                  </a:lnTo>
                  <a:lnTo>
                    <a:pt x="263652" y="332219"/>
                  </a:lnTo>
                  <a:lnTo>
                    <a:pt x="274320" y="295643"/>
                  </a:lnTo>
                  <a:lnTo>
                    <a:pt x="283464" y="257543"/>
                  </a:lnTo>
                  <a:lnTo>
                    <a:pt x="286512" y="220967"/>
                  </a:lnTo>
                  <a:lnTo>
                    <a:pt x="286512" y="185915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29456" y="1511807"/>
              <a:ext cx="155448" cy="89916"/>
            </a:xfrm>
            <a:prstGeom prst="rect">
              <a:avLst/>
            </a:prstGeom>
          </p:spPr>
        </p:pic>
      </p:grpSp>
      <p:grpSp>
        <p:nvGrpSpPr>
          <p:cNvPr id="29" name="object 29" descr=""/>
          <p:cNvGrpSpPr/>
          <p:nvPr/>
        </p:nvGrpSpPr>
        <p:grpSpPr>
          <a:xfrm>
            <a:off x="3459479" y="1307591"/>
            <a:ext cx="287020" cy="454659"/>
            <a:chOff x="3459479" y="1307591"/>
            <a:chExt cx="287020" cy="454659"/>
          </a:xfrm>
        </p:grpSpPr>
        <p:sp>
          <p:nvSpPr>
            <p:cNvPr id="30" name="object 30" descr=""/>
            <p:cNvSpPr/>
            <p:nvPr/>
          </p:nvSpPr>
          <p:spPr>
            <a:xfrm>
              <a:off x="3459479" y="1307591"/>
              <a:ext cx="234950" cy="411480"/>
            </a:xfrm>
            <a:custGeom>
              <a:avLst/>
              <a:gdLst/>
              <a:ahLst/>
              <a:cxnLst/>
              <a:rect l="l" t="t" r="r" b="b"/>
              <a:pathLst>
                <a:path w="234950" h="411480">
                  <a:moveTo>
                    <a:pt x="22859" y="411480"/>
                  </a:moveTo>
                  <a:lnTo>
                    <a:pt x="0" y="408432"/>
                  </a:lnTo>
                  <a:lnTo>
                    <a:pt x="10668" y="288036"/>
                  </a:lnTo>
                  <a:lnTo>
                    <a:pt x="25908" y="190500"/>
                  </a:lnTo>
                  <a:lnTo>
                    <a:pt x="33528" y="149351"/>
                  </a:lnTo>
                  <a:lnTo>
                    <a:pt x="42672" y="115824"/>
                  </a:lnTo>
                  <a:lnTo>
                    <a:pt x="51816" y="86868"/>
                  </a:lnTo>
                  <a:lnTo>
                    <a:pt x="59436" y="60960"/>
                  </a:lnTo>
                  <a:lnTo>
                    <a:pt x="79248" y="24384"/>
                  </a:lnTo>
                  <a:lnTo>
                    <a:pt x="117348" y="0"/>
                  </a:lnTo>
                  <a:lnTo>
                    <a:pt x="128016" y="0"/>
                  </a:lnTo>
                  <a:lnTo>
                    <a:pt x="143256" y="6095"/>
                  </a:lnTo>
                  <a:lnTo>
                    <a:pt x="150876" y="15240"/>
                  </a:lnTo>
                  <a:lnTo>
                    <a:pt x="163068" y="25908"/>
                  </a:lnTo>
                  <a:lnTo>
                    <a:pt x="188976" y="73151"/>
                  </a:lnTo>
                  <a:lnTo>
                    <a:pt x="202692" y="112775"/>
                  </a:lnTo>
                  <a:lnTo>
                    <a:pt x="214883" y="155448"/>
                  </a:lnTo>
                  <a:lnTo>
                    <a:pt x="225551" y="201168"/>
                  </a:lnTo>
                  <a:lnTo>
                    <a:pt x="231648" y="249936"/>
                  </a:lnTo>
                  <a:lnTo>
                    <a:pt x="234695" y="297180"/>
                  </a:lnTo>
                  <a:lnTo>
                    <a:pt x="231648" y="339852"/>
                  </a:lnTo>
                  <a:lnTo>
                    <a:pt x="205740" y="336804"/>
                  </a:lnTo>
                  <a:lnTo>
                    <a:pt x="208788" y="297180"/>
                  </a:lnTo>
                  <a:lnTo>
                    <a:pt x="202692" y="204215"/>
                  </a:lnTo>
                  <a:lnTo>
                    <a:pt x="192024" y="161544"/>
                  </a:lnTo>
                  <a:lnTo>
                    <a:pt x="179831" y="118872"/>
                  </a:lnTo>
                  <a:lnTo>
                    <a:pt x="166116" y="80771"/>
                  </a:lnTo>
                  <a:lnTo>
                    <a:pt x="143256" y="41147"/>
                  </a:lnTo>
                  <a:lnTo>
                    <a:pt x="137160" y="32004"/>
                  </a:lnTo>
                  <a:lnTo>
                    <a:pt x="128016" y="25908"/>
                  </a:lnTo>
                  <a:lnTo>
                    <a:pt x="123444" y="24384"/>
                  </a:lnTo>
                  <a:lnTo>
                    <a:pt x="117348" y="24384"/>
                  </a:lnTo>
                  <a:lnTo>
                    <a:pt x="111252" y="25908"/>
                  </a:lnTo>
                  <a:lnTo>
                    <a:pt x="105155" y="28956"/>
                  </a:lnTo>
                  <a:lnTo>
                    <a:pt x="97536" y="38099"/>
                  </a:lnTo>
                  <a:lnTo>
                    <a:pt x="91439" y="51816"/>
                  </a:lnTo>
                  <a:lnTo>
                    <a:pt x="82296" y="70104"/>
                  </a:lnTo>
                  <a:lnTo>
                    <a:pt x="65532" y="121920"/>
                  </a:lnTo>
                  <a:lnTo>
                    <a:pt x="48768" y="193548"/>
                  </a:lnTo>
                  <a:lnTo>
                    <a:pt x="33528" y="291084"/>
                  </a:lnTo>
                  <a:lnTo>
                    <a:pt x="22859" y="41148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07307" y="1676400"/>
              <a:ext cx="83820" cy="85344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3713987" y="1676400"/>
              <a:ext cx="32384" cy="85725"/>
            </a:xfrm>
            <a:custGeom>
              <a:avLst/>
              <a:gdLst/>
              <a:ahLst/>
              <a:cxnLst/>
              <a:rect l="l" t="t" r="r" b="b"/>
              <a:pathLst>
                <a:path w="32385" h="85725">
                  <a:moveTo>
                    <a:pt x="32004" y="85344"/>
                  </a:moveTo>
                  <a:lnTo>
                    <a:pt x="22860" y="85344"/>
                  </a:lnTo>
                  <a:lnTo>
                    <a:pt x="22860" y="19812"/>
                  </a:lnTo>
                  <a:lnTo>
                    <a:pt x="16764" y="22860"/>
                  </a:lnTo>
                  <a:lnTo>
                    <a:pt x="12192" y="25908"/>
                  </a:lnTo>
                  <a:lnTo>
                    <a:pt x="6096" y="28956"/>
                  </a:lnTo>
                  <a:lnTo>
                    <a:pt x="0" y="30480"/>
                  </a:lnTo>
                  <a:lnTo>
                    <a:pt x="0" y="19812"/>
                  </a:lnTo>
                  <a:lnTo>
                    <a:pt x="9144" y="16764"/>
                  </a:lnTo>
                  <a:lnTo>
                    <a:pt x="13716" y="10668"/>
                  </a:lnTo>
                  <a:lnTo>
                    <a:pt x="22860" y="6096"/>
                  </a:lnTo>
                  <a:lnTo>
                    <a:pt x="25908" y="0"/>
                  </a:lnTo>
                  <a:lnTo>
                    <a:pt x="32004" y="0"/>
                  </a:lnTo>
                  <a:lnTo>
                    <a:pt x="32004" y="8534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4006074" y="1326874"/>
            <a:ext cx="505459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>
                <a:solidFill>
                  <a:srgbClr val="1F1A16"/>
                </a:solidFill>
                <a:latin typeface="Arial"/>
                <a:cs typeface="Arial"/>
              </a:rPr>
              <a:t>Forward</a:t>
            </a:r>
            <a:endParaRPr sz="950">
              <a:latin typeface="Arial"/>
              <a:cs typeface="Aria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3411688" y="1790172"/>
            <a:ext cx="511809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>
                <a:solidFill>
                  <a:srgbClr val="1F1A16"/>
                </a:solidFill>
                <a:latin typeface="Arial"/>
                <a:cs typeface="Arial"/>
              </a:rPr>
              <a:t>Reverse</a:t>
            </a:r>
            <a:endParaRPr sz="950">
              <a:latin typeface="Arial"/>
              <a:cs typeface="Arial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5370037" y="1244572"/>
            <a:ext cx="511809" cy="669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dirty="0" sz="950" spc="-10">
                <a:solidFill>
                  <a:srgbClr val="1F1A16"/>
                </a:solidFill>
                <a:latin typeface="Arial"/>
                <a:cs typeface="Arial"/>
              </a:rPr>
              <a:t>Forward</a:t>
            </a:r>
            <a:endParaRPr sz="950">
              <a:latin typeface="Arial"/>
              <a:cs typeface="Arial"/>
            </a:endParaRPr>
          </a:p>
          <a:p>
            <a:pPr marL="12700" marR="5080">
              <a:lnSpc>
                <a:spcPts val="2020"/>
              </a:lnSpc>
            </a:pPr>
            <a:r>
              <a:rPr dirty="0" sz="950" spc="-10">
                <a:solidFill>
                  <a:srgbClr val="1F1A16"/>
                </a:solidFill>
                <a:latin typeface="Arial"/>
                <a:cs typeface="Arial"/>
              </a:rPr>
              <a:t>Reverse </a:t>
            </a:r>
            <a:r>
              <a:rPr dirty="0" sz="950" spc="-20">
                <a:solidFill>
                  <a:srgbClr val="1F1A16"/>
                </a:solidFill>
                <a:latin typeface="Arial"/>
                <a:cs typeface="Arial"/>
              </a:rPr>
              <a:t>Stop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2179319" y="1249679"/>
            <a:ext cx="1005840" cy="739140"/>
            <a:chOff x="2179319" y="1249679"/>
            <a:chExt cx="1005840" cy="739140"/>
          </a:xfrm>
        </p:grpSpPr>
        <p:sp>
          <p:nvSpPr>
            <p:cNvPr id="37" name="object 37" descr=""/>
            <p:cNvSpPr/>
            <p:nvPr/>
          </p:nvSpPr>
          <p:spPr>
            <a:xfrm>
              <a:off x="2996184" y="1532127"/>
              <a:ext cx="189230" cy="114300"/>
            </a:xfrm>
            <a:custGeom>
              <a:avLst/>
              <a:gdLst/>
              <a:ahLst/>
              <a:cxnLst/>
              <a:rect l="l" t="t" r="r" b="b"/>
              <a:pathLst>
                <a:path w="189230" h="114300">
                  <a:moveTo>
                    <a:pt x="188976" y="0"/>
                  </a:moveTo>
                  <a:lnTo>
                    <a:pt x="179832" y="0"/>
                  </a:lnTo>
                  <a:lnTo>
                    <a:pt x="179832" y="7620"/>
                  </a:lnTo>
                  <a:lnTo>
                    <a:pt x="179832" y="104140"/>
                  </a:lnTo>
                  <a:lnTo>
                    <a:pt x="7620" y="104140"/>
                  </a:lnTo>
                  <a:lnTo>
                    <a:pt x="7620" y="7620"/>
                  </a:lnTo>
                  <a:lnTo>
                    <a:pt x="4572" y="7620"/>
                  </a:lnTo>
                  <a:lnTo>
                    <a:pt x="4572" y="7112"/>
                  </a:lnTo>
                  <a:lnTo>
                    <a:pt x="7620" y="7112"/>
                  </a:lnTo>
                  <a:lnTo>
                    <a:pt x="7620" y="7620"/>
                  </a:lnTo>
                  <a:lnTo>
                    <a:pt x="179832" y="7620"/>
                  </a:lnTo>
                  <a:lnTo>
                    <a:pt x="179832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0" y="7620"/>
                  </a:lnTo>
                  <a:lnTo>
                    <a:pt x="0" y="104140"/>
                  </a:lnTo>
                  <a:lnTo>
                    <a:pt x="0" y="114300"/>
                  </a:lnTo>
                  <a:lnTo>
                    <a:pt x="188976" y="114300"/>
                  </a:lnTo>
                  <a:lnTo>
                    <a:pt x="188976" y="104140"/>
                  </a:lnTo>
                  <a:lnTo>
                    <a:pt x="188976" y="7620"/>
                  </a:lnTo>
                  <a:lnTo>
                    <a:pt x="188976" y="2540"/>
                  </a:lnTo>
                  <a:lnTo>
                    <a:pt x="188976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919983" y="1437132"/>
              <a:ext cx="127000" cy="302260"/>
            </a:xfrm>
            <a:custGeom>
              <a:avLst/>
              <a:gdLst/>
              <a:ahLst/>
              <a:cxnLst/>
              <a:rect l="l" t="t" r="r" b="b"/>
              <a:pathLst>
                <a:path w="127000" h="302260">
                  <a:moveTo>
                    <a:pt x="62484" y="301752"/>
                  </a:moveTo>
                  <a:lnTo>
                    <a:pt x="48768" y="298704"/>
                  </a:lnTo>
                  <a:lnTo>
                    <a:pt x="36576" y="291084"/>
                  </a:lnTo>
                  <a:lnTo>
                    <a:pt x="28956" y="275844"/>
                  </a:lnTo>
                  <a:lnTo>
                    <a:pt x="16764" y="259080"/>
                  </a:lnTo>
                  <a:lnTo>
                    <a:pt x="10668" y="236220"/>
                  </a:lnTo>
                  <a:lnTo>
                    <a:pt x="3048" y="210312"/>
                  </a:lnTo>
                  <a:lnTo>
                    <a:pt x="0" y="181356"/>
                  </a:lnTo>
                  <a:lnTo>
                    <a:pt x="0" y="120396"/>
                  </a:lnTo>
                  <a:lnTo>
                    <a:pt x="3048" y="92964"/>
                  </a:lnTo>
                  <a:lnTo>
                    <a:pt x="10668" y="67056"/>
                  </a:lnTo>
                  <a:lnTo>
                    <a:pt x="16764" y="44196"/>
                  </a:lnTo>
                  <a:lnTo>
                    <a:pt x="28956" y="25908"/>
                  </a:lnTo>
                  <a:lnTo>
                    <a:pt x="36576" y="12192"/>
                  </a:lnTo>
                  <a:lnTo>
                    <a:pt x="48768" y="3048"/>
                  </a:lnTo>
                  <a:lnTo>
                    <a:pt x="62484" y="0"/>
                  </a:lnTo>
                  <a:lnTo>
                    <a:pt x="74676" y="3048"/>
                  </a:lnTo>
                  <a:lnTo>
                    <a:pt x="88392" y="12192"/>
                  </a:lnTo>
                  <a:lnTo>
                    <a:pt x="114300" y="67056"/>
                  </a:lnTo>
                  <a:lnTo>
                    <a:pt x="126492" y="120396"/>
                  </a:lnTo>
                  <a:lnTo>
                    <a:pt x="126492" y="181356"/>
                  </a:lnTo>
                  <a:lnTo>
                    <a:pt x="120396" y="210312"/>
                  </a:lnTo>
                  <a:lnTo>
                    <a:pt x="114300" y="236220"/>
                  </a:lnTo>
                  <a:lnTo>
                    <a:pt x="108204" y="259080"/>
                  </a:lnTo>
                  <a:lnTo>
                    <a:pt x="97536" y="275844"/>
                  </a:lnTo>
                  <a:lnTo>
                    <a:pt x="88392" y="291084"/>
                  </a:lnTo>
                  <a:lnTo>
                    <a:pt x="74676" y="298704"/>
                  </a:lnTo>
                  <a:lnTo>
                    <a:pt x="62484" y="3017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915411" y="1432560"/>
              <a:ext cx="135890" cy="311150"/>
            </a:xfrm>
            <a:custGeom>
              <a:avLst/>
              <a:gdLst/>
              <a:ahLst/>
              <a:cxnLst/>
              <a:rect l="l" t="t" r="r" b="b"/>
              <a:pathLst>
                <a:path w="135889" h="311150">
                  <a:moveTo>
                    <a:pt x="63639" y="1843"/>
                  </a:moveTo>
                  <a:lnTo>
                    <a:pt x="64008" y="0"/>
                  </a:lnTo>
                  <a:lnTo>
                    <a:pt x="67500" y="952"/>
                  </a:lnTo>
                  <a:lnTo>
                    <a:pt x="63639" y="1843"/>
                  </a:lnTo>
                  <a:close/>
                </a:path>
                <a:path w="135889" h="311150">
                  <a:moveTo>
                    <a:pt x="72067" y="2198"/>
                  </a:moveTo>
                  <a:lnTo>
                    <a:pt x="67500" y="952"/>
                  </a:lnTo>
                  <a:lnTo>
                    <a:pt x="71628" y="0"/>
                  </a:lnTo>
                  <a:lnTo>
                    <a:pt x="71996" y="1843"/>
                  </a:lnTo>
                  <a:lnTo>
                    <a:pt x="72067" y="2198"/>
                  </a:lnTo>
                  <a:close/>
                </a:path>
                <a:path w="135889" h="311150">
                  <a:moveTo>
                    <a:pt x="67056" y="9144"/>
                  </a:moveTo>
                  <a:lnTo>
                    <a:pt x="62484" y="7620"/>
                  </a:lnTo>
                  <a:lnTo>
                    <a:pt x="63568" y="2198"/>
                  </a:lnTo>
                  <a:lnTo>
                    <a:pt x="63639" y="1843"/>
                  </a:lnTo>
                  <a:lnTo>
                    <a:pt x="67500" y="952"/>
                  </a:lnTo>
                  <a:lnTo>
                    <a:pt x="72067" y="2198"/>
                  </a:lnTo>
                  <a:lnTo>
                    <a:pt x="73152" y="7620"/>
                  </a:lnTo>
                  <a:lnTo>
                    <a:pt x="67056" y="9144"/>
                  </a:lnTo>
                  <a:close/>
                </a:path>
                <a:path w="135889" h="311150">
                  <a:moveTo>
                    <a:pt x="67056" y="310896"/>
                  </a:moveTo>
                  <a:lnTo>
                    <a:pt x="28956" y="283463"/>
                  </a:lnTo>
                  <a:lnTo>
                    <a:pt x="12192" y="242316"/>
                  </a:lnTo>
                  <a:lnTo>
                    <a:pt x="3048" y="214884"/>
                  </a:lnTo>
                  <a:lnTo>
                    <a:pt x="0" y="185927"/>
                  </a:lnTo>
                  <a:lnTo>
                    <a:pt x="0" y="124968"/>
                  </a:lnTo>
                  <a:lnTo>
                    <a:pt x="3048" y="96012"/>
                  </a:lnTo>
                  <a:lnTo>
                    <a:pt x="12192" y="70104"/>
                  </a:lnTo>
                  <a:lnTo>
                    <a:pt x="18288" y="45720"/>
                  </a:lnTo>
                  <a:lnTo>
                    <a:pt x="28956" y="28956"/>
                  </a:lnTo>
                  <a:lnTo>
                    <a:pt x="38100" y="13716"/>
                  </a:lnTo>
                  <a:lnTo>
                    <a:pt x="51816" y="4572"/>
                  </a:lnTo>
                  <a:lnTo>
                    <a:pt x="63639" y="1843"/>
                  </a:lnTo>
                  <a:lnTo>
                    <a:pt x="62484" y="7620"/>
                  </a:lnTo>
                  <a:lnTo>
                    <a:pt x="67056" y="9144"/>
                  </a:lnTo>
                  <a:lnTo>
                    <a:pt x="36576" y="33528"/>
                  </a:lnTo>
                  <a:lnTo>
                    <a:pt x="19812" y="71628"/>
                  </a:lnTo>
                  <a:lnTo>
                    <a:pt x="12192" y="97536"/>
                  </a:lnTo>
                  <a:lnTo>
                    <a:pt x="9144" y="126492"/>
                  </a:lnTo>
                  <a:lnTo>
                    <a:pt x="9144" y="185927"/>
                  </a:lnTo>
                  <a:lnTo>
                    <a:pt x="12192" y="213360"/>
                  </a:lnTo>
                  <a:lnTo>
                    <a:pt x="19812" y="239268"/>
                  </a:lnTo>
                  <a:lnTo>
                    <a:pt x="25908" y="262127"/>
                  </a:lnTo>
                  <a:lnTo>
                    <a:pt x="36576" y="278892"/>
                  </a:lnTo>
                  <a:lnTo>
                    <a:pt x="45720" y="292608"/>
                  </a:lnTo>
                  <a:lnTo>
                    <a:pt x="54864" y="300227"/>
                  </a:lnTo>
                  <a:lnTo>
                    <a:pt x="67056" y="301751"/>
                  </a:lnTo>
                  <a:lnTo>
                    <a:pt x="90932" y="301751"/>
                  </a:lnTo>
                  <a:lnTo>
                    <a:pt x="80772" y="307848"/>
                  </a:lnTo>
                  <a:lnTo>
                    <a:pt x="67056" y="310896"/>
                  </a:lnTo>
                  <a:close/>
                </a:path>
                <a:path w="135889" h="311150">
                  <a:moveTo>
                    <a:pt x="90932" y="301751"/>
                  </a:moveTo>
                  <a:lnTo>
                    <a:pt x="67056" y="301751"/>
                  </a:lnTo>
                  <a:lnTo>
                    <a:pt x="77724" y="300227"/>
                  </a:lnTo>
                  <a:lnTo>
                    <a:pt x="89916" y="292608"/>
                  </a:lnTo>
                  <a:lnTo>
                    <a:pt x="99060" y="278892"/>
                  </a:lnTo>
                  <a:lnTo>
                    <a:pt x="109728" y="262127"/>
                  </a:lnTo>
                  <a:lnTo>
                    <a:pt x="114300" y="239268"/>
                  </a:lnTo>
                  <a:lnTo>
                    <a:pt x="120396" y="213360"/>
                  </a:lnTo>
                  <a:lnTo>
                    <a:pt x="126492" y="185927"/>
                  </a:lnTo>
                  <a:lnTo>
                    <a:pt x="126492" y="126492"/>
                  </a:lnTo>
                  <a:lnTo>
                    <a:pt x="120396" y="97536"/>
                  </a:lnTo>
                  <a:lnTo>
                    <a:pt x="114300" y="71628"/>
                  </a:lnTo>
                  <a:lnTo>
                    <a:pt x="109728" y="50292"/>
                  </a:lnTo>
                  <a:lnTo>
                    <a:pt x="99060" y="33528"/>
                  </a:lnTo>
                  <a:lnTo>
                    <a:pt x="89916" y="19812"/>
                  </a:lnTo>
                  <a:lnTo>
                    <a:pt x="77724" y="12192"/>
                  </a:lnTo>
                  <a:lnTo>
                    <a:pt x="67056" y="9144"/>
                  </a:lnTo>
                  <a:lnTo>
                    <a:pt x="73152" y="7620"/>
                  </a:lnTo>
                  <a:lnTo>
                    <a:pt x="72067" y="2198"/>
                  </a:lnTo>
                  <a:lnTo>
                    <a:pt x="80772" y="4572"/>
                  </a:lnTo>
                  <a:lnTo>
                    <a:pt x="96012" y="13716"/>
                  </a:lnTo>
                  <a:lnTo>
                    <a:pt x="105156" y="28956"/>
                  </a:lnTo>
                  <a:lnTo>
                    <a:pt x="117348" y="45720"/>
                  </a:lnTo>
                  <a:lnTo>
                    <a:pt x="123444" y="70104"/>
                  </a:lnTo>
                  <a:lnTo>
                    <a:pt x="129540" y="96012"/>
                  </a:lnTo>
                  <a:lnTo>
                    <a:pt x="135636" y="124968"/>
                  </a:lnTo>
                  <a:lnTo>
                    <a:pt x="135636" y="185927"/>
                  </a:lnTo>
                  <a:lnTo>
                    <a:pt x="129540" y="214884"/>
                  </a:lnTo>
                  <a:lnTo>
                    <a:pt x="123444" y="240792"/>
                  </a:lnTo>
                  <a:lnTo>
                    <a:pt x="117348" y="265175"/>
                  </a:lnTo>
                  <a:lnTo>
                    <a:pt x="105156" y="283463"/>
                  </a:lnTo>
                  <a:lnTo>
                    <a:pt x="96012" y="298704"/>
                  </a:lnTo>
                  <a:lnTo>
                    <a:pt x="90932" y="301751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2862071" y="1348740"/>
              <a:ext cx="109855" cy="471170"/>
            </a:xfrm>
            <a:custGeom>
              <a:avLst/>
              <a:gdLst/>
              <a:ahLst/>
              <a:cxnLst/>
              <a:rect l="l" t="t" r="r" b="b"/>
              <a:pathLst>
                <a:path w="109855" h="471169">
                  <a:moveTo>
                    <a:pt x="54863" y="470915"/>
                  </a:moveTo>
                  <a:lnTo>
                    <a:pt x="45719" y="467867"/>
                  </a:lnTo>
                  <a:lnTo>
                    <a:pt x="35051" y="464819"/>
                  </a:lnTo>
                  <a:lnTo>
                    <a:pt x="25907" y="458723"/>
                  </a:lnTo>
                  <a:lnTo>
                    <a:pt x="18287" y="451103"/>
                  </a:lnTo>
                  <a:lnTo>
                    <a:pt x="12191" y="438911"/>
                  </a:lnTo>
                  <a:lnTo>
                    <a:pt x="6095" y="428243"/>
                  </a:lnTo>
                  <a:lnTo>
                    <a:pt x="3047" y="416051"/>
                  </a:lnTo>
                  <a:lnTo>
                    <a:pt x="0" y="402335"/>
                  </a:lnTo>
                  <a:lnTo>
                    <a:pt x="0" y="68580"/>
                  </a:lnTo>
                  <a:lnTo>
                    <a:pt x="3047" y="57911"/>
                  </a:lnTo>
                  <a:lnTo>
                    <a:pt x="6095" y="42671"/>
                  </a:lnTo>
                  <a:lnTo>
                    <a:pt x="12191" y="32004"/>
                  </a:lnTo>
                  <a:lnTo>
                    <a:pt x="18287" y="19811"/>
                  </a:lnTo>
                  <a:lnTo>
                    <a:pt x="25907" y="13715"/>
                  </a:lnTo>
                  <a:lnTo>
                    <a:pt x="35051" y="6095"/>
                  </a:lnTo>
                  <a:lnTo>
                    <a:pt x="45719" y="3048"/>
                  </a:lnTo>
                  <a:lnTo>
                    <a:pt x="54863" y="0"/>
                  </a:lnTo>
                  <a:lnTo>
                    <a:pt x="67055" y="3048"/>
                  </a:lnTo>
                  <a:lnTo>
                    <a:pt x="77723" y="6095"/>
                  </a:lnTo>
                  <a:lnTo>
                    <a:pt x="86867" y="13715"/>
                  </a:lnTo>
                  <a:lnTo>
                    <a:pt x="94487" y="19811"/>
                  </a:lnTo>
                  <a:lnTo>
                    <a:pt x="100583" y="32004"/>
                  </a:lnTo>
                  <a:lnTo>
                    <a:pt x="106679" y="42671"/>
                  </a:lnTo>
                  <a:lnTo>
                    <a:pt x="109727" y="57911"/>
                  </a:lnTo>
                  <a:lnTo>
                    <a:pt x="109727" y="416051"/>
                  </a:lnTo>
                  <a:lnTo>
                    <a:pt x="106679" y="428243"/>
                  </a:lnTo>
                  <a:lnTo>
                    <a:pt x="100583" y="438911"/>
                  </a:lnTo>
                  <a:lnTo>
                    <a:pt x="94487" y="451103"/>
                  </a:lnTo>
                  <a:lnTo>
                    <a:pt x="86867" y="458723"/>
                  </a:lnTo>
                  <a:lnTo>
                    <a:pt x="77723" y="464819"/>
                  </a:lnTo>
                  <a:lnTo>
                    <a:pt x="67055" y="467867"/>
                  </a:lnTo>
                  <a:lnTo>
                    <a:pt x="54863" y="4709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2179307" y="1288795"/>
              <a:ext cx="797560" cy="624205"/>
            </a:xfrm>
            <a:custGeom>
              <a:avLst/>
              <a:gdLst/>
              <a:ahLst/>
              <a:cxnLst/>
              <a:rect l="l" t="t" r="r" b="b"/>
              <a:pathLst>
                <a:path w="797560" h="624205">
                  <a:moveTo>
                    <a:pt x="140208" y="290068"/>
                  </a:moveTo>
                  <a:lnTo>
                    <a:pt x="137160" y="245872"/>
                  </a:lnTo>
                  <a:lnTo>
                    <a:pt x="134112" y="203200"/>
                  </a:lnTo>
                  <a:lnTo>
                    <a:pt x="131064" y="185674"/>
                  </a:lnTo>
                  <a:lnTo>
                    <a:pt x="131064" y="290068"/>
                  </a:lnTo>
                  <a:lnTo>
                    <a:pt x="128016" y="332740"/>
                  </a:lnTo>
                  <a:lnTo>
                    <a:pt x="124968" y="372364"/>
                  </a:lnTo>
                  <a:lnTo>
                    <a:pt x="111252" y="440956"/>
                  </a:lnTo>
                  <a:lnTo>
                    <a:pt x="91440" y="488188"/>
                  </a:lnTo>
                  <a:lnTo>
                    <a:pt x="74676" y="500380"/>
                  </a:lnTo>
                  <a:lnTo>
                    <a:pt x="62484" y="500380"/>
                  </a:lnTo>
                  <a:lnTo>
                    <a:pt x="57912" y="498856"/>
                  </a:lnTo>
                  <a:lnTo>
                    <a:pt x="53340" y="492760"/>
                  </a:lnTo>
                  <a:lnTo>
                    <a:pt x="47244" y="488188"/>
                  </a:lnTo>
                  <a:lnTo>
                    <a:pt x="27432" y="440956"/>
                  </a:lnTo>
                  <a:lnTo>
                    <a:pt x="13716" y="372364"/>
                  </a:lnTo>
                  <a:lnTo>
                    <a:pt x="7620" y="332740"/>
                  </a:lnTo>
                  <a:lnTo>
                    <a:pt x="7620" y="247396"/>
                  </a:lnTo>
                  <a:lnTo>
                    <a:pt x="13716" y="203200"/>
                  </a:lnTo>
                  <a:lnTo>
                    <a:pt x="27432" y="136144"/>
                  </a:lnTo>
                  <a:lnTo>
                    <a:pt x="47244" y="90424"/>
                  </a:lnTo>
                  <a:lnTo>
                    <a:pt x="53340" y="85852"/>
                  </a:lnTo>
                  <a:lnTo>
                    <a:pt x="57912" y="79756"/>
                  </a:lnTo>
                  <a:lnTo>
                    <a:pt x="62484" y="78232"/>
                  </a:lnTo>
                  <a:lnTo>
                    <a:pt x="68580" y="75946"/>
                  </a:lnTo>
                  <a:lnTo>
                    <a:pt x="79248" y="81280"/>
                  </a:lnTo>
                  <a:lnTo>
                    <a:pt x="111252" y="136144"/>
                  </a:lnTo>
                  <a:lnTo>
                    <a:pt x="124968" y="203200"/>
                  </a:lnTo>
                  <a:lnTo>
                    <a:pt x="128016" y="247396"/>
                  </a:lnTo>
                  <a:lnTo>
                    <a:pt x="131064" y="290068"/>
                  </a:lnTo>
                  <a:lnTo>
                    <a:pt x="131064" y="185674"/>
                  </a:lnTo>
                  <a:lnTo>
                    <a:pt x="128016" y="168148"/>
                  </a:lnTo>
                  <a:lnTo>
                    <a:pt x="108204" y="107188"/>
                  </a:lnTo>
                  <a:lnTo>
                    <a:pt x="83820" y="73660"/>
                  </a:lnTo>
                  <a:lnTo>
                    <a:pt x="73723" y="68897"/>
                  </a:lnTo>
                  <a:lnTo>
                    <a:pt x="73621" y="68389"/>
                  </a:lnTo>
                  <a:lnTo>
                    <a:pt x="73152" y="66040"/>
                  </a:lnTo>
                  <a:lnTo>
                    <a:pt x="69723" y="67183"/>
                  </a:lnTo>
                  <a:lnTo>
                    <a:pt x="67056" y="66040"/>
                  </a:lnTo>
                  <a:lnTo>
                    <a:pt x="66128" y="68389"/>
                  </a:lnTo>
                  <a:lnTo>
                    <a:pt x="59436" y="70612"/>
                  </a:lnTo>
                  <a:lnTo>
                    <a:pt x="53340" y="73660"/>
                  </a:lnTo>
                  <a:lnTo>
                    <a:pt x="28956" y="107188"/>
                  </a:lnTo>
                  <a:lnTo>
                    <a:pt x="10668" y="168148"/>
                  </a:lnTo>
                  <a:lnTo>
                    <a:pt x="0" y="245872"/>
                  </a:lnTo>
                  <a:lnTo>
                    <a:pt x="0" y="332740"/>
                  </a:lnTo>
                  <a:lnTo>
                    <a:pt x="4572" y="373888"/>
                  </a:lnTo>
                  <a:lnTo>
                    <a:pt x="19812" y="442468"/>
                  </a:lnTo>
                  <a:lnTo>
                    <a:pt x="41148" y="492760"/>
                  </a:lnTo>
                  <a:lnTo>
                    <a:pt x="59436" y="509524"/>
                  </a:lnTo>
                  <a:lnTo>
                    <a:pt x="76200" y="509524"/>
                  </a:lnTo>
                  <a:lnTo>
                    <a:pt x="108204" y="471424"/>
                  </a:lnTo>
                  <a:lnTo>
                    <a:pt x="128016" y="410464"/>
                  </a:lnTo>
                  <a:lnTo>
                    <a:pt x="134226" y="372364"/>
                  </a:lnTo>
                  <a:lnTo>
                    <a:pt x="137160" y="332740"/>
                  </a:lnTo>
                  <a:lnTo>
                    <a:pt x="140208" y="290068"/>
                  </a:lnTo>
                  <a:close/>
                </a:path>
                <a:path w="797560" h="624205">
                  <a:moveTo>
                    <a:pt x="685812" y="593344"/>
                  </a:moveTo>
                  <a:lnTo>
                    <a:pt x="676668" y="584200"/>
                  </a:lnTo>
                  <a:lnTo>
                    <a:pt x="673620" y="582676"/>
                  </a:lnTo>
                  <a:lnTo>
                    <a:pt x="673620" y="593344"/>
                  </a:lnTo>
                  <a:lnTo>
                    <a:pt x="672096" y="596392"/>
                  </a:lnTo>
                  <a:lnTo>
                    <a:pt x="661428" y="597916"/>
                  </a:lnTo>
                  <a:lnTo>
                    <a:pt x="640092" y="604012"/>
                  </a:lnTo>
                  <a:lnTo>
                    <a:pt x="611136" y="607060"/>
                  </a:lnTo>
                  <a:lnTo>
                    <a:pt x="533412" y="613156"/>
                  </a:lnTo>
                  <a:lnTo>
                    <a:pt x="441972" y="616204"/>
                  </a:lnTo>
                  <a:lnTo>
                    <a:pt x="350532" y="613156"/>
                  </a:lnTo>
                  <a:lnTo>
                    <a:pt x="274332" y="607060"/>
                  </a:lnTo>
                  <a:lnTo>
                    <a:pt x="245376" y="604012"/>
                  </a:lnTo>
                  <a:lnTo>
                    <a:pt x="222516" y="597916"/>
                  </a:lnTo>
                  <a:lnTo>
                    <a:pt x="210324" y="596392"/>
                  </a:lnTo>
                  <a:lnTo>
                    <a:pt x="208800" y="593344"/>
                  </a:lnTo>
                  <a:lnTo>
                    <a:pt x="210324" y="591820"/>
                  </a:lnTo>
                  <a:lnTo>
                    <a:pt x="222516" y="587248"/>
                  </a:lnTo>
                  <a:lnTo>
                    <a:pt x="245376" y="581152"/>
                  </a:lnTo>
                  <a:lnTo>
                    <a:pt x="274332" y="578104"/>
                  </a:lnTo>
                  <a:lnTo>
                    <a:pt x="350532" y="572008"/>
                  </a:lnTo>
                  <a:lnTo>
                    <a:pt x="444195" y="569036"/>
                  </a:lnTo>
                  <a:lnTo>
                    <a:pt x="533412" y="572008"/>
                  </a:lnTo>
                  <a:lnTo>
                    <a:pt x="611136" y="578104"/>
                  </a:lnTo>
                  <a:lnTo>
                    <a:pt x="661428" y="587248"/>
                  </a:lnTo>
                  <a:lnTo>
                    <a:pt x="673620" y="593344"/>
                  </a:lnTo>
                  <a:lnTo>
                    <a:pt x="673620" y="582676"/>
                  </a:lnTo>
                  <a:lnTo>
                    <a:pt x="612660" y="568960"/>
                  </a:lnTo>
                  <a:lnTo>
                    <a:pt x="534936" y="564388"/>
                  </a:lnTo>
                  <a:lnTo>
                    <a:pt x="446544" y="561594"/>
                  </a:lnTo>
                  <a:lnTo>
                    <a:pt x="442734" y="561467"/>
                  </a:lnTo>
                  <a:lnTo>
                    <a:pt x="438873" y="561594"/>
                  </a:lnTo>
                  <a:lnTo>
                    <a:pt x="350532" y="564388"/>
                  </a:lnTo>
                  <a:lnTo>
                    <a:pt x="272808" y="568960"/>
                  </a:lnTo>
                  <a:lnTo>
                    <a:pt x="243852" y="572008"/>
                  </a:lnTo>
                  <a:lnTo>
                    <a:pt x="220992" y="578104"/>
                  </a:lnTo>
                  <a:lnTo>
                    <a:pt x="204228" y="584200"/>
                  </a:lnTo>
                  <a:lnTo>
                    <a:pt x="199656" y="593344"/>
                  </a:lnTo>
                  <a:lnTo>
                    <a:pt x="204228" y="604012"/>
                  </a:lnTo>
                  <a:lnTo>
                    <a:pt x="220992" y="607060"/>
                  </a:lnTo>
                  <a:lnTo>
                    <a:pt x="243852" y="613156"/>
                  </a:lnTo>
                  <a:lnTo>
                    <a:pt x="272808" y="616204"/>
                  </a:lnTo>
                  <a:lnTo>
                    <a:pt x="350532" y="620776"/>
                  </a:lnTo>
                  <a:lnTo>
                    <a:pt x="441972" y="623824"/>
                  </a:lnTo>
                  <a:lnTo>
                    <a:pt x="534936" y="620776"/>
                  </a:lnTo>
                  <a:lnTo>
                    <a:pt x="612660" y="616204"/>
                  </a:lnTo>
                  <a:lnTo>
                    <a:pt x="641616" y="613156"/>
                  </a:lnTo>
                  <a:lnTo>
                    <a:pt x="664476" y="607060"/>
                  </a:lnTo>
                  <a:lnTo>
                    <a:pt x="676668" y="604012"/>
                  </a:lnTo>
                  <a:lnTo>
                    <a:pt x="685812" y="593344"/>
                  </a:lnTo>
                  <a:close/>
                </a:path>
                <a:path w="797560" h="624205">
                  <a:moveTo>
                    <a:pt x="733044" y="0"/>
                  </a:moveTo>
                  <a:lnTo>
                    <a:pt x="725436" y="0"/>
                  </a:lnTo>
                  <a:lnTo>
                    <a:pt x="725436" y="10160"/>
                  </a:lnTo>
                  <a:lnTo>
                    <a:pt x="725436" y="41910"/>
                  </a:lnTo>
                  <a:lnTo>
                    <a:pt x="147840" y="41910"/>
                  </a:lnTo>
                  <a:lnTo>
                    <a:pt x="147840" y="10160"/>
                  </a:lnTo>
                  <a:lnTo>
                    <a:pt x="144792" y="10160"/>
                  </a:lnTo>
                  <a:lnTo>
                    <a:pt x="144792" y="9652"/>
                  </a:lnTo>
                  <a:lnTo>
                    <a:pt x="147840" y="9652"/>
                  </a:lnTo>
                  <a:lnTo>
                    <a:pt x="147840" y="10160"/>
                  </a:lnTo>
                  <a:lnTo>
                    <a:pt x="725436" y="10160"/>
                  </a:lnTo>
                  <a:lnTo>
                    <a:pt x="725436" y="0"/>
                  </a:lnTo>
                  <a:lnTo>
                    <a:pt x="140208" y="0"/>
                  </a:lnTo>
                  <a:lnTo>
                    <a:pt x="140208" y="5080"/>
                  </a:lnTo>
                  <a:lnTo>
                    <a:pt x="140208" y="10160"/>
                  </a:lnTo>
                  <a:lnTo>
                    <a:pt x="140208" y="41910"/>
                  </a:lnTo>
                  <a:lnTo>
                    <a:pt x="140208" y="44704"/>
                  </a:lnTo>
                  <a:lnTo>
                    <a:pt x="733044" y="44704"/>
                  </a:lnTo>
                  <a:lnTo>
                    <a:pt x="733044" y="41910"/>
                  </a:lnTo>
                  <a:lnTo>
                    <a:pt x="733044" y="10160"/>
                  </a:lnTo>
                  <a:lnTo>
                    <a:pt x="733044" y="5080"/>
                  </a:lnTo>
                  <a:lnTo>
                    <a:pt x="733044" y="0"/>
                  </a:lnTo>
                  <a:close/>
                </a:path>
                <a:path w="797560" h="624205">
                  <a:moveTo>
                    <a:pt x="797052" y="116344"/>
                  </a:moveTo>
                  <a:lnTo>
                    <a:pt x="794004" y="101104"/>
                  </a:lnTo>
                  <a:lnTo>
                    <a:pt x="787908" y="88912"/>
                  </a:lnTo>
                  <a:lnTo>
                    <a:pt x="787908" y="117868"/>
                  </a:lnTo>
                  <a:lnTo>
                    <a:pt x="787908" y="476008"/>
                  </a:lnTo>
                  <a:lnTo>
                    <a:pt x="766572" y="515632"/>
                  </a:lnTo>
                  <a:lnTo>
                    <a:pt x="748284" y="523252"/>
                  </a:lnTo>
                  <a:lnTo>
                    <a:pt x="737616" y="526300"/>
                  </a:lnTo>
                  <a:lnTo>
                    <a:pt x="729996" y="523252"/>
                  </a:lnTo>
                  <a:lnTo>
                    <a:pt x="719328" y="521728"/>
                  </a:lnTo>
                  <a:lnTo>
                    <a:pt x="711708" y="515632"/>
                  </a:lnTo>
                  <a:lnTo>
                    <a:pt x="690372" y="476008"/>
                  </a:lnTo>
                  <a:lnTo>
                    <a:pt x="687324" y="460768"/>
                  </a:lnTo>
                  <a:lnTo>
                    <a:pt x="687324" y="128536"/>
                  </a:lnTo>
                  <a:lnTo>
                    <a:pt x="690372" y="117868"/>
                  </a:lnTo>
                  <a:lnTo>
                    <a:pt x="693420" y="104152"/>
                  </a:lnTo>
                  <a:lnTo>
                    <a:pt x="697992" y="93484"/>
                  </a:lnTo>
                  <a:lnTo>
                    <a:pt x="704088" y="82816"/>
                  </a:lnTo>
                  <a:lnTo>
                    <a:pt x="711708" y="76720"/>
                  </a:lnTo>
                  <a:lnTo>
                    <a:pt x="719328" y="69100"/>
                  </a:lnTo>
                  <a:lnTo>
                    <a:pt x="729996" y="66052"/>
                  </a:lnTo>
                  <a:lnTo>
                    <a:pt x="737844" y="64744"/>
                  </a:lnTo>
                  <a:lnTo>
                    <a:pt x="748284" y="66052"/>
                  </a:lnTo>
                  <a:lnTo>
                    <a:pt x="758952" y="69100"/>
                  </a:lnTo>
                  <a:lnTo>
                    <a:pt x="766572" y="76720"/>
                  </a:lnTo>
                  <a:lnTo>
                    <a:pt x="774192" y="82816"/>
                  </a:lnTo>
                  <a:lnTo>
                    <a:pt x="780288" y="93484"/>
                  </a:lnTo>
                  <a:lnTo>
                    <a:pt x="784860" y="104152"/>
                  </a:lnTo>
                  <a:lnTo>
                    <a:pt x="787908" y="117868"/>
                  </a:lnTo>
                  <a:lnTo>
                    <a:pt x="787908" y="88912"/>
                  </a:lnTo>
                  <a:lnTo>
                    <a:pt x="781812" y="76720"/>
                  </a:lnTo>
                  <a:lnTo>
                    <a:pt x="772668" y="70624"/>
                  </a:lnTo>
                  <a:lnTo>
                    <a:pt x="763524" y="61480"/>
                  </a:lnTo>
                  <a:lnTo>
                    <a:pt x="749808" y="58432"/>
                  </a:lnTo>
                  <a:lnTo>
                    <a:pt x="737616" y="55384"/>
                  </a:lnTo>
                  <a:lnTo>
                    <a:pt x="736092" y="55384"/>
                  </a:lnTo>
                  <a:lnTo>
                    <a:pt x="728472" y="58432"/>
                  </a:lnTo>
                  <a:lnTo>
                    <a:pt x="714756" y="61480"/>
                  </a:lnTo>
                  <a:lnTo>
                    <a:pt x="705612" y="70624"/>
                  </a:lnTo>
                  <a:lnTo>
                    <a:pt x="696468" y="76720"/>
                  </a:lnTo>
                  <a:lnTo>
                    <a:pt x="684276" y="101104"/>
                  </a:lnTo>
                  <a:lnTo>
                    <a:pt x="681228" y="116344"/>
                  </a:lnTo>
                  <a:lnTo>
                    <a:pt x="679704" y="128536"/>
                  </a:lnTo>
                  <a:lnTo>
                    <a:pt x="679704" y="462292"/>
                  </a:lnTo>
                  <a:lnTo>
                    <a:pt x="690372" y="501916"/>
                  </a:lnTo>
                  <a:lnTo>
                    <a:pt x="728472" y="532396"/>
                  </a:lnTo>
                  <a:lnTo>
                    <a:pt x="737616" y="535444"/>
                  </a:lnTo>
                  <a:lnTo>
                    <a:pt x="762000" y="529348"/>
                  </a:lnTo>
                  <a:lnTo>
                    <a:pt x="767334" y="526300"/>
                  </a:lnTo>
                  <a:lnTo>
                    <a:pt x="772668" y="523252"/>
                  </a:lnTo>
                  <a:lnTo>
                    <a:pt x="781812" y="512584"/>
                  </a:lnTo>
                  <a:lnTo>
                    <a:pt x="787908" y="501916"/>
                  </a:lnTo>
                  <a:lnTo>
                    <a:pt x="794004" y="489724"/>
                  </a:lnTo>
                  <a:lnTo>
                    <a:pt x="797052" y="477532"/>
                  </a:lnTo>
                  <a:lnTo>
                    <a:pt x="797052" y="11634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2322575" y="1333499"/>
              <a:ext cx="586740" cy="41275"/>
            </a:xfrm>
            <a:custGeom>
              <a:avLst/>
              <a:gdLst/>
              <a:ahLst/>
              <a:cxnLst/>
              <a:rect l="l" t="t" r="r" b="b"/>
              <a:pathLst>
                <a:path w="586739" h="41275">
                  <a:moveTo>
                    <a:pt x="586740" y="41148"/>
                  </a:moveTo>
                  <a:lnTo>
                    <a:pt x="0" y="41148"/>
                  </a:lnTo>
                  <a:lnTo>
                    <a:pt x="0" y="0"/>
                  </a:lnTo>
                  <a:lnTo>
                    <a:pt x="586740" y="0"/>
                  </a:lnTo>
                  <a:lnTo>
                    <a:pt x="586740" y="411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2319515" y="1330959"/>
              <a:ext cx="593090" cy="42545"/>
            </a:xfrm>
            <a:custGeom>
              <a:avLst/>
              <a:gdLst/>
              <a:ahLst/>
              <a:cxnLst/>
              <a:rect l="l" t="t" r="r" b="b"/>
              <a:pathLst>
                <a:path w="593089" h="42544">
                  <a:moveTo>
                    <a:pt x="592836" y="0"/>
                  </a:moveTo>
                  <a:lnTo>
                    <a:pt x="585228" y="0"/>
                  </a:lnTo>
                  <a:lnTo>
                    <a:pt x="585228" y="7620"/>
                  </a:lnTo>
                  <a:lnTo>
                    <a:pt x="585228" y="39370"/>
                  </a:lnTo>
                  <a:lnTo>
                    <a:pt x="7632" y="39370"/>
                  </a:lnTo>
                  <a:lnTo>
                    <a:pt x="7632" y="7620"/>
                  </a:lnTo>
                  <a:lnTo>
                    <a:pt x="4584" y="7620"/>
                  </a:lnTo>
                  <a:lnTo>
                    <a:pt x="4584" y="7124"/>
                  </a:lnTo>
                  <a:lnTo>
                    <a:pt x="7632" y="7124"/>
                  </a:lnTo>
                  <a:lnTo>
                    <a:pt x="7632" y="7620"/>
                  </a:lnTo>
                  <a:lnTo>
                    <a:pt x="585228" y="7620"/>
                  </a:lnTo>
                  <a:lnTo>
                    <a:pt x="585228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0" y="7620"/>
                  </a:lnTo>
                  <a:lnTo>
                    <a:pt x="0" y="39370"/>
                  </a:lnTo>
                  <a:lnTo>
                    <a:pt x="0" y="42176"/>
                  </a:lnTo>
                  <a:lnTo>
                    <a:pt x="592836" y="42176"/>
                  </a:lnTo>
                  <a:lnTo>
                    <a:pt x="592836" y="39370"/>
                  </a:lnTo>
                  <a:lnTo>
                    <a:pt x="592836" y="7620"/>
                  </a:lnTo>
                  <a:lnTo>
                    <a:pt x="592836" y="2540"/>
                  </a:lnTo>
                  <a:lnTo>
                    <a:pt x="592836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322575" y="1373124"/>
              <a:ext cx="586740" cy="45720"/>
            </a:xfrm>
            <a:custGeom>
              <a:avLst/>
              <a:gdLst/>
              <a:ahLst/>
              <a:cxnLst/>
              <a:rect l="l" t="t" r="r" b="b"/>
              <a:pathLst>
                <a:path w="586739" h="45719">
                  <a:moveTo>
                    <a:pt x="586740" y="45720"/>
                  </a:moveTo>
                  <a:lnTo>
                    <a:pt x="0" y="45720"/>
                  </a:lnTo>
                  <a:lnTo>
                    <a:pt x="0" y="0"/>
                  </a:lnTo>
                  <a:lnTo>
                    <a:pt x="586740" y="0"/>
                  </a:lnTo>
                  <a:lnTo>
                    <a:pt x="586740" y="457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319515" y="1369580"/>
              <a:ext cx="593090" cy="48260"/>
            </a:xfrm>
            <a:custGeom>
              <a:avLst/>
              <a:gdLst/>
              <a:ahLst/>
              <a:cxnLst/>
              <a:rect l="l" t="t" r="r" b="b"/>
              <a:pathLst>
                <a:path w="593089" h="48259">
                  <a:moveTo>
                    <a:pt x="592836" y="0"/>
                  </a:moveTo>
                  <a:lnTo>
                    <a:pt x="585228" y="0"/>
                  </a:lnTo>
                  <a:lnTo>
                    <a:pt x="585228" y="10160"/>
                  </a:lnTo>
                  <a:lnTo>
                    <a:pt x="585228" y="43180"/>
                  </a:lnTo>
                  <a:lnTo>
                    <a:pt x="7632" y="43180"/>
                  </a:lnTo>
                  <a:lnTo>
                    <a:pt x="7632" y="10160"/>
                  </a:lnTo>
                  <a:lnTo>
                    <a:pt x="4584" y="10160"/>
                  </a:lnTo>
                  <a:lnTo>
                    <a:pt x="4584" y="9652"/>
                  </a:lnTo>
                  <a:lnTo>
                    <a:pt x="7632" y="9652"/>
                  </a:lnTo>
                  <a:lnTo>
                    <a:pt x="7632" y="10160"/>
                  </a:lnTo>
                  <a:lnTo>
                    <a:pt x="585228" y="10160"/>
                  </a:lnTo>
                  <a:lnTo>
                    <a:pt x="58522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43180"/>
                  </a:lnTo>
                  <a:lnTo>
                    <a:pt x="0" y="47752"/>
                  </a:lnTo>
                  <a:lnTo>
                    <a:pt x="592836" y="47752"/>
                  </a:lnTo>
                  <a:lnTo>
                    <a:pt x="592836" y="43180"/>
                  </a:lnTo>
                  <a:lnTo>
                    <a:pt x="592836" y="10160"/>
                  </a:lnTo>
                  <a:lnTo>
                    <a:pt x="592836" y="5080"/>
                  </a:lnTo>
                  <a:lnTo>
                    <a:pt x="592836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322575" y="1417320"/>
              <a:ext cx="586740" cy="41275"/>
            </a:xfrm>
            <a:custGeom>
              <a:avLst/>
              <a:gdLst/>
              <a:ahLst/>
              <a:cxnLst/>
              <a:rect l="l" t="t" r="r" b="b"/>
              <a:pathLst>
                <a:path w="586739" h="41275">
                  <a:moveTo>
                    <a:pt x="586740" y="41147"/>
                  </a:moveTo>
                  <a:lnTo>
                    <a:pt x="0" y="41147"/>
                  </a:lnTo>
                  <a:lnTo>
                    <a:pt x="0" y="0"/>
                  </a:lnTo>
                  <a:lnTo>
                    <a:pt x="586740" y="0"/>
                  </a:lnTo>
                  <a:lnTo>
                    <a:pt x="586740" y="411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319515" y="1412252"/>
              <a:ext cx="593090" cy="45085"/>
            </a:xfrm>
            <a:custGeom>
              <a:avLst/>
              <a:gdLst/>
              <a:ahLst/>
              <a:cxnLst/>
              <a:rect l="l" t="t" r="r" b="b"/>
              <a:pathLst>
                <a:path w="593089" h="45084">
                  <a:moveTo>
                    <a:pt x="592836" y="0"/>
                  </a:moveTo>
                  <a:lnTo>
                    <a:pt x="585228" y="0"/>
                  </a:lnTo>
                  <a:lnTo>
                    <a:pt x="585228" y="10160"/>
                  </a:lnTo>
                  <a:lnTo>
                    <a:pt x="585228" y="41910"/>
                  </a:lnTo>
                  <a:lnTo>
                    <a:pt x="7632" y="41910"/>
                  </a:lnTo>
                  <a:lnTo>
                    <a:pt x="7632" y="10160"/>
                  </a:lnTo>
                  <a:lnTo>
                    <a:pt x="4584" y="10160"/>
                  </a:lnTo>
                  <a:lnTo>
                    <a:pt x="4584" y="9652"/>
                  </a:lnTo>
                  <a:lnTo>
                    <a:pt x="7632" y="9652"/>
                  </a:lnTo>
                  <a:lnTo>
                    <a:pt x="7632" y="10160"/>
                  </a:lnTo>
                  <a:lnTo>
                    <a:pt x="585228" y="10160"/>
                  </a:lnTo>
                  <a:lnTo>
                    <a:pt x="58522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41910"/>
                  </a:lnTo>
                  <a:lnTo>
                    <a:pt x="0" y="44704"/>
                  </a:lnTo>
                  <a:lnTo>
                    <a:pt x="592836" y="44704"/>
                  </a:lnTo>
                  <a:lnTo>
                    <a:pt x="592836" y="41910"/>
                  </a:lnTo>
                  <a:lnTo>
                    <a:pt x="592836" y="10160"/>
                  </a:lnTo>
                  <a:lnTo>
                    <a:pt x="592836" y="5080"/>
                  </a:lnTo>
                  <a:lnTo>
                    <a:pt x="592836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322575" y="1456944"/>
              <a:ext cx="586740" cy="41275"/>
            </a:xfrm>
            <a:custGeom>
              <a:avLst/>
              <a:gdLst/>
              <a:ahLst/>
              <a:cxnLst/>
              <a:rect l="l" t="t" r="r" b="b"/>
              <a:pathLst>
                <a:path w="586739" h="41275">
                  <a:moveTo>
                    <a:pt x="586740" y="41147"/>
                  </a:moveTo>
                  <a:lnTo>
                    <a:pt x="0" y="41147"/>
                  </a:lnTo>
                  <a:lnTo>
                    <a:pt x="0" y="0"/>
                  </a:lnTo>
                  <a:lnTo>
                    <a:pt x="586740" y="0"/>
                  </a:lnTo>
                  <a:lnTo>
                    <a:pt x="586740" y="411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319515" y="1454416"/>
              <a:ext cx="593090" cy="42545"/>
            </a:xfrm>
            <a:custGeom>
              <a:avLst/>
              <a:gdLst/>
              <a:ahLst/>
              <a:cxnLst/>
              <a:rect l="l" t="t" r="r" b="b"/>
              <a:pathLst>
                <a:path w="593089" h="42544">
                  <a:moveTo>
                    <a:pt x="592836" y="0"/>
                  </a:moveTo>
                  <a:lnTo>
                    <a:pt x="585228" y="0"/>
                  </a:lnTo>
                  <a:lnTo>
                    <a:pt x="585228" y="7620"/>
                  </a:lnTo>
                  <a:lnTo>
                    <a:pt x="585228" y="39370"/>
                  </a:lnTo>
                  <a:lnTo>
                    <a:pt x="7632" y="39370"/>
                  </a:lnTo>
                  <a:lnTo>
                    <a:pt x="7632" y="7620"/>
                  </a:lnTo>
                  <a:lnTo>
                    <a:pt x="4584" y="7620"/>
                  </a:lnTo>
                  <a:lnTo>
                    <a:pt x="4584" y="7112"/>
                  </a:lnTo>
                  <a:lnTo>
                    <a:pt x="7632" y="7112"/>
                  </a:lnTo>
                  <a:lnTo>
                    <a:pt x="7632" y="7620"/>
                  </a:lnTo>
                  <a:lnTo>
                    <a:pt x="585228" y="7620"/>
                  </a:lnTo>
                  <a:lnTo>
                    <a:pt x="585228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0" y="7620"/>
                  </a:lnTo>
                  <a:lnTo>
                    <a:pt x="0" y="39370"/>
                  </a:lnTo>
                  <a:lnTo>
                    <a:pt x="0" y="42151"/>
                  </a:lnTo>
                  <a:lnTo>
                    <a:pt x="592836" y="42151"/>
                  </a:lnTo>
                  <a:lnTo>
                    <a:pt x="592836" y="39370"/>
                  </a:lnTo>
                  <a:lnTo>
                    <a:pt x="592836" y="7620"/>
                  </a:lnTo>
                  <a:lnTo>
                    <a:pt x="592836" y="2540"/>
                  </a:lnTo>
                  <a:lnTo>
                    <a:pt x="592836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322575" y="1496567"/>
              <a:ext cx="586740" cy="45720"/>
            </a:xfrm>
            <a:custGeom>
              <a:avLst/>
              <a:gdLst/>
              <a:ahLst/>
              <a:cxnLst/>
              <a:rect l="l" t="t" r="r" b="b"/>
              <a:pathLst>
                <a:path w="586739" h="45719">
                  <a:moveTo>
                    <a:pt x="586740" y="45720"/>
                  </a:moveTo>
                  <a:lnTo>
                    <a:pt x="0" y="45720"/>
                  </a:lnTo>
                  <a:lnTo>
                    <a:pt x="0" y="0"/>
                  </a:lnTo>
                  <a:lnTo>
                    <a:pt x="586740" y="0"/>
                  </a:lnTo>
                  <a:lnTo>
                    <a:pt x="586740" y="457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2319515" y="1493011"/>
              <a:ext cx="593090" cy="48260"/>
            </a:xfrm>
            <a:custGeom>
              <a:avLst/>
              <a:gdLst/>
              <a:ahLst/>
              <a:cxnLst/>
              <a:rect l="l" t="t" r="r" b="b"/>
              <a:pathLst>
                <a:path w="593089" h="48259">
                  <a:moveTo>
                    <a:pt x="592836" y="0"/>
                  </a:moveTo>
                  <a:lnTo>
                    <a:pt x="585228" y="0"/>
                  </a:lnTo>
                  <a:lnTo>
                    <a:pt x="585228" y="10160"/>
                  </a:lnTo>
                  <a:lnTo>
                    <a:pt x="585228" y="43180"/>
                  </a:lnTo>
                  <a:lnTo>
                    <a:pt x="7632" y="43180"/>
                  </a:lnTo>
                  <a:lnTo>
                    <a:pt x="7632" y="10160"/>
                  </a:lnTo>
                  <a:lnTo>
                    <a:pt x="4584" y="10160"/>
                  </a:lnTo>
                  <a:lnTo>
                    <a:pt x="4584" y="9652"/>
                  </a:lnTo>
                  <a:lnTo>
                    <a:pt x="7632" y="9652"/>
                  </a:lnTo>
                  <a:lnTo>
                    <a:pt x="7632" y="10160"/>
                  </a:lnTo>
                  <a:lnTo>
                    <a:pt x="585228" y="10160"/>
                  </a:lnTo>
                  <a:lnTo>
                    <a:pt x="58522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43180"/>
                  </a:lnTo>
                  <a:lnTo>
                    <a:pt x="0" y="47752"/>
                  </a:lnTo>
                  <a:lnTo>
                    <a:pt x="592836" y="47752"/>
                  </a:lnTo>
                  <a:lnTo>
                    <a:pt x="592836" y="43180"/>
                  </a:lnTo>
                  <a:lnTo>
                    <a:pt x="592836" y="10160"/>
                  </a:lnTo>
                  <a:lnTo>
                    <a:pt x="592836" y="5080"/>
                  </a:lnTo>
                  <a:lnTo>
                    <a:pt x="592836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322575" y="1540763"/>
              <a:ext cx="586740" cy="41275"/>
            </a:xfrm>
            <a:custGeom>
              <a:avLst/>
              <a:gdLst/>
              <a:ahLst/>
              <a:cxnLst/>
              <a:rect l="l" t="t" r="r" b="b"/>
              <a:pathLst>
                <a:path w="586739" h="41275">
                  <a:moveTo>
                    <a:pt x="586740" y="41148"/>
                  </a:moveTo>
                  <a:lnTo>
                    <a:pt x="0" y="41148"/>
                  </a:lnTo>
                  <a:lnTo>
                    <a:pt x="0" y="0"/>
                  </a:lnTo>
                  <a:lnTo>
                    <a:pt x="586740" y="0"/>
                  </a:lnTo>
                  <a:lnTo>
                    <a:pt x="586740" y="411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319515" y="1535683"/>
              <a:ext cx="593090" cy="45085"/>
            </a:xfrm>
            <a:custGeom>
              <a:avLst/>
              <a:gdLst/>
              <a:ahLst/>
              <a:cxnLst/>
              <a:rect l="l" t="t" r="r" b="b"/>
              <a:pathLst>
                <a:path w="593089" h="45084">
                  <a:moveTo>
                    <a:pt x="592836" y="0"/>
                  </a:moveTo>
                  <a:lnTo>
                    <a:pt x="585228" y="0"/>
                  </a:lnTo>
                  <a:lnTo>
                    <a:pt x="585228" y="10160"/>
                  </a:lnTo>
                  <a:lnTo>
                    <a:pt x="585228" y="41910"/>
                  </a:lnTo>
                  <a:lnTo>
                    <a:pt x="7632" y="41910"/>
                  </a:lnTo>
                  <a:lnTo>
                    <a:pt x="7632" y="10160"/>
                  </a:lnTo>
                  <a:lnTo>
                    <a:pt x="4584" y="10160"/>
                  </a:lnTo>
                  <a:lnTo>
                    <a:pt x="4584" y="9652"/>
                  </a:lnTo>
                  <a:lnTo>
                    <a:pt x="7632" y="9652"/>
                  </a:lnTo>
                  <a:lnTo>
                    <a:pt x="7632" y="10160"/>
                  </a:lnTo>
                  <a:lnTo>
                    <a:pt x="585228" y="10160"/>
                  </a:lnTo>
                  <a:lnTo>
                    <a:pt x="58522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41910"/>
                  </a:lnTo>
                  <a:lnTo>
                    <a:pt x="0" y="44704"/>
                  </a:lnTo>
                  <a:lnTo>
                    <a:pt x="592836" y="44704"/>
                  </a:lnTo>
                  <a:lnTo>
                    <a:pt x="592836" y="41910"/>
                  </a:lnTo>
                  <a:lnTo>
                    <a:pt x="592836" y="10160"/>
                  </a:lnTo>
                  <a:lnTo>
                    <a:pt x="592836" y="5080"/>
                  </a:lnTo>
                  <a:lnTo>
                    <a:pt x="592836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2322575" y="1580387"/>
              <a:ext cx="586740" cy="41275"/>
            </a:xfrm>
            <a:custGeom>
              <a:avLst/>
              <a:gdLst/>
              <a:ahLst/>
              <a:cxnLst/>
              <a:rect l="l" t="t" r="r" b="b"/>
              <a:pathLst>
                <a:path w="586739" h="41275">
                  <a:moveTo>
                    <a:pt x="586740" y="41148"/>
                  </a:moveTo>
                  <a:lnTo>
                    <a:pt x="0" y="41148"/>
                  </a:lnTo>
                  <a:lnTo>
                    <a:pt x="0" y="0"/>
                  </a:lnTo>
                  <a:lnTo>
                    <a:pt x="586740" y="0"/>
                  </a:lnTo>
                  <a:lnTo>
                    <a:pt x="586740" y="411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319515" y="1576844"/>
              <a:ext cx="593090" cy="43180"/>
            </a:xfrm>
            <a:custGeom>
              <a:avLst/>
              <a:gdLst/>
              <a:ahLst/>
              <a:cxnLst/>
              <a:rect l="l" t="t" r="r" b="b"/>
              <a:pathLst>
                <a:path w="593089" h="43180">
                  <a:moveTo>
                    <a:pt x="592836" y="0"/>
                  </a:moveTo>
                  <a:lnTo>
                    <a:pt x="585228" y="0"/>
                  </a:lnTo>
                  <a:lnTo>
                    <a:pt x="585228" y="7620"/>
                  </a:lnTo>
                  <a:lnTo>
                    <a:pt x="585228" y="40640"/>
                  </a:lnTo>
                  <a:lnTo>
                    <a:pt x="7632" y="40640"/>
                  </a:lnTo>
                  <a:lnTo>
                    <a:pt x="7632" y="8128"/>
                  </a:lnTo>
                  <a:lnTo>
                    <a:pt x="7632" y="7620"/>
                  </a:lnTo>
                  <a:lnTo>
                    <a:pt x="585228" y="7620"/>
                  </a:lnTo>
                  <a:lnTo>
                    <a:pt x="58522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7620"/>
                  </a:lnTo>
                  <a:lnTo>
                    <a:pt x="0" y="40640"/>
                  </a:lnTo>
                  <a:lnTo>
                    <a:pt x="0" y="43180"/>
                  </a:lnTo>
                  <a:lnTo>
                    <a:pt x="592836" y="43180"/>
                  </a:lnTo>
                  <a:lnTo>
                    <a:pt x="592836" y="40640"/>
                  </a:lnTo>
                  <a:lnTo>
                    <a:pt x="592836" y="7620"/>
                  </a:lnTo>
                  <a:lnTo>
                    <a:pt x="592836" y="5080"/>
                  </a:lnTo>
                  <a:lnTo>
                    <a:pt x="592836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2322575" y="1620012"/>
              <a:ext cx="586740" cy="45720"/>
            </a:xfrm>
            <a:custGeom>
              <a:avLst/>
              <a:gdLst/>
              <a:ahLst/>
              <a:cxnLst/>
              <a:rect l="l" t="t" r="r" b="b"/>
              <a:pathLst>
                <a:path w="586739" h="45719">
                  <a:moveTo>
                    <a:pt x="586740" y="45720"/>
                  </a:moveTo>
                  <a:lnTo>
                    <a:pt x="0" y="45720"/>
                  </a:lnTo>
                  <a:lnTo>
                    <a:pt x="0" y="0"/>
                  </a:lnTo>
                  <a:lnTo>
                    <a:pt x="586740" y="0"/>
                  </a:lnTo>
                  <a:lnTo>
                    <a:pt x="586740" y="457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319515" y="1616468"/>
              <a:ext cx="593090" cy="48260"/>
            </a:xfrm>
            <a:custGeom>
              <a:avLst/>
              <a:gdLst/>
              <a:ahLst/>
              <a:cxnLst/>
              <a:rect l="l" t="t" r="r" b="b"/>
              <a:pathLst>
                <a:path w="593089" h="48260">
                  <a:moveTo>
                    <a:pt x="592836" y="0"/>
                  </a:moveTo>
                  <a:lnTo>
                    <a:pt x="585228" y="0"/>
                  </a:lnTo>
                  <a:lnTo>
                    <a:pt x="585228" y="10160"/>
                  </a:lnTo>
                  <a:lnTo>
                    <a:pt x="585228" y="43180"/>
                  </a:lnTo>
                  <a:lnTo>
                    <a:pt x="7632" y="43180"/>
                  </a:lnTo>
                  <a:lnTo>
                    <a:pt x="7632" y="10160"/>
                  </a:lnTo>
                  <a:lnTo>
                    <a:pt x="4584" y="10160"/>
                  </a:lnTo>
                  <a:lnTo>
                    <a:pt x="4584" y="9652"/>
                  </a:lnTo>
                  <a:lnTo>
                    <a:pt x="7632" y="9652"/>
                  </a:lnTo>
                  <a:lnTo>
                    <a:pt x="7632" y="10160"/>
                  </a:lnTo>
                  <a:lnTo>
                    <a:pt x="585228" y="10160"/>
                  </a:lnTo>
                  <a:lnTo>
                    <a:pt x="58522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43180"/>
                  </a:lnTo>
                  <a:lnTo>
                    <a:pt x="0" y="47752"/>
                  </a:lnTo>
                  <a:lnTo>
                    <a:pt x="592836" y="47752"/>
                  </a:lnTo>
                  <a:lnTo>
                    <a:pt x="592836" y="43180"/>
                  </a:lnTo>
                  <a:lnTo>
                    <a:pt x="592836" y="10160"/>
                  </a:lnTo>
                  <a:lnTo>
                    <a:pt x="592836" y="5080"/>
                  </a:lnTo>
                  <a:lnTo>
                    <a:pt x="592836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2322575" y="1664208"/>
              <a:ext cx="586740" cy="41275"/>
            </a:xfrm>
            <a:custGeom>
              <a:avLst/>
              <a:gdLst/>
              <a:ahLst/>
              <a:cxnLst/>
              <a:rect l="l" t="t" r="r" b="b"/>
              <a:pathLst>
                <a:path w="586739" h="41275">
                  <a:moveTo>
                    <a:pt x="586740" y="41147"/>
                  </a:moveTo>
                  <a:lnTo>
                    <a:pt x="0" y="41147"/>
                  </a:lnTo>
                  <a:lnTo>
                    <a:pt x="0" y="0"/>
                  </a:lnTo>
                  <a:lnTo>
                    <a:pt x="586740" y="0"/>
                  </a:lnTo>
                  <a:lnTo>
                    <a:pt x="586740" y="411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2319515" y="1659140"/>
              <a:ext cx="593090" cy="45085"/>
            </a:xfrm>
            <a:custGeom>
              <a:avLst/>
              <a:gdLst/>
              <a:ahLst/>
              <a:cxnLst/>
              <a:rect l="l" t="t" r="r" b="b"/>
              <a:pathLst>
                <a:path w="593089" h="45085">
                  <a:moveTo>
                    <a:pt x="592836" y="0"/>
                  </a:moveTo>
                  <a:lnTo>
                    <a:pt x="585228" y="0"/>
                  </a:lnTo>
                  <a:lnTo>
                    <a:pt x="585228" y="10160"/>
                  </a:lnTo>
                  <a:lnTo>
                    <a:pt x="585228" y="41910"/>
                  </a:lnTo>
                  <a:lnTo>
                    <a:pt x="7632" y="41910"/>
                  </a:lnTo>
                  <a:lnTo>
                    <a:pt x="7632" y="10160"/>
                  </a:lnTo>
                  <a:lnTo>
                    <a:pt x="4584" y="10160"/>
                  </a:lnTo>
                  <a:lnTo>
                    <a:pt x="4584" y="9652"/>
                  </a:lnTo>
                  <a:lnTo>
                    <a:pt x="7632" y="9652"/>
                  </a:lnTo>
                  <a:lnTo>
                    <a:pt x="7632" y="10160"/>
                  </a:lnTo>
                  <a:lnTo>
                    <a:pt x="585228" y="10160"/>
                  </a:lnTo>
                  <a:lnTo>
                    <a:pt x="58522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41910"/>
                  </a:lnTo>
                  <a:lnTo>
                    <a:pt x="0" y="44704"/>
                  </a:lnTo>
                  <a:lnTo>
                    <a:pt x="592836" y="44704"/>
                  </a:lnTo>
                  <a:lnTo>
                    <a:pt x="592836" y="41910"/>
                  </a:lnTo>
                  <a:lnTo>
                    <a:pt x="592836" y="10160"/>
                  </a:lnTo>
                  <a:lnTo>
                    <a:pt x="592836" y="5080"/>
                  </a:lnTo>
                  <a:lnTo>
                    <a:pt x="592836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2322575" y="1703832"/>
              <a:ext cx="586740" cy="41275"/>
            </a:xfrm>
            <a:custGeom>
              <a:avLst/>
              <a:gdLst/>
              <a:ahLst/>
              <a:cxnLst/>
              <a:rect l="l" t="t" r="r" b="b"/>
              <a:pathLst>
                <a:path w="586739" h="41275">
                  <a:moveTo>
                    <a:pt x="586740" y="41147"/>
                  </a:moveTo>
                  <a:lnTo>
                    <a:pt x="0" y="41147"/>
                  </a:lnTo>
                  <a:lnTo>
                    <a:pt x="0" y="0"/>
                  </a:lnTo>
                  <a:lnTo>
                    <a:pt x="586740" y="0"/>
                  </a:lnTo>
                  <a:lnTo>
                    <a:pt x="586740" y="411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319515" y="1700275"/>
              <a:ext cx="593090" cy="43180"/>
            </a:xfrm>
            <a:custGeom>
              <a:avLst/>
              <a:gdLst/>
              <a:ahLst/>
              <a:cxnLst/>
              <a:rect l="l" t="t" r="r" b="b"/>
              <a:pathLst>
                <a:path w="593089" h="43180">
                  <a:moveTo>
                    <a:pt x="592836" y="0"/>
                  </a:moveTo>
                  <a:lnTo>
                    <a:pt x="585228" y="0"/>
                  </a:lnTo>
                  <a:lnTo>
                    <a:pt x="585228" y="7620"/>
                  </a:lnTo>
                  <a:lnTo>
                    <a:pt x="585228" y="40640"/>
                  </a:lnTo>
                  <a:lnTo>
                    <a:pt x="7632" y="40640"/>
                  </a:lnTo>
                  <a:lnTo>
                    <a:pt x="7632" y="8128"/>
                  </a:lnTo>
                  <a:lnTo>
                    <a:pt x="7632" y="7620"/>
                  </a:lnTo>
                  <a:lnTo>
                    <a:pt x="585228" y="7620"/>
                  </a:lnTo>
                  <a:lnTo>
                    <a:pt x="58522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7620"/>
                  </a:lnTo>
                  <a:lnTo>
                    <a:pt x="0" y="40640"/>
                  </a:lnTo>
                  <a:lnTo>
                    <a:pt x="0" y="43180"/>
                  </a:lnTo>
                  <a:lnTo>
                    <a:pt x="592836" y="43180"/>
                  </a:lnTo>
                  <a:lnTo>
                    <a:pt x="592836" y="40640"/>
                  </a:lnTo>
                  <a:lnTo>
                    <a:pt x="592836" y="7620"/>
                  </a:lnTo>
                  <a:lnTo>
                    <a:pt x="592836" y="5080"/>
                  </a:lnTo>
                  <a:lnTo>
                    <a:pt x="592836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322575" y="1743455"/>
              <a:ext cx="586740" cy="45720"/>
            </a:xfrm>
            <a:custGeom>
              <a:avLst/>
              <a:gdLst/>
              <a:ahLst/>
              <a:cxnLst/>
              <a:rect l="l" t="t" r="r" b="b"/>
              <a:pathLst>
                <a:path w="586739" h="45719">
                  <a:moveTo>
                    <a:pt x="586740" y="45720"/>
                  </a:moveTo>
                  <a:lnTo>
                    <a:pt x="0" y="45720"/>
                  </a:lnTo>
                  <a:lnTo>
                    <a:pt x="0" y="0"/>
                  </a:lnTo>
                  <a:lnTo>
                    <a:pt x="586740" y="0"/>
                  </a:lnTo>
                  <a:lnTo>
                    <a:pt x="586740" y="457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319515" y="1739899"/>
              <a:ext cx="593090" cy="48260"/>
            </a:xfrm>
            <a:custGeom>
              <a:avLst/>
              <a:gdLst/>
              <a:ahLst/>
              <a:cxnLst/>
              <a:rect l="l" t="t" r="r" b="b"/>
              <a:pathLst>
                <a:path w="593089" h="48260">
                  <a:moveTo>
                    <a:pt x="592836" y="0"/>
                  </a:moveTo>
                  <a:lnTo>
                    <a:pt x="585228" y="0"/>
                  </a:lnTo>
                  <a:lnTo>
                    <a:pt x="585228" y="10160"/>
                  </a:lnTo>
                  <a:lnTo>
                    <a:pt x="585228" y="43180"/>
                  </a:lnTo>
                  <a:lnTo>
                    <a:pt x="7632" y="43180"/>
                  </a:lnTo>
                  <a:lnTo>
                    <a:pt x="7632" y="10160"/>
                  </a:lnTo>
                  <a:lnTo>
                    <a:pt x="4584" y="10160"/>
                  </a:lnTo>
                  <a:lnTo>
                    <a:pt x="4584" y="9652"/>
                  </a:lnTo>
                  <a:lnTo>
                    <a:pt x="7632" y="9652"/>
                  </a:lnTo>
                  <a:lnTo>
                    <a:pt x="7632" y="10160"/>
                  </a:lnTo>
                  <a:lnTo>
                    <a:pt x="585228" y="10160"/>
                  </a:lnTo>
                  <a:lnTo>
                    <a:pt x="58522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43180"/>
                  </a:lnTo>
                  <a:lnTo>
                    <a:pt x="0" y="47752"/>
                  </a:lnTo>
                  <a:lnTo>
                    <a:pt x="592836" y="47752"/>
                  </a:lnTo>
                  <a:lnTo>
                    <a:pt x="592836" y="43180"/>
                  </a:lnTo>
                  <a:lnTo>
                    <a:pt x="592836" y="10160"/>
                  </a:lnTo>
                  <a:lnTo>
                    <a:pt x="592836" y="5080"/>
                  </a:lnTo>
                  <a:lnTo>
                    <a:pt x="592836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2322575" y="1787651"/>
              <a:ext cx="586740" cy="41275"/>
            </a:xfrm>
            <a:custGeom>
              <a:avLst/>
              <a:gdLst/>
              <a:ahLst/>
              <a:cxnLst/>
              <a:rect l="l" t="t" r="r" b="b"/>
              <a:pathLst>
                <a:path w="586739" h="41275">
                  <a:moveTo>
                    <a:pt x="586740" y="41148"/>
                  </a:moveTo>
                  <a:lnTo>
                    <a:pt x="0" y="41148"/>
                  </a:lnTo>
                  <a:lnTo>
                    <a:pt x="0" y="0"/>
                  </a:lnTo>
                  <a:lnTo>
                    <a:pt x="586740" y="0"/>
                  </a:lnTo>
                  <a:lnTo>
                    <a:pt x="586740" y="411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2319515" y="1782571"/>
              <a:ext cx="593090" cy="45085"/>
            </a:xfrm>
            <a:custGeom>
              <a:avLst/>
              <a:gdLst/>
              <a:ahLst/>
              <a:cxnLst/>
              <a:rect l="l" t="t" r="r" b="b"/>
              <a:pathLst>
                <a:path w="593089" h="45085">
                  <a:moveTo>
                    <a:pt x="592836" y="0"/>
                  </a:moveTo>
                  <a:lnTo>
                    <a:pt x="585228" y="0"/>
                  </a:lnTo>
                  <a:lnTo>
                    <a:pt x="585228" y="10160"/>
                  </a:lnTo>
                  <a:lnTo>
                    <a:pt x="585228" y="41910"/>
                  </a:lnTo>
                  <a:lnTo>
                    <a:pt x="7632" y="41910"/>
                  </a:lnTo>
                  <a:lnTo>
                    <a:pt x="7632" y="10160"/>
                  </a:lnTo>
                  <a:lnTo>
                    <a:pt x="4584" y="10160"/>
                  </a:lnTo>
                  <a:lnTo>
                    <a:pt x="4584" y="9652"/>
                  </a:lnTo>
                  <a:lnTo>
                    <a:pt x="7632" y="9652"/>
                  </a:lnTo>
                  <a:lnTo>
                    <a:pt x="7632" y="10160"/>
                  </a:lnTo>
                  <a:lnTo>
                    <a:pt x="585228" y="10160"/>
                  </a:lnTo>
                  <a:lnTo>
                    <a:pt x="58522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0" y="41910"/>
                  </a:lnTo>
                  <a:lnTo>
                    <a:pt x="0" y="44704"/>
                  </a:lnTo>
                  <a:lnTo>
                    <a:pt x="592836" y="44704"/>
                  </a:lnTo>
                  <a:lnTo>
                    <a:pt x="592836" y="41910"/>
                  </a:lnTo>
                  <a:lnTo>
                    <a:pt x="592836" y="10160"/>
                  </a:lnTo>
                  <a:lnTo>
                    <a:pt x="592836" y="5080"/>
                  </a:lnTo>
                  <a:lnTo>
                    <a:pt x="592836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2322575" y="1827275"/>
              <a:ext cx="586740" cy="43180"/>
            </a:xfrm>
            <a:custGeom>
              <a:avLst/>
              <a:gdLst/>
              <a:ahLst/>
              <a:cxnLst/>
              <a:rect l="l" t="t" r="r" b="b"/>
              <a:pathLst>
                <a:path w="586739" h="43180">
                  <a:moveTo>
                    <a:pt x="586740" y="42672"/>
                  </a:moveTo>
                  <a:lnTo>
                    <a:pt x="0" y="42672"/>
                  </a:lnTo>
                  <a:lnTo>
                    <a:pt x="0" y="0"/>
                  </a:lnTo>
                  <a:lnTo>
                    <a:pt x="586740" y="0"/>
                  </a:lnTo>
                  <a:lnTo>
                    <a:pt x="586740" y="426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2319515" y="1823719"/>
              <a:ext cx="593090" cy="49530"/>
            </a:xfrm>
            <a:custGeom>
              <a:avLst/>
              <a:gdLst/>
              <a:ahLst/>
              <a:cxnLst/>
              <a:rect l="l" t="t" r="r" b="b"/>
              <a:pathLst>
                <a:path w="593089" h="49530">
                  <a:moveTo>
                    <a:pt x="592836" y="0"/>
                  </a:moveTo>
                  <a:lnTo>
                    <a:pt x="585228" y="0"/>
                  </a:lnTo>
                  <a:lnTo>
                    <a:pt x="585228" y="7620"/>
                  </a:lnTo>
                  <a:lnTo>
                    <a:pt x="585228" y="40640"/>
                  </a:lnTo>
                  <a:lnTo>
                    <a:pt x="7632" y="40640"/>
                  </a:lnTo>
                  <a:lnTo>
                    <a:pt x="7632" y="8140"/>
                  </a:lnTo>
                  <a:lnTo>
                    <a:pt x="7632" y="7620"/>
                  </a:lnTo>
                  <a:lnTo>
                    <a:pt x="585228" y="7620"/>
                  </a:lnTo>
                  <a:lnTo>
                    <a:pt x="58522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7620"/>
                  </a:lnTo>
                  <a:lnTo>
                    <a:pt x="0" y="40640"/>
                  </a:lnTo>
                  <a:lnTo>
                    <a:pt x="0" y="49530"/>
                  </a:lnTo>
                  <a:lnTo>
                    <a:pt x="592836" y="49530"/>
                  </a:lnTo>
                  <a:lnTo>
                    <a:pt x="592836" y="40640"/>
                  </a:lnTo>
                  <a:lnTo>
                    <a:pt x="592836" y="7620"/>
                  </a:lnTo>
                  <a:lnTo>
                    <a:pt x="592836" y="5080"/>
                  </a:lnTo>
                  <a:lnTo>
                    <a:pt x="592836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2327147" y="1656587"/>
              <a:ext cx="584200" cy="218440"/>
            </a:xfrm>
            <a:custGeom>
              <a:avLst/>
              <a:gdLst/>
              <a:ahLst/>
              <a:cxnLst/>
              <a:rect l="l" t="t" r="r" b="b"/>
              <a:pathLst>
                <a:path w="584200" h="218439">
                  <a:moveTo>
                    <a:pt x="583691" y="217931"/>
                  </a:moveTo>
                  <a:lnTo>
                    <a:pt x="0" y="214883"/>
                  </a:lnTo>
                  <a:lnTo>
                    <a:pt x="0" y="163067"/>
                  </a:lnTo>
                  <a:lnTo>
                    <a:pt x="147828" y="163067"/>
                  </a:lnTo>
                  <a:lnTo>
                    <a:pt x="147828" y="0"/>
                  </a:lnTo>
                  <a:lnTo>
                    <a:pt x="437387" y="0"/>
                  </a:lnTo>
                  <a:lnTo>
                    <a:pt x="437387" y="166115"/>
                  </a:lnTo>
                  <a:lnTo>
                    <a:pt x="583691" y="166115"/>
                  </a:lnTo>
                  <a:lnTo>
                    <a:pt x="583691" y="2179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2322575" y="1652015"/>
              <a:ext cx="593090" cy="227329"/>
            </a:xfrm>
            <a:custGeom>
              <a:avLst/>
              <a:gdLst/>
              <a:ahLst/>
              <a:cxnLst/>
              <a:rect l="l" t="t" r="r" b="b"/>
              <a:pathLst>
                <a:path w="593089" h="227330">
                  <a:moveTo>
                    <a:pt x="156972" y="172212"/>
                  </a:moveTo>
                  <a:lnTo>
                    <a:pt x="9144" y="172212"/>
                  </a:lnTo>
                  <a:lnTo>
                    <a:pt x="9144" y="163068"/>
                  </a:lnTo>
                  <a:lnTo>
                    <a:pt x="149352" y="163068"/>
                  </a:lnTo>
                  <a:lnTo>
                    <a:pt x="149352" y="0"/>
                  </a:lnTo>
                  <a:lnTo>
                    <a:pt x="446531" y="0"/>
                  </a:lnTo>
                  <a:lnTo>
                    <a:pt x="446531" y="7620"/>
                  </a:lnTo>
                  <a:lnTo>
                    <a:pt x="156972" y="7620"/>
                  </a:lnTo>
                  <a:lnTo>
                    <a:pt x="156972" y="172212"/>
                  </a:lnTo>
                  <a:close/>
                </a:path>
                <a:path w="593089" h="227330">
                  <a:moveTo>
                    <a:pt x="592836" y="217932"/>
                  </a:moveTo>
                  <a:lnTo>
                    <a:pt x="583692" y="217932"/>
                  </a:lnTo>
                  <a:lnTo>
                    <a:pt x="583692" y="175260"/>
                  </a:lnTo>
                  <a:lnTo>
                    <a:pt x="438912" y="175260"/>
                  </a:lnTo>
                  <a:lnTo>
                    <a:pt x="438912" y="7620"/>
                  </a:lnTo>
                  <a:lnTo>
                    <a:pt x="446531" y="7620"/>
                  </a:lnTo>
                  <a:lnTo>
                    <a:pt x="446531" y="166116"/>
                  </a:lnTo>
                  <a:lnTo>
                    <a:pt x="592836" y="166116"/>
                  </a:lnTo>
                  <a:lnTo>
                    <a:pt x="592836" y="217932"/>
                  </a:lnTo>
                  <a:close/>
                </a:path>
                <a:path w="593089" h="227330">
                  <a:moveTo>
                    <a:pt x="592836" y="227076"/>
                  </a:moveTo>
                  <a:lnTo>
                    <a:pt x="0" y="224028"/>
                  </a:lnTo>
                  <a:lnTo>
                    <a:pt x="0" y="163068"/>
                  </a:lnTo>
                  <a:lnTo>
                    <a:pt x="9144" y="163068"/>
                  </a:lnTo>
                  <a:lnTo>
                    <a:pt x="9144" y="172212"/>
                  </a:lnTo>
                  <a:lnTo>
                    <a:pt x="7620" y="172212"/>
                  </a:lnTo>
                  <a:lnTo>
                    <a:pt x="7620" y="214884"/>
                  </a:lnTo>
                  <a:lnTo>
                    <a:pt x="592836" y="217932"/>
                  </a:lnTo>
                  <a:lnTo>
                    <a:pt x="592836" y="227076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2253995" y="1254251"/>
              <a:ext cx="73660" cy="643255"/>
            </a:xfrm>
            <a:custGeom>
              <a:avLst/>
              <a:gdLst/>
              <a:ahLst/>
              <a:cxnLst/>
              <a:rect l="l" t="t" r="r" b="b"/>
              <a:pathLst>
                <a:path w="73660" h="643255">
                  <a:moveTo>
                    <a:pt x="47244" y="643127"/>
                  </a:moveTo>
                  <a:lnTo>
                    <a:pt x="38100" y="643127"/>
                  </a:lnTo>
                  <a:lnTo>
                    <a:pt x="28956" y="643127"/>
                  </a:lnTo>
                  <a:lnTo>
                    <a:pt x="24384" y="640079"/>
                  </a:lnTo>
                  <a:lnTo>
                    <a:pt x="18288" y="637031"/>
                  </a:lnTo>
                  <a:lnTo>
                    <a:pt x="12192" y="630935"/>
                  </a:lnTo>
                  <a:lnTo>
                    <a:pt x="3047" y="617219"/>
                  </a:lnTo>
                  <a:lnTo>
                    <a:pt x="0" y="600455"/>
                  </a:lnTo>
                  <a:lnTo>
                    <a:pt x="0" y="42671"/>
                  </a:lnTo>
                  <a:lnTo>
                    <a:pt x="18288" y="4571"/>
                  </a:lnTo>
                  <a:lnTo>
                    <a:pt x="28956" y="0"/>
                  </a:lnTo>
                  <a:lnTo>
                    <a:pt x="47244" y="0"/>
                  </a:lnTo>
                  <a:lnTo>
                    <a:pt x="73152" y="42671"/>
                  </a:lnTo>
                  <a:lnTo>
                    <a:pt x="73152" y="600455"/>
                  </a:lnTo>
                  <a:lnTo>
                    <a:pt x="70104" y="617219"/>
                  </a:lnTo>
                  <a:lnTo>
                    <a:pt x="64008" y="630935"/>
                  </a:lnTo>
                  <a:lnTo>
                    <a:pt x="57912" y="637031"/>
                  </a:lnTo>
                  <a:lnTo>
                    <a:pt x="51816" y="640079"/>
                  </a:lnTo>
                  <a:lnTo>
                    <a:pt x="47244" y="6431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2250947" y="1249679"/>
              <a:ext cx="79375" cy="652780"/>
            </a:xfrm>
            <a:custGeom>
              <a:avLst/>
              <a:gdLst/>
              <a:ahLst/>
              <a:cxnLst/>
              <a:rect l="l" t="t" r="r" b="b"/>
              <a:pathLst>
                <a:path w="79375" h="652780">
                  <a:moveTo>
                    <a:pt x="50292" y="652272"/>
                  </a:moveTo>
                  <a:lnTo>
                    <a:pt x="32004" y="652272"/>
                  </a:lnTo>
                  <a:lnTo>
                    <a:pt x="24384" y="649224"/>
                  </a:lnTo>
                  <a:lnTo>
                    <a:pt x="18288" y="644651"/>
                  </a:lnTo>
                  <a:lnTo>
                    <a:pt x="12192" y="638555"/>
                  </a:lnTo>
                  <a:lnTo>
                    <a:pt x="3048" y="623316"/>
                  </a:lnTo>
                  <a:lnTo>
                    <a:pt x="0" y="605028"/>
                  </a:lnTo>
                  <a:lnTo>
                    <a:pt x="0" y="47244"/>
                  </a:lnTo>
                  <a:lnTo>
                    <a:pt x="18288" y="6096"/>
                  </a:lnTo>
                  <a:lnTo>
                    <a:pt x="32004" y="0"/>
                  </a:lnTo>
                  <a:lnTo>
                    <a:pt x="38100" y="0"/>
                  </a:lnTo>
                  <a:lnTo>
                    <a:pt x="38100" y="7620"/>
                  </a:lnTo>
                  <a:lnTo>
                    <a:pt x="33528" y="7620"/>
                  </a:lnTo>
                  <a:lnTo>
                    <a:pt x="28956" y="10668"/>
                  </a:lnTo>
                  <a:lnTo>
                    <a:pt x="22860" y="13716"/>
                  </a:lnTo>
                  <a:lnTo>
                    <a:pt x="18288" y="18288"/>
                  </a:lnTo>
                  <a:lnTo>
                    <a:pt x="10668" y="32004"/>
                  </a:lnTo>
                  <a:lnTo>
                    <a:pt x="7620" y="47244"/>
                  </a:lnTo>
                  <a:lnTo>
                    <a:pt x="7620" y="603504"/>
                  </a:lnTo>
                  <a:lnTo>
                    <a:pt x="10668" y="620268"/>
                  </a:lnTo>
                  <a:lnTo>
                    <a:pt x="18288" y="633984"/>
                  </a:lnTo>
                  <a:lnTo>
                    <a:pt x="22860" y="638555"/>
                  </a:lnTo>
                  <a:lnTo>
                    <a:pt x="28956" y="640080"/>
                  </a:lnTo>
                  <a:lnTo>
                    <a:pt x="33528" y="643128"/>
                  </a:lnTo>
                  <a:lnTo>
                    <a:pt x="65531" y="643128"/>
                  </a:lnTo>
                  <a:lnTo>
                    <a:pt x="64008" y="644651"/>
                  </a:lnTo>
                  <a:lnTo>
                    <a:pt x="57912" y="649224"/>
                  </a:lnTo>
                  <a:lnTo>
                    <a:pt x="50292" y="652272"/>
                  </a:lnTo>
                  <a:close/>
                </a:path>
                <a:path w="79375" h="652780">
                  <a:moveTo>
                    <a:pt x="65531" y="643128"/>
                  </a:moveTo>
                  <a:lnTo>
                    <a:pt x="48768" y="643128"/>
                  </a:lnTo>
                  <a:lnTo>
                    <a:pt x="53340" y="640080"/>
                  </a:lnTo>
                  <a:lnTo>
                    <a:pt x="57912" y="638555"/>
                  </a:lnTo>
                  <a:lnTo>
                    <a:pt x="62484" y="633984"/>
                  </a:lnTo>
                  <a:lnTo>
                    <a:pt x="68580" y="620268"/>
                  </a:lnTo>
                  <a:lnTo>
                    <a:pt x="71628" y="603504"/>
                  </a:lnTo>
                  <a:lnTo>
                    <a:pt x="71628" y="47244"/>
                  </a:lnTo>
                  <a:lnTo>
                    <a:pt x="68580" y="30480"/>
                  </a:lnTo>
                  <a:lnTo>
                    <a:pt x="62484" y="18288"/>
                  </a:lnTo>
                  <a:lnTo>
                    <a:pt x="57912" y="13716"/>
                  </a:lnTo>
                  <a:lnTo>
                    <a:pt x="48768" y="7620"/>
                  </a:lnTo>
                  <a:lnTo>
                    <a:pt x="38100" y="7620"/>
                  </a:lnTo>
                  <a:lnTo>
                    <a:pt x="38100" y="0"/>
                  </a:lnTo>
                  <a:lnTo>
                    <a:pt x="50292" y="0"/>
                  </a:lnTo>
                  <a:lnTo>
                    <a:pt x="57912" y="3048"/>
                  </a:lnTo>
                  <a:lnTo>
                    <a:pt x="64008" y="6096"/>
                  </a:lnTo>
                  <a:lnTo>
                    <a:pt x="70104" y="13716"/>
                  </a:lnTo>
                  <a:lnTo>
                    <a:pt x="76200" y="28956"/>
                  </a:lnTo>
                  <a:lnTo>
                    <a:pt x="79248" y="47244"/>
                  </a:lnTo>
                  <a:lnTo>
                    <a:pt x="79248" y="605028"/>
                  </a:lnTo>
                  <a:lnTo>
                    <a:pt x="76200" y="623316"/>
                  </a:lnTo>
                  <a:lnTo>
                    <a:pt x="70104" y="638555"/>
                  </a:lnTo>
                  <a:lnTo>
                    <a:pt x="65531" y="64312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52471" y="1871471"/>
              <a:ext cx="140208" cy="117348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48355" y="1871472"/>
              <a:ext cx="137160" cy="117348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2257043" y="1982724"/>
              <a:ext cx="728980" cy="0"/>
            </a:xfrm>
            <a:custGeom>
              <a:avLst/>
              <a:gdLst/>
              <a:ahLst/>
              <a:cxnLst/>
              <a:rect l="l" t="t" r="r" b="b"/>
              <a:pathLst>
                <a:path w="728980" h="0">
                  <a:moveTo>
                    <a:pt x="0" y="0"/>
                  </a:moveTo>
                  <a:lnTo>
                    <a:pt x="728471" y="0"/>
                  </a:lnTo>
                </a:path>
              </a:pathLst>
            </a:custGeom>
            <a:ln w="476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2252471" y="1978151"/>
              <a:ext cx="739140" cy="10795"/>
            </a:xfrm>
            <a:custGeom>
              <a:avLst/>
              <a:gdLst/>
              <a:ahLst/>
              <a:cxnLst/>
              <a:rect l="l" t="t" r="r" b="b"/>
              <a:pathLst>
                <a:path w="739139" h="10794">
                  <a:moveTo>
                    <a:pt x="739139" y="10668"/>
                  </a:moveTo>
                  <a:lnTo>
                    <a:pt x="0" y="10668"/>
                  </a:lnTo>
                  <a:lnTo>
                    <a:pt x="0" y="0"/>
                  </a:lnTo>
                  <a:lnTo>
                    <a:pt x="739139" y="0"/>
                  </a:lnTo>
                  <a:lnTo>
                    <a:pt x="739139" y="1066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6" name="object 76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22476" y="2636519"/>
            <a:ext cx="76200" cy="76200"/>
          </a:xfrm>
          <a:prstGeom prst="rect">
            <a:avLst/>
          </a:prstGeom>
        </p:spPr>
      </p:pic>
      <p:sp>
        <p:nvSpPr>
          <p:cNvPr id="77" name="object 77" descr=""/>
          <p:cNvSpPr txBox="1"/>
          <p:nvPr/>
        </p:nvSpPr>
        <p:spPr>
          <a:xfrm>
            <a:off x="926087" y="2309830"/>
            <a:ext cx="6179185" cy="8845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Purpose:</a:t>
            </a:r>
            <a:endParaRPr sz="1050">
              <a:latin typeface="Arial"/>
              <a:cs typeface="Arial"/>
            </a:endParaRPr>
          </a:p>
          <a:p>
            <a:pPr marL="853440" marR="5080" indent="-5080">
              <a:lnSpc>
                <a:spcPct val="135200"/>
              </a:lnSpc>
              <a:spcBef>
                <a:spcPts val="400"/>
              </a:spcBef>
            </a:pPr>
            <a:r>
              <a:rPr dirty="0" sz="1050" spc="-20">
                <a:latin typeface="Arial"/>
                <a:cs typeface="Arial"/>
              </a:rPr>
              <a:t>Controlling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motor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run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forward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Forward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pressed,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run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reverse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Reverse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is </a:t>
            </a:r>
            <a:r>
              <a:rPr dirty="0" sz="1050" spc="-10">
                <a:latin typeface="Arial"/>
                <a:cs typeface="Arial"/>
              </a:rPr>
              <a:t>pressed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stop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when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Stop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pressed.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050" spc="-10" b="1">
                <a:latin typeface="Arial"/>
                <a:cs typeface="Arial"/>
              </a:rPr>
              <a:t>Devices: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78" name="object 78" descr=""/>
          <p:cNvGraphicFramePr>
            <a:graphicFrameLocks noGrp="1"/>
          </p:cNvGraphicFramePr>
          <p:nvPr/>
        </p:nvGraphicFramePr>
        <p:xfrm>
          <a:off x="1723644" y="3211830"/>
          <a:ext cx="5332730" cy="1820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1394"/>
                <a:gridCol w="4247514"/>
              </a:tblGrid>
              <a:tr h="276225"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Device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66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Function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66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Forward</a:t>
                      </a:r>
                      <a:r>
                        <a:rPr dirty="0" sz="90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button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motor.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X0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pressed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Reverse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button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motor.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X1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pressed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161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Stop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button.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X2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pressed.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T1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9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sec</a:t>
                      </a:r>
                      <a:r>
                        <a:rPr dirty="0" sz="9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timer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T2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9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sec</a:t>
                      </a:r>
                      <a:r>
                        <a:rPr dirty="0" sz="9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timer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Forward</a:t>
                      </a:r>
                      <a:r>
                        <a:rPr dirty="0" sz="900" spc="1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contactor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Reverse</a:t>
                      </a:r>
                      <a:r>
                        <a:rPr dirty="0" sz="900" spc="1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contactor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6373" y="188496"/>
            <a:ext cx="3221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50748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132346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50748" y="9691116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39587" y="9733318"/>
            <a:ext cx="26416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25">
                <a:latin typeface="Arial"/>
                <a:cs typeface="Arial"/>
              </a:rPr>
              <a:t>26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56318" y="857463"/>
            <a:ext cx="1113155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Program: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3791" y="1153668"/>
            <a:ext cx="5161787" cy="4767071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1203" y="6292596"/>
            <a:ext cx="76200" cy="762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1203" y="7153656"/>
            <a:ext cx="76200" cy="76200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656318" y="5964916"/>
            <a:ext cx="6181090" cy="174307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050" spc="-10" b="1">
                <a:latin typeface="Arial"/>
                <a:cs typeface="Arial"/>
              </a:rPr>
              <a:t>Program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Description:</a:t>
            </a:r>
            <a:endParaRPr sz="1050">
              <a:latin typeface="Arial"/>
              <a:cs typeface="Arial"/>
            </a:endParaRPr>
          </a:p>
          <a:p>
            <a:pPr marL="847725" marR="5080">
              <a:lnSpc>
                <a:spcPts val="1689"/>
              </a:lnSpc>
              <a:spcBef>
                <a:spcPts val="120"/>
              </a:spcBef>
            </a:pPr>
            <a:r>
              <a:rPr dirty="0" sz="1050">
                <a:latin typeface="Arial"/>
                <a:cs typeface="Arial"/>
              </a:rPr>
              <a:t>X0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when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Forward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20">
                <a:latin typeface="Arial"/>
                <a:cs typeface="Arial"/>
              </a:rPr>
              <a:t> pressed.</a:t>
            </a:r>
            <a:r>
              <a:rPr dirty="0" sz="1050" spc="-7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After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1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second, </a:t>
            </a:r>
            <a:r>
              <a:rPr dirty="0" sz="1050" spc="-20">
                <a:latin typeface="Arial"/>
                <a:cs typeface="Arial"/>
              </a:rPr>
              <a:t>contactor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Y0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20">
                <a:latin typeface="Arial"/>
                <a:cs typeface="Arial"/>
              </a:rPr>
              <a:t> enabled,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the </a:t>
            </a:r>
            <a:r>
              <a:rPr dirty="0" sz="1050">
                <a:latin typeface="Arial"/>
                <a:cs typeface="Arial"/>
              </a:rPr>
              <a:t>motor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begins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run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forward.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other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hand,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X1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when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Reverse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pressed.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After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50">
                <a:latin typeface="Arial"/>
                <a:cs typeface="Arial"/>
              </a:rPr>
              <a:t>1 </a:t>
            </a:r>
            <a:r>
              <a:rPr dirty="0" sz="1050" spc="-10">
                <a:latin typeface="Arial"/>
                <a:cs typeface="Arial"/>
              </a:rPr>
              <a:t>second,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contactor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Y1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enabled,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motor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begins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run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reverse.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Besides,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Y0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and </a:t>
            </a:r>
            <a:r>
              <a:rPr dirty="0" sz="1050">
                <a:latin typeface="Arial"/>
                <a:cs typeface="Arial"/>
              </a:rPr>
              <a:t>Y1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disabled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motor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stop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running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X2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pressed.</a:t>
            </a:r>
            <a:endParaRPr sz="1050">
              <a:latin typeface="Arial"/>
              <a:cs typeface="Arial"/>
            </a:endParaRPr>
          </a:p>
          <a:p>
            <a:pPr marL="847725" marR="6350">
              <a:lnSpc>
                <a:spcPts val="1689"/>
              </a:lnSpc>
            </a:pP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two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timers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program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are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used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avoid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interphase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short-</a:t>
            </a:r>
            <a:r>
              <a:rPr dirty="0" sz="1050" spc="-10">
                <a:latin typeface="Arial"/>
                <a:cs typeface="Arial"/>
              </a:rPr>
              <a:t>circuit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motor changes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its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running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mode.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short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circuit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may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occur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if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another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contactor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enabled instantly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while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electric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arc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disabled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contactor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still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exists.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93284" y="188496"/>
            <a:ext cx="3221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922019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26088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22019" y="9677400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892574" y="9721129"/>
            <a:ext cx="26225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25">
                <a:latin typeface="Arial"/>
                <a:cs typeface="Arial"/>
              </a:rPr>
              <a:t>27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26079" y="851374"/>
            <a:ext cx="257810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latin typeface="Arial"/>
                <a:cs typeface="Arial"/>
              </a:rPr>
              <a:t>1.16</a:t>
            </a:r>
            <a:r>
              <a:rPr dirty="0" sz="1100" spc="5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Selective</a:t>
            </a:r>
            <a:r>
              <a:rPr dirty="0" sz="1100" spc="7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Execution</a:t>
            </a:r>
            <a:r>
              <a:rPr dirty="0" sz="1100" spc="8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of</a:t>
            </a:r>
            <a:r>
              <a:rPr dirty="0" sz="1100" spc="6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Programs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048255" y="1592579"/>
            <a:ext cx="594360" cy="611505"/>
            <a:chOff x="2048255" y="1592579"/>
            <a:chExt cx="594360" cy="611505"/>
          </a:xfrm>
        </p:grpSpPr>
        <p:sp>
          <p:nvSpPr>
            <p:cNvPr id="9" name="object 9" descr=""/>
            <p:cNvSpPr/>
            <p:nvPr/>
          </p:nvSpPr>
          <p:spPr>
            <a:xfrm>
              <a:off x="2055875" y="1598675"/>
              <a:ext cx="579120" cy="599440"/>
            </a:xfrm>
            <a:custGeom>
              <a:avLst/>
              <a:gdLst/>
              <a:ahLst/>
              <a:cxnLst/>
              <a:rect l="l" t="t" r="r" b="b"/>
              <a:pathLst>
                <a:path w="579119" h="599439">
                  <a:moveTo>
                    <a:pt x="528828" y="598932"/>
                  </a:moveTo>
                  <a:lnTo>
                    <a:pt x="50292" y="598932"/>
                  </a:lnTo>
                  <a:lnTo>
                    <a:pt x="30480" y="595884"/>
                  </a:lnTo>
                  <a:lnTo>
                    <a:pt x="13716" y="589788"/>
                  </a:lnTo>
                  <a:lnTo>
                    <a:pt x="9144" y="588264"/>
                  </a:lnTo>
                  <a:lnTo>
                    <a:pt x="0" y="579120"/>
                  </a:lnTo>
                  <a:lnTo>
                    <a:pt x="0" y="19812"/>
                  </a:lnTo>
                  <a:lnTo>
                    <a:pt x="3048" y="13716"/>
                  </a:lnTo>
                  <a:lnTo>
                    <a:pt x="9144" y="10668"/>
                  </a:lnTo>
                  <a:lnTo>
                    <a:pt x="13716" y="7619"/>
                  </a:lnTo>
                  <a:lnTo>
                    <a:pt x="30480" y="3047"/>
                  </a:lnTo>
                  <a:lnTo>
                    <a:pt x="50292" y="0"/>
                  </a:lnTo>
                  <a:lnTo>
                    <a:pt x="528828" y="0"/>
                  </a:lnTo>
                  <a:lnTo>
                    <a:pt x="548640" y="3047"/>
                  </a:lnTo>
                  <a:lnTo>
                    <a:pt x="565404" y="7619"/>
                  </a:lnTo>
                  <a:lnTo>
                    <a:pt x="569976" y="10668"/>
                  </a:lnTo>
                  <a:lnTo>
                    <a:pt x="576072" y="13716"/>
                  </a:lnTo>
                  <a:lnTo>
                    <a:pt x="579120" y="19812"/>
                  </a:lnTo>
                  <a:lnTo>
                    <a:pt x="579120" y="579120"/>
                  </a:lnTo>
                  <a:lnTo>
                    <a:pt x="569976" y="588264"/>
                  </a:lnTo>
                  <a:lnTo>
                    <a:pt x="565404" y="589788"/>
                  </a:lnTo>
                  <a:lnTo>
                    <a:pt x="548640" y="595884"/>
                  </a:lnTo>
                  <a:lnTo>
                    <a:pt x="528828" y="598932"/>
                  </a:lnTo>
                  <a:close/>
                </a:path>
              </a:pathLst>
            </a:custGeom>
            <a:solidFill>
              <a:srgbClr val="9595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048255" y="1592579"/>
              <a:ext cx="594360" cy="611505"/>
            </a:xfrm>
            <a:custGeom>
              <a:avLst/>
              <a:gdLst/>
              <a:ahLst/>
              <a:cxnLst/>
              <a:rect l="l" t="t" r="r" b="b"/>
              <a:pathLst>
                <a:path w="594360" h="611505">
                  <a:moveTo>
                    <a:pt x="33528" y="13716"/>
                  </a:moveTo>
                  <a:lnTo>
                    <a:pt x="21335" y="13716"/>
                  </a:lnTo>
                  <a:lnTo>
                    <a:pt x="19811" y="9144"/>
                  </a:lnTo>
                  <a:lnTo>
                    <a:pt x="21335" y="6096"/>
                  </a:lnTo>
                  <a:lnTo>
                    <a:pt x="27432" y="6096"/>
                  </a:lnTo>
                  <a:lnTo>
                    <a:pt x="30480" y="3048"/>
                  </a:lnTo>
                  <a:lnTo>
                    <a:pt x="44196" y="0"/>
                  </a:lnTo>
                  <a:lnTo>
                    <a:pt x="57911" y="0"/>
                  </a:lnTo>
                  <a:lnTo>
                    <a:pt x="57911" y="12192"/>
                  </a:lnTo>
                  <a:lnTo>
                    <a:pt x="44196" y="12192"/>
                  </a:lnTo>
                  <a:lnTo>
                    <a:pt x="33528" y="13716"/>
                  </a:lnTo>
                  <a:close/>
                </a:path>
                <a:path w="594360" h="611505">
                  <a:moveTo>
                    <a:pt x="536448" y="12192"/>
                  </a:moveTo>
                  <a:lnTo>
                    <a:pt x="57911" y="12192"/>
                  </a:lnTo>
                  <a:lnTo>
                    <a:pt x="57911" y="0"/>
                  </a:lnTo>
                  <a:lnTo>
                    <a:pt x="536448" y="0"/>
                  </a:lnTo>
                  <a:lnTo>
                    <a:pt x="536448" y="12192"/>
                  </a:lnTo>
                  <a:close/>
                </a:path>
                <a:path w="594360" h="611505">
                  <a:moveTo>
                    <a:pt x="27432" y="16764"/>
                  </a:moveTo>
                  <a:lnTo>
                    <a:pt x="7620" y="16764"/>
                  </a:lnTo>
                  <a:lnTo>
                    <a:pt x="7620" y="13716"/>
                  </a:lnTo>
                  <a:lnTo>
                    <a:pt x="13715" y="12192"/>
                  </a:lnTo>
                  <a:lnTo>
                    <a:pt x="19811" y="9144"/>
                  </a:lnTo>
                  <a:lnTo>
                    <a:pt x="21335" y="13716"/>
                  </a:lnTo>
                  <a:lnTo>
                    <a:pt x="30480" y="13716"/>
                  </a:lnTo>
                  <a:lnTo>
                    <a:pt x="27432" y="16764"/>
                  </a:lnTo>
                  <a:close/>
                </a:path>
                <a:path w="594360" h="611505">
                  <a:moveTo>
                    <a:pt x="556260" y="13716"/>
                  </a:moveTo>
                  <a:lnTo>
                    <a:pt x="544068" y="12192"/>
                  </a:lnTo>
                  <a:lnTo>
                    <a:pt x="536448" y="12192"/>
                  </a:lnTo>
                  <a:lnTo>
                    <a:pt x="536448" y="9144"/>
                  </a:lnTo>
                  <a:lnTo>
                    <a:pt x="556260" y="9144"/>
                  </a:lnTo>
                  <a:lnTo>
                    <a:pt x="556260" y="13716"/>
                  </a:lnTo>
                  <a:close/>
                </a:path>
                <a:path w="594360" h="611505">
                  <a:moveTo>
                    <a:pt x="559308" y="13716"/>
                  </a:moveTo>
                  <a:lnTo>
                    <a:pt x="556260" y="13716"/>
                  </a:lnTo>
                  <a:lnTo>
                    <a:pt x="556260" y="9144"/>
                  </a:lnTo>
                  <a:lnTo>
                    <a:pt x="559961" y="9144"/>
                  </a:lnTo>
                  <a:lnTo>
                    <a:pt x="559308" y="13716"/>
                  </a:lnTo>
                  <a:close/>
                </a:path>
                <a:path w="594360" h="611505">
                  <a:moveTo>
                    <a:pt x="569976" y="16764"/>
                  </a:moveTo>
                  <a:lnTo>
                    <a:pt x="563880" y="13716"/>
                  </a:lnTo>
                  <a:lnTo>
                    <a:pt x="559308" y="13716"/>
                  </a:lnTo>
                  <a:lnTo>
                    <a:pt x="559961" y="9144"/>
                  </a:lnTo>
                  <a:lnTo>
                    <a:pt x="574548" y="9144"/>
                  </a:lnTo>
                  <a:lnTo>
                    <a:pt x="569976" y="16764"/>
                  </a:lnTo>
                  <a:close/>
                </a:path>
                <a:path w="594360" h="611505">
                  <a:moveTo>
                    <a:pt x="573024" y="19812"/>
                  </a:moveTo>
                  <a:lnTo>
                    <a:pt x="569976" y="16764"/>
                  </a:lnTo>
                  <a:lnTo>
                    <a:pt x="574548" y="9144"/>
                  </a:lnTo>
                  <a:lnTo>
                    <a:pt x="580644" y="9144"/>
                  </a:lnTo>
                  <a:lnTo>
                    <a:pt x="573024" y="19812"/>
                  </a:lnTo>
                  <a:close/>
                </a:path>
                <a:path w="594360" h="611505">
                  <a:moveTo>
                    <a:pt x="574548" y="22860"/>
                  </a:moveTo>
                  <a:lnTo>
                    <a:pt x="574548" y="19812"/>
                  </a:lnTo>
                  <a:lnTo>
                    <a:pt x="573024" y="19812"/>
                  </a:lnTo>
                  <a:lnTo>
                    <a:pt x="580644" y="9144"/>
                  </a:lnTo>
                  <a:lnTo>
                    <a:pt x="580644" y="12192"/>
                  </a:lnTo>
                  <a:lnTo>
                    <a:pt x="583692" y="12192"/>
                  </a:lnTo>
                  <a:lnTo>
                    <a:pt x="574548" y="22860"/>
                  </a:lnTo>
                  <a:close/>
                </a:path>
                <a:path w="594360" h="611505">
                  <a:moveTo>
                    <a:pt x="556260" y="13716"/>
                  </a:moveTo>
                  <a:lnTo>
                    <a:pt x="33528" y="13716"/>
                  </a:lnTo>
                  <a:lnTo>
                    <a:pt x="44196" y="12192"/>
                  </a:lnTo>
                  <a:lnTo>
                    <a:pt x="544068" y="12192"/>
                  </a:lnTo>
                  <a:lnTo>
                    <a:pt x="556260" y="13716"/>
                  </a:lnTo>
                  <a:close/>
                </a:path>
                <a:path w="594360" h="611505">
                  <a:moveTo>
                    <a:pt x="589788" y="594360"/>
                  </a:moveTo>
                  <a:lnTo>
                    <a:pt x="580644" y="585216"/>
                  </a:lnTo>
                  <a:lnTo>
                    <a:pt x="580644" y="25908"/>
                  </a:lnTo>
                  <a:lnTo>
                    <a:pt x="574548" y="22860"/>
                  </a:lnTo>
                  <a:lnTo>
                    <a:pt x="583692" y="12192"/>
                  </a:lnTo>
                  <a:lnTo>
                    <a:pt x="591312" y="19812"/>
                  </a:lnTo>
                  <a:lnTo>
                    <a:pt x="594360" y="30480"/>
                  </a:lnTo>
                  <a:lnTo>
                    <a:pt x="594360" y="579120"/>
                  </a:lnTo>
                  <a:lnTo>
                    <a:pt x="591312" y="585216"/>
                  </a:lnTo>
                  <a:lnTo>
                    <a:pt x="589788" y="594360"/>
                  </a:lnTo>
                  <a:close/>
                </a:path>
                <a:path w="594360" h="611505">
                  <a:moveTo>
                    <a:pt x="550164" y="611124"/>
                  </a:moveTo>
                  <a:lnTo>
                    <a:pt x="47243" y="611124"/>
                  </a:lnTo>
                  <a:lnTo>
                    <a:pt x="38100" y="608076"/>
                  </a:lnTo>
                  <a:lnTo>
                    <a:pt x="33528" y="608076"/>
                  </a:lnTo>
                  <a:lnTo>
                    <a:pt x="27432" y="605028"/>
                  </a:lnTo>
                  <a:lnTo>
                    <a:pt x="19811" y="601980"/>
                  </a:lnTo>
                  <a:lnTo>
                    <a:pt x="16763" y="601980"/>
                  </a:lnTo>
                  <a:lnTo>
                    <a:pt x="3048" y="588264"/>
                  </a:lnTo>
                  <a:lnTo>
                    <a:pt x="0" y="579120"/>
                  </a:lnTo>
                  <a:lnTo>
                    <a:pt x="0" y="30480"/>
                  </a:lnTo>
                  <a:lnTo>
                    <a:pt x="3048" y="22860"/>
                  </a:lnTo>
                  <a:lnTo>
                    <a:pt x="6096" y="16764"/>
                  </a:lnTo>
                  <a:lnTo>
                    <a:pt x="24384" y="16764"/>
                  </a:lnTo>
                  <a:lnTo>
                    <a:pt x="19811" y="19812"/>
                  </a:lnTo>
                  <a:lnTo>
                    <a:pt x="16763" y="22860"/>
                  </a:lnTo>
                  <a:lnTo>
                    <a:pt x="16763" y="25908"/>
                  </a:lnTo>
                  <a:lnTo>
                    <a:pt x="13715" y="25908"/>
                  </a:lnTo>
                  <a:lnTo>
                    <a:pt x="13715" y="582168"/>
                  </a:lnTo>
                  <a:lnTo>
                    <a:pt x="19811" y="588264"/>
                  </a:lnTo>
                  <a:lnTo>
                    <a:pt x="21335" y="591312"/>
                  </a:lnTo>
                  <a:lnTo>
                    <a:pt x="24384" y="591312"/>
                  </a:lnTo>
                  <a:lnTo>
                    <a:pt x="30480" y="594360"/>
                  </a:lnTo>
                  <a:lnTo>
                    <a:pt x="36576" y="595884"/>
                  </a:lnTo>
                  <a:lnTo>
                    <a:pt x="38100" y="595884"/>
                  </a:lnTo>
                  <a:lnTo>
                    <a:pt x="50291" y="598932"/>
                  </a:lnTo>
                  <a:lnTo>
                    <a:pt x="562138" y="598932"/>
                  </a:lnTo>
                  <a:lnTo>
                    <a:pt x="563880" y="605028"/>
                  </a:lnTo>
                  <a:lnTo>
                    <a:pt x="550164" y="611124"/>
                  </a:lnTo>
                  <a:close/>
                </a:path>
                <a:path w="594360" h="611505">
                  <a:moveTo>
                    <a:pt x="574548" y="601980"/>
                  </a:moveTo>
                  <a:lnTo>
                    <a:pt x="573024" y="595884"/>
                  </a:lnTo>
                  <a:lnTo>
                    <a:pt x="569976" y="591312"/>
                  </a:lnTo>
                  <a:lnTo>
                    <a:pt x="574548" y="588264"/>
                  </a:lnTo>
                  <a:lnTo>
                    <a:pt x="577596" y="585216"/>
                  </a:lnTo>
                  <a:lnTo>
                    <a:pt x="586740" y="594360"/>
                  </a:lnTo>
                  <a:lnTo>
                    <a:pt x="580644" y="598932"/>
                  </a:lnTo>
                  <a:lnTo>
                    <a:pt x="574548" y="601980"/>
                  </a:lnTo>
                  <a:close/>
                </a:path>
                <a:path w="594360" h="611505">
                  <a:moveTo>
                    <a:pt x="589788" y="594360"/>
                  </a:moveTo>
                  <a:lnTo>
                    <a:pt x="586740" y="594360"/>
                  </a:lnTo>
                  <a:lnTo>
                    <a:pt x="577596" y="585216"/>
                  </a:lnTo>
                  <a:lnTo>
                    <a:pt x="580644" y="585216"/>
                  </a:lnTo>
                  <a:lnTo>
                    <a:pt x="589788" y="594360"/>
                  </a:lnTo>
                  <a:close/>
                </a:path>
                <a:path w="594360" h="611505">
                  <a:moveTo>
                    <a:pt x="569976" y="605028"/>
                  </a:moveTo>
                  <a:lnTo>
                    <a:pt x="566928" y="594360"/>
                  </a:lnTo>
                  <a:lnTo>
                    <a:pt x="569976" y="591312"/>
                  </a:lnTo>
                  <a:lnTo>
                    <a:pt x="574548" y="601980"/>
                  </a:lnTo>
                  <a:lnTo>
                    <a:pt x="573024" y="601980"/>
                  </a:lnTo>
                  <a:lnTo>
                    <a:pt x="569976" y="605028"/>
                  </a:lnTo>
                  <a:close/>
                </a:path>
                <a:path w="594360" h="611505">
                  <a:moveTo>
                    <a:pt x="562138" y="598932"/>
                  </a:moveTo>
                  <a:lnTo>
                    <a:pt x="536448" y="598932"/>
                  </a:lnTo>
                  <a:lnTo>
                    <a:pt x="550164" y="595884"/>
                  </a:lnTo>
                  <a:lnTo>
                    <a:pt x="560832" y="594360"/>
                  </a:lnTo>
                  <a:lnTo>
                    <a:pt x="562138" y="598932"/>
                  </a:lnTo>
                  <a:close/>
                </a:path>
                <a:path w="594360" h="611505">
                  <a:moveTo>
                    <a:pt x="569976" y="605028"/>
                  </a:moveTo>
                  <a:lnTo>
                    <a:pt x="563880" y="605028"/>
                  </a:lnTo>
                  <a:lnTo>
                    <a:pt x="560832" y="594360"/>
                  </a:lnTo>
                  <a:lnTo>
                    <a:pt x="566928" y="594360"/>
                  </a:lnTo>
                  <a:lnTo>
                    <a:pt x="569976" y="60502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084831" y="1632203"/>
              <a:ext cx="527685" cy="538480"/>
            </a:xfrm>
            <a:custGeom>
              <a:avLst/>
              <a:gdLst/>
              <a:ahLst/>
              <a:cxnLst/>
              <a:rect l="l" t="t" r="r" b="b"/>
              <a:pathLst>
                <a:path w="527685" h="538480">
                  <a:moveTo>
                    <a:pt x="516635" y="537972"/>
                  </a:moveTo>
                  <a:lnTo>
                    <a:pt x="507491" y="537972"/>
                  </a:lnTo>
                  <a:lnTo>
                    <a:pt x="10667" y="537972"/>
                  </a:lnTo>
                  <a:lnTo>
                    <a:pt x="4572" y="534924"/>
                  </a:lnTo>
                  <a:lnTo>
                    <a:pt x="1524" y="531876"/>
                  </a:lnTo>
                  <a:lnTo>
                    <a:pt x="0" y="525780"/>
                  </a:lnTo>
                  <a:lnTo>
                    <a:pt x="0" y="7620"/>
                  </a:lnTo>
                  <a:lnTo>
                    <a:pt x="4572" y="3048"/>
                  </a:lnTo>
                  <a:lnTo>
                    <a:pt x="10667" y="0"/>
                  </a:lnTo>
                  <a:lnTo>
                    <a:pt x="516635" y="0"/>
                  </a:lnTo>
                  <a:lnTo>
                    <a:pt x="524255" y="3048"/>
                  </a:lnTo>
                  <a:lnTo>
                    <a:pt x="527303" y="6096"/>
                  </a:lnTo>
                  <a:lnTo>
                    <a:pt x="527303" y="531876"/>
                  </a:lnTo>
                  <a:lnTo>
                    <a:pt x="524255" y="534924"/>
                  </a:lnTo>
                  <a:lnTo>
                    <a:pt x="516635" y="537972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078735" y="1626108"/>
              <a:ext cx="542925" cy="548640"/>
            </a:xfrm>
            <a:custGeom>
              <a:avLst/>
              <a:gdLst/>
              <a:ahLst/>
              <a:cxnLst/>
              <a:rect l="l" t="t" r="r" b="b"/>
              <a:pathLst>
                <a:path w="542925" h="548639">
                  <a:moveTo>
                    <a:pt x="525779" y="548639"/>
                  </a:moveTo>
                  <a:lnTo>
                    <a:pt x="513587" y="548639"/>
                  </a:lnTo>
                  <a:lnTo>
                    <a:pt x="513587" y="537971"/>
                  </a:lnTo>
                  <a:lnTo>
                    <a:pt x="522731" y="537971"/>
                  </a:lnTo>
                  <a:lnTo>
                    <a:pt x="528827" y="534923"/>
                  </a:lnTo>
                  <a:lnTo>
                    <a:pt x="528827" y="12191"/>
                  </a:lnTo>
                  <a:lnTo>
                    <a:pt x="13715" y="12191"/>
                  </a:lnTo>
                  <a:lnTo>
                    <a:pt x="7619" y="3047"/>
                  </a:lnTo>
                  <a:lnTo>
                    <a:pt x="16763" y="0"/>
                  </a:lnTo>
                  <a:lnTo>
                    <a:pt x="525779" y="0"/>
                  </a:lnTo>
                  <a:lnTo>
                    <a:pt x="530351" y="3047"/>
                  </a:lnTo>
                  <a:lnTo>
                    <a:pt x="539495" y="6095"/>
                  </a:lnTo>
                  <a:lnTo>
                    <a:pt x="542543" y="13715"/>
                  </a:lnTo>
                  <a:lnTo>
                    <a:pt x="542543" y="531875"/>
                  </a:lnTo>
                  <a:lnTo>
                    <a:pt x="539495" y="541019"/>
                  </a:lnTo>
                  <a:lnTo>
                    <a:pt x="530351" y="545591"/>
                  </a:lnTo>
                  <a:lnTo>
                    <a:pt x="525779" y="548639"/>
                  </a:lnTo>
                  <a:close/>
                </a:path>
                <a:path w="542925" h="548639">
                  <a:moveTo>
                    <a:pt x="7619" y="545591"/>
                  </a:moveTo>
                  <a:lnTo>
                    <a:pt x="3048" y="541019"/>
                  </a:lnTo>
                  <a:lnTo>
                    <a:pt x="0" y="531875"/>
                  </a:lnTo>
                  <a:lnTo>
                    <a:pt x="0" y="13715"/>
                  </a:lnTo>
                  <a:lnTo>
                    <a:pt x="3048" y="6095"/>
                  </a:lnTo>
                  <a:lnTo>
                    <a:pt x="7619" y="3047"/>
                  </a:lnTo>
                  <a:lnTo>
                    <a:pt x="13715" y="12191"/>
                  </a:lnTo>
                  <a:lnTo>
                    <a:pt x="10667" y="13715"/>
                  </a:lnTo>
                  <a:lnTo>
                    <a:pt x="10667" y="534923"/>
                  </a:lnTo>
                  <a:lnTo>
                    <a:pt x="13715" y="534923"/>
                  </a:lnTo>
                  <a:lnTo>
                    <a:pt x="7619" y="545591"/>
                  </a:lnTo>
                  <a:close/>
                </a:path>
                <a:path w="542925" h="548639">
                  <a:moveTo>
                    <a:pt x="24383" y="548639"/>
                  </a:moveTo>
                  <a:lnTo>
                    <a:pt x="16763" y="548639"/>
                  </a:lnTo>
                  <a:lnTo>
                    <a:pt x="7619" y="545591"/>
                  </a:lnTo>
                  <a:lnTo>
                    <a:pt x="13715" y="534923"/>
                  </a:lnTo>
                  <a:lnTo>
                    <a:pt x="19811" y="537971"/>
                  </a:lnTo>
                  <a:lnTo>
                    <a:pt x="24383" y="537971"/>
                  </a:lnTo>
                  <a:lnTo>
                    <a:pt x="24383" y="548639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56460" y="1732787"/>
              <a:ext cx="381000" cy="330707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2581656" y="1592579"/>
            <a:ext cx="4006850" cy="1777364"/>
            <a:chOff x="2581656" y="1592579"/>
            <a:chExt cx="4006850" cy="1777364"/>
          </a:xfrm>
        </p:grpSpPr>
        <p:sp>
          <p:nvSpPr>
            <p:cNvPr id="15" name="object 15" descr=""/>
            <p:cNvSpPr/>
            <p:nvPr/>
          </p:nvSpPr>
          <p:spPr>
            <a:xfrm>
              <a:off x="3944112" y="2244851"/>
              <a:ext cx="2644140" cy="546100"/>
            </a:xfrm>
            <a:custGeom>
              <a:avLst/>
              <a:gdLst/>
              <a:ahLst/>
              <a:cxnLst/>
              <a:rect l="l" t="t" r="r" b="b"/>
              <a:pathLst>
                <a:path w="2644140" h="546100">
                  <a:moveTo>
                    <a:pt x="2644140" y="128016"/>
                  </a:moveTo>
                  <a:lnTo>
                    <a:pt x="2634996" y="128016"/>
                  </a:lnTo>
                  <a:lnTo>
                    <a:pt x="415671" y="13716"/>
                  </a:lnTo>
                  <a:lnTo>
                    <a:pt x="297294" y="7620"/>
                  </a:lnTo>
                  <a:lnTo>
                    <a:pt x="149352" y="0"/>
                  </a:lnTo>
                  <a:lnTo>
                    <a:pt x="147828" y="0"/>
                  </a:lnTo>
                  <a:lnTo>
                    <a:pt x="144780" y="6096"/>
                  </a:lnTo>
                  <a:lnTo>
                    <a:pt x="149352" y="6096"/>
                  </a:lnTo>
                  <a:lnTo>
                    <a:pt x="148869" y="7467"/>
                  </a:lnTo>
                  <a:lnTo>
                    <a:pt x="144780" y="6096"/>
                  </a:lnTo>
                  <a:lnTo>
                    <a:pt x="3048" y="409956"/>
                  </a:lnTo>
                  <a:lnTo>
                    <a:pt x="0" y="417576"/>
                  </a:lnTo>
                  <a:lnTo>
                    <a:pt x="7620" y="417576"/>
                  </a:lnTo>
                  <a:lnTo>
                    <a:pt x="2493264" y="545592"/>
                  </a:lnTo>
                  <a:lnTo>
                    <a:pt x="2496312" y="545592"/>
                  </a:lnTo>
                  <a:lnTo>
                    <a:pt x="2499360" y="539496"/>
                  </a:lnTo>
                  <a:lnTo>
                    <a:pt x="2502027" y="531876"/>
                  </a:lnTo>
                  <a:lnTo>
                    <a:pt x="2641092" y="135636"/>
                  </a:lnTo>
                  <a:lnTo>
                    <a:pt x="2644140" y="128016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947147" y="2174760"/>
              <a:ext cx="2632075" cy="641985"/>
            </a:xfrm>
            <a:custGeom>
              <a:avLst/>
              <a:gdLst/>
              <a:ahLst/>
              <a:cxnLst/>
              <a:rect l="l" t="t" r="r" b="b"/>
              <a:pathLst>
                <a:path w="2632075" h="641985">
                  <a:moveTo>
                    <a:pt x="2503932" y="632447"/>
                  </a:moveTo>
                  <a:lnTo>
                    <a:pt x="2491105" y="544055"/>
                  </a:lnTo>
                  <a:lnTo>
                    <a:pt x="2490889" y="542531"/>
                  </a:lnTo>
                  <a:lnTo>
                    <a:pt x="2490444" y="539483"/>
                  </a:lnTo>
                  <a:lnTo>
                    <a:pt x="2490216" y="537959"/>
                  </a:lnTo>
                  <a:lnTo>
                    <a:pt x="2487168" y="534911"/>
                  </a:lnTo>
                  <a:lnTo>
                    <a:pt x="2484120" y="534911"/>
                  </a:lnTo>
                  <a:lnTo>
                    <a:pt x="221538" y="423659"/>
                  </a:lnTo>
                  <a:lnTo>
                    <a:pt x="97561" y="417563"/>
                  </a:lnTo>
                  <a:lnTo>
                    <a:pt x="4572" y="412991"/>
                  </a:lnTo>
                  <a:lnTo>
                    <a:pt x="3048" y="412991"/>
                  </a:lnTo>
                  <a:lnTo>
                    <a:pt x="0" y="416039"/>
                  </a:lnTo>
                  <a:lnTo>
                    <a:pt x="0" y="417563"/>
                  </a:lnTo>
                  <a:lnTo>
                    <a:pt x="13716" y="513575"/>
                  </a:lnTo>
                  <a:lnTo>
                    <a:pt x="13716" y="515099"/>
                  </a:lnTo>
                  <a:lnTo>
                    <a:pt x="16764" y="515099"/>
                  </a:lnTo>
                  <a:lnTo>
                    <a:pt x="16764" y="518147"/>
                  </a:lnTo>
                  <a:lnTo>
                    <a:pt x="18288" y="518147"/>
                  </a:lnTo>
                  <a:lnTo>
                    <a:pt x="2499360" y="641591"/>
                  </a:lnTo>
                  <a:lnTo>
                    <a:pt x="2500884" y="641591"/>
                  </a:lnTo>
                  <a:lnTo>
                    <a:pt x="2503932" y="638543"/>
                  </a:lnTo>
                  <a:lnTo>
                    <a:pt x="2503932" y="633971"/>
                  </a:lnTo>
                  <a:lnTo>
                    <a:pt x="2503932" y="632447"/>
                  </a:lnTo>
                  <a:close/>
                </a:path>
                <a:path w="2632075" h="641985">
                  <a:moveTo>
                    <a:pt x="2631960" y="205740"/>
                  </a:moveTo>
                  <a:lnTo>
                    <a:pt x="2631732" y="204216"/>
                  </a:lnTo>
                  <a:lnTo>
                    <a:pt x="2631516" y="202692"/>
                  </a:lnTo>
                  <a:lnTo>
                    <a:pt x="2629662" y="189928"/>
                  </a:lnTo>
                  <a:lnTo>
                    <a:pt x="2629662" y="207264"/>
                  </a:lnTo>
                  <a:lnTo>
                    <a:pt x="2627376" y="208788"/>
                  </a:lnTo>
                  <a:lnTo>
                    <a:pt x="2625852" y="207264"/>
                  </a:lnTo>
                  <a:lnTo>
                    <a:pt x="2629662" y="207264"/>
                  </a:lnTo>
                  <a:lnTo>
                    <a:pt x="2629662" y="189928"/>
                  </a:lnTo>
                  <a:lnTo>
                    <a:pt x="2619565" y="120396"/>
                  </a:lnTo>
                  <a:lnTo>
                    <a:pt x="2613025" y="120396"/>
                  </a:lnTo>
                  <a:lnTo>
                    <a:pt x="2612364" y="115824"/>
                  </a:lnTo>
                  <a:lnTo>
                    <a:pt x="2618905" y="115824"/>
                  </a:lnTo>
                  <a:lnTo>
                    <a:pt x="2618244" y="111252"/>
                  </a:lnTo>
                  <a:lnTo>
                    <a:pt x="2615184" y="109728"/>
                  </a:lnTo>
                  <a:lnTo>
                    <a:pt x="2612136" y="109728"/>
                  </a:lnTo>
                  <a:lnTo>
                    <a:pt x="2612136" y="111252"/>
                  </a:lnTo>
                  <a:lnTo>
                    <a:pt x="2612136" y="112776"/>
                  </a:lnTo>
                  <a:lnTo>
                    <a:pt x="2612136" y="114300"/>
                  </a:lnTo>
                  <a:lnTo>
                    <a:pt x="2611386" y="114274"/>
                  </a:lnTo>
                  <a:lnTo>
                    <a:pt x="2612136" y="112776"/>
                  </a:lnTo>
                  <a:lnTo>
                    <a:pt x="2612136" y="111252"/>
                  </a:lnTo>
                  <a:lnTo>
                    <a:pt x="2610612" y="112776"/>
                  </a:lnTo>
                  <a:lnTo>
                    <a:pt x="2612136" y="106680"/>
                  </a:lnTo>
                  <a:lnTo>
                    <a:pt x="111252" y="0"/>
                  </a:lnTo>
                  <a:lnTo>
                    <a:pt x="108204" y="0"/>
                  </a:lnTo>
                  <a:lnTo>
                    <a:pt x="111252" y="6096"/>
                  </a:lnTo>
                  <a:lnTo>
                    <a:pt x="111252" y="12192"/>
                  </a:lnTo>
                  <a:lnTo>
                    <a:pt x="109728" y="7620"/>
                  </a:lnTo>
                  <a:lnTo>
                    <a:pt x="108204" y="0"/>
                  </a:lnTo>
                  <a:lnTo>
                    <a:pt x="105156" y="3048"/>
                  </a:lnTo>
                  <a:lnTo>
                    <a:pt x="105156" y="9144"/>
                  </a:lnTo>
                  <a:lnTo>
                    <a:pt x="118872" y="103632"/>
                  </a:lnTo>
                  <a:lnTo>
                    <a:pt x="121920" y="106680"/>
                  </a:lnTo>
                  <a:lnTo>
                    <a:pt x="124968" y="106680"/>
                  </a:lnTo>
                  <a:lnTo>
                    <a:pt x="2625852" y="214884"/>
                  </a:lnTo>
                  <a:lnTo>
                    <a:pt x="2628912" y="211836"/>
                  </a:lnTo>
                  <a:lnTo>
                    <a:pt x="2631960" y="211836"/>
                  </a:lnTo>
                  <a:lnTo>
                    <a:pt x="2630436" y="210312"/>
                  </a:lnTo>
                  <a:lnTo>
                    <a:pt x="2631960" y="208788"/>
                  </a:lnTo>
                  <a:lnTo>
                    <a:pt x="2631960" y="20574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1292" y="2089403"/>
              <a:ext cx="306324" cy="50190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50435" y="1676399"/>
              <a:ext cx="85344" cy="277368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4018788" y="2695955"/>
              <a:ext cx="2402205" cy="666115"/>
            </a:xfrm>
            <a:custGeom>
              <a:avLst/>
              <a:gdLst/>
              <a:ahLst/>
              <a:cxnLst/>
              <a:rect l="l" t="t" r="r" b="b"/>
              <a:pathLst>
                <a:path w="2402204" h="666114">
                  <a:moveTo>
                    <a:pt x="208787" y="665987"/>
                  </a:moveTo>
                  <a:lnTo>
                    <a:pt x="36575" y="656843"/>
                  </a:lnTo>
                  <a:lnTo>
                    <a:pt x="0" y="0"/>
                  </a:lnTo>
                  <a:lnTo>
                    <a:pt x="1840992" y="64007"/>
                  </a:lnTo>
                  <a:lnTo>
                    <a:pt x="2046731" y="77724"/>
                  </a:lnTo>
                  <a:lnTo>
                    <a:pt x="2401824" y="91439"/>
                  </a:lnTo>
                  <a:lnTo>
                    <a:pt x="2391155" y="181356"/>
                  </a:lnTo>
                  <a:lnTo>
                    <a:pt x="1798320" y="150876"/>
                  </a:lnTo>
                  <a:lnTo>
                    <a:pt x="181355" y="91439"/>
                  </a:lnTo>
                  <a:lnTo>
                    <a:pt x="208787" y="665987"/>
                  </a:lnTo>
                  <a:close/>
                </a:path>
              </a:pathLst>
            </a:custGeom>
            <a:solidFill>
              <a:srgbClr val="7270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012691" y="2689859"/>
              <a:ext cx="2417445" cy="680085"/>
            </a:xfrm>
            <a:custGeom>
              <a:avLst/>
              <a:gdLst/>
              <a:ahLst/>
              <a:cxnLst/>
              <a:rect l="l" t="t" r="r" b="b"/>
              <a:pathLst>
                <a:path w="2417445" h="680085">
                  <a:moveTo>
                    <a:pt x="42671" y="669036"/>
                  </a:moveTo>
                  <a:lnTo>
                    <a:pt x="36576" y="669036"/>
                  </a:lnTo>
                  <a:lnTo>
                    <a:pt x="36576" y="662940"/>
                  </a:lnTo>
                  <a:lnTo>
                    <a:pt x="0" y="6095"/>
                  </a:lnTo>
                  <a:lnTo>
                    <a:pt x="0" y="0"/>
                  </a:lnTo>
                  <a:lnTo>
                    <a:pt x="6095" y="0"/>
                  </a:lnTo>
                  <a:lnTo>
                    <a:pt x="356760" y="12191"/>
                  </a:lnTo>
                  <a:lnTo>
                    <a:pt x="12191" y="12191"/>
                  </a:lnTo>
                  <a:lnTo>
                    <a:pt x="47243" y="658368"/>
                  </a:lnTo>
                  <a:lnTo>
                    <a:pt x="144170" y="662940"/>
                  </a:lnTo>
                  <a:lnTo>
                    <a:pt x="42671" y="662940"/>
                  </a:lnTo>
                  <a:lnTo>
                    <a:pt x="42671" y="669036"/>
                  </a:lnTo>
                  <a:close/>
                </a:path>
                <a:path w="2417445" h="680085">
                  <a:moveTo>
                    <a:pt x="1847088" y="76200"/>
                  </a:moveTo>
                  <a:lnTo>
                    <a:pt x="12191" y="12191"/>
                  </a:lnTo>
                  <a:lnTo>
                    <a:pt x="356760" y="12191"/>
                  </a:lnTo>
                  <a:lnTo>
                    <a:pt x="1847088" y="64008"/>
                  </a:lnTo>
                  <a:lnTo>
                    <a:pt x="1847088" y="76200"/>
                  </a:lnTo>
                  <a:close/>
                </a:path>
                <a:path w="2417445" h="680085">
                  <a:moveTo>
                    <a:pt x="2407895" y="150876"/>
                  </a:moveTo>
                  <a:lnTo>
                    <a:pt x="2394413" y="150876"/>
                  </a:lnTo>
                  <a:lnTo>
                    <a:pt x="2401824" y="103632"/>
                  </a:lnTo>
                  <a:lnTo>
                    <a:pt x="2052828" y="89916"/>
                  </a:lnTo>
                  <a:lnTo>
                    <a:pt x="1847088" y="76200"/>
                  </a:lnTo>
                  <a:lnTo>
                    <a:pt x="1847088" y="64008"/>
                  </a:lnTo>
                  <a:lnTo>
                    <a:pt x="2054352" y="79248"/>
                  </a:lnTo>
                  <a:lnTo>
                    <a:pt x="2407920" y="92964"/>
                  </a:lnTo>
                  <a:lnTo>
                    <a:pt x="2417064" y="92964"/>
                  </a:lnTo>
                  <a:lnTo>
                    <a:pt x="2414016" y="97536"/>
                  </a:lnTo>
                  <a:lnTo>
                    <a:pt x="2407895" y="150876"/>
                  </a:lnTo>
                  <a:close/>
                </a:path>
                <a:path w="2417445" h="680085">
                  <a:moveTo>
                    <a:pt x="222193" y="665988"/>
                  </a:moveTo>
                  <a:lnTo>
                    <a:pt x="208787" y="665988"/>
                  </a:lnTo>
                  <a:lnTo>
                    <a:pt x="181355" y="97536"/>
                  </a:lnTo>
                  <a:lnTo>
                    <a:pt x="181355" y="92964"/>
                  </a:lnTo>
                  <a:lnTo>
                    <a:pt x="187451" y="92964"/>
                  </a:lnTo>
                  <a:lnTo>
                    <a:pt x="187451" y="97536"/>
                  </a:lnTo>
                  <a:lnTo>
                    <a:pt x="315107" y="97536"/>
                  </a:lnTo>
                  <a:lnTo>
                    <a:pt x="485313" y="103632"/>
                  </a:lnTo>
                  <a:lnTo>
                    <a:pt x="193547" y="103632"/>
                  </a:lnTo>
                  <a:lnTo>
                    <a:pt x="222193" y="665988"/>
                  </a:lnTo>
                  <a:close/>
                </a:path>
                <a:path w="2417445" h="680085">
                  <a:moveTo>
                    <a:pt x="315107" y="97536"/>
                  </a:moveTo>
                  <a:lnTo>
                    <a:pt x="187451" y="97536"/>
                  </a:lnTo>
                  <a:lnTo>
                    <a:pt x="187451" y="92964"/>
                  </a:lnTo>
                  <a:lnTo>
                    <a:pt x="315107" y="97536"/>
                  </a:lnTo>
                  <a:close/>
                </a:path>
                <a:path w="2417445" h="680085">
                  <a:moveTo>
                    <a:pt x="1804416" y="161543"/>
                  </a:moveTo>
                  <a:lnTo>
                    <a:pt x="193547" y="103632"/>
                  </a:lnTo>
                  <a:lnTo>
                    <a:pt x="485313" y="103632"/>
                  </a:lnTo>
                  <a:lnTo>
                    <a:pt x="1804416" y="150876"/>
                  </a:lnTo>
                  <a:lnTo>
                    <a:pt x="1804416" y="161543"/>
                  </a:lnTo>
                  <a:close/>
                </a:path>
                <a:path w="2417445" h="680085">
                  <a:moveTo>
                    <a:pt x="2393457" y="156972"/>
                  </a:moveTo>
                  <a:lnTo>
                    <a:pt x="1921459" y="156972"/>
                  </a:lnTo>
                  <a:lnTo>
                    <a:pt x="1804416" y="150876"/>
                  </a:lnTo>
                  <a:lnTo>
                    <a:pt x="2394413" y="150876"/>
                  </a:lnTo>
                  <a:lnTo>
                    <a:pt x="2393457" y="156972"/>
                  </a:lnTo>
                  <a:close/>
                </a:path>
                <a:path w="2417445" h="680085">
                  <a:moveTo>
                    <a:pt x="2394204" y="192024"/>
                  </a:moveTo>
                  <a:lnTo>
                    <a:pt x="1804416" y="161543"/>
                  </a:lnTo>
                  <a:lnTo>
                    <a:pt x="1804416" y="156972"/>
                  </a:lnTo>
                  <a:lnTo>
                    <a:pt x="1921459" y="156972"/>
                  </a:lnTo>
                  <a:lnTo>
                    <a:pt x="2389632" y="181356"/>
                  </a:lnTo>
                  <a:lnTo>
                    <a:pt x="2404397" y="181356"/>
                  </a:lnTo>
                  <a:lnTo>
                    <a:pt x="2403522" y="188976"/>
                  </a:lnTo>
                  <a:lnTo>
                    <a:pt x="2395728" y="188976"/>
                  </a:lnTo>
                  <a:lnTo>
                    <a:pt x="2394204" y="192024"/>
                  </a:lnTo>
                  <a:close/>
                </a:path>
                <a:path w="2417445" h="680085">
                  <a:moveTo>
                    <a:pt x="2404397" y="181356"/>
                  </a:moveTo>
                  <a:lnTo>
                    <a:pt x="2389632" y="181356"/>
                  </a:lnTo>
                  <a:lnTo>
                    <a:pt x="2393457" y="156972"/>
                  </a:lnTo>
                  <a:lnTo>
                    <a:pt x="2407195" y="156972"/>
                  </a:lnTo>
                  <a:lnTo>
                    <a:pt x="2404397" y="181356"/>
                  </a:lnTo>
                  <a:close/>
                </a:path>
                <a:path w="2417445" h="680085">
                  <a:moveTo>
                    <a:pt x="2400300" y="195072"/>
                  </a:moveTo>
                  <a:lnTo>
                    <a:pt x="2394204" y="192024"/>
                  </a:lnTo>
                  <a:lnTo>
                    <a:pt x="2395728" y="188976"/>
                  </a:lnTo>
                  <a:lnTo>
                    <a:pt x="2403522" y="188976"/>
                  </a:lnTo>
                  <a:lnTo>
                    <a:pt x="2403348" y="190500"/>
                  </a:lnTo>
                  <a:lnTo>
                    <a:pt x="2400300" y="195072"/>
                  </a:lnTo>
                  <a:close/>
                </a:path>
                <a:path w="2417445" h="680085">
                  <a:moveTo>
                    <a:pt x="222503" y="679704"/>
                  </a:moveTo>
                  <a:lnTo>
                    <a:pt x="214883" y="676656"/>
                  </a:lnTo>
                  <a:lnTo>
                    <a:pt x="42671" y="669036"/>
                  </a:lnTo>
                  <a:lnTo>
                    <a:pt x="42671" y="662940"/>
                  </a:lnTo>
                  <a:lnTo>
                    <a:pt x="144170" y="662940"/>
                  </a:lnTo>
                  <a:lnTo>
                    <a:pt x="208787" y="665988"/>
                  </a:lnTo>
                  <a:lnTo>
                    <a:pt x="222193" y="665988"/>
                  </a:lnTo>
                  <a:lnTo>
                    <a:pt x="222503" y="672084"/>
                  </a:lnTo>
                  <a:lnTo>
                    <a:pt x="222503" y="67970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088879" y="2773679"/>
              <a:ext cx="50800" cy="585470"/>
            </a:xfrm>
            <a:custGeom>
              <a:avLst/>
              <a:gdLst/>
              <a:ahLst/>
              <a:cxnLst/>
              <a:rect l="l" t="t" r="r" b="b"/>
              <a:pathLst>
                <a:path w="50800" h="585470">
                  <a:moveTo>
                    <a:pt x="47244" y="565404"/>
                  </a:moveTo>
                  <a:lnTo>
                    <a:pt x="46951" y="556260"/>
                  </a:lnTo>
                  <a:lnTo>
                    <a:pt x="46913" y="554736"/>
                  </a:lnTo>
                  <a:lnTo>
                    <a:pt x="46812" y="551688"/>
                  </a:lnTo>
                  <a:lnTo>
                    <a:pt x="30480" y="42672"/>
                  </a:lnTo>
                  <a:lnTo>
                    <a:pt x="27432" y="39624"/>
                  </a:lnTo>
                  <a:lnTo>
                    <a:pt x="13716" y="21336"/>
                  </a:lnTo>
                  <a:lnTo>
                    <a:pt x="13716" y="19812"/>
                  </a:lnTo>
                  <a:lnTo>
                    <a:pt x="12192" y="19812"/>
                  </a:lnTo>
                  <a:lnTo>
                    <a:pt x="10668" y="16764"/>
                  </a:lnTo>
                  <a:lnTo>
                    <a:pt x="6096" y="19812"/>
                  </a:lnTo>
                  <a:lnTo>
                    <a:pt x="4584" y="19812"/>
                  </a:lnTo>
                  <a:lnTo>
                    <a:pt x="10668" y="16764"/>
                  </a:lnTo>
                  <a:lnTo>
                    <a:pt x="0" y="0"/>
                  </a:lnTo>
                  <a:lnTo>
                    <a:pt x="50" y="21336"/>
                  </a:lnTo>
                  <a:lnTo>
                    <a:pt x="16764" y="551688"/>
                  </a:lnTo>
                  <a:lnTo>
                    <a:pt x="16764" y="554736"/>
                  </a:lnTo>
                  <a:lnTo>
                    <a:pt x="19812" y="554736"/>
                  </a:lnTo>
                  <a:lnTo>
                    <a:pt x="21336" y="551688"/>
                  </a:lnTo>
                  <a:lnTo>
                    <a:pt x="22098" y="552450"/>
                  </a:lnTo>
                  <a:lnTo>
                    <a:pt x="19812" y="554736"/>
                  </a:lnTo>
                  <a:lnTo>
                    <a:pt x="35052" y="571500"/>
                  </a:lnTo>
                  <a:lnTo>
                    <a:pt x="41148" y="571500"/>
                  </a:lnTo>
                  <a:lnTo>
                    <a:pt x="47244" y="571500"/>
                  </a:lnTo>
                  <a:lnTo>
                    <a:pt x="47244" y="565404"/>
                  </a:lnTo>
                  <a:close/>
                </a:path>
                <a:path w="50800" h="585470">
                  <a:moveTo>
                    <a:pt x="50292" y="585216"/>
                  </a:moveTo>
                  <a:lnTo>
                    <a:pt x="47929" y="574548"/>
                  </a:lnTo>
                  <a:lnTo>
                    <a:pt x="38100" y="574548"/>
                  </a:lnTo>
                  <a:lnTo>
                    <a:pt x="50292" y="585216"/>
                  </a:lnTo>
                  <a:close/>
                </a:path>
              </a:pathLst>
            </a:custGeom>
            <a:solidFill>
              <a:srgbClr val="3834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099559" y="2779775"/>
              <a:ext cx="121920" cy="186055"/>
            </a:xfrm>
            <a:custGeom>
              <a:avLst/>
              <a:gdLst/>
              <a:ahLst/>
              <a:cxnLst/>
              <a:rect l="l" t="t" r="r" b="b"/>
              <a:pathLst>
                <a:path w="121920" h="186055">
                  <a:moveTo>
                    <a:pt x="121920" y="185927"/>
                  </a:moveTo>
                  <a:lnTo>
                    <a:pt x="0" y="172212"/>
                  </a:lnTo>
                  <a:lnTo>
                    <a:pt x="0" y="0"/>
                  </a:lnTo>
                  <a:lnTo>
                    <a:pt x="121920" y="13716"/>
                  </a:lnTo>
                  <a:lnTo>
                    <a:pt x="121920" y="185927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093464" y="2770631"/>
              <a:ext cx="134620" cy="204470"/>
            </a:xfrm>
            <a:custGeom>
              <a:avLst/>
              <a:gdLst/>
              <a:ahLst/>
              <a:cxnLst/>
              <a:rect l="l" t="t" r="r" b="b"/>
              <a:pathLst>
                <a:path w="134620" h="204469">
                  <a:moveTo>
                    <a:pt x="124968" y="201168"/>
                  </a:moveTo>
                  <a:lnTo>
                    <a:pt x="6096" y="187452"/>
                  </a:lnTo>
                  <a:lnTo>
                    <a:pt x="0" y="187452"/>
                  </a:lnTo>
                  <a:lnTo>
                    <a:pt x="0" y="0"/>
                  </a:lnTo>
                  <a:lnTo>
                    <a:pt x="6096" y="0"/>
                  </a:lnTo>
                  <a:lnTo>
                    <a:pt x="116932" y="15240"/>
                  </a:lnTo>
                  <a:lnTo>
                    <a:pt x="12192" y="15240"/>
                  </a:lnTo>
                  <a:lnTo>
                    <a:pt x="12192" y="176784"/>
                  </a:lnTo>
                  <a:lnTo>
                    <a:pt x="123444" y="188976"/>
                  </a:lnTo>
                  <a:lnTo>
                    <a:pt x="134112" y="188976"/>
                  </a:lnTo>
                  <a:lnTo>
                    <a:pt x="134112" y="195072"/>
                  </a:lnTo>
                  <a:lnTo>
                    <a:pt x="126492" y="195072"/>
                  </a:lnTo>
                  <a:lnTo>
                    <a:pt x="124968" y="201168"/>
                  </a:lnTo>
                  <a:close/>
                </a:path>
                <a:path w="134620" h="204469">
                  <a:moveTo>
                    <a:pt x="134112" y="188976"/>
                  </a:moveTo>
                  <a:lnTo>
                    <a:pt x="123444" y="188976"/>
                  </a:lnTo>
                  <a:lnTo>
                    <a:pt x="123444" y="27432"/>
                  </a:lnTo>
                  <a:lnTo>
                    <a:pt x="12192" y="15240"/>
                  </a:lnTo>
                  <a:lnTo>
                    <a:pt x="116932" y="15240"/>
                  </a:lnTo>
                  <a:lnTo>
                    <a:pt x="128016" y="16764"/>
                  </a:lnTo>
                  <a:lnTo>
                    <a:pt x="126492" y="22860"/>
                  </a:lnTo>
                  <a:lnTo>
                    <a:pt x="134112" y="22860"/>
                  </a:lnTo>
                  <a:lnTo>
                    <a:pt x="134112" y="188976"/>
                  </a:lnTo>
                  <a:close/>
                </a:path>
                <a:path w="134620" h="204469">
                  <a:moveTo>
                    <a:pt x="134112" y="22860"/>
                  </a:moveTo>
                  <a:lnTo>
                    <a:pt x="128016" y="22860"/>
                  </a:lnTo>
                  <a:lnTo>
                    <a:pt x="128016" y="16764"/>
                  </a:lnTo>
                  <a:lnTo>
                    <a:pt x="134112" y="16764"/>
                  </a:lnTo>
                  <a:lnTo>
                    <a:pt x="134112" y="22860"/>
                  </a:lnTo>
                  <a:close/>
                </a:path>
                <a:path w="134620" h="204469">
                  <a:moveTo>
                    <a:pt x="134112" y="204216"/>
                  </a:moveTo>
                  <a:lnTo>
                    <a:pt x="124968" y="201168"/>
                  </a:lnTo>
                  <a:lnTo>
                    <a:pt x="128016" y="195072"/>
                  </a:lnTo>
                  <a:lnTo>
                    <a:pt x="134112" y="195072"/>
                  </a:lnTo>
                  <a:lnTo>
                    <a:pt x="134112" y="204216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133087" y="2816351"/>
              <a:ext cx="44450" cy="52069"/>
            </a:xfrm>
            <a:custGeom>
              <a:avLst/>
              <a:gdLst/>
              <a:ahLst/>
              <a:cxnLst/>
              <a:rect l="l" t="t" r="r" b="b"/>
              <a:pathLst>
                <a:path w="44450" h="52069">
                  <a:moveTo>
                    <a:pt x="22859" y="51816"/>
                  </a:moveTo>
                  <a:lnTo>
                    <a:pt x="13715" y="48768"/>
                  </a:lnTo>
                  <a:lnTo>
                    <a:pt x="6095" y="44196"/>
                  </a:lnTo>
                  <a:lnTo>
                    <a:pt x="0" y="35052"/>
                  </a:lnTo>
                  <a:lnTo>
                    <a:pt x="0" y="16764"/>
                  </a:lnTo>
                  <a:lnTo>
                    <a:pt x="6095" y="7620"/>
                  </a:lnTo>
                  <a:lnTo>
                    <a:pt x="13715" y="1524"/>
                  </a:lnTo>
                  <a:lnTo>
                    <a:pt x="22859" y="0"/>
                  </a:lnTo>
                  <a:lnTo>
                    <a:pt x="30479" y="1524"/>
                  </a:lnTo>
                  <a:lnTo>
                    <a:pt x="36575" y="7620"/>
                  </a:lnTo>
                  <a:lnTo>
                    <a:pt x="41147" y="16764"/>
                  </a:lnTo>
                  <a:lnTo>
                    <a:pt x="44195" y="27432"/>
                  </a:lnTo>
                  <a:lnTo>
                    <a:pt x="41147" y="35052"/>
                  </a:lnTo>
                  <a:lnTo>
                    <a:pt x="36575" y="44196"/>
                  </a:lnTo>
                  <a:lnTo>
                    <a:pt x="30479" y="48768"/>
                  </a:lnTo>
                  <a:lnTo>
                    <a:pt x="22859" y="51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709672" y="1952256"/>
              <a:ext cx="1606550" cy="920750"/>
            </a:xfrm>
            <a:custGeom>
              <a:avLst/>
              <a:gdLst/>
              <a:ahLst/>
              <a:cxnLst/>
              <a:rect l="l" t="t" r="r" b="b"/>
              <a:pathLst>
                <a:path w="1606550" h="920750">
                  <a:moveTo>
                    <a:pt x="54851" y="141719"/>
                  </a:moveTo>
                  <a:lnTo>
                    <a:pt x="6083" y="117335"/>
                  </a:lnTo>
                  <a:lnTo>
                    <a:pt x="0" y="124968"/>
                  </a:lnTo>
                  <a:lnTo>
                    <a:pt x="50292" y="153911"/>
                  </a:lnTo>
                  <a:lnTo>
                    <a:pt x="54851" y="141719"/>
                  </a:lnTo>
                  <a:close/>
                </a:path>
                <a:path w="1606550" h="920750">
                  <a:moveTo>
                    <a:pt x="97536" y="164592"/>
                  </a:moveTo>
                  <a:lnTo>
                    <a:pt x="86868" y="158496"/>
                  </a:lnTo>
                  <a:lnTo>
                    <a:pt x="80759" y="170688"/>
                  </a:lnTo>
                  <a:lnTo>
                    <a:pt x="91427" y="175260"/>
                  </a:lnTo>
                  <a:lnTo>
                    <a:pt x="97536" y="164592"/>
                  </a:lnTo>
                  <a:close/>
                </a:path>
                <a:path w="1606550" h="920750">
                  <a:moveTo>
                    <a:pt x="178308" y="208788"/>
                  </a:moveTo>
                  <a:lnTo>
                    <a:pt x="128016" y="181343"/>
                  </a:lnTo>
                  <a:lnTo>
                    <a:pt x="121907" y="192011"/>
                  </a:lnTo>
                  <a:lnTo>
                    <a:pt x="172199" y="217919"/>
                  </a:lnTo>
                  <a:lnTo>
                    <a:pt x="178308" y="208788"/>
                  </a:lnTo>
                  <a:close/>
                </a:path>
                <a:path w="1606550" h="920750">
                  <a:moveTo>
                    <a:pt x="219443" y="228600"/>
                  </a:moveTo>
                  <a:lnTo>
                    <a:pt x="208775" y="222504"/>
                  </a:lnTo>
                  <a:lnTo>
                    <a:pt x="202692" y="234696"/>
                  </a:lnTo>
                  <a:lnTo>
                    <a:pt x="213360" y="239268"/>
                  </a:lnTo>
                  <a:lnTo>
                    <a:pt x="219443" y="228600"/>
                  </a:lnTo>
                  <a:close/>
                </a:path>
                <a:path w="1606550" h="920750">
                  <a:moveTo>
                    <a:pt x="303276" y="272796"/>
                  </a:moveTo>
                  <a:lnTo>
                    <a:pt x="249936" y="245364"/>
                  </a:lnTo>
                  <a:lnTo>
                    <a:pt x="245351" y="256019"/>
                  </a:lnTo>
                  <a:lnTo>
                    <a:pt x="297167" y="283464"/>
                  </a:lnTo>
                  <a:lnTo>
                    <a:pt x="303276" y="272796"/>
                  </a:lnTo>
                  <a:close/>
                </a:path>
                <a:path w="1606550" h="920750">
                  <a:moveTo>
                    <a:pt x="341376" y="295643"/>
                  </a:moveTo>
                  <a:lnTo>
                    <a:pt x="333743" y="289560"/>
                  </a:lnTo>
                  <a:lnTo>
                    <a:pt x="327660" y="298704"/>
                  </a:lnTo>
                  <a:lnTo>
                    <a:pt x="336791" y="303276"/>
                  </a:lnTo>
                  <a:lnTo>
                    <a:pt x="341376" y="295643"/>
                  </a:lnTo>
                  <a:close/>
                </a:path>
                <a:path w="1606550" h="920750">
                  <a:moveTo>
                    <a:pt x="425183" y="336804"/>
                  </a:moveTo>
                  <a:lnTo>
                    <a:pt x="371843" y="309372"/>
                  </a:lnTo>
                  <a:lnTo>
                    <a:pt x="367284" y="320027"/>
                  </a:lnTo>
                  <a:lnTo>
                    <a:pt x="419100" y="348996"/>
                  </a:lnTo>
                  <a:lnTo>
                    <a:pt x="425183" y="336804"/>
                  </a:lnTo>
                  <a:close/>
                </a:path>
                <a:path w="1606550" h="920750">
                  <a:moveTo>
                    <a:pt x="466344" y="359664"/>
                  </a:moveTo>
                  <a:lnTo>
                    <a:pt x="455676" y="353568"/>
                  </a:lnTo>
                  <a:lnTo>
                    <a:pt x="451091" y="364223"/>
                  </a:lnTo>
                  <a:lnTo>
                    <a:pt x="461759" y="370319"/>
                  </a:lnTo>
                  <a:lnTo>
                    <a:pt x="466344" y="359664"/>
                  </a:lnTo>
                  <a:close/>
                </a:path>
                <a:path w="1606550" h="920750">
                  <a:moveTo>
                    <a:pt x="547116" y="400799"/>
                  </a:moveTo>
                  <a:lnTo>
                    <a:pt x="498335" y="376415"/>
                  </a:lnTo>
                  <a:lnTo>
                    <a:pt x="492252" y="384035"/>
                  </a:lnTo>
                  <a:lnTo>
                    <a:pt x="542544" y="413004"/>
                  </a:lnTo>
                  <a:lnTo>
                    <a:pt x="547116" y="400799"/>
                  </a:lnTo>
                  <a:close/>
                </a:path>
                <a:path w="1606550" h="920750">
                  <a:moveTo>
                    <a:pt x="589775" y="423672"/>
                  </a:moveTo>
                  <a:lnTo>
                    <a:pt x="577583" y="417576"/>
                  </a:lnTo>
                  <a:lnTo>
                    <a:pt x="573024" y="429768"/>
                  </a:lnTo>
                  <a:lnTo>
                    <a:pt x="583692" y="434327"/>
                  </a:lnTo>
                  <a:lnTo>
                    <a:pt x="589775" y="423672"/>
                  </a:lnTo>
                  <a:close/>
                </a:path>
                <a:path w="1606550" h="920750">
                  <a:moveTo>
                    <a:pt x="670560" y="467868"/>
                  </a:moveTo>
                  <a:lnTo>
                    <a:pt x="620268" y="440423"/>
                  </a:lnTo>
                  <a:lnTo>
                    <a:pt x="614159" y="451104"/>
                  </a:lnTo>
                  <a:lnTo>
                    <a:pt x="664451" y="476999"/>
                  </a:lnTo>
                  <a:lnTo>
                    <a:pt x="670560" y="467868"/>
                  </a:lnTo>
                  <a:close/>
                </a:path>
                <a:path w="1606550" h="920750">
                  <a:moveTo>
                    <a:pt x="711708" y="487680"/>
                  </a:moveTo>
                  <a:lnTo>
                    <a:pt x="701027" y="484619"/>
                  </a:lnTo>
                  <a:lnTo>
                    <a:pt x="697992" y="493763"/>
                  </a:lnTo>
                  <a:lnTo>
                    <a:pt x="705599" y="498335"/>
                  </a:lnTo>
                  <a:lnTo>
                    <a:pt x="711708" y="487680"/>
                  </a:lnTo>
                  <a:close/>
                </a:path>
                <a:path w="1606550" h="920750">
                  <a:moveTo>
                    <a:pt x="795528" y="531863"/>
                  </a:moveTo>
                  <a:lnTo>
                    <a:pt x="742175" y="504444"/>
                  </a:lnTo>
                  <a:lnTo>
                    <a:pt x="736092" y="515112"/>
                  </a:lnTo>
                  <a:lnTo>
                    <a:pt x="789419" y="542544"/>
                  </a:lnTo>
                  <a:lnTo>
                    <a:pt x="795528" y="531863"/>
                  </a:lnTo>
                  <a:close/>
                </a:path>
                <a:path w="1606550" h="920750">
                  <a:moveTo>
                    <a:pt x="833628" y="554736"/>
                  </a:moveTo>
                  <a:lnTo>
                    <a:pt x="826008" y="548627"/>
                  </a:lnTo>
                  <a:lnTo>
                    <a:pt x="819899" y="557771"/>
                  </a:lnTo>
                  <a:lnTo>
                    <a:pt x="829043" y="562343"/>
                  </a:lnTo>
                  <a:lnTo>
                    <a:pt x="833628" y="554736"/>
                  </a:lnTo>
                  <a:close/>
                </a:path>
                <a:path w="1606550" h="920750">
                  <a:moveTo>
                    <a:pt x="917435" y="595871"/>
                  </a:moveTo>
                  <a:lnTo>
                    <a:pt x="864108" y="571487"/>
                  </a:lnTo>
                  <a:lnTo>
                    <a:pt x="861060" y="579120"/>
                  </a:lnTo>
                  <a:lnTo>
                    <a:pt x="911352" y="606552"/>
                  </a:lnTo>
                  <a:lnTo>
                    <a:pt x="917435" y="595871"/>
                  </a:lnTo>
                  <a:close/>
                </a:path>
                <a:path w="1606550" h="920750">
                  <a:moveTo>
                    <a:pt x="958583" y="618744"/>
                  </a:moveTo>
                  <a:lnTo>
                    <a:pt x="947928" y="612635"/>
                  </a:lnTo>
                  <a:lnTo>
                    <a:pt x="941819" y="623303"/>
                  </a:lnTo>
                  <a:lnTo>
                    <a:pt x="954024" y="629412"/>
                  </a:lnTo>
                  <a:lnTo>
                    <a:pt x="958583" y="618744"/>
                  </a:lnTo>
                  <a:close/>
                </a:path>
                <a:path w="1606550" h="920750">
                  <a:moveTo>
                    <a:pt x="1039368" y="659879"/>
                  </a:moveTo>
                  <a:lnTo>
                    <a:pt x="989076" y="635495"/>
                  </a:lnTo>
                  <a:lnTo>
                    <a:pt x="984491" y="643128"/>
                  </a:lnTo>
                  <a:lnTo>
                    <a:pt x="1034783" y="672071"/>
                  </a:lnTo>
                  <a:lnTo>
                    <a:pt x="1039368" y="659879"/>
                  </a:lnTo>
                  <a:close/>
                </a:path>
                <a:path w="1606550" h="920750">
                  <a:moveTo>
                    <a:pt x="1082027" y="682752"/>
                  </a:moveTo>
                  <a:lnTo>
                    <a:pt x="1069835" y="676643"/>
                  </a:lnTo>
                  <a:lnTo>
                    <a:pt x="1065276" y="687311"/>
                  </a:lnTo>
                  <a:lnTo>
                    <a:pt x="1075944" y="693420"/>
                  </a:lnTo>
                  <a:lnTo>
                    <a:pt x="1082027" y="682752"/>
                  </a:lnTo>
                  <a:close/>
                </a:path>
                <a:path w="1606550" h="920750">
                  <a:moveTo>
                    <a:pt x="1161275" y="726935"/>
                  </a:moveTo>
                  <a:lnTo>
                    <a:pt x="1112507" y="699503"/>
                  </a:lnTo>
                  <a:lnTo>
                    <a:pt x="1106424" y="710171"/>
                  </a:lnTo>
                  <a:lnTo>
                    <a:pt x="1159751" y="736079"/>
                  </a:lnTo>
                  <a:lnTo>
                    <a:pt x="1161275" y="726935"/>
                  </a:lnTo>
                  <a:close/>
                </a:path>
                <a:path w="1606550" h="920750">
                  <a:moveTo>
                    <a:pt x="1203960" y="746747"/>
                  </a:moveTo>
                  <a:lnTo>
                    <a:pt x="1194816" y="743712"/>
                  </a:lnTo>
                  <a:lnTo>
                    <a:pt x="1190244" y="752843"/>
                  </a:lnTo>
                  <a:lnTo>
                    <a:pt x="1197851" y="757428"/>
                  </a:lnTo>
                  <a:lnTo>
                    <a:pt x="1203960" y="746747"/>
                  </a:lnTo>
                  <a:close/>
                </a:path>
                <a:path w="1606550" h="920750">
                  <a:moveTo>
                    <a:pt x="1287767" y="790943"/>
                  </a:moveTo>
                  <a:lnTo>
                    <a:pt x="1234427" y="763511"/>
                  </a:lnTo>
                  <a:lnTo>
                    <a:pt x="1228344" y="774179"/>
                  </a:lnTo>
                  <a:lnTo>
                    <a:pt x="1281684" y="801611"/>
                  </a:lnTo>
                  <a:lnTo>
                    <a:pt x="1287767" y="790943"/>
                  </a:lnTo>
                  <a:close/>
                </a:path>
                <a:path w="1606550" h="920750">
                  <a:moveTo>
                    <a:pt x="1325867" y="813803"/>
                  </a:moveTo>
                  <a:lnTo>
                    <a:pt x="1318260" y="807720"/>
                  </a:lnTo>
                  <a:lnTo>
                    <a:pt x="1312151" y="816864"/>
                  </a:lnTo>
                  <a:lnTo>
                    <a:pt x="1322819" y="821436"/>
                  </a:lnTo>
                  <a:lnTo>
                    <a:pt x="1325867" y="813803"/>
                  </a:lnTo>
                  <a:close/>
                </a:path>
                <a:path w="1606550" h="920750">
                  <a:moveTo>
                    <a:pt x="1409700" y="854964"/>
                  </a:moveTo>
                  <a:lnTo>
                    <a:pt x="1359408" y="830580"/>
                  </a:lnTo>
                  <a:lnTo>
                    <a:pt x="1353299" y="838187"/>
                  </a:lnTo>
                  <a:lnTo>
                    <a:pt x="1403591" y="865619"/>
                  </a:lnTo>
                  <a:lnTo>
                    <a:pt x="1409700" y="854964"/>
                  </a:lnTo>
                  <a:close/>
                </a:path>
                <a:path w="1606550" h="920750">
                  <a:moveTo>
                    <a:pt x="1470660" y="891540"/>
                  </a:moveTo>
                  <a:lnTo>
                    <a:pt x="1467612" y="879348"/>
                  </a:lnTo>
                  <a:lnTo>
                    <a:pt x="1464564" y="874776"/>
                  </a:lnTo>
                  <a:lnTo>
                    <a:pt x="1464564" y="891540"/>
                  </a:lnTo>
                  <a:lnTo>
                    <a:pt x="1463865" y="894994"/>
                  </a:lnTo>
                  <a:lnTo>
                    <a:pt x="1459992" y="893051"/>
                  </a:lnTo>
                  <a:lnTo>
                    <a:pt x="1459382" y="892860"/>
                  </a:lnTo>
                  <a:lnTo>
                    <a:pt x="1459382" y="903719"/>
                  </a:lnTo>
                  <a:lnTo>
                    <a:pt x="1456944" y="906780"/>
                  </a:lnTo>
                  <a:lnTo>
                    <a:pt x="1452372" y="911352"/>
                  </a:lnTo>
                  <a:lnTo>
                    <a:pt x="1445514" y="913307"/>
                  </a:lnTo>
                  <a:lnTo>
                    <a:pt x="1438656" y="911352"/>
                  </a:lnTo>
                  <a:lnTo>
                    <a:pt x="1431036" y="906780"/>
                  </a:lnTo>
                  <a:lnTo>
                    <a:pt x="1426464" y="899160"/>
                  </a:lnTo>
                  <a:lnTo>
                    <a:pt x="1426464" y="894575"/>
                  </a:lnTo>
                  <a:lnTo>
                    <a:pt x="1427988" y="896099"/>
                  </a:lnTo>
                  <a:lnTo>
                    <a:pt x="1456944" y="903719"/>
                  </a:lnTo>
                  <a:lnTo>
                    <a:pt x="1459382" y="903719"/>
                  </a:lnTo>
                  <a:lnTo>
                    <a:pt x="1459382" y="892860"/>
                  </a:lnTo>
                  <a:lnTo>
                    <a:pt x="1432560" y="884389"/>
                  </a:lnTo>
                  <a:lnTo>
                    <a:pt x="1432560" y="883907"/>
                  </a:lnTo>
                  <a:lnTo>
                    <a:pt x="1431036" y="883907"/>
                  </a:lnTo>
                  <a:lnTo>
                    <a:pt x="1426464" y="883907"/>
                  </a:lnTo>
                  <a:lnTo>
                    <a:pt x="1426464" y="880872"/>
                  </a:lnTo>
                  <a:lnTo>
                    <a:pt x="1431036" y="873252"/>
                  </a:lnTo>
                  <a:lnTo>
                    <a:pt x="1438656" y="868680"/>
                  </a:lnTo>
                  <a:lnTo>
                    <a:pt x="1446276" y="867156"/>
                  </a:lnTo>
                  <a:lnTo>
                    <a:pt x="1452372" y="868680"/>
                  </a:lnTo>
                  <a:lnTo>
                    <a:pt x="1456944" y="873252"/>
                  </a:lnTo>
                  <a:lnTo>
                    <a:pt x="1463040" y="880872"/>
                  </a:lnTo>
                  <a:lnTo>
                    <a:pt x="1464564" y="891540"/>
                  </a:lnTo>
                  <a:lnTo>
                    <a:pt x="1464564" y="874776"/>
                  </a:lnTo>
                  <a:lnTo>
                    <a:pt x="1461516" y="870204"/>
                  </a:lnTo>
                  <a:lnTo>
                    <a:pt x="1458468" y="867156"/>
                  </a:lnTo>
                  <a:lnTo>
                    <a:pt x="1455420" y="864108"/>
                  </a:lnTo>
                  <a:lnTo>
                    <a:pt x="1446276" y="861060"/>
                  </a:lnTo>
                  <a:lnTo>
                    <a:pt x="1435608" y="864108"/>
                  </a:lnTo>
                  <a:lnTo>
                    <a:pt x="1426464" y="870204"/>
                  </a:lnTo>
                  <a:lnTo>
                    <a:pt x="1420368" y="879348"/>
                  </a:lnTo>
                  <a:lnTo>
                    <a:pt x="1420368" y="900684"/>
                  </a:lnTo>
                  <a:lnTo>
                    <a:pt x="1426464" y="909828"/>
                  </a:lnTo>
                  <a:lnTo>
                    <a:pt x="1435608" y="915924"/>
                  </a:lnTo>
                  <a:lnTo>
                    <a:pt x="1442745" y="918603"/>
                  </a:lnTo>
                  <a:lnTo>
                    <a:pt x="1442847" y="918972"/>
                  </a:lnTo>
                  <a:lnTo>
                    <a:pt x="1443228" y="920496"/>
                  </a:lnTo>
                  <a:lnTo>
                    <a:pt x="1445183" y="919505"/>
                  </a:lnTo>
                  <a:lnTo>
                    <a:pt x="1447800" y="920496"/>
                  </a:lnTo>
                  <a:lnTo>
                    <a:pt x="1448346" y="918273"/>
                  </a:lnTo>
                  <a:lnTo>
                    <a:pt x="1455420" y="915924"/>
                  </a:lnTo>
                  <a:lnTo>
                    <a:pt x="1461516" y="909828"/>
                  </a:lnTo>
                  <a:lnTo>
                    <a:pt x="1467612" y="900684"/>
                  </a:lnTo>
                  <a:lnTo>
                    <a:pt x="1470660" y="891540"/>
                  </a:lnTo>
                  <a:close/>
                </a:path>
                <a:path w="1606550" h="920750">
                  <a:moveTo>
                    <a:pt x="1598663" y="94488"/>
                  </a:moveTo>
                  <a:lnTo>
                    <a:pt x="1595615" y="86868"/>
                  </a:lnTo>
                  <a:lnTo>
                    <a:pt x="1589519" y="73152"/>
                  </a:lnTo>
                  <a:lnTo>
                    <a:pt x="1587995" y="70104"/>
                  </a:lnTo>
                  <a:lnTo>
                    <a:pt x="1587995" y="67056"/>
                  </a:lnTo>
                  <a:lnTo>
                    <a:pt x="1584947" y="60960"/>
                  </a:lnTo>
                  <a:lnTo>
                    <a:pt x="1584947" y="33528"/>
                  </a:lnTo>
                  <a:lnTo>
                    <a:pt x="1584947" y="16764"/>
                  </a:lnTo>
                  <a:lnTo>
                    <a:pt x="1587995" y="10668"/>
                  </a:lnTo>
                  <a:lnTo>
                    <a:pt x="1587995" y="0"/>
                  </a:lnTo>
                  <a:lnTo>
                    <a:pt x="1575803" y="0"/>
                  </a:lnTo>
                  <a:lnTo>
                    <a:pt x="1575803" y="10668"/>
                  </a:lnTo>
                  <a:lnTo>
                    <a:pt x="1572755" y="16764"/>
                  </a:lnTo>
                  <a:lnTo>
                    <a:pt x="1572755" y="30480"/>
                  </a:lnTo>
                  <a:lnTo>
                    <a:pt x="1572755" y="33528"/>
                  </a:lnTo>
                  <a:lnTo>
                    <a:pt x="1571231" y="36576"/>
                  </a:lnTo>
                  <a:lnTo>
                    <a:pt x="1571231" y="39624"/>
                  </a:lnTo>
                  <a:lnTo>
                    <a:pt x="1572755" y="41148"/>
                  </a:lnTo>
                  <a:lnTo>
                    <a:pt x="1572755" y="64008"/>
                  </a:lnTo>
                  <a:lnTo>
                    <a:pt x="1575803" y="73152"/>
                  </a:lnTo>
                  <a:lnTo>
                    <a:pt x="1575803" y="74676"/>
                  </a:lnTo>
                  <a:lnTo>
                    <a:pt x="1578851" y="77724"/>
                  </a:lnTo>
                  <a:lnTo>
                    <a:pt x="1584947" y="91440"/>
                  </a:lnTo>
                  <a:lnTo>
                    <a:pt x="1589519" y="103632"/>
                  </a:lnTo>
                  <a:lnTo>
                    <a:pt x="1592567" y="103632"/>
                  </a:lnTo>
                  <a:lnTo>
                    <a:pt x="1595615" y="97536"/>
                  </a:lnTo>
                  <a:lnTo>
                    <a:pt x="1598663" y="94488"/>
                  </a:lnTo>
                  <a:close/>
                </a:path>
                <a:path w="1606550" h="920750">
                  <a:moveTo>
                    <a:pt x="1606283" y="120396"/>
                  </a:moveTo>
                  <a:lnTo>
                    <a:pt x="1603235" y="103632"/>
                  </a:lnTo>
                  <a:lnTo>
                    <a:pt x="1592567" y="103632"/>
                  </a:lnTo>
                  <a:lnTo>
                    <a:pt x="1595615" y="121920"/>
                  </a:lnTo>
                  <a:lnTo>
                    <a:pt x="1592567" y="153924"/>
                  </a:lnTo>
                  <a:lnTo>
                    <a:pt x="1592567" y="175260"/>
                  </a:lnTo>
                  <a:lnTo>
                    <a:pt x="1603235" y="175260"/>
                  </a:lnTo>
                  <a:lnTo>
                    <a:pt x="1603235" y="155448"/>
                  </a:lnTo>
                  <a:lnTo>
                    <a:pt x="1606283" y="137160"/>
                  </a:lnTo>
                  <a:lnTo>
                    <a:pt x="1606283" y="120396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24983" y="2106168"/>
              <a:ext cx="316992" cy="518921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33672" y="1592579"/>
              <a:ext cx="266700" cy="531876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36107" y="2144268"/>
              <a:ext cx="315468" cy="517906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4560" y="2164080"/>
              <a:ext cx="313943" cy="517651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4134611" y="2878835"/>
              <a:ext cx="29209" cy="60960"/>
            </a:xfrm>
            <a:custGeom>
              <a:avLst/>
              <a:gdLst/>
              <a:ahLst/>
              <a:cxnLst/>
              <a:rect l="l" t="t" r="r" b="b"/>
              <a:pathLst>
                <a:path w="29210" h="60960">
                  <a:moveTo>
                    <a:pt x="28956" y="60960"/>
                  </a:moveTo>
                  <a:lnTo>
                    <a:pt x="0" y="60960"/>
                  </a:lnTo>
                  <a:lnTo>
                    <a:pt x="0" y="0"/>
                  </a:lnTo>
                  <a:lnTo>
                    <a:pt x="28956" y="0"/>
                  </a:lnTo>
                  <a:lnTo>
                    <a:pt x="28956" y="609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581656" y="2871215"/>
              <a:ext cx="1588135" cy="73660"/>
            </a:xfrm>
            <a:custGeom>
              <a:avLst/>
              <a:gdLst/>
              <a:ahLst/>
              <a:cxnLst/>
              <a:rect l="l" t="t" r="r" b="b"/>
              <a:pathLst>
                <a:path w="1588135" h="73660">
                  <a:moveTo>
                    <a:pt x="59436" y="24396"/>
                  </a:moveTo>
                  <a:lnTo>
                    <a:pt x="0" y="24396"/>
                  </a:lnTo>
                  <a:lnTo>
                    <a:pt x="0" y="36588"/>
                  </a:lnTo>
                  <a:lnTo>
                    <a:pt x="59436" y="36588"/>
                  </a:lnTo>
                  <a:lnTo>
                    <a:pt x="59436" y="24396"/>
                  </a:lnTo>
                  <a:close/>
                </a:path>
                <a:path w="1588135" h="73660">
                  <a:moveTo>
                    <a:pt x="103632" y="24396"/>
                  </a:moveTo>
                  <a:lnTo>
                    <a:pt x="91440" y="24396"/>
                  </a:lnTo>
                  <a:lnTo>
                    <a:pt x="91440" y="36588"/>
                  </a:lnTo>
                  <a:lnTo>
                    <a:pt x="103632" y="36588"/>
                  </a:lnTo>
                  <a:lnTo>
                    <a:pt x="103632" y="24396"/>
                  </a:lnTo>
                  <a:close/>
                </a:path>
                <a:path w="1588135" h="73660">
                  <a:moveTo>
                    <a:pt x="198107" y="27444"/>
                  </a:moveTo>
                  <a:lnTo>
                    <a:pt x="138684" y="25920"/>
                  </a:lnTo>
                  <a:lnTo>
                    <a:pt x="138684" y="39636"/>
                  </a:lnTo>
                  <a:lnTo>
                    <a:pt x="198107" y="39636"/>
                  </a:lnTo>
                  <a:lnTo>
                    <a:pt x="198107" y="27444"/>
                  </a:lnTo>
                  <a:close/>
                </a:path>
                <a:path w="1588135" h="73660">
                  <a:moveTo>
                    <a:pt x="242316" y="27444"/>
                  </a:moveTo>
                  <a:lnTo>
                    <a:pt x="230124" y="27444"/>
                  </a:lnTo>
                  <a:lnTo>
                    <a:pt x="230124" y="39636"/>
                  </a:lnTo>
                  <a:lnTo>
                    <a:pt x="242316" y="39636"/>
                  </a:lnTo>
                  <a:lnTo>
                    <a:pt x="242316" y="27444"/>
                  </a:lnTo>
                  <a:close/>
                </a:path>
                <a:path w="1588135" h="73660">
                  <a:moveTo>
                    <a:pt x="336804" y="27444"/>
                  </a:moveTo>
                  <a:lnTo>
                    <a:pt x="277368" y="27444"/>
                  </a:lnTo>
                  <a:lnTo>
                    <a:pt x="277368" y="39636"/>
                  </a:lnTo>
                  <a:lnTo>
                    <a:pt x="336804" y="39636"/>
                  </a:lnTo>
                  <a:lnTo>
                    <a:pt x="336804" y="27444"/>
                  </a:lnTo>
                  <a:close/>
                </a:path>
                <a:path w="1588135" h="73660">
                  <a:moveTo>
                    <a:pt x="381000" y="27444"/>
                  </a:moveTo>
                  <a:lnTo>
                    <a:pt x="370332" y="27444"/>
                  </a:lnTo>
                  <a:lnTo>
                    <a:pt x="370332" y="39636"/>
                  </a:lnTo>
                  <a:lnTo>
                    <a:pt x="381000" y="42684"/>
                  </a:lnTo>
                  <a:lnTo>
                    <a:pt x="381000" y="27444"/>
                  </a:lnTo>
                  <a:close/>
                </a:path>
                <a:path w="1588135" h="73660">
                  <a:moveTo>
                    <a:pt x="475475" y="30492"/>
                  </a:moveTo>
                  <a:lnTo>
                    <a:pt x="417576" y="27444"/>
                  </a:lnTo>
                  <a:lnTo>
                    <a:pt x="417576" y="42684"/>
                  </a:lnTo>
                  <a:lnTo>
                    <a:pt x="475475" y="42684"/>
                  </a:lnTo>
                  <a:lnTo>
                    <a:pt x="475475" y="30492"/>
                  </a:lnTo>
                  <a:close/>
                </a:path>
                <a:path w="1588135" h="73660">
                  <a:moveTo>
                    <a:pt x="521208" y="30492"/>
                  </a:moveTo>
                  <a:lnTo>
                    <a:pt x="507492" y="30492"/>
                  </a:lnTo>
                  <a:lnTo>
                    <a:pt x="507492" y="42684"/>
                  </a:lnTo>
                  <a:lnTo>
                    <a:pt x="521208" y="42684"/>
                  </a:lnTo>
                  <a:lnTo>
                    <a:pt x="521208" y="30492"/>
                  </a:lnTo>
                  <a:close/>
                </a:path>
                <a:path w="1588135" h="73660">
                  <a:moveTo>
                    <a:pt x="615696" y="30492"/>
                  </a:moveTo>
                  <a:lnTo>
                    <a:pt x="554736" y="30492"/>
                  </a:lnTo>
                  <a:lnTo>
                    <a:pt x="554736" y="42684"/>
                  </a:lnTo>
                  <a:lnTo>
                    <a:pt x="615696" y="42684"/>
                  </a:lnTo>
                  <a:lnTo>
                    <a:pt x="615696" y="30492"/>
                  </a:lnTo>
                  <a:close/>
                </a:path>
                <a:path w="1588135" h="73660">
                  <a:moveTo>
                    <a:pt x="659892" y="30492"/>
                  </a:moveTo>
                  <a:lnTo>
                    <a:pt x="647700" y="30492"/>
                  </a:lnTo>
                  <a:lnTo>
                    <a:pt x="647700" y="45720"/>
                  </a:lnTo>
                  <a:lnTo>
                    <a:pt x="659892" y="45720"/>
                  </a:lnTo>
                  <a:lnTo>
                    <a:pt x="659892" y="30492"/>
                  </a:lnTo>
                  <a:close/>
                </a:path>
                <a:path w="1588135" h="73660">
                  <a:moveTo>
                    <a:pt x="754380" y="33540"/>
                  </a:moveTo>
                  <a:lnTo>
                    <a:pt x="694944" y="33540"/>
                  </a:lnTo>
                  <a:lnTo>
                    <a:pt x="694944" y="45720"/>
                  </a:lnTo>
                  <a:lnTo>
                    <a:pt x="754380" y="45720"/>
                  </a:lnTo>
                  <a:lnTo>
                    <a:pt x="754380" y="33540"/>
                  </a:lnTo>
                  <a:close/>
                </a:path>
                <a:path w="1588135" h="73660">
                  <a:moveTo>
                    <a:pt x="798576" y="33540"/>
                  </a:moveTo>
                  <a:lnTo>
                    <a:pt x="786384" y="33540"/>
                  </a:lnTo>
                  <a:lnTo>
                    <a:pt x="786384" y="45720"/>
                  </a:lnTo>
                  <a:lnTo>
                    <a:pt x="798576" y="45720"/>
                  </a:lnTo>
                  <a:lnTo>
                    <a:pt x="798576" y="33540"/>
                  </a:lnTo>
                  <a:close/>
                </a:path>
                <a:path w="1588135" h="73660">
                  <a:moveTo>
                    <a:pt x="893051" y="33540"/>
                  </a:moveTo>
                  <a:lnTo>
                    <a:pt x="833628" y="33540"/>
                  </a:lnTo>
                  <a:lnTo>
                    <a:pt x="833628" y="45720"/>
                  </a:lnTo>
                  <a:lnTo>
                    <a:pt x="893051" y="45720"/>
                  </a:lnTo>
                  <a:lnTo>
                    <a:pt x="893051" y="33540"/>
                  </a:lnTo>
                  <a:close/>
                </a:path>
                <a:path w="1588135" h="73660">
                  <a:moveTo>
                    <a:pt x="940308" y="33528"/>
                  </a:moveTo>
                  <a:lnTo>
                    <a:pt x="926592" y="33528"/>
                  </a:lnTo>
                  <a:lnTo>
                    <a:pt x="926592" y="47244"/>
                  </a:lnTo>
                  <a:lnTo>
                    <a:pt x="937260" y="47244"/>
                  </a:lnTo>
                  <a:lnTo>
                    <a:pt x="940308" y="33528"/>
                  </a:lnTo>
                  <a:close/>
                </a:path>
                <a:path w="1588135" h="73660">
                  <a:moveTo>
                    <a:pt x="1031735" y="35052"/>
                  </a:moveTo>
                  <a:lnTo>
                    <a:pt x="972299" y="35052"/>
                  </a:lnTo>
                  <a:lnTo>
                    <a:pt x="972299" y="48768"/>
                  </a:lnTo>
                  <a:lnTo>
                    <a:pt x="1031735" y="48768"/>
                  </a:lnTo>
                  <a:lnTo>
                    <a:pt x="1031735" y="35052"/>
                  </a:lnTo>
                  <a:close/>
                </a:path>
                <a:path w="1588135" h="73660">
                  <a:moveTo>
                    <a:pt x="1078992" y="36576"/>
                  </a:moveTo>
                  <a:lnTo>
                    <a:pt x="1065276" y="36576"/>
                  </a:lnTo>
                  <a:lnTo>
                    <a:pt x="1065276" y="47244"/>
                  </a:lnTo>
                  <a:lnTo>
                    <a:pt x="1075944" y="47244"/>
                  </a:lnTo>
                  <a:lnTo>
                    <a:pt x="1078992" y="36576"/>
                  </a:lnTo>
                  <a:close/>
                </a:path>
                <a:path w="1588135" h="73660">
                  <a:moveTo>
                    <a:pt x="1171943" y="35052"/>
                  </a:moveTo>
                  <a:lnTo>
                    <a:pt x="1110983" y="35052"/>
                  </a:lnTo>
                  <a:lnTo>
                    <a:pt x="1110983" y="48768"/>
                  </a:lnTo>
                  <a:lnTo>
                    <a:pt x="1171943" y="48768"/>
                  </a:lnTo>
                  <a:lnTo>
                    <a:pt x="1171943" y="35052"/>
                  </a:lnTo>
                  <a:close/>
                </a:path>
                <a:path w="1588135" h="73660">
                  <a:moveTo>
                    <a:pt x="1217676" y="39636"/>
                  </a:moveTo>
                  <a:lnTo>
                    <a:pt x="1203960" y="36576"/>
                  </a:lnTo>
                  <a:lnTo>
                    <a:pt x="1203960" y="50304"/>
                  </a:lnTo>
                  <a:lnTo>
                    <a:pt x="1217676" y="50304"/>
                  </a:lnTo>
                  <a:lnTo>
                    <a:pt x="1217676" y="39636"/>
                  </a:lnTo>
                  <a:close/>
                </a:path>
                <a:path w="1588135" h="73660">
                  <a:moveTo>
                    <a:pt x="1310640" y="38112"/>
                  </a:moveTo>
                  <a:lnTo>
                    <a:pt x="1249680" y="38112"/>
                  </a:lnTo>
                  <a:lnTo>
                    <a:pt x="1249680" y="51828"/>
                  </a:lnTo>
                  <a:lnTo>
                    <a:pt x="1310640" y="51828"/>
                  </a:lnTo>
                  <a:lnTo>
                    <a:pt x="1310640" y="38112"/>
                  </a:lnTo>
                  <a:close/>
                </a:path>
                <a:path w="1588135" h="73660">
                  <a:moveTo>
                    <a:pt x="1357884" y="38112"/>
                  </a:moveTo>
                  <a:lnTo>
                    <a:pt x="1342644" y="38112"/>
                  </a:lnTo>
                  <a:lnTo>
                    <a:pt x="1342644" y="51828"/>
                  </a:lnTo>
                  <a:lnTo>
                    <a:pt x="1357884" y="51828"/>
                  </a:lnTo>
                  <a:lnTo>
                    <a:pt x="1357884" y="38112"/>
                  </a:lnTo>
                  <a:close/>
                </a:path>
                <a:path w="1588135" h="73660">
                  <a:moveTo>
                    <a:pt x="1447800" y="39636"/>
                  </a:moveTo>
                  <a:lnTo>
                    <a:pt x="1389875" y="39636"/>
                  </a:lnTo>
                  <a:lnTo>
                    <a:pt x="1389875" y="50304"/>
                  </a:lnTo>
                  <a:lnTo>
                    <a:pt x="1447800" y="53352"/>
                  </a:lnTo>
                  <a:lnTo>
                    <a:pt x="1447800" y="39636"/>
                  </a:lnTo>
                  <a:close/>
                </a:path>
                <a:path w="1588135" h="73660">
                  <a:moveTo>
                    <a:pt x="1496568" y="41160"/>
                  </a:moveTo>
                  <a:lnTo>
                    <a:pt x="1481315" y="41160"/>
                  </a:lnTo>
                  <a:lnTo>
                    <a:pt x="1481315" y="53352"/>
                  </a:lnTo>
                  <a:lnTo>
                    <a:pt x="1496568" y="53352"/>
                  </a:lnTo>
                  <a:lnTo>
                    <a:pt x="1496568" y="41160"/>
                  </a:lnTo>
                  <a:close/>
                </a:path>
                <a:path w="1588135" h="73660">
                  <a:moveTo>
                    <a:pt x="1587995" y="0"/>
                  </a:moveTo>
                  <a:lnTo>
                    <a:pt x="1575803" y="0"/>
                  </a:lnTo>
                  <a:lnTo>
                    <a:pt x="1575803" y="13716"/>
                  </a:lnTo>
                  <a:lnTo>
                    <a:pt x="1575803" y="60960"/>
                  </a:lnTo>
                  <a:lnTo>
                    <a:pt x="1559039" y="60960"/>
                  </a:lnTo>
                  <a:lnTo>
                    <a:pt x="1559039" y="13716"/>
                  </a:lnTo>
                  <a:lnTo>
                    <a:pt x="1575803" y="13716"/>
                  </a:lnTo>
                  <a:lnTo>
                    <a:pt x="1575803" y="0"/>
                  </a:lnTo>
                  <a:lnTo>
                    <a:pt x="1548371" y="0"/>
                  </a:lnTo>
                  <a:lnTo>
                    <a:pt x="1548371" y="73152"/>
                  </a:lnTo>
                  <a:lnTo>
                    <a:pt x="1581899" y="73152"/>
                  </a:lnTo>
                  <a:lnTo>
                    <a:pt x="1587995" y="73152"/>
                  </a:lnTo>
                  <a:lnTo>
                    <a:pt x="1587995" y="67056"/>
                  </a:lnTo>
                  <a:lnTo>
                    <a:pt x="1587995" y="60960"/>
                  </a:lnTo>
                  <a:lnTo>
                    <a:pt x="1587995" y="13716"/>
                  </a:lnTo>
                  <a:lnTo>
                    <a:pt x="1587995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2153343" y="1293381"/>
            <a:ext cx="374015" cy="291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ts val="1030"/>
              </a:lnSpc>
              <a:spcBef>
                <a:spcPts val="125"/>
              </a:spcBef>
            </a:pPr>
            <a:r>
              <a:rPr dirty="0" sz="900" spc="-10">
                <a:solidFill>
                  <a:srgbClr val="1F1A16"/>
                </a:solidFill>
                <a:latin typeface="Arial"/>
                <a:cs typeface="Arial"/>
              </a:rPr>
              <a:t>Green</a:t>
            </a:r>
            <a:endParaRPr sz="900">
              <a:latin typeface="Arial"/>
              <a:cs typeface="Arial"/>
            </a:endParaRPr>
          </a:p>
          <a:p>
            <a:pPr algn="ctr" marL="19050">
              <a:lnSpc>
                <a:spcPts val="1030"/>
              </a:lnSpc>
            </a:pPr>
            <a:r>
              <a:rPr dirty="0" sz="900" spc="-25">
                <a:solidFill>
                  <a:srgbClr val="1F1A16"/>
                </a:solidFill>
                <a:latin typeface="Arial"/>
                <a:cs typeface="Arial"/>
              </a:rPr>
              <a:t>X3</a:t>
            </a:r>
            <a:endParaRPr sz="90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447482" y="1832855"/>
            <a:ext cx="597535" cy="1663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baseline="3086" sz="1350">
                <a:solidFill>
                  <a:srgbClr val="1F1A16"/>
                </a:solidFill>
                <a:latin typeface="Arial"/>
                <a:cs typeface="Arial"/>
              </a:rPr>
              <a:t>Yellow</a:t>
            </a:r>
            <a:r>
              <a:rPr dirty="0" baseline="3086" sz="1350" spc="600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1F1A16"/>
                </a:solidFill>
                <a:latin typeface="Arial"/>
                <a:cs typeface="Arial"/>
              </a:rPr>
              <a:t>X1</a:t>
            </a:r>
            <a:endParaRPr sz="900">
              <a:latin typeface="Arial"/>
              <a:cs typeface="Aria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2657392" y="1825233"/>
            <a:ext cx="497205" cy="1663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>
                <a:solidFill>
                  <a:srgbClr val="1F1A16"/>
                </a:solidFill>
                <a:latin typeface="Arial"/>
                <a:cs typeface="Arial"/>
              </a:rPr>
              <a:t>X2</a:t>
            </a:r>
            <a:r>
              <a:rPr dirty="0" sz="900" spc="370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1F1A16"/>
                </a:solidFill>
                <a:latin typeface="Arial"/>
                <a:cs typeface="Arial"/>
              </a:rPr>
              <a:t>Blue</a:t>
            </a:r>
            <a:endParaRPr sz="900">
              <a:latin typeface="Arial"/>
              <a:cs typeface="Arial"/>
            </a:endParaRPr>
          </a:p>
        </p:txBody>
      </p:sp>
      <p:pic>
        <p:nvPicPr>
          <p:cNvPr id="35" name="object 3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30551" y="2625851"/>
            <a:ext cx="353567" cy="592836"/>
          </a:xfrm>
          <a:prstGeom prst="rect">
            <a:avLst/>
          </a:prstGeom>
        </p:spPr>
      </p:pic>
      <p:sp>
        <p:nvSpPr>
          <p:cNvPr id="36" name="object 36" descr=""/>
          <p:cNvSpPr txBox="1"/>
          <p:nvPr/>
        </p:nvSpPr>
        <p:spPr>
          <a:xfrm>
            <a:off x="1918230" y="2215385"/>
            <a:ext cx="887730" cy="1663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>
                <a:solidFill>
                  <a:srgbClr val="1F1A16"/>
                </a:solidFill>
                <a:latin typeface="Arial"/>
                <a:cs typeface="Arial"/>
              </a:rPr>
              <a:t>Color</a:t>
            </a:r>
            <a:r>
              <a:rPr dirty="0" sz="900" spc="195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900" spc="35">
                <a:solidFill>
                  <a:srgbClr val="1F1A16"/>
                </a:solidFill>
                <a:latin typeface="Arial"/>
                <a:cs typeface="Arial"/>
              </a:rPr>
              <a:t>Selection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3897908" y="1345786"/>
            <a:ext cx="893444" cy="39751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  <a:tabLst>
                <a:tab pos="616585" algn="l"/>
              </a:tabLst>
            </a:pPr>
            <a:r>
              <a:rPr dirty="0" sz="900" spc="-10">
                <a:solidFill>
                  <a:srgbClr val="1F1A16"/>
                </a:solidFill>
                <a:latin typeface="Arial"/>
                <a:cs typeface="Arial"/>
              </a:rPr>
              <a:t>Yellow</a:t>
            </a:r>
            <a:r>
              <a:rPr dirty="0" sz="900">
                <a:solidFill>
                  <a:srgbClr val="1F1A16"/>
                </a:solidFill>
                <a:latin typeface="Arial"/>
                <a:cs typeface="Arial"/>
              </a:rPr>
              <a:t>	</a:t>
            </a:r>
            <a:r>
              <a:rPr dirty="0" sz="900" spc="-20">
                <a:solidFill>
                  <a:srgbClr val="1F1A16"/>
                </a:solidFill>
                <a:latin typeface="Arial"/>
                <a:cs typeface="Arial"/>
              </a:rPr>
              <a:t>Blue</a:t>
            </a:r>
            <a:endParaRPr sz="900">
              <a:latin typeface="Arial"/>
              <a:cs typeface="Arial"/>
            </a:endParaRPr>
          </a:p>
          <a:p>
            <a:pPr algn="ctr" marL="38100">
              <a:lnSpc>
                <a:spcPct val="100000"/>
              </a:lnSpc>
              <a:spcBef>
                <a:spcPts val="380"/>
              </a:spcBef>
              <a:tabLst>
                <a:tab pos="591185" algn="l"/>
              </a:tabLst>
            </a:pPr>
            <a:r>
              <a:rPr dirty="0" sz="900" spc="-25">
                <a:solidFill>
                  <a:srgbClr val="1F1A16"/>
                </a:solidFill>
                <a:latin typeface="Arial"/>
                <a:cs typeface="Arial"/>
              </a:rPr>
              <a:t>Y0</a:t>
            </a:r>
            <a:r>
              <a:rPr dirty="0" sz="900">
                <a:solidFill>
                  <a:srgbClr val="1F1A16"/>
                </a:solidFill>
                <a:latin typeface="Arial"/>
                <a:cs typeface="Arial"/>
              </a:rPr>
              <a:t>	</a:t>
            </a:r>
            <a:r>
              <a:rPr dirty="0" sz="900" spc="-25">
                <a:solidFill>
                  <a:srgbClr val="1F1A16"/>
                </a:solidFill>
                <a:latin typeface="Arial"/>
                <a:cs typeface="Arial"/>
              </a:rPr>
              <a:t>Y1</a:t>
            </a:r>
            <a:endParaRPr sz="900">
              <a:latin typeface="Arial"/>
              <a:cs typeface="Arial"/>
            </a:endParaRPr>
          </a:p>
        </p:txBody>
      </p:sp>
      <p:pic>
        <p:nvPicPr>
          <p:cNvPr id="38" name="object 38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2476" y="4158995"/>
            <a:ext cx="76200" cy="76200"/>
          </a:xfrm>
          <a:prstGeom prst="rect">
            <a:avLst/>
          </a:prstGeom>
        </p:spPr>
      </p:pic>
      <p:sp>
        <p:nvSpPr>
          <p:cNvPr id="39" name="object 39" descr=""/>
          <p:cNvSpPr txBox="1"/>
          <p:nvPr/>
        </p:nvSpPr>
        <p:spPr>
          <a:xfrm>
            <a:off x="926087" y="3238006"/>
            <a:ext cx="6142990" cy="15836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308100">
              <a:lnSpc>
                <a:spcPct val="100000"/>
              </a:lnSpc>
              <a:spcBef>
                <a:spcPts val="125"/>
              </a:spcBef>
            </a:pPr>
            <a:r>
              <a:rPr dirty="0" sz="900" spc="-25">
                <a:solidFill>
                  <a:srgbClr val="1F1A16"/>
                </a:solidFill>
                <a:latin typeface="Arial"/>
                <a:cs typeface="Arial"/>
              </a:rPr>
              <a:t>X0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b="1">
                <a:latin typeface="Arial"/>
                <a:cs typeface="Arial"/>
              </a:rPr>
              <a:t>Control</a:t>
            </a:r>
            <a:r>
              <a:rPr dirty="0" sz="1050" spc="-6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Purpose: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050">
              <a:latin typeface="Arial"/>
              <a:cs typeface="Arial"/>
            </a:endParaRPr>
          </a:p>
          <a:p>
            <a:pPr marL="865505" marR="5080">
              <a:lnSpc>
                <a:spcPct val="134300"/>
              </a:lnSpc>
              <a:spcBef>
                <a:spcPts val="5"/>
              </a:spcBef>
            </a:pPr>
            <a:r>
              <a:rPr dirty="0" sz="1050" spc="-10">
                <a:latin typeface="Arial"/>
                <a:cs typeface="Arial"/>
              </a:rPr>
              <a:t>There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are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pigments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3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colors.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By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controlling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different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switches,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operators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cans </a:t>
            </a:r>
            <a:r>
              <a:rPr dirty="0" sz="1050">
                <a:latin typeface="Arial"/>
                <a:cs typeface="Arial"/>
              </a:rPr>
              <a:t>with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corresponding</a:t>
            </a:r>
            <a:r>
              <a:rPr dirty="0" sz="10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pigments.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spc="-10" b="1">
                <a:latin typeface="Arial"/>
                <a:cs typeface="Arial"/>
              </a:rPr>
              <a:t>Devices: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40" name="object 40" descr=""/>
          <p:cNvGraphicFramePr>
            <a:graphicFrameLocks noGrp="1"/>
          </p:cNvGraphicFramePr>
          <p:nvPr/>
        </p:nvGraphicFramePr>
        <p:xfrm>
          <a:off x="1723644" y="4931664"/>
          <a:ext cx="5325745" cy="1604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030"/>
                <a:gridCol w="4620895"/>
              </a:tblGrid>
              <a:tr h="28003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Device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Function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Filling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Start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switch.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X0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turned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on.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Yellow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control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switch.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X1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turned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on.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Blue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control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switch.</a:t>
                      </a:r>
                      <a:r>
                        <a:rPr dirty="0" sz="9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Turn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it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on,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X2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Green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(mixing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yellow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blue)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control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switch.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X3</a:t>
                      </a:r>
                      <a:r>
                        <a:rPr dirty="0" sz="900" spc="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turned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Yellow</a:t>
                      </a:r>
                      <a:r>
                        <a:rPr dirty="0" sz="9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control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valve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Blue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control</a:t>
                      </a:r>
                      <a:r>
                        <a:rPr dirty="0" sz="900" spc="1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valve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6373" y="188496"/>
            <a:ext cx="3221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50748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132346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50748" y="9691116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39587" y="9733318"/>
            <a:ext cx="26416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25">
                <a:latin typeface="Arial"/>
                <a:cs typeface="Arial"/>
              </a:rPr>
              <a:t>28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56318" y="912362"/>
            <a:ext cx="1071880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Program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7048" y="1310640"/>
            <a:ext cx="5161787" cy="2517647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5524" y="4137659"/>
            <a:ext cx="5166359" cy="245363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1203" y="7260335"/>
            <a:ext cx="76200" cy="762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51203" y="7690104"/>
            <a:ext cx="76200" cy="762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51203" y="8119871"/>
            <a:ext cx="76200" cy="7620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51203" y="8551164"/>
            <a:ext cx="76200" cy="76200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656318" y="6933575"/>
            <a:ext cx="6114415" cy="19570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Program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Description:</a:t>
            </a:r>
            <a:endParaRPr sz="1050">
              <a:latin typeface="Arial"/>
              <a:cs typeface="Arial"/>
            </a:endParaRPr>
          </a:p>
          <a:p>
            <a:pPr marL="847725" marR="114300">
              <a:lnSpc>
                <a:spcPct val="134300"/>
              </a:lnSpc>
              <a:spcBef>
                <a:spcPts val="409"/>
              </a:spcBef>
            </a:pP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master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switch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filling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control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needs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turned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(X0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ON)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before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filling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started. When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both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yellow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blue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are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filled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at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same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time,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it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become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green.</a:t>
            </a:r>
            <a:endParaRPr sz="1050">
              <a:latin typeface="Arial"/>
              <a:cs typeface="Arial"/>
            </a:endParaRPr>
          </a:p>
          <a:p>
            <a:pPr marL="847725" marR="269875">
              <a:lnSpc>
                <a:spcPct val="134300"/>
              </a:lnSpc>
            </a:pP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switch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filling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yellow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pigment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turned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on,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X1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ON.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The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first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MC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~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MCR </a:t>
            </a:r>
            <a:r>
              <a:rPr dirty="0" sz="1050" spc="-10">
                <a:latin typeface="Arial"/>
                <a:cs typeface="Arial"/>
              </a:rPr>
              <a:t>instruction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executed.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Y0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system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begins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fill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yellow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color. When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switch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filling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blue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pigment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turned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X2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ON.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second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MC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~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MCR</a:t>
            </a:r>
            <a:endParaRPr sz="1050">
              <a:latin typeface="Arial"/>
              <a:cs typeface="Arial"/>
            </a:endParaRPr>
          </a:p>
          <a:p>
            <a:pPr marL="847725">
              <a:lnSpc>
                <a:spcPct val="100000"/>
              </a:lnSpc>
              <a:spcBef>
                <a:spcPts val="445"/>
              </a:spcBef>
            </a:pPr>
            <a:r>
              <a:rPr dirty="0" sz="1050" spc="-10">
                <a:latin typeface="Arial"/>
                <a:cs typeface="Arial"/>
              </a:rPr>
              <a:t>instruction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executed.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Y1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system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begins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fill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blue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color.</a:t>
            </a:r>
            <a:endParaRPr sz="1050">
              <a:latin typeface="Arial"/>
              <a:cs typeface="Arial"/>
            </a:endParaRPr>
          </a:p>
          <a:p>
            <a:pPr marL="847725" marR="5080">
              <a:lnSpc>
                <a:spcPct val="134300"/>
              </a:lnSpc>
            </a:pP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switch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filling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green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pigment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turned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X3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both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two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MC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~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MCR </a:t>
            </a:r>
            <a:r>
              <a:rPr dirty="0" sz="1050" spc="-10">
                <a:latin typeface="Arial"/>
                <a:cs typeface="Arial"/>
              </a:rPr>
              <a:t>instructions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executed,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system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begins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fill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green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color.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93284" y="188496"/>
            <a:ext cx="3221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922019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26088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22019" y="9677400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892574" y="9721129"/>
            <a:ext cx="26225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25">
                <a:latin typeface="Arial"/>
                <a:cs typeface="Arial"/>
              </a:rPr>
              <a:t>29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26079" y="851374"/>
            <a:ext cx="246951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latin typeface="Arial"/>
                <a:cs typeface="Arial"/>
              </a:rPr>
              <a:t>1.17</a:t>
            </a:r>
            <a:r>
              <a:rPr dirty="0" sz="1100" spc="5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MC/MCR</a:t>
            </a:r>
            <a:r>
              <a:rPr dirty="0" sz="1100" spc="6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-</a:t>
            </a:r>
            <a:r>
              <a:rPr dirty="0" sz="1100" spc="6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Manual/Auto</a:t>
            </a:r>
            <a:r>
              <a:rPr dirty="0" sz="1100" spc="6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Control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464564" y="1274063"/>
            <a:ext cx="4541520" cy="2184400"/>
            <a:chOff x="1464564" y="1274063"/>
            <a:chExt cx="4541520" cy="2184400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1923" y="1345691"/>
              <a:ext cx="222504" cy="248412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464564" y="2276856"/>
              <a:ext cx="1743710" cy="10795"/>
            </a:xfrm>
            <a:custGeom>
              <a:avLst/>
              <a:gdLst/>
              <a:ahLst/>
              <a:cxnLst/>
              <a:rect l="l" t="t" r="r" b="b"/>
              <a:pathLst>
                <a:path w="1743710" h="10794">
                  <a:moveTo>
                    <a:pt x="1743455" y="10668"/>
                  </a:moveTo>
                  <a:lnTo>
                    <a:pt x="1737359" y="10668"/>
                  </a:lnTo>
                  <a:lnTo>
                    <a:pt x="0" y="10668"/>
                  </a:lnTo>
                  <a:lnTo>
                    <a:pt x="0" y="0"/>
                  </a:lnTo>
                  <a:lnTo>
                    <a:pt x="1743455" y="0"/>
                  </a:lnTo>
                  <a:lnTo>
                    <a:pt x="1743455" y="1066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525523" y="1796796"/>
              <a:ext cx="1865630" cy="454659"/>
            </a:xfrm>
            <a:custGeom>
              <a:avLst/>
              <a:gdLst/>
              <a:ahLst/>
              <a:cxnLst/>
              <a:rect l="l" t="t" r="r" b="b"/>
              <a:pathLst>
                <a:path w="1865629" h="454660">
                  <a:moveTo>
                    <a:pt x="1659635" y="454152"/>
                  </a:moveTo>
                  <a:lnTo>
                    <a:pt x="1639823" y="420624"/>
                  </a:lnTo>
                  <a:lnTo>
                    <a:pt x="1589531" y="400812"/>
                  </a:lnTo>
                  <a:lnTo>
                    <a:pt x="1565147" y="399288"/>
                  </a:lnTo>
                  <a:lnTo>
                    <a:pt x="0" y="399288"/>
                  </a:lnTo>
                  <a:lnTo>
                    <a:pt x="248412" y="6096"/>
                  </a:lnTo>
                  <a:lnTo>
                    <a:pt x="1729739" y="0"/>
                  </a:lnTo>
                  <a:lnTo>
                    <a:pt x="1763267" y="0"/>
                  </a:lnTo>
                  <a:lnTo>
                    <a:pt x="1815083" y="13716"/>
                  </a:lnTo>
                  <a:lnTo>
                    <a:pt x="1848611" y="39624"/>
                  </a:lnTo>
                  <a:lnTo>
                    <a:pt x="1865375" y="73152"/>
                  </a:lnTo>
                  <a:lnTo>
                    <a:pt x="1863851" y="89916"/>
                  </a:lnTo>
                  <a:lnTo>
                    <a:pt x="1659635" y="454152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516380" y="1789176"/>
              <a:ext cx="1880870" cy="481965"/>
            </a:xfrm>
            <a:custGeom>
              <a:avLst/>
              <a:gdLst/>
              <a:ahLst/>
              <a:cxnLst/>
              <a:rect l="l" t="t" r="r" b="b"/>
              <a:pathLst>
                <a:path w="1880870" h="481964">
                  <a:moveTo>
                    <a:pt x="257555" y="18287"/>
                  </a:moveTo>
                  <a:lnTo>
                    <a:pt x="251459" y="18287"/>
                  </a:lnTo>
                  <a:lnTo>
                    <a:pt x="251459" y="7620"/>
                  </a:lnTo>
                  <a:lnTo>
                    <a:pt x="1738884" y="0"/>
                  </a:lnTo>
                  <a:lnTo>
                    <a:pt x="1763268" y="3048"/>
                  </a:lnTo>
                  <a:lnTo>
                    <a:pt x="1786128" y="4572"/>
                  </a:lnTo>
                  <a:lnTo>
                    <a:pt x="1808988" y="10667"/>
                  </a:lnTo>
                  <a:lnTo>
                    <a:pt x="1816608" y="13715"/>
                  </a:lnTo>
                  <a:lnTo>
                    <a:pt x="1738884" y="13715"/>
                  </a:lnTo>
                  <a:lnTo>
                    <a:pt x="257555" y="18287"/>
                  </a:lnTo>
                  <a:close/>
                </a:path>
                <a:path w="1880870" h="481964">
                  <a:moveTo>
                    <a:pt x="1712036" y="397764"/>
                  </a:moveTo>
                  <a:lnTo>
                    <a:pt x="1697988" y="397764"/>
                  </a:lnTo>
                  <a:lnTo>
                    <a:pt x="1868424" y="97535"/>
                  </a:lnTo>
                  <a:lnTo>
                    <a:pt x="1866900" y="97535"/>
                  </a:lnTo>
                  <a:lnTo>
                    <a:pt x="1869948" y="91439"/>
                  </a:lnTo>
                  <a:lnTo>
                    <a:pt x="1869948" y="85344"/>
                  </a:lnTo>
                  <a:lnTo>
                    <a:pt x="1847088" y="41148"/>
                  </a:lnTo>
                  <a:lnTo>
                    <a:pt x="1805940" y="21335"/>
                  </a:lnTo>
                  <a:lnTo>
                    <a:pt x="1763268" y="13715"/>
                  </a:lnTo>
                  <a:lnTo>
                    <a:pt x="1816608" y="13715"/>
                  </a:lnTo>
                  <a:lnTo>
                    <a:pt x="1856232" y="33528"/>
                  </a:lnTo>
                  <a:lnTo>
                    <a:pt x="1880616" y="85344"/>
                  </a:lnTo>
                  <a:lnTo>
                    <a:pt x="1880616" y="91439"/>
                  </a:lnTo>
                  <a:lnTo>
                    <a:pt x="1877568" y="99059"/>
                  </a:lnTo>
                  <a:lnTo>
                    <a:pt x="1712036" y="397764"/>
                  </a:lnTo>
                  <a:close/>
                </a:path>
                <a:path w="1880870" h="481964">
                  <a:moveTo>
                    <a:pt x="9143" y="411480"/>
                  </a:moveTo>
                  <a:lnTo>
                    <a:pt x="0" y="411480"/>
                  </a:lnTo>
                  <a:lnTo>
                    <a:pt x="0" y="397764"/>
                  </a:lnTo>
                  <a:lnTo>
                    <a:pt x="9143" y="397764"/>
                  </a:lnTo>
                  <a:lnTo>
                    <a:pt x="9143" y="411480"/>
                  </a:lnTo>
                  <a:close/>
                </a:path>
                <a:path w="1880870" h="481964">
                  <a:moveTo>
                    <a:pt x="777240" y="411480"/>
                  </a:moveTo>
                  <a:lnTo>
                    <a:pt x="9143" y="411480"/>
                  </a:lnTo>
                  <a:lnTo>
                    <a:pt x="9143" y="397764"/>
                  </a:lnTo>
                  <a:lnTo>
                    <a:pt x="326135" y="397764"/>
                  </a:lnTo>
                  <a:lnTo>
                    <a:pt x="420624" y="400812"/>
                  </a:lnTo>
                  <a:lnTo>
                    <a:pt x="777240" y="400812"/>
                  </a:lnTo>
                  <a:lnTo>
                    <a:pt x="777240" y="411480"/>
                  </a:lnTo>
                  <a:close/>
                </a:path>
                <a:path w="1880870" h="481964">
                  <a:moveTo>
                    <a:pt x="777240" y="400812"/>
                  </a:moveTo>
                  <a:lnTo>
                    <a:pt x="420624" y="400812"/>
                  </a:lnTo>
                  <a:lnTo>
                    <a:pt x="513588" y="397764"/>
                  </a:lnTo>
                  <a:lnTo>
                    <a:pt x="777240" y="397764"/>
                  </a:lnTo>
                  <a:lnTo>
                    <a:pt x="777240" y="400812"/>
                  </a:lnTo>
                  <a:close/>
                </a:path>
                <a:path w="1880870" h="481964">
                  <a:moveTo>
                    <a:pt x="1546860" y="411480"/>
                  </a:moveTo>
                  <a:lnTo>
                    <a:pt x="777240" y="411480"/>
                  </a:lnTo>
                  <a:lnTo>
                    <a:pt x="777240" y="397764"/>
                  </a:lnTo>
                  <a:lnTo>
                    <a:pt x="1546860" y="397764"/>
                  </a:lnTo>
                  <a:lnTo>
                    <a:pt x="1546860" y="411480"/>
                  </a:lnTo>
                  <a:close/>
                </a:path>
                <a:path w="1880870" h="481964">
                  <a:moveTo>
                    <a:pt x="1690202" y="411480"/>
                  </a:moveTo>
                  <a:lnTo>
                    <a:pt x="1628394" y="411480"/>
                  </a:lnTo>
                  <a:lnTo>
                    <a:pt x="1621536" y="408432"/>
                  </a:lnTo>
                  <a:lnTo>
                    <a:pt x="1607820" y="406908"/>
                  </a:lnTo>
                  <a:lnTo>
                    <a:pt x="1580388" y="400812"/>
                  </a:lnTo>
                  <a:lnTo>
                    <a:pt x="1546860" y="400812"/>
                  </a:lnTo>
                  <a:lnTo>
                    <a:pt x="1546860" y="397764"/>
                  </a:lnTo>
                  <a:lnTo>
                    <a:pt x="1697988" y="397764"/>
                  </a:lnTo>
                  <a:lnTo>
                    <a:pt x="1690202" y="411480"/>
                  </a:lnTo>
                  <a:close/>
                </a:path>
                <a:path w="1880870" h="481964">
                  <a:moveTo>
                    <a:pt x="1604772" y="417576"/>
                  </a:moveTo>
                  <a:lnTo>
                    <a:pt x="1577340" y="411480"/>
                  </a:lnTo>
                  <a:lnTo>
                    <a:pt x="1606513" y="411480"/>
                  </a:lnTo>
                  <a:lnTo>
                    <a:pt x="1604772" y="417576"/>
                  </a:lnTo>
                  <a:close/>
                </a:path>
                <a:path w="1880870" h="481964">
                  <a:moveTo>
                    <a:pt x="1662684" y="481584"/>
                  </a:moveTo>
                  <a:lnTo>
                    <a:pt x="1662684" y="461772"/>
                  </a:lnTo>
                  <a:lnTo>
                    <a:pt x="1661160" y="454152"/>
                  </a:lnTo>
                  <a:lnTo>
                    <a:pt x="1630680" y="423672"/>
                  </a:lnTo>
                  <a:lnTo>
                    <a:pt x="1604772" y="417576"/>
                  </a:lnTo>
                  <a:lnTo>
                    <a:pt x="1606513" y="411480"/>
                  </a:lnTo>
                  <a:lnTo>
                    <a:pt x="1628394" y="411480"/>
                  </a:lnTo>
                  <a:lnTo>
                    <a:pt x="1635252" y="414528"/>
                  </a:lnTo>
                  <a:lnTo>
                    <a:pt x="1668780" y="441960"/>
                  </a:lnTo>
                  <a:lnTo>
                    <a:pt x="1670304" y="446532"/>
                  </a:lnTo>
                  <a:lnTo>
                    <a:pt x="1685010" y="446532"/>
                  </a:lnTo>
                  <a:lnTo>
                    <a:pt x="1674876" y="464820"/>
                  </a:lnTo>
                  <a:lnTo>
                    <a:pt x="1662684" y="481584"/>
                  </a:lnTo>
                  <a:close/>
                </a:path>
                <a:path w="1880870" h="481964">
                  <a:moveTo>
                    <a:pt x="1685010" y="446532"/>
                  </a:moveTo>
                  <a:lnTo>
                    <a:pt x="1670304" y="446532"/>
                  </a:lnTo>
                  <a:lnTo>
                    <a:pt x="1690202" y="411480"/>
                  </a:lnTo>
                  <a:lnTo>
                    <a:pt x="1704435" y="411480"/>
                  </a:lnTo>
                  <a:lnTo>
                    <a:pt x="1685010" y="44653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4387" y="2193036"/>
              <a:ext cx="137160" cy="97536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63240" y="2028444"/>
              <a:ext cx="807719" cy="897636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3313176" y="3444240"/>
              <a:ext cx="1755775" cy="13970"/>
            </a:xfrm>
            <a:custGeom>
              <a:avLst/>
              <a:gdLst/>
              <a:ahLst/>
              <a:cxnLst/>
              <a:rect l="l" t="t" r="r" b="b"/>
              <a:pathLst>
                <a:path w="1755775" h="13970">
                  <a:moveTo>
                    <a:pt x="1755647" y="13716"/>
                  </a:moveTo>
                  <a:lnTo>
                    <a:pt x="1749551" y="13716"/>
                  </a:lnTo>
                  <a:lnTo>
                    <a:pt x="0" y="13716"/>
                  </a:lnTo>
                  <a:lnTo>
                    <a:pt x="0" y="0"/>
                  </a:lnTo>
                  <a:lnTo>
                    <a:pt x="1755647" y="0"/>
                  </a:lnTo>
                  <a:lnTo>
                    <a:pt x="1755647" y="13716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35451" y="2958084"/>
              <a:ext cx="2075688" cy="499872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86811" y="1866899"/>
              <a:ext cx="120396" cy="168910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91739" y="1866899"/>
              <a:ext cx="117348" cy="16891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27504" y="1866899"/>
              <a:ext cx="286511" cy="168909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81883" y="1516379"/>
              <a:ext cx="986028" cy="522732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47444" y="1872995"/>
              <a:ext cx="406907" cy="171958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4962144" y="1278636"/>
              <a:ext cx="1039494" cy="710565"/>
            </a:xfrm>
            <a:custGeom>
              <a:avLst/>
              <a:gdLst/>
              <a:ahLst/>
              <a:cxnLst/>
              <a:rect l="l" t="t" r="r" b="b"/>
              <a:pathLst>
                <a:path w="1039495" h="710564">
                  <a:moveTo>
                    <a:pt x="908303" y="710183"/>
                  </a:moveTo>
                  <a:lnTo>
                    <a:pt x="874775" y="710183"/>
                  </a:lnTo>
                  <a:lnTo>
                    <a:pt x="131063" y="710183"/>
                  </a:lnTo>
                  <a:lnTo>
                    <a:pt x="100583" y="705611"/>
                  </a:lnTo>
                  <a:lnTo>
                    <a:pt x="47243" y="691895"/>
                  </a:lnTo>
                  <a:lnTo>
                    <a:pt x="10667" y="669035"/>
                  </a:lnTo>
                  <a:lnTo>
                    <a:pt x="3047" y="655319"/>
                  </a:lnTo>
                  <a:lnTo>
                    <a:pt x="0" y="649223"/>
                  </a:lnTo>
                  <a:lnTo>
                    <a:pt x="0" y="60959"/>
                  </a:lnTo>
                  <a:lnTo>
                    <a:pt x="3047" y="53339"/>
                  </a:lnTo>
                  <a:lnTo>
                    <a:pt x="47243" y="19811"/>
                  </a:lnTo>
                  <a:lnTo>
                    <a:pt x="100583" y="6096"/>
                  </a:lnTo>
                  <a:lnTo>
                    <a:pt x="131063" y="0"/>
                  </a:lnTo>
                  <a:lnTo>
                    <a:pt x="908303" y="0"/>
                  </a:lnTo>
                  <a:lnTo>
                    <a:pt x="966215" y="12191"/>
                  </a:lnTo>
                  <a:lnTo>
                    <a:pt x="1010411" y="27431"/>
                  </a:lnTo>
                  <a:lnTo>
                    <a:pt x="1039367" y="60959"/>
                  </a:lnTo>
                  <a:lnTo>
                    <a:pt x="1039367" y="649223"/>
                  </a:lnTo>
                  <a:lnTo>
                    <a:pt x="1036319" y="655319"/>
                  </a:lnTo>
                  <a:lnTo>
                    <a:pt x="1030223" y="662939"/>
                  </a:lnTo>
                  <a:lnTo>
                    <a:pt x="1025651" y="669035"/>
                  </a:lnTo>
                  <a:lnTo>
                    <a:pt x="1010411" y="679703"/>
                  </a:lnTo>
                  <a:lnTo>
                    <a:pt x="992123" y="691895"/>
                  </a:lnTo>
                  <a:lnTo>
                    <a:pt x="966215" y="699515"/>
                  </a:lnTo>
                  <a:lnTo>
                    <a:pt x="938783" y="705611"/>
                  </a:lnTo>
                  <a:lnTo>
                    <a:pt x="908303" y="71018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956047" y="1274063"/>
              <a:ext cx="1050290" cy="721360"/>
            </a:xfrm>
            <a:custGeom>
              <a:avLst/>
              <a:gdLst/>
              <a:ahLst/>
              <a:cxnLst/>
              <a:rect l="l" t="t" r="r" b="b"/>
              <a:pathLst>
                <a:path w="1050289" h="721360">
                  <a:moveTo>
                    <a:pt x="914400" y="720852"/>
                  </a:moveTo>
                  <a:lnTo>
                    <a:pt x="137160" y="720852"/>
                  </a:lnTo>
                  <a:lnTo>
                    <a:pt x="103632" y="714756"/>
                  </a:lnTo>
                  <a:lnTo>
                    <a:pt x="76200" y="710184"/>
                  </a:lnTo>
                  <a:lnTo>
                    <a:pt x="32004" y="690372"/>
                  </a:lnTo>
                  <a:lnTo>
                    <a:pt x="3047" y="662940"/>
                  </a:lnTo>
                  <a:lnTo>
                    <a:pt x="0" y="653796"/>
                  </a:lnTo>
                  <a:lnTo>
                    <a:pt x="0" y="64008"/>
                  </a:lnTo>
                  <a:lnTo>
                    <a:pt x="3047" y="57912"/>
                  </a:lnTo>
                  <a:lnTo>
                    <a:pt x="9144" y="48768"/>
                  </a:lnTo>
                  <a:lnTo>
                    <a:pt x="15240" y="41147"/>
                  </a:lnTo>
                  <a:lnTo>
                    <a:pt x="32004" y="30479"/>
                  </a:lnTo>
                  <a:lnTo>
                    <a:pt x="50292" y="18287"/>
                  </a:lnTo>
                  <a:lnTo>
                    <a:pt x="76200" y="10668"/>
                  </a:lnTo>
                  <a:lnTo>
                    <a:pt x="103632" y="1524"/>
                  </a:lnTo>
                  <a:lnTo>
                    <a:pt x="137160" y="0"/>
                  </a:lnTo>
                  <a:lnTo>
                    <a:pt x="880872" y="0"/>
                  </a:lnTo>
                  <a:lnTo>
                    <a:pt x="880872" y="10668"/>
                  </a:lnTo>
                  <a:lnTo>
                    <a:pt x="137160" y="10668"/>
                  </a:lnTo>
                  <a:lnTo>
                    <a:pt x="106680" y="16764"/>
                  </a:lnTo>
                  <a:lnTo>
                    <a:pt x="79247" y="21335"/>
                  </a:lnTo>
                  <a:lnTo>
                    <a:pt x="56388" y="30479"/>
                  </a:lnTo>
                  <a:lnTo>
                    <a:pt x="36576" y="38100"/>
                  </a:lnTo>
                  <a:lnTo>
                    <a:pt x="22860" y="48768"/>
                  </a:lnTo>
                  <a:lnTo>
                    <a:pt x="15240" y="60960"/>
                  </a:lnTo>
                  <a:lnTo>
                    <a:pt x="12192" y="71627"/>
                  </a:lnTo>
                  <a:lnTo>
                    <a:pt x="12192" y="646176"/>
                  </a:lnTo>
                  <a:lnTo>
                    <a:pt x="36576" y="681228"/>
                  </a:lnTo>
                  <a:lnTo>
                    <a:pt x="79247" y="697992"/>
                  </a:lnTo>
                  <a:lnTo>
                    <a:pt x="137160" y="710184"/>
                  </a:lnTo>
                  <a:lnTo>
                    <a:pt x="972312" y="710184"/>
                  </a:lnTo>
                  <a:lnTo>
                    <a:pt x="944880" y="714756"/>
                  </a:lnTo>
                  <a:lnTo>
                    <a:pt x="914400" y="720852"/>
                  </a:lnTo>
                  <a:close/>
                </a:path>
                <a:path w="1050289" h="721360">
                  <a:moveTo>
                    <a:pt x="995172" y="30479"/>
                  </a:moveTo>
                  <a:lnTo>
                    <a:pt x="969264" y="21335"/>
                  </a:lnTo>
                  <a:lnTo>
                    <a:pt x="941832" y="16764"/>
                  </a:lnTo>
                  <a:lnTo>
                    <a:pt x="914400" y="10668"/>
                  </a:lnTo>
                  <a:lnTo>
                    <a:pt x="972312" y="10668"/>
                  </a:lnTo>
                  <a:lnTo>
                    <a:pt x="998220" y="18287"/>
                  </a:lnTo>
                  <a:lnTo>
                    <a:pt x="995172" y="30479"/>
                  </a:lnTo>
                  <a:close/>
                </a:path>
                <a:path w="1050289" h="721360">
                  <a:moveTo>
                    <a:pt x="998220" y="701040"/>
                  </a:moveTo>
                  <a:lnTo>
                    <a:pt x="995172" y="690372"/>
                  </a:lnTo>
                  <a:lnTo>
                    <a:pt x="1011936" y="681228"/>
                  </a:lnTo>
                  <a:lnTo>
                    <a:pt x="1025652" y="670560"/>
                  </a:lnTo>
                  <a:lnTo>
                    <a:pt x="1036320" y="659892"/>
                  </a:lnTo>
                  <a:lnTo>
                    <a:pt x="1039368" y="646176"/>
                  </a:lnTo>
                  <a:lnTo>
                    <a:pt x="1039368" y="71627"/>
                  </a:lnTo>
                  <a:lnTo>
                    <a:pt x="1036320" y="60960"/>
                  </a:lnTo>
                  <a:lnTo>
                    <a:pt x="1025652" y="48768"/>
                  </a:lnTo>
                  <a:lnTo>
                    <a:pt x="1011936" y="38100"/>
                  </a:lnTo>
                  <a:lnTo>
                    <a:pt x="995172" y="30479"/>
                  </a:lnTo>
                  <a:lnTo>
                    <a:pt x="998220" y="18287"/>
                  </a:lnTo>
                  <a:lnTo>
                    <a:pt x="1036320" y="41147"/>
                  </a:lnTo>
                  <a:lnTo>
                    <a:pt x="1050036" y="64008"/>
                  </a:lnTo>
                  <a:lnTo>
                    <a:pt x="1050036" y="653796"/>
                  </a:lnTo>
                  <a:lnTo>
                    <a:pt x="1048512" y="662940"/>
                  </a:lnTo>
                  <a:lnTo>
                    <a:pt x="1042416" y="670560"/>
                  </a:lnTo>
                  <a:lnTo>
                    <a:pt x="1036320" y="676656"/>
                  </a:lnTo>
                  <a:lnTo>
                    <a:pt x="1019556" y="690372"/>
                  </a:lnTo>
                  <a:lnTo>
                    <a:pt x="998220" y="701040"/>
                  </a:lnTo>
                  <a:close/>
                </a:path>
                <a:path w="1050289" h="721360">
                  <a:moveTo>
                    <a:pt x="972312" y="710184"/>
                  </a:moveTo>
                  <a:lnTo>
                    <a:pt x="914400" y="710184"/>
                  </a:lnTo>
                  <a:lnTo>
                    <a:pt x="969264" y="697992"/>
                  </a:lnTo>
                  <a:lnTo>
                    <a:pt x="995172" y="690372"/>
                  </a:lnTo>
                  <a:lnTo>
                    <a:pt x="998220" y="701040"/>
                  </a:lnTo>
                  <a:lnTo>
                    <a:pt x="972312" y="71018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985003" y="1295399"/>
              <a:ext cx="993775" cy="672465"/>
            </a:xfrm>
            <a:custGeom>
              <a:avLst/>
              <a:gdLst/>
              <a:ahLst/>
              <a:cxnLst/>
              <a:rect l="l" t="t" r="r" b="b"/>
              <a:pathLst>
                <a:path w="993775" h="672464">
                  <a:moveTo>
                    <a:pt x="868680" y="672083"/>
                  </a:moveTo>
                  <a:lnTo>
                    <a:pt x="838200" y="672083"/>
                  </a:lnTo>
                  <a:lnTo>
                    <a:pt x="124968" y="672083"/>
                  </a:lnTo>
                  <a:lnTo>
                    <a:pt x="94487" y="669035"/>
                  </a:lnTo>
                  <a:lnTo>
                    <a:pt x="68579" y="659891"/>
                  </a:lnTo>
                  <a:lnTo>
                    <a:pt x="44195" y="655319"/>
                  </a:lnTo>
                  <a:lnTo>
                    <a:pt x="24383" y="643127"/>
                  </a:lnTo>
                  <a:lnTo>
                    <a:pt x="10668" y="632459"/>
                  </a:lnTo>
                  <a:lnTo>
                    <a:pt x="4572" y="626363"/>
                  </a:lnTo>
                  <a:lnTo>
                    <a:pt x="0" y="612647"/>
                  </a:lnTo>
                  <a:lnTo>
                    <a:pt x="0" y="59435"/>
                  </a:lnTo>
                  <a:lnTo>
                    <a:pt x="3047" y="50291"/>
                  </a:lnTo>
                  <a:lnTo>
                    <a:pt x="4572" y="44196"/>
                  </a:lnTo>
                  <a:lnTo>
                    <a:pt x="10668" y="39623"/>
                  </a:lnTo>
                  <a:lnTo>
                    <a:pt x="24383" y="27431"/>
                  </a:lnTo>
                  <a:lnTo>
                    <a:pt x="44195" y="19811"/>
                  </a:lnTo>
                  <a:lnTo>
                    <a:pt x="68579" y="10667"/>
                  </a:lnTo>
                  <a:lnTo>
                    <a:pt x="94487" y="6096"/>
                  </a:lnTo>
                  <a:lnTo>
                    <a:pt x="124968" y="0"/>
                  </a:lnTo>
                  <a:lnTo>
                    <a:pt x="868680" y="0"/>
                  </a:lnTo>
                  <a:lnTo>
                    <a:pt x="899160" y="6096"/>
                  </a:lnTo>
                  <a:lnTo>
                    <a:pt x="923544" y="10667"/>
                  </a:lnTo>
                  <a:lnTo>
                    <a:pt x="969263" y="27431"/>
                  </a:lnTo>
                  <a:lnTo>
                    <a:pt x="993647" y="59435"/>
                  </a:lnTo>
                  <a:lnTo>
                    <a:pt x="993647" y="612647"/>
                  </a:lnTo>
                  <a:lnTo>
                    <a:pt x="969263" y="643127"/>
                  </a:lnTo>
                  <a:lnTo>
                    <a:pt x="923544" y="659891"/>
                  </a:lnTo>
                  <a:lnTo>
                    <a:pt x="899160" y="669035"/>
                  </a:lnTo>
                  <a:lnTo>
                    <a:pt x="868680" y="67208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978907" y="1290827"/>
              <a:ext cx="1005840" cy="681355"/>
            </a:xfrm>
            <a:custGeom>
              <a:avLst/>
              <a:gdLst/>
              <a:ahLst/>
              <a:cxnLst/>
              <a:rect l="l" t="t" r="r" b="b"/>
              <a:pathLst>
                <a:path w="1005839" h="681355">
                  <a:moveTo>
                    <a:pt x="874776" y="681227"/>
                  </a:moveTo>
                  <a:lnTo>
                    <a:pt x="131064" y="681227"/>
                  </a:lnTo>
                  <a:lnTo>
                    <a:pt x="100583" y="679703"/>
                  </a:lnTo>
                  <a:lnTo>
                    <a:pt x="50291" y="662939"/>
                  </a:lnTo>
                  <a:lnTo>
                    <a:pt x="10668" y="640079"/>
                  </a:lnTo>
                  <a:lnTo>
                    <a:pt x="3047" y="626363"/>
                  </a:lnTo>
                  <a:lnTo>
                    <a:pt x="0" y="620267"/>
                  </a:lnTo>
                  <a:lnTo>
                    <a:pt x="0" y="60959"/>
                  </a:lnTo>
                  <a:lnTo>
                    <a:pt x="3047" y="54863"/>
                  </a:lnTo>
                  <a:lnTo>
                    <a:pt x="6095" y="47243"/>
                  </a:lnTo>
                  <a:lnTo>
                    <a:pt x="50291" y="18287"/>
                  </a:lnTo>
                  <a:lnTo>
                    <a:pt x="100583" y="4571"/>
                  </a:lnTo>
                  <a:lnTo>
                    <a:pt x="131064" y="0"/>
                  </a:lnTo>
                  <a:lnTo>
                    <a:pt x="844296" y="0"/>
                  </a:lnTo>
                  <a:lnTo>
                    <a:pt x="844296" y="10667"/>
                  </a:lnTo>
                  <a:lnTo>
                    <a:pt x="131064" y="10667"/>
                  </a:lnTo>
                  <a:lnTo>
                    <a:pt x="103631" y="15239"/>
                  </a:lnTo>
                  <a:lnTo>
                    <a:pt x="53339" y="27431"/>
                  </a:lnTo>
                  <a:lnTo>
                    <a:pt x="13716" y="57911"/>
                  </a:lnTo>
                  <a:lnTo>
                    <a:pt x="10668" y="68579"/>
                  </a:lnTo>
                  <a:lnTo>
                    <a:pt x="10668" y="612647"/>
                  </a:lnTo>
                  <a:lnTo>
                    <a:pt x="36575" y="643127"/>
                  </a:lnTo>
                  <a:lnTo>
                    <a:pt x="74675" y="659891"/>
                  </a:lnTo>
                  <a:lnTo>
                    <a:pt x="103631" y="664463"/>
                  </a:lnTo>
                  <a:lnTo>
                    <a:pt x="131064" y="670559"/>
                  </a:lnTo>
                  <a:lnTo>
                    <a:pt x="932688" y="670559"/>
                  </a:lnTo>
                  <a:lnTo>
                    <a:pt x="905256" y="679703"/>
                  </a:lnTo>
                  <a:lnTo>
                    <a:pt x="874776" y="681227"/>
                  </a:lnTo>
                  <a:close/>
                </a:path>
                <a:path w="1005839" h="681355">
                  <a:moveTo>
                    <a:pt x="952500" y="27431"/>
                  </a:moveTo>
                  <a:lnTo>
                    <a:pt x="929640" y="21335"/>
                  </a:lnTo>
                  <a:lnTo>
                    <a:pt x="902208" y="15239"/>
                  </a:lnTo>
                  <a:lnTo>
                    <a:pt x="874776" y="10667"/>
                  </a:lnTo>
                  <a:lnTo>
                    <a:pt x="932688" y="10667"/>
                  </a:lnTo>
                  <a:lnTo>
                    <a:pt x="955548" y="18287"/>
                  </a:lnTo>
                  <a:lnTo>
                    <a:pt x="952500" y="27431"/>
                  </a:lnTo>
                  <a:close/>
                </a:path>
                <a:path w="1005839" h="681355">
                  <a:moveTo>
                    <a:pt x="955548" y="662939"/>
                  </a:moveTo>
                  <a:lnTo>
                    <a:pt x="952500" y="653795"/>
                  </a:lnTo>
                  <a:lnTo>
                    <a:pt x="969264" y="643127"/>
                  </a:lnTo>
                  <a:lnTo>
                    <a:pt x="982980" y="633983"/>
                  </a:lnTo>
                  <a:lnTo>
                    <a:pt x="992124" y="623315"/>
                  </a:lnTo>
                  <a:lnTo>
                    <a:pt x="993648" y="612647"/>
                  </a:lnTo>
                  <a:lnTo>
                    <a:pt x="993648" y="68579"/>
                  </a:lnTo>
                  <a:lnTo>
                    <a:pt x="992124" y="57911"/>
                  </a:lnTo>
                  <a:lnTo>
                    <a:pt x="982980" y="47243"/>
                  </a:lnTo>
                  <a:lnTo>
                    <a:pt x="969264" y="38100"/>
                  </a:lnTo>
                  <a:lnTo>
                    <a:pt x="952500" y="27431"/>
                  </a:lnTo>
                  <a:lnTo>
                    <a:pt x="955548" y="18287"/>
                  </a:lnTo>
                  <a:lnTo>
                    <a:pt x="976884" y="27431"/>
                  </a:lnTo>
                  <a:lnTo>
                    <a:pt x="992124" y="41148"/>
                  </a:lnTo>
                  <a:lnTo>
                    <a:pt x="999744" y="47243"/>
                  </a:lnTo>
                  <a:lnTo>
                    <a:pt x="1002792" y="54863"/>
                  </a:lnTo>
                  <a:lnTo>
                    <a:pt x="1005840" y="60959"/>
                  </a:lnTo>
                  <a:lnTo>
                    <a:pt x="1005840" y="620267"/>
                  </a:lnTo>
                  <a:lnTo>
                    <a:pt x="1002792" y="626363"/>
                  </a:lnTo>
                  <a:lnTo>
                    <a:pt x="999744" y="633983"/>
                  </a:lnTo>
                  <a:lnTo>
                    <a:pt x="992124" y="640079"/>
                  </a:lnTo>
                  <a:lnTo>
                    <a:pt x="976884" y="653795"/>
                  </a:lnTo>
                  <a:lnTo>
                    <a:pt x="955548" y="662939"/>
                  </a:lnTo>
                  <a:close/>
                </a:path>
                <a:path w="1005839" h="681355">
                  <a:moveTo>
                    <a:pt x="932688" y="670559"/>
                  </a:moveTo>
                  <a:lnTo>
                    <a:pt x="874776" y="670559"/>
                  </a:lnTo>
                  <a:lnTo>
                    <a:pt x="902208" y="664463"/>
                  </a:lnTo>
                  <a:lnTo>
                    <a:pt x="929640" y="659891"/>
                  </a:lnTo>
                  <a:lnTo>
                    <a:pt x="952500" y="653795"/>
                  </a:lnTo>
                  <a:lnTo>
                    <a:pt x="955548" y="662939"/>
                  </a:lnTo>
                  <a:lnTo>
                    <a:pt x="932688" y="670559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04687" y="1363979"/>
              <a:ext cx="134112" cy="91439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04687" y="1821179"/>
              <a:ext cx="134112" cy="89916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04687" y="1595628"/>
              <a:ext cx="134112" cy="92963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35523" y="1371599"/>
              <a:ext cx="150875" cy="80772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35523" y="1604771"/>
              <a:ext cx="150876" cy="86868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682995" y="1796796"/>
              <a:ext cx="251460" cy="147828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686044" y="1560575"/>
              <a:ext cx="251460" cy="150876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678424" y="1321308"/>
              <a:ext cx="249936" cy="147828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35523" y="1830324"/>
              <a:ext cx="150875" cy="83820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012435" y="1469135"/>
              <a:ext cx="252984" cy="149352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45023" y="1367028"/>
              <a:ext cx="134112" cy="92963"/>
            </a:xfrm>
            <a:prstGeom prst="rect">
              <a:avLst/>
            </a:prstGeom>
          </p:spPr>
        </p:pic>
      </p:grpSp>
      <p:sp>
        <p:nvSpPr>
          <p:cNvPr id="37" name="object 37" descr=""/>
          <p:cNvSpPr txBox="1"/>
          <p:nvPr/>
        </p:nvSpPr>
        <p:spPr>
          <a:xfrm>
            <a:off x="1950204" y="2343449"/>
            <a:ext cx="676910" cy="1663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 spc="45">
                <a:solidFill>
                  <a:srgbClr val="1F1A16"/>
                </a:solidFill>
                <a:latin typeface="Arial"/>
                <a:cs typeface="Arial"/>
              </a:rPr>
              <a:t>Conveyor</a:t>
            </a:r>
            <a:r>
              <a:rPr dirty="0" sz="900" spc="5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1F1A16"/>
                </a:solidFill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3710432" y="3497107"/>
            <a:ext cx="710565" cy="1663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 spc="45">
                <a:solidFill>
                  <a:srgbClr val="1F1A16"/>
                </a:solidFill>
                <a:latin typeface="Arial"/>
                <a:cs typeface="Arial"/>
              </a:rPr>
              <a:t>Conveyor</a:t>
            </a:r>
            <a:r>
              <a:rPr dirty="0" sz="900" spc="275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1F1A16"/>
                </a:solidFill>
                <a:latin typeface="Arial"/>
                <a:cs typeface="Arial"/>
              </a:rPr>
              <a:t>B</a:t>
            </a:r>
            <a:endParaRPr sz="900">
              <a:latin typeface="Arial"/>
              <a:cs typeface="Aria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6074210" y="1305586"/>
            <a:ext cx="516890" cy="6388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 spc="-20">
                <a:solidFill>
                  <a:srgbClr val="1F1A16"/>
                </a:solidFill>
                <a:latin typeface="Arial"/>
                <a:cs typeface="Arial"/>
              </a:rPr>
              <a:t>Clip</a:t>
            </a:r>
            <a:endParaRPr sz="900">
              <a:latin typeface="Arial"/>
              <a:cs typeface="Arial"/>
            </a:endParaRPr>
          </a:p>
          <a:p>
            <a:pPr marL="34925" marR="5080" indent="-10795">
              <a:lnSpc>
                <a:spcPct val="160000"/>
              </a:lnSpc>
              <a:spcBef>
                <a:spcPts val="260"/>
              </a:spcBef>
            </a:pPr>
            <a:r>
              <a:rPr dirty="0" sz="900" spc="35">
                <a:solidFill>
                  <a:srgbClr val="1F1A16"/>
                </a:solidFill>
                <a:latin typeface="Arial"/>
                <a:cs typeface="Arial"/>
              </a:rPr>
              <a:t>Transfer Release</a:t>
            </a:r>
            <a:endParaRPr sz="900">
              <a:latin typeface="Arial"/>
              <a:cs typeface="Arial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4589712" y="1453356"/>
            <a:ext cx="25971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0">
                <a:solidFill>
                  <a:srgbClr val="1F1A16"/>
                </a:solidFill>
                <a:latin typeface="Arial"/>
                <a:cs typeface="Arial"/>
              </a:rPr>
              <a:t>Auto</a:t>
            </a:r>
            <a:endParaRPr sz="800">
              <a:latin typeface="Arial"/>
              <a:cs typeface="Arial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4976927" y="1319281"/>
            <a:ext cx="173990" cy="1663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 spc="-25">
                <a:solidFill>
                  <a:srgbClr val="1F1A16"/>
                </a:solidFill>
                <a:latin typeface="Arial"/>
                <a:cs typeface="Arial"/>
              </a:rPr>
              <a:t>X0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5018532" y="1296924"/>
            <a:ext cx="285115" cy="668020"/>
            <a:chOff x="5018532" y="1296924"/>
            <a:chExt cx="285115" cy="668020"/>
          </a:xfrm>
        </p:grpSpPr>
        <p:sp>
          <p:nvSpPr>
            <p:cNvPr id="43" name="object 43" descr=""/>
            <p:cNvSpPr/>
            <p:nvPr/>
          </p:nvSpPr>
          <p:spPr>
            <a:xfrm>
              <a:off x="5300471" y="1296924"/>
              <a:ext cx="3175" cy="668020"/>
            </a:xfrm>
            <a:custGeom>
              <a:avLst/>
              <a:gdLst/>
              <a:ahLst/>
              <a:cxnLst/>
              <a:rect l="l" t="t" r="r" b="b"/>
              <a:pathLst>
                <a:path w="3175" h="668019">
                  <a:moveTo>
                    <a:pt x="3048" y="667512"/>
                  </a:moveTo>
                  <a:lnTo>
                    <a:pt x="0" y="667512"/>
                  </a:lnTo>
                  <a:lnTo>
                    <a:pt x="0" y="0"/>
                  </a:lnTo>
                  <a:lnTo>
                    <a:pt x="3048" y="0"/>
                  </a:lnTo>
                  <a:lnTo>
                    <a:pt x="3048" y="66751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023104" y="1799844"/>
              <a:ext cx="239395" cy="137160"/>
            </a:xfrm>
            <a:custGeom>
              <a:avLst/>
              <a:gdLst/>
              <a:ahLst/>
              <a:cxnLst/>
              <a:rect l="l" t="t" r="r" b="b"/>
              <a:pathLst>
                <a:path w="239395" h="137160">
                  <a:moveTo>
                    <a:pt x="217932" y="137159"/>
                  </a:moveTo>
                  <a:lnTo>
                    <a:pt x="22860" y="137159"/>
                  </a:lnTo>
                  <a:lnTo>
                    <a:pt x="13716" y="134111"/>
                  </a:lnTo>
                  <a:lnTo>
                    <a:pt x="6096" y="124967"/>
                  </a:lnTo>
                  <a:lnTo>
                    <a:pt x="0" y="114299"/>
                  </a:lnTo>
                  <a:lnTo>
                    <a:pt x="0" y="22859"/>
                  </a:lnTo>
                  <a:lnTo>
                    <a:pt x="6096" y="10667"/>
                  </a:lnTo>
                  <a:lnTo>
                    <a:pt x="13716" y="3047"/>
                  </a:lnTo>
                  <a:lnTo>
                    <a:pt x="22860" y="0"/>
                  </a:lnTo>
                  <a:lnTo>
                    <a:pt x="217932" y="0"/>
                  </a:lnTo>
                  <a:lnTo>
                    <a:pt x="225552" y="3047"/>
                  </a:lnTo>
                  <a:lnTo>
                    <a:pt x="234696" y="10667"/>
                  </a:lnTo>
                  <a:lnTo>
                    <a:pt x="237743" y="22859"/>
                  </a:lnTo>
                  <a:lnTo>
                    <a:pt x="239267" y="36575"/>
                  </a:lnTo>
                  <a:lnTo>
                    <a:pt x="239267" y="100583"/>
                  </a:lnTo>
                  <a:lnTo>
                    <a:pt x="237743" y="114299"/>
                  </a:lnTo>
                  <a:lnTo>
                    <a:pt x="234696" y="124967"/>
                  </a:lnTo>
                  <a:lnTo>
                    <a:pt x="225552" y="134111"/>
                  </a:lnTo>
                  <a:lnTo>
                    <a:pt x="217932" y="1371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5018532" y="1793747"/>
              <a:ext cx="250190" cy="147955"/>
            </a:xfrm>
            <a:custGeom>
              <a:avLst/>
              <a:gdLst/>
              <a:ahLst/>
              <a:cxnLst/>
              <a:rect l="l" t="t" r="r" b="b"/>
              <a:pathLst>
                <a:path w="250189" h="147955">
                  <a:moveTo>
                    <a:pt x="227076" y="147828"/>
                  </a:moveTo>
                  <a:lnTo>
                    <a:pt x="21336" y="147828"/>
                  </a:lnTo>
                  <a:lnTo>
                    <a:pt x="16764" y="144780"/>
                  </a:lnTo>
                  <a:lnTo>
                    <a:pt x="10668" y="140208"/>
                  </a:lnTo>
                  <a:lnTo>
                    <a:pt x="4572" y="134112"/>
                  </a:lnTo>
                  <a:lnTo>
                    <a:pt x="0" y="123444"/>
                  </a:lnTo>
                  <a:lnTo>
                    <a:pt x="0" y="25908"/>
                  </a:lnTo>
                  <a:lnTo>
                    <a:pt x="4572" y="15240"/>
                  </a:lnTo>
                  <a:lnTo>
                    <a:pt x="16764" y="3048"/>
                  </a:lnTo>
                  <a:lnTo>
                    <a:pt x="21336" y="0"/>
                  </a:lnTo>
                  <a:lnTo>
                    <a:pt x="222504" y="0"/>
                  </a:lnTo>
                  <a:lnTo>
                    <a:pt x="222504" y="12192"/>
                  </a:lnTo>
                  <a:lnTo>
                    <a:pt x="27432" y="12192"/>
                  </a:lnTo>
                  <a:lnTo>
                    <a:pt x="21336" y="15240"/>
                  </a:lnTo>
                  <a:lnTo>
                    <a:pt x="16764" y="19812"/>
                  </a:lnTo>
                  <a:lnTo>
                    <a:pt x="10668" y="28956"/>
                  </a:lnTo>
                  <a:lnTo>
                    <a:pt x="10668" y="117348"/>
                  </a:lnTo>
                  <a:lnTo>
                    <a:pt x="16764" y="129540"/>
                  </a:lnTo>
                  <a:lnTo>
                    <a:pt x="21336" y="134112"/>
                  </a:lnTo>
                  <a:lnTo>
                    <a:pt x="27432" y="137160"/>
                  </a:lnTo>
                  <a:lnTo>
                    <a:pt x="241554" y="137160"/>
                  </a:lnTo>
                  <a:lnTo>
                    <a:pt x="239268" y="140208"/>
                  </a:lnTo>
                  <a:lnTo>
                    <a:pt x="233172" y="144780"/>
                  </a:lnTo>
                  <a:lnTo>
                    <a:pt x="227076" y="147828"/>
                  </a:lnTo>
                  <a:close/>
                </a:path>
                <a:path w="250189" h="147955">
                  <a:moveTo>
                    <a:pt x="233172" y="19812"/>
                  </a:moveTo>
                  <a:lnTo>
                    <a:pt x="227076" y="15240"/>
                  </a:lnTo>
                  <a:lnTo>
                    <a:pt x="222504" y="12192"/>
                  </a:lnTo>
                  <a:lnTo>
                    <a:pt x="241554" y="12192"/>
                  </a:lnTo>
                  <a:lnTo>
                    <a:pt x="243840" y="15240"/>
                  </a:lnTo>
                  <a:lnTo>
                    <a:pt x="233172" y="19812"/>
                  </a:lnTo>
                  <a:close/>
                </a:path>
                <a:path w="250189" h="147955">
                  <a:moveTo>
                    <a:pt x="243840" y="134112"/>
                  </a:moveTo>
                  <a:lnTo>
                    <a:pt x="233172" y="129540"/>
                  </a:lnTo>
                  <a:lnTo>
                    <a:pt x="236220" y="117348"/>
                  </a:lnTo>
                  <a:lnTo>
                    <a:pt x="239268" y="106680"/>
                  </a:lnTo>
                  <a:lnTo>
                    <a:pt x="239268" y="42672"/>
                  </a:lnTo>
                  <a:lnTo>
                    <a:pt x="236220" y="28956"/>
                  </a:lnTo>
                  <a:lnTo>
                    <a:pt x="233172" y="19812"/>
                  </a:lnTo>
                  <a:lnTo>
                    <a:pt x="243840" y="15240"/>
                  </a:lnTo>
                  <a:lnTo>
                    <a:pt x="246888" y="25908"/>
                  </a:lnTo>
                  <a:lnTo>
                    <a:pt x="249936" y="42672"/>
                  </a:lnTo>
                  <a:lnTo>
                    <a:pt x="249936" y="106680"/>
                  </a:lnTo>
                  <a:lnTo>
                    <a:pt x="246888" y="123444"/>
                  </a:lnTo>
                  <a:lnTo>
                    <a:pt x="243840" y="134112"/>
                  </a:lnTo>
                  <a:close/>
                </a:path>
                <a:path w="250189" h="147955">
                  <a:moveTo>
                    <a:pt x="241554" y="137160"/>
                  </a:moveTo>
                  <a:lnTo>
                    <a:pt x="222504" y="137160"/>
                  </a:lnTo>
                  <a:lnTo>
                    <a:pt x="227076" y="134112"/>
                  </a:lnTo>
                  <a:lnTo>
                    <a:pt x="233172" y="129540"/>
                  </a:lnTo>
                  <a:lnTo>
                    <a:pt x="243840" y="134112"/>
                  </a:lnTo>
                  <a:lnTo>
                    <a:pt x="241554" y="13716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4521135" y="1793209"/>
            <a:ext cx="396240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solidFill>
                  <a:srgbClr val="1F1A16"/>
                </a:solidFill>
                <a:latin typeface="Arial"/>
                <a:cs typeface="Arial"/>
              </a:rPr>
              <a:t>Manual</a:t>
            </a:r>
            <a:endParaRPr sz="800">
              <a:latin typeface="Arial"/>
              <a:cs typeface="Arial"/>
            </a:endParaRPr>
          </a:p>
        </p:txBody>
      </p:sp>
      <p:pic>
        <p:nvPicPr>
          <p:cNvPr id="47" name="object 47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145023" y="1687067"/>
            <a:ext cx="134112" cy="91440"/>
          </a:xfrm>
          <a:prstGeom prst="rect">
            <a:avLst/>
          </a:prstGeom>
        </p:spPr>
      </p:pic>
      <p:sp>
        <p:nvSpPr>
          <p:cNvPr id="48" name="object 48" descr=""/>
          <p:cNvSpPr txBox="1"/>
          <p:nvPr/>
        </p:nvSpPr>
        <p:spPr>
          <a:xfrm>
            <a:off x="4976927" y="1645428"/>
            <a:ext cx="173990" cy="1663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 spc="-25">
                <a:solidFill>
                  <a:srgbClr val="1F1A16"/>
                </a:solidFill>
                <a:latin typeface="Arial"/>
                <a:cs typeface="Arial"/>
              </a:rPr>
              <a:t>X1</a:t>
            </a:r>
            <a:endParaRPr sz="900">
              <a:latin typeface="Arial"/>
              <a:cs typeface="Arial"/>
            </a:endParaRPr>
          </a:p>
        </p:txBody>
      </p:sp>
      <p:sp>
        <p:nvSpPr>
          <p:cNvPr id="49" name="object 49" descr=""/>
          <p:cNvSpPr/>
          <p:nvPr/>
        </p:nvSpPr>
        <p:spPr>
          <a:xfrm>
            <a:off x="4898136" y="1388376"/>
            <a:ext cx="1160145" cy="504825"/>
          </a:xfrm>
          <a:custGeom>
            <a:avLst/>
            <a:gdLst/>
            <a:ahLst/>
            <a:cxnLst/>
            <a:rect l="l" t="t" r="r" b="b"/>
            <a:pathLst>
              <a:path w="1160145" h="504825">
                <a:moveTo>
                  <a:pt x="236207" y="146291"/>
                </a:moveTo>
                <a:lnTo>
                  <a:pt x="0" y="146291"/>
                </a:lnTo>
                <a:lnTo>
                  <a:pt x="0" y="158483"/>
                </a:lnTo>
                <a:lnTo>
                  <a:pt x="236207" y="158483"/>
                </a:lnTo>
                <a:lnTo>
                  <a:pt x="236207" y="146291"/>
                </a:lnTo>
                <a:close/>
              </a:path>
              <a:path w="1160145" h="504825">
                <a:moveTo>
                  <a:pt x="237744" y="489191"/>
                </a:moveTo>
                <a:lnTo>
                  <a:pt x="31991" y="489191"/>
                </a:lnTo>
                <a:lnTo>
                  <a:pt x="31991" y="504444"/>
                </a:lnTo>
                <a:lnTo>
                  <a:pt x="237744" y="504444"/>
                </a:lnTo>
                <a:lnTo>
                  <a:pt x="237744" y="489191"/>
                </a:lnTo>
                <a:close/>
              </a:path>
              <a:path w="1160145" h="504825">
                <a:moveTo>
                  <a:pt x="1153655" y="4572"/>
                </a:moveTo>
                <a:lnTo>
                  <a:pt x="1114031" y="1524"/>
                </a:lnTo>
                <a:lnTo>
                  <a:pt x="1025639" y="1524"/>
                </a:lnTo>
                <a:lnTo>
                  <a:pt x="976871" y="0"/>
                </a:lnTo>
                <a:lnTo>
                  <a:pt x="938771" y="1524"/>
                </a:lnTo>
                <a:lnTo>
                  <a:pt x="922007" y="1524"/>
                </a:lnTo>
                <a:lnTo>
                  <a:pt x="908291" y="4572"/>
                </a:lnTo>
                <a:lnTo>
                  <a:pt x="905243" y="4572"/>
                </a:lnTo>
                <a:lnTo>
                  <a:pt x="905243" y="6096"/>
                </a:lnTo>
                <a:lnTo>
                  <a:pt x="902195" y="7620"/>
                </a:lnTo>
                <a:lnTo>
                  <a:pt x="899147" y="10668"/>
                </a:lnTo>
                <a:lnTo>
                  <a:pt x="899147" y="15240"/>
                </a:lnTo>
                <a:lnTo>
                  <a:pt x="1153655" y="15240"/>
                </a:lnTo>
                <a:lnTo>
                  <a:pt x="1153655" y="4572"/>
                </a:lnTo>
                <a:close/>
              </a:path>
              <a:path w="1160145" h="504825">
                <a:moveTo>
                  <a:pt x="1159764" y="477012"/>
                </a:moveTo>
                <a:lnTo>
                  <a:pt x="915924" y="477012"/>
                </a:lnTo>
                <a:lnTo>
                  <a:pt x="915924" y="490728"/>
                </a:lnTo>
                <a:lnTo>
                  <a:pt x="1159764" y="490728"/>
                </a:lnTo>
                <a:lnTo>
                  <a:pt x="1159764" y="477012"/>
                </a:lnTo>
                <a:close/>
              </a:path>
              <a:path w="1160145" h="504825">
                <a:moveTo>
                  <a:pt x="1159764" y="251460"/>
                </a:moveTo>
                <a:lnTo>
                  <a:pt x="903732" y="251460"/>
                </a:lnTo>
                <a:lnTo>
                  <a:pt x="903732" y="265176"/>
                </a:lnTo>
                <a:lnTo>
                  <a:pt x="1159764" y="265176"/>
                </a:lnTo>
                <a:lnTo>
                  <a:pt x="1159764" y="251460"/>
                </a:lnTo>
                <a:close/>
              </a:path>
            </a:pathLst>
          </a:custGeom>
          <a:solidFill>
            <a:srgbClr val="1F1A1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0" name="object 50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522476" y="4357116"/>
            <a:ext cx="76200" cy="76200"/>
          </a:xfrm>
          <a:prstGeom prst="rect">
            <a:avLst/>
          </a:prstGeom>
        </p:spPr>
      </p:pic>
      <p:pic>
        <p:nvPicPr>
          <p:cNvPr id="51" name="object 51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522476" y="5218176"/>
            <a:ext cx="76200" cy="76200"/>
          </a:xfrm>
          <a:prstGeom prst="rect">
            <a:avLst/>
          </a:prstGeom>
        </p:spPr>
      </p:pic>
      <p:sp>
        <p:nvSpPr>
          <p:cNvPr id="52" name="object 52" descr=""/>
          <p:cNvSpPr/>
          <p:nvPr/>
        </p:nvSpPr>
        <p:spPr>
          <a:xfrm>
            <a:off x="5932932" y="5449823"/>
            <a:ext cx="123825" cy="41275"/>
          </a:xfrm>
          <a:custGeom>
            <a:avLst/>
            <a:gdLst/>
            <a:ahLst/>
            <a:cxnLst/>
            <a:rect l="l" t="t" r="r" b="b"/>
            <a:pathLst>
              <a:path w="123825" h="41275">
                <a:moveTo>
                  <a:pt x="77724" y="41148"/>
                </a:moveTo>
                <a:lnTo>
                  <a:pt x="76200" y="39624"/>
                </a:lnTo>
                <a:lnTo>
                  <a:pt x="102107" y="22860"/>
                </a:lnTo>
                <a:lnTo>
                  <a:pt x="0" y="22860"/>
                </a:lnTo>
                <a:lnTo>
                  <a:pt x="0" y="19812"/>
                </a:lnTo>
                <a:lnTo>
                  <a:pt x="102107" y="19812"/>
                </a:lnTo>
                <a:lnTo>
                  <a:pt x="76200" y="3048"/>
                </a:lnTo>
                <a:lnTo>
                  <a:pt x="77724" y="0"/>
                </a:lnTo>
                <a:lnTo>
                  <a:pt x="123443" y="21336"/>
                </a:lnTo>
                <a:lnTo>
                  <a:pt x="77724" y="41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3195827" y="5664707"/>
            <a:ext cx="123825" cy="41275"/>
          </a:xfrm>
          <a:custGeom>
            <a:avLst/>
            <a:gdLst/>
            <a:ahLst/>
            <a:cxnLst/>
            <a:rect l="l" t="t" r="r" b="b"/>
            <a:pathLst>
              <a:path w="123825" h="41275">
                <a:moveTo>
                  <a:pt x="77724" y="41148"/>
                </a:moveTo>
                <a:lnTo>
                  <a:pt x="76200" y="39624"/>
                </a:lnTo>
                <a:lnTo>
                  <a:pt x="103632" y="22860"/>
                </a:lnTo>
                <a:lnTo>
                  <a:pt x="0" y="22860"/>
                </a:lnTo>
                <a:lnTo>
                  <a:pt x="0" y="19812"/>
                </a:lnTo>
                <a:lnTo>
                  <a:pt x="103632" y="19812"/>
                </a:lnTo>
                <a:lnTo>
                  <a:pt x="76200" y="3048"/>
                </a:lnTo>
                <a:lnTo>
                  <a:pt x="77724" y="0"/>
                </a:lnTo>
                <a:lnTo>
                  <a:pt x="123443" y="21336"/>
                </a:lnTo>
                <a:lnTo>
                  <a:pt x="77724" y="41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4" name="object 54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522476" y="6077712"/>
            <a:ext cx="76200" cy="76200"/>
          </a:xfrm>
          <a:prstGeom prst="rect">
            <a:avLst/>
          </a:prstGeom>
        </p:spPr>
      </p:pic>
      <p:sp>
        <p:nvSpPr>
          <p:cNvPr id="55" name="object 55" descr=""/>
          <p:cNvSpPr txBox="1"/>
          <p:nvPr/>
        </p:nvSpPr>
        <p:spPr>
          <a:xfrm>
            <a:off x="926087" y="3977083"/>
            <a:ext cx="6192520" cy="24968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Purpose:</a:t>
            </a:r>
            <a:endParaRPr sz="1050">
              <a:latin typeface="Arial"/>
              <a:cs typeface="Arial"/>
            </a:endParaRPr>
          </a:p>
          <a:p>
            <a:pPr marL="848994" marR="5080">
              <a:lnSpc>
                <a:spcPct val="134300"/>
              </a:lnSpc>
              <a:spcBef>
                <a:spcPts val="830"/>
              </a:spcBef>
            </a:pP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button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Manual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pressed,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the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robotic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arm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begin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execute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manual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control process: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pressing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Clip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clip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product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from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conveyor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pressing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Transfer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move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the </a:t>
            </a:r>
            <a:r>
              <a:rPr dirty="0" sz="1050" spc="-10">
                <a:latin typeface="Arial"/>
                <a:cs typeface="Arial"/>
              </a:rPr>
              <a:t>product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conveyor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pressing Release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release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product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send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away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by </a:t>
            </a:r>
            <a:r>
              <a:rPr dirty="0" sz="1050" spc="-10">
                <a:latin typeface="Arial"/>
                <a:cs typeface="Arial"/>
              </a:rPr>
              <a:t>conveyor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B.</a:t>
            </a:r>
            <a:endParaRPr sz="1050">
              <a:latin typeface="Arial"/>
              <a:cs typeface="Arial"/>
            </a:endParaRPr>
          </a:p>
          <a:p>
            <a:pPr marL="848994" marR="5080">
              <a:lnSpc>
                <a:spcPct val="134300"/>
              </a:lnSpc>
              <a:spcBef>
                <a:spcPts val="10"/>
              </a:spcBef>
              <a:tabLst>
                <a:tab pos="2467610" algn="l"/>
                <a:tab pos="5204460" algn="l"/>
              </a:tabLst>
            </a:pP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button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Auto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pressed,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robotic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arm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begin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execute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auto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control process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once: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clip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product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(keep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holding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this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product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before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releasing)</a:t>
            </a:r>
            <a:r>
              <a:rPr dirty="0" sz="1050">
                <a:latin typeface="Arial"/>
                <a:cs typeface="Arial"/>
              </a:rPr>
              <a:t>	</a:t>
            </a:r>
            <a:r>
              <a:rPr dirty="0" sz="1050" spc="-10">
                <a:latin typeface="Arial"/>
                <a:cs typeface="Arial"/>
              </a:rPr>
              <a:t>transfer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product </a:t>
            </a:r>
            <a:r>
              <a:rPr dirty="0" sz="1050">
                <a:latin typeface="Arial"/>
                <a:cs typeface="Arial"/>
              </a:rPr>
              <a:t>(the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action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takes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2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sec)</a:t>
            </a:r>
            <a:r>
              <a:rPr dirty="0" sz="1050">
                <a:latin typeface="Arial"/>
                <a:cs typeface="Arial"/>
              </a:rPr>
              <a:t>	</a:t>
            </a:r>
            <a:r>
              <a:rPr dirty="0" sz="1050" spc="-10">
                <a:latin typeface="Arial"/>
                <a:cs typeface="Arial"/>
              </a:rPr>
              <a:t>release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product.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Auto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control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process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performed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one </a:t>
            </a:r>
            <a:r>
              <a:rPr dirty="0" sz="1050">
                <a:latin typeface="Arial"/>
                <a:cs typeface="Arial"/>
              </a:rPr>
              <a:t>more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time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if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button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Auto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pressed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again.</a:t>
            </a:r>
            <a:endParaRPr sz="1050">
              <a:latin typeface="Arial"/>
              <a:cs typeface="Arial"/>
            </a:endParaRPr>
          </a:p>
          <a:p>
            <a:pPr marL="848994">
              <a:lnSpc>
                <a:spcPct val="100000"/>
              </a:lnSpc>
              <a:spcBef>
                <a:spcPts val="434"/>
              </a:spcBef>
            </a:pPr>
            <a:r>
              <a:rPr dirty="0" sz="1050" spc="-10">
                <a:latin typeface="Arial"/>
                <a:cs typeface="Arial"/>
              </a:rPr>
              <a:t>Manual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control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process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auto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control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process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are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interlocked.</a:t>
            </a:r>
            <a:endParaRPr sz="105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875"/>
              </a:spcBef>
            </a:pPr>
            <a:r>
              <a:rPr dirty="0" sz="1050" spc="-10" b="1">
                <a:latin typeface="Arial"/>
                <a:cs typeface="Arial"/>
              </a:rPr>
              <a:t>Devices: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56" name="object 56" descr=""/>
          <p:cNvGraphicFramePr>
            <a:graphicFrameLocks noGrp="1"/>
          </p:cNvGraphicFramePr>
          <p:nvPr/>
        </p:nvGraphicFramePr>
        <p:xfrm>
          <a:off x="1723644" y="6545580"/>
          <a:ext cx="5332730" cy="2925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1394"/>
                <a:gridCol w="4247514"/>
              </a:tblGrid>
              <a:tr h="275590"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Device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79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Function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79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Auto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button.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X0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goes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OFF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90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pressed.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Manual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button.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X1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goes</a:t>
                      </a:r>
                      <a:r>
                        <a:rPr dirty="0" sz="900" spc="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OFF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pressed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Clip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button.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X2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pressed.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Transfer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button.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X3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pressed.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Release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button.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X4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pressed.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M0~M2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Auto</a:t>
                      </a:r>
                      <a:r>
                        <a:rPr dirty="0" sz="900" spc="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control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process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M3~M5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Manual</a:t>
                      </a:r>
                      <a:r>
                        <a:rPr dirty="0" sz="900" spc="1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control</a:t>
                      </a:r>
                      <a:r>
                        <a:rPr dirty="0" sz="900" spc="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process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M10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Auto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control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selection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M11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Manual</a:t>
                      </a:r>
                      <a:r>
                        <a:rPr dirty="0" sz="900" spc="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control</a:t>
                      </a:r>
                      <a:r>
                        <a:rPr dirty="0" sz="900" spc="114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selection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T0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9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sec</a:t>
                      </a:r>
                      <a:r>
                        <a:rPr dirty="0" sz="9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timer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10">
                          <a:latin typeface="Arial"/>
                          <a:cs typeface="Arial"/>
                        </a:rPr>
                        <a:t>Product</a:t>
                      </a:r>
                      <a:r>
                        <a:rPr dirty="0" sz="90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10">
                          <a:latin typeface="Arial"/>
                          <a:cs typeface="Arial"/>
                        </a:rPr>
                        <a:t>clipping/releasing.</a:t>
                      </a:r>
                      <a:r>
                        <a:rPr dirty="0" sz="900" spc="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10">
                          <a:latin typeface="Arial"/>
                          <a:cs typeface="Arial"/>
                        </a:rPr>
                        <a:t>Y0</a:t>
                      </a:r>
                      <a:r>
                        <a:rPr dirty="0" sz="9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10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9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10">
                          <a:latin typeface="Arial"/>
                          <a:cs typeface="Arial"/>
                        </a:rPr>
                        <a:t>ON/OFF</a:t>
                      </a:r>
                      <a:r>
                        <a:rPr dirty="0" sz="90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1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10">
                          <a:latin typeface="Arial"/>
                          <a:cs typeface="Arial"/>
                        </a:rPr>
                        <a:t>clipping/releasing</a:t>
                      </a:r>
                      <a:r>
                        <a:rPr dirty="0" sz="90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1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product.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Product</a:t>
                      </a:r>
                      <a:r>
                        <a:rPr dirty="0" sz="900" spc="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transferring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6373" y="188496"/>
            <a:ext cx="3221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50748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132346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50748" y="9691116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39587" y="9733318"/>
            <a:ext cx="26416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25">
                <a:latin typeface="Arial"/>
                <a:cs typeface="Arial"/>
              </a:rPr>
              <a:t>30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56318" y="912362"/>
            <a:ext cx="1115695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Program: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3791" y="1370075"/>
            <a:ext cx="5163311" cy="433425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3791" y="5900928"/>
            <a:ext cx="5161787" cy="322630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93284" y="188496"/>
            <a:ext cx="3221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922019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26088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22019" y="9677400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892574" y="9721129"/>
            <a:ext cx="26225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25">
                <a:latin typeface="Arial"/>
                <a:cs typeface="Arial"/>
              </a:rPr>
              <a:t>31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6588" y="864108"/>
            <a:ext cx="5160263" cy="297941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5063" y="4066032"/>
            <a:ext cx="5164836" cy="3456431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5063" y="7743444"/>
            <a:ext cx="5163312" cy="126187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6373" y="188496"/>
            <a:ext cx="3221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1.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Basic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Program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50748" y="445008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132346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50748" y="9691116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39587" y="9733318"/>
            <a:ext cx="26416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1-</a:t>
            </a:r>
            <a:r>
              <a:rPr dirty="0" sz="900" spc="-25">
                <a:latin typeface="Arial"/>
                <a:cs typeface="Arial"/>
              </a:rPr>
              <a:t>32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1203" y="1239012"/>
            <a:ext cx="76200" cy="762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1203" y="2314955"/>
            <a:ext cx="76200" cy="7620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656318" y="912362"/>
            <a:ext cx="6190615" cy="2386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Program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Description:</a:t>
            </a:r>
            <a:endParaRPr sz="1050">
              <a:latin typeface="Arial"/>
              <a:cs typeface="Arial"/>
            </a:endParaRPr>
          </a:p>
          <a:p>
            <a:pPr marL="847725" marR="5080">
              <a:lnSpc>
                <a:spcPct val="134500"/>
              </a:lnSpc>
              <a:spcBef>
                <a:spcPts val="405"/>
              </a:spcBef>
            </a:pP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X0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goes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from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OFF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auto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control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process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executed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once,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whereas when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X1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goes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from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OFF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manual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control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process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executed.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manual control,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clipping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releasing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actions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require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pressing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corresponding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button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one </a:t>
            </a:r>
            <a:r>
              <a:rPr dirty="0" sz="1050">
                <a:latin typeface="Arial"/>
                <a:cs typeface="Arial"/>
              </a:rPr>
              <a:t>time.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However,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button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Transfer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should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pressed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2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sec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during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moving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process</a:t>
            </a:r>
            <a:r>
              <a:rPr dirty="0" sz="1050" spc="50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till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product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moved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Conveyor</a:t>
            </a:r>
            <a:r>
              <a:rPr dirty="0" sz="1050" spc="-25">
                <a:latin typeface="Arial"/>
                <a:cs typeface="Arial"/>
              </a:rPr>
              <a:t> B.</a:t>
            </a:r>
            <a:endParaRPr sz="1050">
              <a:latin typeface="Arial"/>
              <a:cs typeface="Arial"/>
            </a:endParaRPr>
          </a:p>
          <a:p>
            <a:pPr marL="847725" marR="7620">
              <a:lnSpc>
                <a:spcPct val="134300"/>
              </a:lnSpc>
            </a:pPr>
            <a:r>
              <a:rPr dirty="0" sz="1050">
                <a:latin typeface="Arial"/>
                <a:cs typeface="Arial"/>
              </a:rPr>
              <a:t>X0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X1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are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interlocked.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When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auto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control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process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executed,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robotic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arm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will </a:t>
            </a:r>
            <a:r>
              <a:rPr dirty="0" sz="1050" spc="-10">
                <a:latin typeface="Arial"/>
                <a:cs typeface="Arial"/>
              </a:rPr>
              <a:t>perform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following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actions: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first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“clipping”,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then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“transferring”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(for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2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sec.),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“releasing.” When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manual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control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process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executed,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controlling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actions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performed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by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50">
                <a:latin typeface="Arial"/>
                <a:cs typeface="Arial"/>
              </a:rPr>
              <a:t>3 </a:t>
            </a:r>
            <a:r>
              <a:rPr dirty="0" sz="1050" spc="-20">
                <a:latin typeface="Arial"/>
                <a:cs typeface="Arial"/>
              </a:rPr>
              <a:t>corresponding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buttons: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clipping </a:t>
            </a:r>
            <a:r>
              <a:rPr dirty="0" sz="1050" spc="-10">
                <a:latin typeface="Arial"/>
                <a:cs typeface="Arial"/>
              </a:rPr>
              <a:t>product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by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turning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Y0,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transferring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product</a:t>
            </a:r>
            <a:r>
              <a:rPr dirty="0" sz="1050">
                <a:latin typeface="Arial"/>
                <a:cs typeface="Arial"/>
              </a:rPr>
              <a:t> by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pressing</a:t>
            </a:r>
            <a:r>
              <a:rPr dirty="0" sz="1050" spc="50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Y1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releasing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product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by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turning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off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Y0.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12560" y="-12700"/>
            <a:ext cx="8775700" cy="5955030"/>
            <a:chOff x="-12560" y="-12700"/>
            <a:chExt cx="8775700" cy="5955030"/>
          </a:xfrm>
        </p:grpSpPr>
        <p:sp>
          <p:nvSpPr>
            <p:cNvPr id="3" name="object 3" descr=""/>
            <p:cNvSpPr/>
            <p:nvPr/>
          </p:nvSpPr>
          <p:spPr>
            <a:xfrm>
              <a:off x="139" y="-1651"/>
              <a:ext cx="1752600" cy="4876800"/>
            </a:xfrm>
            <a:custGeom>
              <a:avLst/>
              <a:gdLst/>
              <a:ahLst/>
              <a:cxnLst/>
              <a:rect l="l" t="t" r="r" b="b"/>
              <a:pathLst>
                <a:path w="1752600" h="4876800">
                  <a:moveTo>
                    <a:pt x="1752600" y="4876800"/>
                  </a:moveTo>
                  <a:lnTo>
                    <a:pt x="1752600" y="0"/>
                  </a:lnTo>
                  <a:lnTo>
                    <a:pt x="0" y="0"/>
                  </a:lnTo>
                  <a:lnTo>
                    <a:pt x="0" y="4876800"/>
                  </a:lnTo>
                  <a:lnTo>
                    <a:pt x="1752600" y="4876800"/>
                  </a:lnTo>
                  <a:close/>
                </a:path>
              </a:pathLst>
            </a:custGeom>
            <a:solidFill>
              <a:srgbClr val="CC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990739" y="3503548"/>
              <a:ext cx="7772400" cy="2438400"/>
            </a:xfrm>
            <a:custGeom>
              <a:avLst/>
              <a:gdLst/>
              <a:ahLst/>
              <a:cxnLst/>
              <a:rect l="l" t="t" r="r" b="b"/>
              <a:pathLst>
                <a:path w="7772400" h="2438400">
                  <a:moveTo>
                    <a:pt x="7772400" y="2438400"/>
                  </a:moveTo>
                  <a:lnTo>
                    <a:pt x="7772400" y="0"/>
                  </a:lnTo>
                  <a:lnTo>
                    <a:pt x="0" y="0"/>
                  </a:lnTo>
                  <a:lnTo>
                    <a:pt x="0" y="2438400"/>
                  </a:lnTo>
                  <a:lnTo>
                    <a:pt x="7772400" y="2438400"/>
                  </a:lnTo>
                  <a:close/>
                </a:path>
              </a:pathLst>
            </a:custGeom>
            <a:solidFill>
              <a:srgbClr val="330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9" y="4875148"/>
              <a:ext cx="990600" cy="0"/>
            </a:xfrm>
            <a:custGeom>
              <a:avLst/>
              <a:gdLst/>
              <a:ahLst/>
              <a:cxnLst/>
              <a:rect l="l" t="t" r="r" b="b"/>
              <a:pathLst>
                <a:path w="990600" h="0">
                  <a:moveTo>
                    <a:pt x="0" y="0"/>
                  </a:moveTo>
                  <a:lnTo>
                    <a:pt x="990600" y="0"/>
                  </a:lnTo>
                </a:path>
              </a:pathLst>
            </a:custGeom>
            <a:ln w="50800">
              <a:solidFill>
                <a:srgbClr val="3300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73673" y="531748"/>
              <a:ext cx="2438400" cy="304800"/>
            </a:xfrm>
            <a:custGeom>
              <a:avLst/>
              <a:gdLst/>
              <a:ahLst/>
              <a:cxnLst/>
              <a:rect l="l" t="t" r="r" b="b"/>
              <a:pathLst>
                <a:path w="2438400" h="304800">
                  <a:moveTo>
                    <a:pt x="2438400" y="304800"/>
                  </a:moveTo>
                  <a:lnTo>
                    <a:pt x="243840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2438400" y="304800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34885" y="684148"/>
              <a:ext cx="8077200" cy="0"/>
            </a:xfrm>
            <a:custGeom>
              <a:avLst/>
              <a:gdLst/>
              <a:ahLst/>
              <a:cxnLst/>
              <a:rect l="l" t="t" r="r" b="b"/>
              <a:pathLst>
                <a:path w="8077200" h="0">
                  <a:moveTo>
                    <a:pt x="0" y="0"/>
                  </a:moveTo>
                  <a:lnTo>
                    <a:pt x="8077200" y="0"/>
                  </a:lnTo>
                </a:path>
              </a:pathLst>
            </a:custGeom>
            <a:ln w="44450">
              <a:solidFill>
                <a:srgbClr val="3300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" y="0"/>
              <a:ext cx="689190" cy="682624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39" y="0"/>
              <a:ext cx="697230" cy="695960"/>
            </a:xfrm>
            <a:custGeom>
              <a:avLst/>
              <a:gdLst/>
              <a:ahLst/>
              <a:cxnLst/>
              <a:rect l="l" t="t" r="r" b="b"/>
              <a:pathLst>
                <a:path w="697230" h="695960">
                  <a:moveTo>
                    <a:pt x="697230" y="0"/>
                  </a:moveTo>
                  <a:lnTo>
                    <a:pt x="697230" y="695578"/>
                  </a:lnTo>
                  <a:lnTo>
                    <a:pt x="0" y="695578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539" y="760348"/>
              <a:ext cx="2362200" cy="2586227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8265" y="1776857"/>
              <a:ext cx="1107782" cy="463295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861697" y="1214754"/>
            <a:ext cx="5020945" cy="20421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5600" b="0">
                <a:solidFill>
                  <a:srgbClr val="330033"/>
                </a:solidFill>
                <a:latin typeface="Arial Rounded MT Bold"/>
                <a:cs typeface="Arial Rounded MT Bold"/>
              </a:rPr>
              <a:t>PLC</a:t>
            </a:r>
            <a:r>
              <a:rPr dirty="0" sz="5600" spc="-125" b="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5600" spc="-10" b="0">
                <a:solidFill>
                  <a:srgbClr val="330033"/>
                </a:solidFill>
                <a:latin typeface="Arial Rounded MT Bold"/>
                <a:cs typeface="Arial Rounded MT Bold"/>
              </a:rPr>
              <a:t>Exercises</a:t>
            </a:r>
            <a:endParaRPr sz="5600">
              <a:latin typeface="Arial Rounded MT Bold"/>
              <a:cs typeface="Arial Rounded MT Bold"/>
            </a:endParaRPr>
          </a:p>
          <a:p>
            <a:pPr algn="ctr" marL="607695" marR="599440">
              <a:lnSpc>
                <a:spcPct val="100000"/>
              </a:lnSpc>
              <a:spcBef>
                <a:spcPts val="35"/>
              </a:spcBef>
            </a:pPr>
            <a:r>
              <a:rPr dirty="0" sz="3800" b="0">
                <a:solidFill>
                  <a:srgbClr val="330033"/>
                </a:solidFill>
                <a:latin typeface="Arial Rounded MT Bold"/>
                <a:cs typeface="Arial Rounded MT Bold"/>
              </a:rPr>
              <a:t>Ladder</a:t>
            </a:r>
            <a:r>
              <a:rPr dirty="0" sz="3800" spc="-130" b="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800" spc="-10" b="0">
                <a:solidFill>
                  <a:srgbClr val="330033"/>
                </a:solidFill>
                <a:latin typeface="Arial Rounded MT Bold"/>
                <a:cs typeface="Arial Rounded MT Bold"/>
              </a:rPr>
              <a:t>Diagram Programming</a:t>
            </a:r>
            <a:endParaRPr sz="3800">
              <a:latin typeface="Arial Rounded MT Bold"/>
              <a:cs typeface="Arial Rounded MT Bold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38745" y="3732148"/>
            <a:ext cx="7648575" cy="2138680"/>
          </a:xfrm>
          <a:prstGeom prst="rect">
            <a:avLst/>
          </a:prstGeom>
          <a:solidFill>
            <a:srgbClr val="FFFFE1"/>
          </a:solidFill>
        </p:spPr>
        <p:txBody>
          <a:bodyPr wrap="square" lIns="0" tIns="213995" rIns="0" bIns="0" rtlCol="0" vert="horz">
            <a:spAutoFit/>
          </a:bodyPr>
          <a:lstStyle/>
          <a:p>
            <a:pPr algn="ctr" marR="114300">
              <a:lnSpc>
                <a:spcPct val="100000"/>
              </a:lnSpc>
              <a:spcBef>
                <a:spcPts val="1685"/>
              </a:spcBef>
            </a:pPr>
            <a:r>
              <a:rPr dirty="0" sz="2200" spc="-25">
                <a:latin typeface="Arial Rounded MT Bold"/>
                <a:cs typeface="Arial Rounded MT Bold"/>
              </a:rPr>
              <a:t>By</a:t>
            </a:r>
            <a:endParaRPr sz="2200">
              <a:latin typeface="Arial Rounded MT Bold"/>
              <a:cs typeface="Arial Rounded MT Bold"/>
            </a:endParaRPr>
          </a:p>
          <a:p>
            <a:pPr algn="ctr" marR="114300">
              <a:lnSpc>
                <a:spcPct val="100000"/>
              </a:lnSpc>
              <a:spcBef>
                <a:spcPts val="430"/>
              </a:spcBef>
            </a:pPr>
            <a:r>
              <a:rPr dirty="0" sz="3600">
                <a:latin typeface="Arial Rounded MT Bold"/>
                <a:cs typeface="Arial Rounded MT Bold"/>
              </a:rPr>
              <a:t>Dr.</a:t>
            </a:r>
            <a:r>
              <a:rPr dirty="0" sz="3600" spc="-90">
                <a:latin typeface="Arial Rounded MT Bold"/>
                <a:cs typeface="Arial Rounded MT Bold"/>
              </a:rPr>
              <a:t> </a:t>
            </a:r>
            <a:r>
              <a:rPr dirty="0" sz="3600" spc="-10">
                <a:latin typeface="Arial Rounded MT Bold"/>
                <a:cs typeface="Arial Rounded MT Bold"/>
              </a:rPr>
              <a:t>Mohammad</a:t>
            </a:r>
            <a:r>
              <a:rPr dirty="0" sz="3600" spc="-90">
                <a:latin typeface="Arial Rounded MT Bold"/>
                <a:cs typeface="Arial Rounded MT Bold"/>
              </a:rPr>
              <a:t> </a:t>
            </a:r>
            <a:r>
              <a:rPr dirty="0" sz="3600" spc="-10">
                <a:latin typeface="Arial Rounded MT Bold"/>
                <a:cs typeface="Arial Rounded MT Bold"/>
              </a:rPr>
              <a:t>Salah</a:t>
            </a:r>
            <a:endParaRPr sz="3600">
              <a:latin typeface="Arial Rounded MT Bold"/>
              <a:cs typeface="Arial Rounded MT Bold"/>
            </a:endParaRPr>
          </a:p>
          <a:p>
            <a:pPr algn="ctr" marL="1133475" marR="1250315">
              <a:lnSpc>
                <a:spcPct val="109800"/>
              </a:lnSpc>
              <a:spcBef>
                <a:spcPts val="5"/>
              </a:spcBef>
            </a:pPr>
            <a:r>
              <a:rPr dirty="0" sz="2200">
                <a:latin typeface="Arial Rounded MT Bold"/>
                <a:cs typeface="Arial Rounded MT Bold"/>
              </a:rPr>
              <a:t>Mechatronics</a:t>
            </a:r>
            <a:r>
              <a:rPr dirty="0" sz="2200" spc="-60">
                <a:latin typeface="Arial Rounded MT Bold"/>
                <a:cs typeface="Arial Rounded MT Bold"/>
              </a:rPr>
              <a:t> </a:t>
            </a:r>
            <a:r>
              <a:rPr dirty="0" sz="2200">
                <a:latin typeface="Arial Rounded MT Bold"/>
                <a:cs typeface="Arial Rounded MT Bold"/>
              </a:rPr>
              <a:t>Engineering</a:t>
            </a:r>
            <a:r>
              <a:rPr dirty="0" sz="2200" spc="-55">
                <a:latin typeface="Arial Rounded MT Bold"/>
                <a:cs typeface="Arial Rounded MT Bold"/>
              </a:rPr>
              <a:t> </a:t>
            </a:r>
            <a:r>
              <a:rPr dirty="0" sz="2200" spc="-10">
                <a:latin typeface="Arial Rounded MT Bold"/>
                <a:cs typeface="Arial Rounded MT Bold"/>
              </a:rPr>
              <a:t>Department Hashemite</a:t>
            </a:r>
            <a:r>
              <a:rPr dirty="0" sz="2200" spc="-65">
                <a:latin typeface="Arial Rounded MT Bold"/>
                <a:cs typeface="Arial Rounded MT Bold"/>
              </a:rPr>
              <a:t> </a:t>
            </a:r>
            <a:r>
              <a:rPr dirty="0" sz="2200" spc="-10">
                <a:latin typeface="Arial Rounded MT Bold"/>
                <a:cs typeface="Arial Rounded MT Bold"/>
              </a:rPr>
              <a:t>University</a:t>
            </a:r>
            <a:endParaRPr sz="2200">
              <a:latin typeface="Arial Rounded MT Bold"/>
              <a:cs typeface="Arial Rounded MT Bol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1941" y="4598034"/>
            <a:ext cx="12509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0" b="1">
                <a:latin typeface="Arial"/>
                <a:cs typeface="Arial"/>
              </a:rPr>
              <a:t>٢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39" y="4852923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0"/>
                </a:moveTo>
                <a:lnTo>
                  <a:pt x="0" y="44450"/>
                </a:lnTo>
                <a:lnTo>
                  <a:pt x="609600" y="4444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-12560" y="-12700"/>
            <a:ext cx="626110" cy="624205"/>
            <a:chOff x="-12560" y="-12700"/>
            <a:chExt cx="626110" cy="6242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" y="0"/>
              <a:ext cx="591070" cy="58585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39" y="0"/>
              <a:ext cx="600710" cy="598805"/>
            </a:xfrm>
            <a:custGeom>
              <a:avLst/>
              <a:gdLst/>
              <a:ahLst/>
              <a:cxnLst/>
              <a:rect l="l" t="t" r="r" b="b"/>
              <a:pathLst>
                <a:path w="600710" h="598805">
                  <a:moveTo>
                    <a:pt x="600456" y="0"/>
                  </a:moveTo>
                  <a:lnTo>
                    <a:pt x="600456" y="598804"/>
                  </a:lnTo>
                  <a:lnTo>
                    <a:pt x="0" y="598804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89997" y="100711"/>
            <a:ext cx="37941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opperplate Gothic Bold"/>
                <a:cs typeface="Copperplate Gothic Bold"/>
              </a:rPr>
              <a:t>D</a:t>
            </a:r>
            <a:r>
              <a:rPr dirty="0" cap="small" sz="1400" b="1">
                <a:latin typeface="Copperplate Gothic Bold"/>
                <a:cs typeface="Copperplate Gothic Bold"/>
              </a:rPr>
              <a:t>r</a:t>
            </a:r>
            <a:r>
              <a:rPr dirty="0" sz="1400" b="1">
                <a:latin typeface="Copperplate Gothic Bold"/>
                <a:cs typeface="Copperplate Gothic Bold"/>
              </a:rPr>
              <a:t>.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spc="55" b="1">
                <a:latin typeface="Copperplate Gothic Bold"/>
                <a:cs typeface="Copperplate Gothic Bold"/>
              </a:rPr>
              <a:t>M</a:t>
            </a:r>
            <a:r>
              <a:rPr dirty="0" cap="small" sz="1400" spc="55" b="1">
                <a:latin typeface="Copperplate Gothic Bold"/>
                <a:cs typeface="Copperplate Gothic Bold"/>
              </a:rPr>
              <a:t>ohammad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S</a:t>
            </a:r>
            <a:r>
              <a:rPr dirty="0" cap="small" sz="1400" b="1">
                <a:latin typeface="Copperplate Gothic Bold"/>
                <a:cs typeface="Copperplate Gothic Bold"/>
              </a:rPr>
              <a:t>alah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–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spc="25" b="1">
                <a:latin typeface="Copperplate Gothic Bold"/>
                <a:cs typeface="Copperplate Gothic Bold"/>
              </a:rPr>
              <a:t>M</a:t>
            </a:r>
            <a:r>
              <a:rPr dirty="0" cap="small" sz="1400" spc="25" b="1">
                <a:latin typeface="Copperplate Gothic Bold"/>
                <a:cs typeface="Copperplate Gothic Bold"/>
              </a:rPr>
              <a:t>echatronics</a:t>
            </a:r>
            <a:endParaRPr sz="1400">
              <a:latin typeface="Copperplate Gothic Bold"/>
              <a:cs typeface="Copperplate Gothic Bold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Steps</a:t>
            </a:r>
            <a:r>
              <a:rPr dirty="0" sz="3200" spc="-8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for</a:t>
            </a:r>
            <a:r>
              <a:rPr dirty="0" sz="3200" spc="-8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Building</a:t>
            </a:r>
            <a:r>
              <a:rPr dirty="0" sz="3200" spc="-8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a</a:t>
            </a:r>
            <a:r>
              <a:rPr dirty="0" sz="3200" spc="-8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Ladder</a:t>
            </a:r>
            <a:r>
              <a:rPr dirty="0" sz="3200" spc="-8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 spc="-10">
                <a:solidFill>
                  <a:srgbClr val="330033"/>
                </a:solidFill>
                <a:latin typeface="Arial Rounded MT Bold"/>
                <a:cs typeface="Arial Rounded MT Bold"/>
              </a:rPr>
              <a:t>Diagram</a:t>
            </a:r>
            <a:endParaRPr sz="3200">
              <a:latin typeface="Arial Rounded MT Bold"/>
              <a:cs typeface="Arial Rounded MT Bold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39501" y="1685061"/>
            <a:ext cx="7726680" cy="352996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445134" indent="-430530">
              <a:lnSpc>
                <a:spcPct val="100000"/>
              </a:lnSpc>
              <a:spcBef>
                <a:spcPts val="665"/>
              </a:spcBef>
              <a:buClr>
                <a:srgbClr val="010000"/>
              </a:buClr>
              <a:buAutoNum type="arabicPeriod"/>
              <a:tabLst>
                <a:tab pos="445134" algn="l"/>
              </a:tabLst>
            </a:pPr>
            <a:r>
              <a:rPr dirty="0" sz="2400">
                <a:latin typeface="Arial"/>
                <a:cs typeface="Arial"/>
              </a:rPr>
              <a:t>Determine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No.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digital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I/O</a:t>
            </a:r>
            <a:endParaRPr sz="2400">
              <a:latin typeface="Arial"/>
              <a:cs typeface="Arial"/>
            </a:endParaRPr>
          </a:p>
          <a:p>
            <a:pPr marL="444500" indent="-430530">
              <a:lnSpc>
                <a:spcPct val="100000"/>
              </a:lnSpc>
              <a:spcBef>
                <a:spcPts val="570"/>
              </a:spcBef>
              <a:buClr>
                <a:srgbClr val="010000"/>
              </a:buClr>
              <a:buAutoNum type="arabicPeriod"/>
              <a:tabLst>
                <a:tab pos="444500" algn="l"/>
              </a:tabLst>
            </a:pPr>
            <a:r>
              <a:rPr dirty="0" sz="2400">
                <a:latin typeface="Arial"/>
                <a:cs typeface="Arial"/>
              </a:rPr>
              <a:t>Determine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No.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analog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I/O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(if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needed)</a:t>
            </a:r>
            <a:endParaRPr sz="2400">
              <a:latin typeface="Arial"/>
              <a:cs typeface="Arial"/>
            </a:endParaRPr>
          </a:p>
          <a:p>
            <a:pPr marL="444500" indent="-430530">
              <a:lnSpc>
                <a:spcPct val="100000"/>
              </a:lnSpc>
              <a:spcBef>
                <a:spcPts val="570"/>
              </a:spcBef>
              <a:buClr>
                <a:srgbClr val="010000"/>
              </a:buClr>
              <a:buAutoNum type="arabicPeriod"/>
              <a:tabLst>
                <a:tab pos="444500" algn="l"/>
              </a:tabLst>
            </a:pPr>
            <a:r>
              <a:rPr dirty="0" sz="2400">
                <a:latin typeface="Arial"/>
                <a:cs typeface="Arial"/>
              </a:rPr>
              <a:t>Determine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if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there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are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special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functions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process</a:t>
            </a:r>
            <a:endParaRPr sz="2400">
              <a:latin typeface="Arial"/>
              <a:cs typeface="Arial"/>
            </a:endParaRPr>
          </a:p>
          <a:p>
            <a:pPr marL="443865" indent="-430530">
              <a:lnSpc>
                <a:spcPct val="100000"/>
              </a:lnSpc>
              <a:spcBef>
                <a:spcPts val="570"/>
              </a:spcBef>
              <a:buClr>
                <a:srgbClr val="010000"/>
              </a:buClr>
              <a:buAutoNum type="arabicPeriod"/>
              <a:tabLst>
                <a:tab pos="443865" algn="l"/>
              </a:tabLst>
            </a:pPr>
            <a:r>
              <a:rPr dirty="0" sz="2400">
                <a:latin typeface="Arial"/>
                <a:cs typeface="Arial"/>
              </a:rPr>
              <a:t>Estimate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program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capacity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depending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on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process</a:t>
            </a:r>
            <a:endParaRPr sz="2400">
              <a:latin typeface="Arial"/>
              <a:cs typeface="Arial"/>
            </a:endParaRPr>
          </a:p>
          <a:p>
            <a:pPr marL="443865" indent="-430530">
              <a:lnSpc>
                <a:spcPct val="100000"/>
              </a:lnSpc>
              <a:spcBef>
                <a:spcPts val="565"/>
              </a:spcBef>
              <a:buClr>
                <a:srgbClr val="010000"/>
              </a:buClr>
              <a:buAutoNum type="arabicPeriod"/>
              <a:tabLst>
                <a:tab pos="443865" algn="l"/>
              </a:tabLst>
            </a:pPr>
            <a:r>
              <a:rPr dirty="0" sz="2400">
                <a:latin typeface="Arial"/>
                <a:cs typeface="Arial"/>
              </a:rPr>
              <a:t>Choose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suitable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PLC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series</a:t>
            </a:r>
            <a:endParaRPr sz="2400">
              <a:latin typeface="Arial"/>
              <a:cs typeface="Arial"/>
            </a:endParaRPr>
          </a:p>
          <a:p>
            <a:pPr marL="443230" indent="-430530">
              <a:lnSpc>
                <a:spcPct val="100000"/>
              </a:lnSpc>
              <a:spcBef>
                <a:spcPts val="570"/>
              </a:spcBef>
              <a:buClr>
                <a:srgbClr val="010000"/>
              </a:buClr>
              <a:buAutoNum type="arabicPeriod"/>
              <a:tabLst>
                <a:tab pos="443230" algn="l"/>
              </a:tabLst>
            </a:pPr>
            <a:r>
              <a:rPr dirty="0" sz="2400">
                <a:latin typeface="Arial"/>
                <a:cs typeface="Arial"/>
              </a:rPr>
              <a:t>Prepare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wiring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diagram</a:t>
            </a:r>
            <a:endParaRPr sz="2400">
              <a:latin typeface="Arial"/>
              <a:cs typeface="Arial"/>
            </a:endParaRPr>
          </a:p>
          <a:p>
            <a:pPr marL="443230" indent="-430530">
              <a:lnSpc>
                <a:spcPct val="100000"/>
              </a:lnSpc>
              <a:spcBef>
                <a:spcPts val="570"/>
              </a:spcBef>
              <a:buClr>
                <a:srgbClr val="010000"/>
              </a:buClr>
              <a:buAutoNum type="arabicPeriod"/>
              <a:tabLst>
                <a:tab pos="443230" algn="l"/>
              </a:tabLst>
            </a:pPr>
            <a:r>
              <a:rPr dirty="0" sz="2400">
                <a:latin typeface="Arial"/>
                <a:cs typeface="Arial"/>
              </a:rPr>
              <a:t>Draw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flowchart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or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control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diagram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(Optional)</a:t>
            </a:r>
            <a:endParaRPr sz="2400">
              <a:latin typeface="Arial"/>
              <a:cs typeface="Arial"/>
            </a:endParaRPr>
          </a:p>
          <a:p>
            <a:pPr marL="442595" indent="-429895">
              <a:lnSpc>
                <a:spcPct val="100000"/>
              </a:lnSpc>
              <a:spcBef>
                <a:spcPts val="570"/>
              </a:spcBef>
              <a:buClr>
                <a:srgbClr val="010000"/>
              </a:buClr>
              <a:buAutoNum type="arabicPeriod"/>
              <a:tabLst>
                <a:tab pos="442595" algn="l"/>
              </a:tabLst>
            </a:pPr>
            <a:r>
              <a:rPr dirty="0" sz="2400">
                <a:latin typeface="Arial"/>
                <a:cs typeface="Arial"/>
              </a:rPr>
              <a:t>Program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PLC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using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ladder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diagram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139" y="1560448"/>
            <a:ext cx="5181600" cy="51435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241941" y="4598034"/>
            <a:ext cx="12509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0" b="1">
                <a:latin typeface="Arial"/>
                <a:cs typeface="Arial"/>
              </a:rPr>
              <a:t>٣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39" y="4852923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0"/>
                </a:moveTo>
                <a:lnTo>
                  <a:pt x="0" y="44450"/>
                </a:lnTo>
                <a:lnTo>
                  <a:pt x="609600" y="4444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-12560" y="-12700"/>
            <a:ext cx="626110" cy="624205"/>
            <a:chOff x="-12560" y="-12700"/>
            <a:chExt cx="626110" cy="62420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" y="0"/>
              <a:ext cx="591070" cy="58585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39" y="0"/>
              <a:ext cx="600710" cy="598805"/>
            </a:xfrm>
            <a:custGeom>
              <a:avLst/>
              <a:gdLst/>
              <a:ahLst/>
              <a:cxnLst/>
              <a:rect l="l" t="t" r="r" b="b"/>
              <a:pathLst>
                <a:path w="600710" h="598805">
                  <a:moveTo>
                    <a:pt x="600456" y="0"/>
                  </a:moveTo>
                  <a:lnTo>
                    <a:pt x="600456" y="598804"/>
                  </a:lnTo>
                  <a:lnTo>
                    <a:pt x="0" y="598804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89997" y="100711"/>
            <a:ext cx="37941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opperplate Gothic Bold"/>
                <a:cs typeface="Copperplate Gothic Bold"/>
              </a:rPr>
              <a:t>D</a:t>
            </a:r>
            <a:r>
              <a:rPr dirty="0" cap="small" sz="1400" b="1">
                <a:latin typeface="Copperplate Gothic Bold"/>
                <a:cs typeface="Copperplate Gothic Bold"/>
              </a:rPr>
              <a:t>r</a:t>
            </a:r>
            <a:r>
              <a:rPr dirty="0" sz="1400" b="1">
                <a:latin typeface="Copperplate Gothic Bold"/>
                <a:cs typeface="Copperplate Gothic Bold"/>
              </a:rPr>
              <a:t>.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spc="55" b="1">
                <a:latin typeface="Copperplate Gothic Bold"/>
                <a:cs typeface="Copperplate Gothic Bold"/>
              </a:rPr>
              <a:t>M</a:t>
            </a:r>
            <a:r>
              <a:rPr dirty="0" cap="small" sz="1400" spc="55" b="1">
                <a:latin typeface="Copperplate Gothic Bold"/>
                <a:cs typeface="Copperplate Gothic Bold"/>
              </a:rPr>
              <a:t>ohammad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S</a:t>
            </a:r>
            <a:r>
              <a:rPr dirty="0" cap="small" sz="1400" b="1">
                <a:latin typeface="Copperplate Gothic Bold"/>
                <a:cs typeface="Copperplate Gothic Bold"/>
              </a:rPr>
              <a:t>alah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–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spc="25" b="1">
                <a:latin typeface="Copperplate Gothic Bold"/>
                <a:cs typeface="Copperplate Gothic Bold"/>
              </a:rPr>
              <a:t>M</a:t>
            </a:r>
            <a:r>
              <a:rPr dirty="0" cap="small" sz="1400" spc="25" b="1">
                <a:latin typeface="Copperplate Gothic Bold"/>
                <a:cs typeface="Copperplate Gothic Bold"/>
              </a:rPr>
              <a:t>echatronics</a:t>
            </a:r>
            <a:endParaRPr sz="1400">
              <a:latin typeface="Copperplate Gothic Bold"/>
              <a:cs typeface="Copperplate Gothic Bold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Exercise</a:t>
            </a:r>
            <a:r>
              <a:rPr dirty="0" sz="3200" spc="-7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#1:</a:t>
            </a:r>
            <a:r>
              <a:rPr dirty="0" sz="3200" spc="-55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/>
              <a:t>Moving</a:t>
            </a:r>
            <a:r>
              <a:rPr dirty="0" spc="-55"/>
              <a:t> </a:t>
            </a:r>
            <a:r>
              <a:rPr dirty="0"/>
              <a:t>a</a:t>
            </a:r>
            <a:r>
              <a:rPr dirty="0" spc="-55"/>
              <a:t> </a:t>
            </a:r>
            <a:r>
              <a:rPr dirty="0"/>
              <a:t>Pneumatic</a:t>
            </a:r>
            <a:r>
              <a:rPr dirty="0" spc="-55"/>
              <a:t> </a:t>
            </a:r>
            <a:r>
              <a:rPr dirty="0" spc="-10"/>
              <a:t>Piston</a:t>
            </a:r>
            <a:endParaRPr sz="3200">
              <a:latin typeface="Arial Rounded MT Bold"/>
              <a:cs typeface="Arial Rounded MT Bold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65435" y="2547493"/>
            <a:ext cx="2891790" cy="277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51054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Control</a:t>
            </a:r>
            <a:r>
              <a:rPr dirty="0" sz="1800" spc="-3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009A00"/>
                </a:solidFill>
                <a:latin typeface="Tahoma"/>
                <a:cs typeface="Tahoma"/>
              </a:rPr>
              <a:t>Problem</a:t>
            </a:r>
            <a:endParaRPr sz="1800">
              <a:latin typeface="Tahoma"/>
              <a:cs typeface="Tahoma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PLC</a:t>
            </a:r>
            <a:r>
              <a:rPr dirty="0" sz="1800" spc="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task</a:t>
            </a:r>
            <a:r>
              <a:rPr dirty="0" sz="1800" spc="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to</a:t>
            </a:r>
            <a:r>
              <a:rPr dirty="0" sz="1800" spc="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move</a:t>
            </a:r>
            <a:r>
              <a:rPr dirty="0" sz="1800" spc="25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the </a:t>
            </a:r>
            <a:r>
              <a:rPr dirty="0" sz="1800">
                <a:latin typeface="Tahoma"/>
                <a:cs typeface="Tahoma"/>
              </a:rPr>
              <a:t>piston</a:t>
            </a:r>
            <a:r>
              <a:rPr dirty="0" sz="1800" spc="140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in</a:t>
            </a:r>
            <a:r>
              <a:rPr dirty="0" sz="1800" spc="140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and</a:t>
            </a:r>
            <a:r>
              <a:rPr dirty="0" sz="1800" spc="140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out.</a:t>
            </a:r>
            <a:r>
              <a:rPr dirty="0" sz="1800" spc="140">
                <a:latin typeface="Tahoma"/>
                <a:cs typeface="Tahoma"/>
              </a:rPr>
              <a:t>  </a:t>
            </a:r>
            <a:r>
              <a:rPr dirty="0" sz="1800" spc="-20">
                <a:latin typeface="Tahoma"/>
                <a:cs typeface="Tahoma"/>
              </a:rPr>
              <a:t>When </a:t>
            </a:r>
            <a:r>
              <a:rPr dirty="0" sz="1800">
                <a:latin typeface="Tahoma"/>
                <a:cs typeface="Tahoma"/>
              </a:rPr>
              <a:t>switch</a:t>
            </a:r>
            <a:r>
              <a:rPr dirty="0" sz="1800" spc="36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SW1</a:t>
            </a:r>
            <a:r>
              <a:rPr dirty="0" sz="1800" spc="37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37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momentarily </a:t>
            </a:r>
            <a:r>
              <a:rPr dirty="0" sz="1800">
                <a:latin typeface="Tahoma"/>
                <a:cs typeface="Tahoma"/>
              </a:rPr>
              <a:t>turned</a:t>
            </a:r>
            <a:r>
              <a:rPr dirty="0" sz="1800" spc="45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on,</a:t>
            </a:r>
            <a:r>
              <a:rPr dirty="0" sz="1800" spc="50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piston</a:t>
            </a:r>
            <a:r>
              <a:rPr dirty="0" sz="1800" spc="50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50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40">
                <a:latin typeface="Tahoma"/>
                <a:cs typeface="Tahoma"/>
              </a:rPr>
              <a:t>  </a:t>
            </a:r>
            <a:r>
              <a:rPr dirty="0" sz="1800" spc="-25">
                <a:latin typeface="Tahoma"/>
                <a:cs typeface="Tahoma"/>
              </a:rPr>
              <a:t>to </a:t>
            </a:r>
            <a:r>
              <a:rPr dirty="0" sz="1800">
                <a:latin typeface="Tahoma"/>
                <a:cs typeface="Tahoma"/>
              </a:rPr>
              <a:t>move</a:t>
            </a:r>
            <a:r>
              <a:rPr dirty="0" sz="1800" spc="18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out</a:t>
            </a:r>
            <a:r>
              <a:rPr dirty="0" sz="1800" spc="18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204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204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cylinder</a:t>
            </a:r>
            <a:r>
              <a:rPr dirty="0" sz="1800" spc="204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in </a:t>
            </a:r>
            <a:r>
              <a:rPr dirty="0" sz="1800">
                <a:latin typeface="Tahoma"/>
                <a:cs typeface="Tahoma"/>
              </a:rPr>
              <a:t>A+</a:t>
            </a:r>
            <a:r>
              <a:rPr dirty="0" sz="1800" spc="-35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direction.</a:t>
            </a:r>
            <a:r>
              <a:rPr dirty="0" sz="1800" spc="49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When</a:t>
            </a:r>
            <a:r>
              <a:rPr dirty="0" sz="1800" spc="484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switch </a:t>
            </a:r>
            <a:r>
              <a:rPr dirty="0" sz="1800">
                <a:latin typeface="Tahoma"/>
                <a:cs typeface="Tahoma"/>
              </a:rPr>
              <a:t>SW2</a:t>
            </a:r>
            <a:r>
              <a:rPr dirty="0" sz="1800" spc="2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254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momentarily</a:t>
            </a:r>
            <a:r>
              <a:rPr dirty="0" sz="1800" spc="26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turned </a:t>
            </a:r>
            <a:r>
              <a:rPr dirty="0" sz="1800">
                <a:latin typeface="Tahoma"/>
                <a:cs typeface="Tahoma"/>
              </a:rPr>
              <a:t>on,</a:t>
            </a:r>
            <a:r>
              <a:rPr dirty="0" sz="1800" spc="9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piston</a:t>
            </a:r>
            <a:r>
              <a:rPr dirty="0" sz="1800" spc="9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9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9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to</a:t>
            </a:r>
            <a:r>
              <a:rPr dirty="0" sz="1800" spc="9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move</a:t>
            </a:r>
            <a:r>
              <a:rPr dirty="0" sz="1800" spc="9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into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cylinder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A-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direction.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1941" y="4598034"/>
            <a:ext cx="12509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0" b="1">
                <a:latin typeface="Arial"/>
                <a:cs typeface="Arial"/>
              </a:rPr>
              <a:t>٤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39" y="4852923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0"/>
                </a:moveTo>
                <a:lnTo>
                  <a:pt x="0" y="44450"/>
                </a:lnTo>
                <a:lnTo>
                  <a:pt x="609600" y="4444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-12560" y="-12700"/>
            <a:ext cx="626110" cy="624205"/>
            <a:chOff x="-12560" y="-12700"/>
            <a:chExt cx="626110" cy="6242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" y="0"/>
              <a:ext cx="591070" cy="58585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39" y="0"/>
              <a:ext cx="600710" cy="598805"/>
            </a:xfrm>
            <a:custGeom>
              <a:avLst/>
              <a:gdLst/>
              <a:ahLst/>
              <a:cxnLst/>
              <a:rect l="l" t="t" r="r" b="b"/>
              <a:pathLst>
                <a:path w="600710" h="598805">
                  <a:moveTo>
                    <a:pt x="600456" y="0"/>
                  </a:moveTo>
                  <a:lnTo>
                    <a:pt x="600456" y="598804"/>
                  </a:lnTo>
                  <a:lnTo>
                    <a:pt x="0" y="598804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89997" y="100711"/>
            <a:ext cx="37941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opperplate Gothic Bold"/>
                <a:cs typeface="Copperplate Gothic Bold"/>
              </a:rPr>
              <a:t>D</a:t>
            </a:r>
            <a:r>
              <a:rPr dirty="0" cap="small" sz="1400" b="1">
                <a:latin typeface="Copperplate Gothic Bold"/>
                <a:cs typeface="Copperplate Gothic Bold"/>
              </a:rPr>
              <a:t>r</a:t>
            </a:r>
            <a:r>
              <a:rPr dirty="0" sz="1400" b="1">
                <a:latin typeface="Copperplate Gothic Bold"/>
                <a:cs typeface="Copperplate Gothic Bold"/>
              </a:rPr>
              <a:t>.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spc="55" b="1">
                <a:latin typeface="Copperplate Gothic Bold"/>
                <a:cs typeface="Copperplate Gothic Bold"/>
              </a:rPr>
              <a:t>M</a:t>
            </a:r>
            <a:r>
              <a:rPr dirty="0" cap="small" sz="1400" spc="55" b="1">
                <a:latin typeface="Copperplate Gothic Bold"/>
                <a:cs typeface="Copperplate Gothic Bold"/>
              </a:rPr>
              <a:t>ohammad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S</a:t>
            </a:r>
            <a:r>
              <a:rPr dirty="0" cap="small" sz="1400" b="1">
                <a:latin typeface="Copperplate Gothic Bold"/>
                <a:cs typeface="Copperplate Gothic Bold"/>
              </a:rPr>
              <a:t>alah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–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spc="25" b="1">
                <a:latin typeface="Copperplate Gothic Bold"/>
                <a:cs typeface="Copperplate Gothic Bold"/>
              </a:rPr>
              <a:t>M</a:t>
            </a:r>
            <a:r>
              <a:rPr dirty="0" cap="small" sz="1400" spc="25" b="1">
                <a:latin typeface="Copperplate Gothic Bold"/>
                <a:cs typeface="Copperplate Gothic Bold"/>
              </a:rPr>
              <a:t>echatronics</a:t>
            </a:r>
            <a:endParaRPr sz="1400">
              <a:latin typeface="Copperplate Gothic Bold"/>
              <a:cs typeface="Copperplate Gothic Bold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Exercise</a:t>
            </a:r>
            <a:r>
              <a:rPr dirty="0" sz="3200" spc="-7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#1:</a:t>
            </a:r>
            <a:r>
              <a:rPr dirty="0" sz="3200" spc="-55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/>
              <a:t>Moving</a:t>
            </a:r>
            <a:r>
              <a:rPr dirty="0" spc="-55"/>
              <a:t> </a:t>
            </a:r>
            <a:r>
              <a:rPr dirty="0"/>
              <a:t>a</a:t>
            </a:r>
            <a:r>
              <a:rPr dirty="0" spc="-55"/>
              <a:t> </a:t>
            </a:r>
            <a:r>
              <a:rPr dirty="0"/>
              <a:t>Pneumatic</a:t>
            </a:r>
            <a:r>
              <a:rPr dirty="0" spc="-55"/>
              <a:t> </a:t>
            </a:r>
            <a:r>
              <a:rPr dirty="0" spc="-10"/>
              <a:t>Piston</a:t>
            </a:r>
            <a:endParaRPr sz="3200">
              <a:latin typeface="Arial Rounded MT Bold"/>
              <a:cs typeface="Arial Rounded MT Bold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7493" y="1887033"/>
            <a:ext cx="7705335" cy="441427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1941" y="4598034"/>
            <a:ext cx="12509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0" b="1">
                <a:latin typeface="Arial"/>
                <a:cs typeface="Arial"/>
              </a:rPr>
              <a:t>٥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39" y="4852923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0"/>
                </a:moveTo>
                <a:lnTo>
                  <a:pt x="0" y="44450"/>
                </a:lnTo>
                <a:lnTo>
                  <a:pt x="609600" y="4444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-12560" y="-12700"/>
            <a:ext cx="626110" cy="624205"/>
            <a:chOff x="-12560" y="-12700"/>
            <a:chExt cx="626110" cy="6242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" y="0"/>
              <a:ext cx="591070" cy="58585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39" y="0"/>
              <a:ext cx="600710" cy="598805"/>
            </a:xfrm>
            <a:custGeom>
              <a:avLst/>
              <a:gdLst/>
              <a:ahLst/>
              <a:cxnLst/>
              <a:rect l="l" t="t" r="r" b="b"/>
              <a:pathLst>
                <a:path w="600710" h="598805">
                  <a:moveTo>
                    <a:pt x="600456" y="0"/>
                  </a:moveTo>
                  <a:lnTo>
                    <a:pt x="600456" y="598804"/>
                  </a:lnTo>
                  <a:lnTo>
                    <a:pt x="0" y="598804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89997" y="100711"/>
            <a:ext cx="37941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opperplate Gothic Bold"/>
                <a:cs typeface="Copperplate Gothic Bold"/>
              </a:rPr>
              <a:t>D</a:t>
            </a:r>
            <a:r>
              <a:rPr dirty="0" cap="small" sz="1400" b="1">
                <a:latin typeface="Copperplate Gothic Bold"/>
                <a:cs typeface="Copperplate Gothic Bold"/>
              </a:rPr>
              <a:t>r</a:t>
            </a:r>
            <a:r>
              <a:rPr dirty="0" sz="1400" b="1">
                <a:latin typeface="Copperplate Gothic Bold"/>
                <a:cs typeface="Copperplate Gothic Bold"/>
              </a:rPr>
              <a:t>.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spc="55" b="1">
                <a:latin typeface="Copperplate Gothic Bold"/>
                <a:cs typeface="Copperplate Gothic Bold"/>
              </a:rPr>
              <a:t>M</a:t>
            </a:r>
            <a:r>
              <a:rPr dirty="0" cap="small" sz="1400" spc="55" b="1">
                <a:latin typeface="Copperplate Gothic Bold"/>
                <a:cs typeface="Copperplate Gothic Bold"/>
              </a:rPr>
              <a:t>ohammad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S</a:t>
            </a:r>
            <a:r>
              <a:rPr dirty="0" cap="small" sz="1400" b="1">
                <a:latin typeface="Copperplate Gothic Bold"/>
                <a:cs typeface="Copperplate Gothic Bold"/>
              </a:rPr>
              <a:t>alah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–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spc="25" b="1">
                <a:latin typeface="Copperplate Gothic Bold"/>
                <a:cs typeface="Copperplate Gothic Bold"/>
              </a:rPr>
              <a:t>M</a:t>
            </a:r>
            <a:r>
              <a:rPr dirty="0" cap="small" sz="1400" spc="25" b="1">
                <a:latin typeface="Copperplate Gothic Bold"/>
                <a:cs typeface="Copperplate Gothic Bold"/>
              </a:rPr>
              <a:t>echatronics</a:t>
            </a:r>
            <a:endParaRPr sz="1400">
              <a:latin typeface="Copperplate Gothic Bold"/>
              <a:cs typeface="Copperplate Gothic Bold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Exercise</a:t>
            </a:r>
            <a:r>
              <a:rPr dirty="0" sz="3200" spc="-7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#1:</a:t>
            </a:r>
            <a:r>
              <a:rPr dirty="0" sz="3200" spc="-55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/>
              <a:t>Moving</a:t>
            </a:r>
            <a:r>
              <a:rPr dirty="0" spc="-55"/>
              <a:t> </a:t>
            </a:r>
            <a:r>
              <a:rPr dirty="0"/>
              <a:t>a</a:t>
            </a:r>
            <a:r>
              <a:rPr dirty="0" spc="-55"/>
              <a:t> </a:t>
            </a:r>
            <a:r>
              <a:rPr dirty="0"/>
              <a:t>Pneumatic</a:t>
            </a:r>
            <a:r>
              <a:rPr dirty="0" spc="-55"/>
              <a:t> </a:t>
            </a:r>
            <a:r>
              <a:rPr dirty="0" spc="-10"/>
              <a:t>Piston</a:t>
            </a:r>
            <a:endParaRPr sz="3200">
              <a:latin typeface="Arial Rounded MT Bold"/>
              <a:cs typeface="Arial Rounded MT Bold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41711" y="2025446"/>
            <a:ext cx="2426335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4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If</a:t>
            </a:r>
            <a:r>
              <a:rPr dirty="0" sz="1800" spc="-40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SW1</a:t>
            </a:r>
            <a:r>
              <a:rPr dirty="0" sz="1800" spc="-40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and</a:t>
            </a:r>
            <a:r>
              <a:rPr dirty="0" sz="1800" spc="-3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SW2</a:t>
            </a:r>
            <a:r>
              <a:rPr dirty="0" sz="1800" spc="-40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spc="-25" b="1">
                <a:solidFill>
                  <a:srgbClr val="009A00"/>
                </a:solidFill>
                <a:latin typeface="Tahoma"/>
                <a:cs typeface="Tahoma"/>
              </a:rPr>
              <a:t>are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pressed</a:t>
            </a:r>
            <a:r>
              <a:rPr dirty="0" sz="1800" spc="-7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009A00"/>
                </a:solidFill>
                <a:latin typeface="Tahoma"/>
                <a:cs typeface="Tahoma"/>
              </a:rPr>
              <a:t>together,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what</a:t>
            </a:r>
            <a:r>
              <a:rPr dirty="0" sz="1800" spc="-10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would</a:t>
            </a:r>
            <a:r>
              <a:rPr dirty="0" sz="1800" spc="-10" b="1">
                <a:solidFill>
                  <a:srgbClr val="009A00"/>
                </a:solidFill>
                <a:latin typeface="Tahoma"/>
                <a:cs typeface="Tahoma"/>
              </a:rPr>
              <a:t> happen?</a:t>
            </a:r>
            <a:endParaRPr sz="1800">
              <a:latin typeface="Tahoma"/>
              <a:cs typeface="Tahoma"/>
            </a:endParaRPr>
          </a:p>
          <a:p>
            <a:pPr marL="12700" marR="71120" indent="2540">
              <a:lnSpc>
                <a:spcPct val="100000"/>
              </a:lnSpc>
              <a:spcBef>
                <a:spcPts val="2155"/>
              </a:spcBef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two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solenoid </a:t>
            </a:r>
            <a:r>
              <a:rPr dirty="0" sz="1800">
                <a:latin typeface="Tahoma"/>
                <a:cs typeface="Tahoma"/>
              </a:rPr>
              <a:t>valves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will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be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tuned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off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41711" y="5285968"/>
            <a:ext cx="2364740" cy="849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4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ahoma"/>
                <a:cs typeface="Tahoma"/>
              </a:rPr>
              <a:t>Use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contacts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the </a:t>
            </a:r>
            <a:r>
              <a:rPr dirty="0" sz="1800">
                <a:latin typeface="Tahoma"/>
                <a:cs typeface="Tahoma"/>
              </a:rPr>
              <a:t>main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relays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instead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of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input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contacts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41711" y="4188688"/>
            <a:ext cx="2119630" cy="849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4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How</a:t>
            </a:r>
            <a:r>
              <a:rPr dirty="0" sz="1800" spc="-20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can</a:t>
            </a:r>
            <a:r>
              <a:rPr dirty="0" sz="1800" spc="-1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we</a:t>
            </a:r>
            <a:r>
              <a:rPr dirty="0" sz="1800" spc="-20" b="1">
                <a:solidFill>
                  <a:srgbClr val="009A00"/>
                </a:solidFill>
                <a:latin typeface="Tahoma"/>
                <a:cs typeface="Tahoma"/>
              </a:rPr>
              <a:t> make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an</a:t>
            </a:r>
            <a:r>
              <a:rPr dirty="0" sz="1800" spc="-10" b="1">
                <a:solidFill>
                  <a:srgbClr val="009A00"/>
                </a:solidFill>
                <a:latin typeface="Tahoma"/>
                <a:cs typeface="Tahoma"/>
              </a:rPr>
              <a:t> electrical interlock?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7903" y="1696806"/>
            <a:ext cx="5113915" cy="5053263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1941" y="4598034"/>
            <a:ext cx="12509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0" b="1">
                <a:latin typeface="Arial"/>
                <a:cs typeface="Arial"/>
              </a:rPr>
              <a:t>٦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39" y="4852923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0"/>
                </a:moveTo>
                <a:lnTo>
                  <a:pt x="0" y="44450"/>
                </a:lnTo>
                <a:lnTo>
                  <a:pt x="609600" y="4444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-12560" y="-12700"/>
            <a:ext cx="626110" cy="624205"/>
            <a:chOff x="-12560" y="-12700"/>
            <a:chExt cx="626110" cy="6242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" y="0"/>
              <a:ext cx="591070" cy="58585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39" y="0"/>
              <a:ext cx="600710" cy="598805"/>
            </a:xfrm>
            <a:custGeom>
              <a:avLst/>
              <a:gdLst/>
              <a:ahLst/>
              <a:cxnLst/>
              <a:rect l="l" t="t" r="r" b="b"/>
              <a:pathLst>
                <a:path w="600710" h="598805">
                  <a:moveTo>
                    <a:pt x="600456" y="0"/>
                  </a:moveTo>
                  <a:lnTo>
                    <a:pt x="600456" y="598804"/>
                  </a:lnTo>
                  <a:lnTo>
                    <a:pt x="0" y="598804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89997" y="100711"/>
            <a:ext cx="37941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opperplate Gothic Bold"/>
                <a:cs typeface="Copperplate Gothic Bold"/>
              </a:rPr>
              <a:t>D</a:t>
            </a:r>
            <a:r>
              <a:rPr dirty="0" cap="small" sz="1400" b="1">
                <a:latin typeface="Copperplate Gothic Bold"/>
                <a:cs typeface="Copperplate Gothic Bold"/>
              </a:rPr>
              <a:t>r</a:t>
            </a:r>
            <a:r>
              <a:rPr dirty="0" sz="1400" b="1">
                <a:latin typeface="Copperplate Gothic Bold"/>
                <a:cs typeface="Copperplate Gothic Bold"/>
              </a:rPr>
              <a:t>.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spc="55" b="1">
                <a:latin typeface="Copperplate Gothic Bold"/>
                <a:cs typeface="Copperplate Gothic Bold"/>
              </a:rPr>
              <a:t>M</a:t>
            </a:r>
            <a:r>
              <a:rPr dirty="0" cap="small" sz="1400" spc="55" b="1">
                <a:latin typeface="Copperplate Gothic Bold"/>
                <a:cs typeface="Copperplate Gothic Bold"/>
              </a:rPr>
              <a:t>ohammad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S</a:t>
            </a:r>
            <a:r>
              <a:rPr dirty="0" cap="small" sz="1400" b="1">
                <a:latin typeface="Copperplate Gothic Bold"/>
                <a:cs typeface="Copperplate Gothic Bold"/>
              </a:rPr>
              <a:t>alah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–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spc="25" b="1">
                <a:latin typeface="Copperplate Gothic Bold"/>
                <a:cs typeface="Copperplate Gothic Bold"/>
              </a:rPr>
              <a:t>M</a:t>
            </a:r>
            <a:r>
              <a:rPr dirty="0" cap="small" sz="1400" spc="25" b="1">
                <a:latin typeface="Copperplate Gothic Bold"/>
                <a:cs typeface="Copperplate Gothic Bold"/>
              </a:rPr>
              <a:t>echatronics</a:t>
            </a:r>
            <a:endParaRPr sz="1400">
              <a:latin typeface="Copperplate Gothic Bold"/>
              <a:cs typeface="Copperplate Gothic Bold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Exercise</a:t>
            </a:r>
            <a:r>
              <a:rPr dirty="0" sz="3200" spc="-85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#2:</a:t>
            </a:r>
            <a:r>
              <a:rPr dirty="0" sz="3200" spc="-7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/>
              <a:t>Sequencing</a:t>
            </a:r>
            <a:r>
              <a:rPr dirty="0" spc="-75"/>
              <a:t> </a:t>
            </a:r>
            <a:r>
              <a:rPr dirty="0"/>
              <a:t>of</a:t>
            </a:r>
            <a:r>
              <a:rPr dirty="0" spc="-75"/>
              <a:t> </a:t>
            </a:r>
            <a:r>
              <a:rPr dirty="0" spc="-10"/>
              <a:t>Pneumatic</a:t>
            </a:r>
            <a:r>
              <a:rPr dirty="0" spc="-75"/>
              <a:t> </a:t>
            </a:r>
            <a:r>
              <a:rPr dirty="0" spc="-10"/>
              <a:t>Pistons</a:t>
            </a:r>
            <a:endParaRPr sz="3200">
              <a:latin typeface="Arial Rounded MT Bold"/>
              <a:cs typeface="Arial Rounded MT Bold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939" y="1681190"/>
            <a:ext cx="6629400" cy="4371075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3661111" y="5346319"/>
            <a:ext cx="5331460" cy="1398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729739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Control</a:t>
            </a:r>
            <a:r>
              <a:rPr dirty="0" sz="1800" spc="-3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009A00"/>
                </a:solidFill>
                <a:latin typeface="Tahoma"/>
                <a:cs typeface="Tahoma"/>
              </a:rPr>
              <a:t>Problem</a:t>
            </a:r>
            <a:endParaRPr sz="1800">
              <a:latin typeface="Tahoma"/>
              <a:cs typeface="Tahoma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4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PLC</a:t>
            </a:r>
            <a:r>
              <a:rPr dirty="0" sz="1800" spc="45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task</a:t>
            </a:r>
            <a:r>
              <a:rPr dirty="0" sz="1800" spc="45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4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to</a:t>
            </a:r>
            <a:r>
              <a:rPr dirty="0" sz="1800" spc="4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operate</a:t>
            </a:r>
            <a:r>
              <a:rPr dirty="0" sz="1800" spc="4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piston</a:t>
            </a:r>
            <a:r>
              <a:rPr dirty="0" sz="1800" spc="4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4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followed</a:t>
            </a:r>
            <a:r>
              <a:rPr dirty="0" sz="1800" spc="445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by </a:t>
            </a:r>
            <a:r>
              <a:rPr dirty="0" sz="1800">
                <a:latin typeface="Tahoma"/>
                <a:cs typeface="Tahoma"/>
              </a:rPr>
              <a:t>piston</a:t>
            </a:r>
            <a:r>
              <a:rPr dirty="0" sz="1800" spc="1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</a:t>
            </a:r>
            <a:r>
              <a:rPr dirty="0" sz="1800" spc="1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followed</a:t>
            </a:r>
            <a:r>
              <a:rPr dirty="0" sz="1800" spc="1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by</a:t>
            </a:r>
            <a:r>
              <a:rPr dirty="0" sz="1800" spc="1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piston</a:t>
            </a:r>
            <a:r>
              <a:rPr dirty="0" sz="1800" spc="1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C.</a:t>
            </a:r>
            <a:r>
              <a:rPr dirty="0" sz="1800" spc="1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1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sequence</a:t>
            </a:r>
            <a:r>
              <a:rPr dirty="0" sz="1800" spc="1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114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A+, </a:t>
            </a:r>
            <a:r>
              <a:rPr dirty="0" sz="1800">
                <a:latin typeface="Tahoma"/>
                <a:cs typeface="Tahoma"/>
              </a:rPr>
              <a:t>A-,</a:t>
            </a:r>
            <a:r>
              <a:rPr dirty="0" sz="1800" spc="26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B+,</a:t>
            </a:r>
            <a:r>
              <a:rPr dirty="0" sz="1800" spc="27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B-</a:t>
            </a:r>
            <a:r>
              <a:rPr dirty="0" sz="1800">
                <a:latin typeface="Tahoma"/>
                <a:cs typeface="Tahoma"/>
              </a:rPr>
              <a:t>,</a:t>
            </a:r>
            <a:r>
              <a:rPr dirty="0" sz="1800" spc="27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C+,</a:t>
            </a:r>
            <a:r>
              <a:rPr dirty="0" sz="1800" spc="26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C-</a:t>
            </a:r>
            <a:r>
              <a:rPr dirty="0" sz="1800" spc="28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28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to</a:t>
            </a:r>
            <a:r>
              <a:rPr dirty="0" sz="1800" spc="28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be</a:t>
            </a:r>
            <a:r>
              <a:rPr dirty="0" sz="1800" spc="28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repeated</a:t>
            </a:r>
            <a:r>
              <a:rPr dirty="0" sz="1800" spc="28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when</a:t>
            </a:r>
            <a:r>
              <a:rPr dirty="0" sz="1800" spc="28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switch </a:t>
            </a:r>
            <a:r>
              <a:rPr dirty="0" sz="1800">
                <a:latin typeface="Tahoma"/>
                <a:cs typeface="Tahoma"/>
              </a:rPr>
              <a:t>SW1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turned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on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539" y="1571717"/>
            <a:ext cx="4691022" cy="520843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241941" y="4598034"/>
            <a:ext cx="12509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0" b="1">
                <a:latin typeface="Arial"/>
                <a:cs typeface="Arial"/>
              </a:rPr>
              <a:t>٧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39" y="4852923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0"/>
                </a:moveTo>
                <a:lnTo>
                  <a:pt x="0" y="44450"/>
                </a:lnTo>
                <a:lnTo>
                  <a:pt x="609600" y="4444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-12560" y="-12700"/>
            <a:ext cx="626110" cy="624205"/>
            <a:chOff x="-12560" y="-12700"/>
            <a:chExt cx="626110" cy="62420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" y="0"/>
              <a:ext cx="591070" cy="58585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39" y="0"/>
              <a:ext cx="600710" cy="598805"/>
            </a:xfrm>
            <a:custGeom>
              <a:avLst/>
              <a:gdLst/>
              <a:ahLst/>
              <a:cxnLst/>
              <a:rect l="l" t="t" r="r" b="b"/>
              <a:pathLst>
                <a:path w="600710" h="598805">
                  <a:moveTo>
                    <a:pt x="600456" y="0"/>
                  </a:moveTo>
                  <a:lnTo>
                    <a:pt x="600456" y="598804"/>
                  </a:lnTo>
                  <a:lnTo>
                    <a:pt x="0" y="598804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89997" y="100711"/>
            <a:ext cx="37941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opperplate Gothic Bold"/>
                <a:cs typeface="Copperplate Gothic Bold"/>
              </a:rPr>
              <a:t>D</a:t>
            </a:r>
            <a:r>
              <a:rPr dirty="0" cap="small" sz="1400" b="1">
                <a:latin typeface="Copperplate Gothic Bold"/>
                <a:cs typeface="Copperplate Gothic Bold"/>
              </a:rPr>
              <a:t>r</a:t>
            </a:r>
            <a:r>
              <a:rPr dirty="0" sz="1400" b="1">
                <a:latin typeface="Copperplate Gothic Bold"/>
                <a:cs typeface="Copperplate Gothic Bold"/>
              </a:rPr>
              <a:t>.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spc="55" b="1">
                <a:latin typeface="Copperplate Gothic Bold"/>
                <a:cs typeface="Copperplate Gothic Bold"/>
              </a:rPr>
              <a:t>M</a:t>
            </a:r>
            <a:r>
              <a:rPr dirty="0" cap="small" sz="1400" spc="55" b="1">
                <a:latin typeface="Copperplate Gothic Bold"/>
                <a:cs typeface="Copperplate Gothic Bold"/>
              </a:rPr>
              <a:t>ohammad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S</a:t>
            </a:r>
            <a:r>
              <a:rPr dirty="0" cap="small" sz="1400" b="1">
                <a:latin typeface="Copperplate Gothic Bold"/>
                <a:cs typeface="Copperplate Gothic Bold"/>
              </a:rPr>
              <a:t>alah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–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spc="25" b="1">
                <a:latin typeface="Copperplate Gothic Bold"/>
                <a:cs typeface="Copperplate Gothic Bold"/>
              </a:rPr>
              <a:t>M</a:t>
            </a:r>
            <a:r>
              <a:rPr dirty="0" cap="small" sz="1400" spc="25" b="1">
                <a:latin typeface="Copperplate Gothic Bold"/>
                <a:cs typeface="Copperplate Gothic Bold"/>
              </a:rPr>
              <a:t>echatronics</a:t>
            </a:r>
            <a:endParaRPr sz="1400">
              <a:latin typeface="Copperplate Gothic Bold"/>
              <a:cs typeface="Copperplate Gothic Bold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Exercise</a:t>
            </a:r>
            <a:r>
              <a:rPr dirty="0" sz="3200" spc="-85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#2:</a:t>
            </a:r>
            <a:r>
              <a:rPr dirty="0" sz="3200" spc="-7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/>
              <a:t>Sequencing</a:t>
            </a:r>
            <a:r>
              <a:rPr dirty="0" spc="-75"/>
              <a:t> </a:t>
            </a:r>
            <a:r>
              <a:rPr dirty="0"/>
              <a:t>of</a:t>
            </a:r>
            <a:r>
              <a:rPr dirty="0" spc="-75"/>
              <a:t> </a:t>
            </a:r>
            <a:r>
              <a:rPr dirty="0" spc="-10"/>
              <a:t>Pneumatic</a:t>
            </a:r>
            <a:r>
              <a:rPr dirty="0" spc="-75"/>
              <a:t> </a:t>
            </a:r>
            <a:r>
              <a:rPr dirty="0" spc="-10"/>
              <a:t>Pistons</a:t>
            </a:r>
            <a:endParaRPr sz="3200">
              <a:latin typeface="Arial Rounded MT Bold"/>
              <a:cs typeface="Arial Rounded MT Bol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1941" y="4598034"/>
            <a:ext cx="12509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0" b="1">
                <a:latin typeface="Arial"/>
                <a:cs typeface="Arial"/>
              </a:rPr>
              <a:t>٨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39" y="4852923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0"/>
                </a:moveTo>
                <a:lnTo>
                  <a:pt x="0" y="44450"/>
                </a:lnTo>
                <a:lnTo>
                  <a:pt x="609600" y="4444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-12560" y="-12700"/>
            <a:ext cx="626110" cy="624205"/>
            <a:chOff x="-12560" y="-12700"/>
            <a:chExt cx="626110" cy="6242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" y="0"/>
              <a:ext cx="591070" cy="58585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39" y="0"/>
              <a:ext cx="600710" cy="598805"/>
            </a:xfrm>
            <a:custGeom>
              <a:avLst/>
              <a:gdLst/>
              <a:ahLst/>
              <a:cxnLst/>
              <a:rect l="l" t="t" r="r" b="b"/>
              <a:pathLst>
                <a:path w="600710" h="598805">
                  <a:moveTo>
                    <a:pt x="600456" y="0"/>
                  </a:moveTo>
                  <a:lnTo>
                    <a:pt x="600456" y="598804"/>
                  </a:lnTo>
                  <a:lnTo>
                    <a:pt x="0" y="598804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89997" y="100711"/>
            <a:ext cx="37941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opperplate Gothic Bold"/>
                <a:cs typeface="Copperplate Gothic Bold"/>
              </a:rPr>
              <a:t>D</a:t>
            </a:r>
            <a:r>
              <a:rPr dirty="0" cap="small" sz="1400" b="1">
                <a:latin typeface="Copperplate Gothic Bold"/>
                <a:cs typeface="Copperplate Gothic Bold"/>
              </a:rPr>
              <a:t>r</a:t>
            </a:r>
            <a:r>
              <a:rPr dirty="0" sz="1400" b="1">
                <a:latin typeface="Copperplate Gothic Bold"/>
                <a:cs typeface="Copperplate Gothic Bold"/>
              </a:rPr>
              <a:t>.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spc="55" b="1">
                <a:latin typeface="Copperplate Gothic Bold"/>
                <a:cs typeface="Copperplate Gothic Bold"/>
              </a:rPr>
              <a:t>M</a:t>
            </a:r>
            <a:r>
              <a:rPr dirty="0" cap="small" sz="1400" spc="55" b="1">
                <a:latin typeface="Copperplate Gothic Bold"/>
                <a:cs typeface="Copperplate Gothic Bold"/>
              </a:rPr>
              <a:t>ohammad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S</a:t>
            </a:r>
            <a:r>
              <a:rPr dirty="0" cap="small" sz="1400" b="1">
                <a:latin typeface="Copperplate Gothic Bold"/>
                <a:cs typeface="Copperplate Gothic Bold"/>
              </a:rPr>
              <a:t>alah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–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spc="25" b="1">
                <a:latin typeface="Copperplate Gothic Bold"/>
                <a:cs typeface="Copperplate Gothic Bold"/>
              </a:rPr>
              <a:t>M</a:t>
            </a:r>
            <a:r>
              <a:rPr dirty="0" cap="small" sz="1400" spc="25" b="1">
                <a:latin typeface="Copperplate Gothic Bold"/>
                <a:cs typeface="Copperplate Gothic Bold"/>
              </a:rPr>
              <a:t>echatronics</a:t>
            </a:r>
            <a:endParaRPr sz="1400">
              <a:latin typeface="Copperplate Gothic Bold"/>
              <a:cs typeface="Copperplate Gothic Bold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Exercise</a:t>
            </a:r>
            <a:r>
              <a:rPr dirty="0" sz="3200" spc="-85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#2:</a:t>
            </a:r>
            <a:r>
              <a:rPr dirty="0" sz="3200" spc="-7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/>
              <a:t>Sequencing</a:t>
            </a:r>
            <a:r>
              <a:rPr dirty="0" spc="-75"/>
              <a:t> </a:t>
            </a:r>
            <a:r>
              <a:rPr dirty="0"/>
              <a:t>of</a:t>
            </a:r>
            <a:r>
              <a:rPr dirty="0" spc="-75"/>
              <a:t> </a:t>
            </a:r>
            <a:r>
              <a:rPr dirty="0" spc="-10"/>
              <a:t>Pneumatic</a:t>
            </a:r>
            <a:r>
              <a:rPr dirty="0" spc="-75"/>
              <a:t> </a:t>
            </a:r>
            <a:r>
              <a:rPr dirty="0" spc="-10"/>
              <a:t>Pistons</a:t>
            </a:r>
            <a:endParaRPr sz="3200">
              <a:latin typeface="Arial Rounded MT Bold"/>
              <a:cs typeface="Arial Rounded MT Bold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939" y="1679042"/>
            <a:ext cx="5105400" cy="3366171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3127635" y="4798364"/>
            <a:ext cx="5861050" cy="1946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4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If</a:t>
            </a:r>
            <a:r>
              <a:rPr dirty="0" sz="1800" spc="32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the</a:t>
            </a:r>
            <a:r>
              <a:rPr dirty="0" sz="1800" spc="32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system</a:t>
            </a:r>
            <a:r>
              <a:rPr dirty="0" sz="1800" spc="32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does</a:t>
            </a:r>
            <a:r>
              <a:rPr dirty="0" sz="1800" spc="32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not</a:t>
            </a:r>
            <a:r>
              <a:rPr dirty="0" sz="1800" spc="32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work</a:t>
            </a:r>
            <a:r>
              <a:rPr dirty="0" sz="1800" spc="32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or</a:t>
            </a:r>
            <a:r>
              <a:rPr dirty="0" sz="1800" spc="32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sequence</a:t>
            </a:r>
            <a:r>
              <a:rPr dirty="0" sz="1800" spc="32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in</a:t>
            </a:r>
            <a:r>
              <a:rPr dirty="0" sz="1800" spc="33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spc="-25" b="1">
                <a:solidFill>
                  <a:srgbClr val="009A00"/>
                </a:solidFill>
                <a:latin typeface="Tahoma"/>
                <a:cs typeface="Tahoma"/>
              </a:rPr>
              <a:t>not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correct,</a:t>
            </a:r>
            <a:r>
              <a:rPr dirty="0" sz="1800" spc="-50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what</a:t>
            </a:r>
            <a:r>
              <a:rPr dirty="0" sz="1800" spc="-40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would</a:t>
            </a:r>
            <a:r>
              <a:rPr dirty="0" sz="1800" spc="-40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be</a:t>
            </a:r>
            <a:r>
              <a:rPr dirty="0" sz="1800" spc="-40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the</a:t>
            </a:r>
            <a:r>
              <a:rPr dirty="0" sz="1800" spc="-40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possible</a:t>
            </a:r>
            <a:r>
              <a:rPr dirty="0" sz="1800" spc="-40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009A00"/>
                </a:solidFill>
                <a:latin typeface="Tahoma"/>
                <a:cs typeface="Tahoma"/>
              </a:rPr>
              <a:t>reasons?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ts val="2155"/>
              </a:lnSpc>
              <a:buClr>
                <a:srgbClr val="010000"/>
              </a:buClr>
              <a:buChar char="•"/>
              <a:tabLst>
                <a:tab pos="354965" algn="l"/>
              </a:tabLst>
            </a:pPr>
            <a:r>
              <a:rPr dirty="0" sz="1800">
                <a:latin typeface="Tahoma"/>
                <a:cs typeface="Tahoma"/>
              </a:rPr>
              <a:t>Solenoid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valves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do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not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work</a:t>
            </a:r>
            <a:endParaRPr sz="1800">
              <a:latin typeface="Tahoma"/>
              <a:cs typeface="Tahoma"/>
            </a:endParaRPr>
          </a:p>
          <a:p>
            <a:pPr marL="355600" marR="6350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355600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17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wiring</a:t>
            </a:r>
            <a:r>
              <a:rPr dirty="0" sz="1800" spc="17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17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solenoid</a:t>
            </a:r>
            <a:r>
              <a:rPr dirty="0" sz="1800" spc="17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valves</a:t>
            </a:r>
            <a:r>
              <a:rPr dirty="0" sz="1800" spc="17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18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not</a:t>
            </a:r>
            <a:r>
              <a:rPr dirty="0" sz="1800" spc="18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correct</a:t>
            </a:r>
            <a:r>
              <a:rPr dirty="0" sz="1800" spc="17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or</a:t>
            </a:r>
            <a:r>
              <a:rPr dirty="0" sz="1800" spc="18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not</a:t>
            </a:r>
            <a:r>
              <a:rPr dirty="0" sz="1800" spc="180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in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correct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order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(wiring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problem)</a:t>
            </a:r>
            <a:endParaRPr sz="1800">
              <a:latin typeface="Tahoma"/>
              <a:cs typeface="Tahoma"/>
            </a:endParaRPr>
          </a:p>
          <a:p>
            <a:pPr marL="355600" marR="7620" indent="-342900">
              <a:lnSpc>
                <a:spcPct val="100000"/>
              </a:lnSpc>
              <a:spcBef>
                <a:spcPts val="5"/>
              </a:spcBef>
              <a:buClr>
                <a:srgbClr val="010000"/>
              </a:buClr>
              <a:buChar char="•"/>
              <a:tabLst>
                <a:tab pos="355600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7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ladder</a:t>
            </a:r>
            <a:r>
              <a:rPr dirty="0" sz="1800" spc="8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diagram</a:t>
            </a:r>
            <a:r>
              <a:rPr dirty="0" sz="1800" spc="8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8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not</a:t>
            </a:r>
            <a:r>
              <a:rPr dirty="0" sz="1800" spc="9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properly</a:t>
            </a:r>
            <a:r>
              <a:rPr dirty="0" sz="1800" spc="8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written</a:t>
            </a:r>
            <a:r>
              <a:rPr dirty="0" sz="1800" spc="9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(sequence </a:t>
            </a:r>
            <a:r>
              <a:rPr dirty="0" sz="1800">
                <a:latin typeface="Tahoma"/>
                <a:cs typeface="Tahoma"/>
              </a:rPr>
              <a:t>in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not</a:t>
            </a:r>
            <a:r>
              <a:rPr dirty="0" sz="1800" spc="-10">
                <a:latin typeface="Tahoma"/>
                <a:cs typeface="Tahoma"/>
              </a:rPr>
              <a:t> correct)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1941" y="4598034"/>
            <a:ext cx="12509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0" b="1">
                <a:latin typeface="Arial"/>
                <a:cs typeface="Arial"/>
              </a:rPr>
              <a:t>٩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39" y="4852923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0"/>
                </a:moveTo>
                <a:lnTo>
                  <a:pt x="0" y="44450"/>
                </a:lnTo>
                <a:lnTo>
                  <a:pt x="609600" y="4444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-12560" y="-12700"/>
            <a:ext cx="626110" cy="624205"/>
            <a:chOff x="-12560" y="-12700"/>
            <a:chExt cx="626110" cy="6242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" y="0"/>
              <a:ext cx="591070" cy="58585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39" y="0"/>
              <a:ext cx="600710" cy="598805"/>
            </a:xfrm>
            <a:custGeom>
              <a:avLst/>
              <a:gdLst/>
              <a:ahLst/>
              <a:cxnLst/>
              <a:rect l="l" t="t" r="r" b="b"/>
              <a:pathLst>
                <a:path w="600710" h="598805">
                  <a:moveTo>
                    <a:pt x="600456" y="0"/>
                  </a:moveTo>
                  <a:lnTo>
                    <a:pt x="600456" y="598804"/>
                  </a:lnTo>
                  <a:lnTo>
                    <a:pt x="0" y="598804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89997" y="100711"/>
            <a:ext cx="37941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opperplate Gothic Bold"/>
                <a:cs typeface="Copperplate Gothic Bold"/>
              </a:rPr>
              <a:t>D</a:t>
            </a:r>
            <a:r>
              <a:rPr dirty="0" cap="small" sz="1400" b="1">
                <a:latin typeface="Copperplate Gothic Bold"/>
                <a:cs typeface="Copperplate Gothic Bold"/>
              </a:rPr>
              <a:t>r</a:t>
            </a:r>
            <a:r>
              <a:rPr dirty="0" sz="1400" b="1">
                <a:latin typeface="Copperplate Gothic Bold"/>
                <a:cs typeface="Copperplate Gothic Bold"/>
              </a:rPr>
              <a:t>.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spc="55" b="1">
                <a:latin typeface="Copperplate Gothic Bold"/>
                <a:cs typeface="Copperplate Gothic Bold"/>
              </a:rPr>
              <a:t>M</a:t>
            </a:r>
            <a:r>
              <a:rPr dirty="0" cap="small" sz="1400" spc="55" b="1">
                <a:latin typeface="Copperplate Gothic Bold"/>
                <a:cs typeface="Copperplate Gothic Bold"/>
              </a:rPr>
              <a:t>ohammad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S</a:t>
            </a:r>
            <a:r>
              <a:rPr dirty="0" cap="small" sz="1400" b="1">
                <a:latin typeface="Copperplate Gothic Bold"/>
                <a:cs typeface="Copperplate Gothic Bold"/>
              </a:rPr>
              <a:t>alah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–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spc="25" b="1">
                <a:latin typeface="Copperplate Gothic Bold"/>
                <a:cs typeface="Copperplate Gothic Bold"/>
              </a:rPr>
              <a:t>M</a:t>
            </a:r>
            <a:r>
              <a:rPr dirty="0" cap="small" sz="1400" spc="25" b="1">
                <a:latin typeface="Copperplate Gothic Bold"/>
                <a:cs typeface="Copperplate Gothic Bold"/>
              </a:rPr>
              <a:t>echatronics</a:t>
            </a:r>
            <a:endParaRPr sz="1400">
              <a:latin typeface="Copperplate Gothic Bold"/>
              <a:cs typeface="Copperplate Gothic Bold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Exercise</a:t>
            </a:r>
            <a:r>
              <a:rPr dirty="0" sz="3200" spc="-105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#3:</a:t>
            </a:r>
            <a:r>
              <a:rPr dirty="0" sz="3200" spc="-9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/>
              <a:t>Batching</a:t>
            </a:r>
            <a:r>
              <a:rPr dirty="0" spc="-85"/>
              <a:t> </a:t>
            </a:r>
            <a:r>
              <a:rPr dirty="0" spc="-10"/>
              <a:t>Machine</a:t>
            </a:r>
            <a:endParaRPr sz="3200">
              <a:latin typeface="Arial Rounded MT Bold"/>
              <a:cs typeface="Arial Rounded MT Bold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729787" y="1671070"/>
            <a:ext cx="6541134" cy="5151755"/>
            <a:chOff x="1729787" y="1671070"/>
            <a:chExt cx="6541134" cy="5151755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9787" y="1671070"/>
              <a:ext cx="6540653" cy="2183181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05982" y="3808348"/>
              <a:ext cx="2447544" cy="3014472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2101983" y="3912996"/>
            <a:ext cx="18923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Control</a:t>
            </a:r>
            <a:r>
              <a:rPr dirty="0" sz="1800" spc="-3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009A00"/>
                </a:solidFill>
                <a:latin typeface="Tahoma"/>
                <a:cs typeface="Tahoma"/>
              </a:rPr>
              <a:t>Problem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17835" y="4187317"/>
            <a:ext cx="4260850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572770" algn="l"/>
                <a:tab pos="1104900" algn="l"/>
                <a:tab pos="1129030" algn="l"/>
                <a:tab pos="1720850" algn="l"/>
                <a:tab pos="1936750" algn="l"/>
                <a:tab pos="2054860" algn="l"/>
                <a:tab pos="2433955" algn="l"/>
                <a:tab pos="2847975" algn="l"/>
                <a:tab pos="3304540" algn="l"/>
                <a:tab pos="3470275" algn="l"/>
                <a:tab pos="3602990" algn="l"/>
              </a:tabLst>
            </a:pPr>
            <a:r>
              <a:rPr dirty="0" sz="1800" spc="-25">
                <a:latin typeface="Tahoma"/>
                <a:cs typeface="Tahoma"/>
              </a:rPr>
              <a:t>The</a:t>
            </a:r>
            <a:r>
              <a:rPr dirty="0" sz="1800">
                <a:latin typeface="Tahoma"/>
                <a:cs typeface="Tahoma"/>
              </a:rPr>
              <a:t>	</a:t>
            </a:r>
            <a:r>
              <a:rPr dirty="0" sz="1800" spc="-25">
                <a:latin typeface="Tahoma"/>
                <a:cs typeface="Tahoma"/>
              </a:rPr>
              <a:t>PLC</a:t>
            </a:r>
            <a:r>
              <a:rPr dirty="0" sz="1800">
                <a:latin typeface="Tahoma"/>
                <a:cs typeface="Tahoma"/>
              </a:rPr>
              <a:t>		</a:t>
            </a:r>
            <a:r>
              <a:rPr dirty="0" sz="1800" spc="-20">
                <a:latin typeface="Tahoma"/>
                <a:cs typeface="Tahoma"/>
              </a:rPr>
              <a:t>task</a:t>
            </a:r>
            <a:r>
              <a:rPr dirty="0" sz="1800">
                <a:latin typeface="Tahoma"/>
                <a:cs typeface="Tahoma"/>
              </a:rPr>
              <a:t>	</a:t>
            </a:r>
            <a:r>
              <a:rPr dirty="0" sz="1800" spc="-25">
                <a:latin typeface="Tahoma"/>
                <a:cs typeface="Tahoma"/>
              </a:rPr>
              <a:t>is</a:t>
            </a:r>
            <a:r>
              <a:rPr dirty="0" sz="1800">
                <a:latin typeface="Tahoma"/>
                <a:cs typeface="Tahoma"/>
              </a:rPr>
              <a:t>		</a:t>
            </a:r>
            <a:r>
              <a:rPr dirty="0" sz="1800" spc="-25">
                <a:latin typeface="Tahoma"/>
                <a:cs typeface="Tahoma"/>
              </a:rPr>
              <a:t>to</a:t>
            </a:r>
            <a:r>
              <a:rPr dirty="0" sz="1800">
                <a:latin typeface="Tahoma"/>
                <a:cs typeface="Tahoma"/>
              </a:rPr>
              <a:t>	</a:t>
            </a:r>
            <a:r>
              <a:rPr dirty="0" sz="1800" spc="-10">
                <a:latin typeface="Tahoma"/>
                <a:cs typeface="Tahoma"/>
              </a:rPr>
              <a:t>control</a:t>
            </a:r>
            <a:r>
              <a:rPr dirty="0" sz="1800">
                <a:latin typeface="Tahoma"/>
                <a:cs typeface="Tahoma"/>
              </a:rPr>
              <a:t>	</a:t>
            </a:r>
            <a:r>
              <a:rPr dirty="0" sz="1800" spc="-50">
                <a:latin typeface="Tahoma"/>
                <a:cs typeface="Tahoma"/>
              </a:rPr>
              <a:t>a</a:t>
            </a:r>
            <a:r>
              <a:rPr dirty="0" sz="1800">
                <a:latin typeface="Tahoma"/>
                <a:cs typeface="Tahoma"/>
              </a:rPr>
              <a:t>		</a:t>
            </a:r>
            <a:r>
              <a:rPr dirty="0" sz="1800" spc="-10">
                <a:latin typeface="Tahoma"/>
                <a:cs typeface="Tahoma"/>
              </a:rPr>
              <a:t>simple machine</a:t>
            </a:r>
            <a:r>
              <a:rPr dirty="0" sz="1800">
                <a:latin typeface="Tahoma"/>
                <a:cs typeface="Tahoma"/>
              </a:rPr>
              <a:t>	</a:t>
            </a:r>
            <a:r>
              <a:rPr dirty="0" sz="1800" spc="-10">
                <a:latin typeface="Tahoma"/>
                <a:cs typeface="Tahoma"/>
              </a:rPr>
              <a:t>which</a:t>
            </a:r>
            <a:r>
              <a:rPr dirty="0" sz="1800">
                <a:latin typeface="Tahoma"/>
                <a:cs typeface="Tahoma"/>
              </a:rPr>
              <a:t>		</a:t>
            </a:r>
            <a:r>
              <a:rPr dirty="0" sz="1800" spc="-10">
                <a:latin typeface="Tahoma"/>
                <a:cs typeface="Tahoma"/>
              </a:rPr>
              <a:t>counts</a:t>
            </a:r>
            <a:r>
              <a:rPr dirty="0" sz="1800">
                <a:latin typeface="Tahoma"/>
                <a:cs typeface="Tahoma"/>
              </a:rPr>
              <a:t>	</a:t>
            </a:r>
            <a:r>
              <a:rPr dirty="0" sz="1800" spc="-25">
                <a:latin typeface="Tahoma"/>
                <a:cs typeface="Tahoma"/>
              </a:rPr>
              <a:t>and</a:t>
            </a:r>
            <a:r>
              <a:rPr dirty="0" sz="1800">
                <a:latin typeface="Tahoma"/>
                <a:cs typeface="Tahoma"/>
              </a:rPr>
              <a:t>		</a:t>
            </a:r>
            <a:r>
              <a:rPr dirty="0" sz="1800" spc="-10">
                <a:latin typeface="Tahoma"/>
                <a:cs typeface="Tahoma"/>
              </a:rPr>
              <a:t>batches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17835" y="4736642"/>
            <a:ext cx="4262120" cy="1398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ahoma"/>
                <a:cs typeface="Tahoma"/>
              </a:rPr>
              <a:t>components</a:t>
            </a:r>
            <a:r>
              <a:rPr dirty="0" sz="1800" spc="1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moving</a:t>
            </a:r>
            <a:r>
              <a:rPr dirty="0" sz="1800" spc="1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along</a:t>
            </a:r>
            <a:r>
              <a:rPr dirty="0" sz="1800" spc="1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114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conveyor.</a:t>
            </a:r>
            <a:r>
              <a:rPr dirty="0" sz="1800" spc="114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It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245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required</a:t>
            </a:r>
            <a:r>
              <a:rPr dirty="0" sz="1800" spc="250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that</a:t>
            </a:r>
            <a:r>
              <a:rPr dirty="0" sz="1800" spc="250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ten</a:t>
            </a:r>
            <a:r>
              <a:rPr dirty="0" sz="1800" spc="250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components</a:t>
            </a:r>
            <a:r>
              <a:rPr dirty="0" sz="1800" spc="240">
                <a:latin typeface="Tahoma"/>
                <a:cs typeface="Tahoma"/>
              </a:rPr>
              <a:t>  </a:t>
            </a:r>
            <a:r>
              <a:rPr dirty="0" sz="1800" spc="-25">
                <a:latin typeface="Tahoma"/>
                <a:cs typeface="Tahoma"/>
              </a:rPr>
              <a:t>be </a:t>
            </a:r>
            <a:r>
              <a:rPr dirty="0" sz="1800">
                <a:latin typeface="Tahoma"/>
                <a:cs typeface="Tahoma"/>
              </a:rPr>
              <a:t>channeled</a:t>
            </a:r>
            <a:r>
              <a:rPr dirty="0" sz="1800" spc="160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down</a:t>
            </a:r>
            <a:r>
              <a:rPr dirty="0" sz="1800" spc="160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route</a:t>
            </a:r>
            <a:r>
              <a:rPr dirty="0" sz="1800" spc="160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165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and</a:t>
            </a:r>
            <a:r>
              <a:rPr dirty="0" sz="1800" spc="150">
                <a:latin typeface="Tahoma"/>
                <a:cs typeface="Tahoma"/>
              </a:rPr>
              <a:t>  </a:t>
            </a:r>
            <a:r>
              <a:rPr dirty="0" sz="1800" spc="-10">
                <a:latin typeface="Tahoma"/>
                <a:cs typeface="Tahoma"/>
              </a:rPr>
              <a:t>twenty </a:t>
            </a:r>
            <a:r>
              <a:rPr dirty="0" sz="1800">
                <a:latin typeface="Tahoma"/>
                <a:cs typeface="Tahoma"/>
              </a:rPr>
              <a:t>components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down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route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B.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reset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facility </a:t>
            </a:r>
            <a:r>
              <a:rPr dirty="0" sz="1800">
                <a:latin typeface="Tahoma"/>
                <a:cs typeface="Tahoma"/>
              </a:rPr>
              <a:t>is </a:t>
            </a:r>
            <a:r>
              <a:rPr dirty="0" sz="1800" spc="-10">
                <a:latin typeface="Tahoma"/>
                <a:cs typeface="Tahoma"/>
              </a:rPr>
              <a:t>required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1649" y="4598034"/>
            <a:ext cx="2254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 b="1">
                <a:latin typeface="Arial"/>
                <a:cs typeface="Arial"/>
              </a:rPr>
              <a:t>١٠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39" y="4852923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0"/>
                </a:moveTo>
                <a:lnTo>
                  <a:pt x="0" y="44450"/>
                </a:lnTo>
                <a:lnTo>
                  <a:pt x="609600" y="4444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-12560" y="-12700"/>
            <a:ext cx="626110" cy="624205"/>
            <a:chOff x="-12560" y="-12700"/>
            <a:chExt cx="626110" cy="6242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" y="0"/>
              <a:ext cx="591070" cy="58585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39" y="0"/>
              <a:ext cx="600710" cy="598805"/>
            </a:xfrm>
            <a:custGeom>
              <a:avLst/>
              <a:gdLst/>
              <a:ahLst/>
              <a:cxnLst/>
              <a:rect l="l" t="t" r="r" b="b"/>
              <a:pathLst>
                <a:path w="600710" h="598805">
                  <a:moveTo>
                    <a:pt x="600456" y="0"/>
                  </a:moveTo>
                  <a:lnTo>
                    <a:pt x="600456" y="598804"/>
                  </a:lnTo>
                  <a:lnTo>
                    <a:pt x="0" y="598804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89997" y="100711"/>
            <a:ext cx="37941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opperplate Gothic Bold"/>
                <a:cs typeface="Copperplate Gothic Bold"/>
              </a:rPr>
              <a:t>D</a:t>
            </a:r>
            <a:r>
              <a:rPr dirty="0" cap="small" sz="1400" b="1">
                <a:latin typeface="Copperplate Gothic Bold"/>
                <a:cs typeface="Copperplate Gothic Bold"/>
              </a:rPr>
              <a:t>r</a:t>
            </a:r>
            <a:r>
              <a:rPr dirty="0" sz="1400" b="1">
                <a:latin typeface="Copperplate Gothic Bold"/>
                <a:cs typeface="Copperplate Gothic Bold"/>
              </a:rPr>
              <a:t>.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spc="55" b="1">
                <a:latin typeface="Copperplate Gothic Bold"/>
                <a:cs typeface="Copperplate Gothic Bold"/>
              </a:rPr>
              <a:t>M</a:t>
            </a:r>
            <a:r>
              <a:rPr dirty="0" cap="small" sz="1400" spc="55" b="1">
                <a:latin typeface="Copperplate Gothic Bold"/>
                <a:cs typeface="Copperplate Gothic Bold"/>
              </a:rPr>
              <a:t>ohammad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S</a:t>
            </a:r>
            <a:r>
              <a:rPr dirty="0" cap="small" sz="1400" b="1">
                <a:latin typeface="Copperplate Gothic Bold"/>
                <a:cs typeface="Copperplate Gothic Bold"/>
              </a:rPr>
              <a:t>alah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–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spc="25" b="1">
                <a:latin typeface="Copperplate Gothic Bold"/>
                <a:cs typeface="Copperplate Gothic Bold"/>
              </a:rPr>
              <a:t>M</a:t>
            </a:r>
            <a:r>
              <a:rPr dirty="0" cap="small" sz="1400" spc="25" b="1">
                <a:latin typeface="Copperplate Gothic Bold"/>
                <a:cs typeface="Copperplate Gothic Bold"/>
              </a:rPr>
              <a:t>echatronics</a:t>
            </a:r>
            <a:endParaRPr sz="1400">
              <a:latin typeface="Copperplate Gothic Bold"/>
              <a:cs typeface="Copperplate Gothic Bold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Exercise</a:t>
            </a:r>
            <a:r>
              <a:rPr dirty="0" sz="3200" spc="-105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#3:</a:t>
            </a:r>
            <a:r>
              <a:rPr dirty="0" sz="3200" spc="-9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/>
              <a:t>Batching</a:t>
            </a:r>
            <a:r>
              <a:rPr dirty="0" spc="-85"/>
              <a:t> </a:t>
            </a:r>
            <a:r>
              <a:rPr dirty="0" spc="-10"/>
              <a:t>Machine</a:t>
            </a:r>
            <a:endParaRPr sz="3200">
              <a:latin typeface="Arial Rounded MT Bold"/>
              <a:cs typeface="Arial Rounded MT Bold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139" y="1673225"/>
            <a:ext cx="5570924" cy="499470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8096" y="1598549"/>
            <a:ext cx="5341597" cy="510692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91649" y="4598034"/>
            <a:ext cx="2254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 b="1">
                <a:latin typeface="Arial"/>
                <a:cs typeface="Arial"/>
              </a:rPr>
              <a:t>١١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39" y="4852923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0"/>
                </a:moveTo>
                <a:lnTo>
                  <a:pt x="0" y="44450"/>
                </a:lnTo>
                <a:lnTo>
                  <a:pt x="609600" y="4444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-12560" y="-12700"/>
            <a:ext cx="626110" cy="624205"/>
            <a:chOff x="-12560" y="-12700"/>
            <a:chExt cx="626110" cy="62420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" y="0"/>
              <a:ext cx="591070" cy="58585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39" y="0"/>
              <a:ext cx="600710" cy="598805"/>
            </a:xfrm>
            <a:custGeom>
              <a:avLst/>
              <a:gdLst/>
              <a:ahLst/>
              <a:cxnLst/>
              <a:rect l="l" t="t" r="r" b="b"/>
              <a:pathLst>
                <a:path w="600710" h="598805">
                  <a:moveTo>
                    <a:pt x="600456" y="0"/>
                  </a:moveTo>
                  <a:lnTo>
                    <a:pt x="600456" y="598804"/>
                  </a:lnTo>
                  <a:lnTo>
                    <a:pt x="0" y="598804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89997" y="100711"/>
            <a:ext cx="37941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opperplate Gothic Bold"/>
                <a:cs typeface="Copperplate Gothic Bold"/>
              </a:rPr>
              <a:t>D</a:t>
            </a:r>
            <a:r>
              <a:rPr dirty="0" cap="small" sz="1400" b="1">
                <a:latin typeface="Copperplate Gothic Bold"/>
                <a:cs typeface="Copperplate Gothic Bold"/>
              </a:rPr>
              <a:t>r</a:t>
            </a:r>
            <a:r>
              <a:rPr dirty="0" sz="1400" b="1">
                <a:latin typeface="Copperplate Gothic Bold"/>
                <a:cs typeface="Copperplate Gothic Bold"/>
              </a:rPr>
              <a:t>.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spc="55" b="1">
                <a:latin typeface="Copperplate Gothic Bold"/>
                <a:cs typeface="Copperplate Gothic Bold"/>
              </a:rPr>
              <a:t>M</a:t>
            </a:r>
            <a:r>
              <a:rPr dirty="0" cap="small" sz="1400" spc="55" b="1">
                <a:latin typeface="Copperplate Gothic Bold"/>
                <a:cs typeface="Copperplate Gothic Bold"/>
              </a:rPr>
              <a:t>ohammad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S</a:t>
            </a:r>
            <a:r>
              <a:rPr dirty="0" cap="small" sz="1400" b="1">
                <a:latin typeface="Copperplate Gothic Bold"/>
                <a:cs typeface="Copperplate Gothic Bold"/>
              </a:rPr>
              <a:t>alah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–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spc="25" b="1">
                <a:latin typeface="Copperplate Gothic Bold"/>
                <a:cs typeface="Copperplate Gothic Bold"/>
              </a:rPr>
              <a:t>M</a:t>
            </a:r>
            <a:r>
              <a:rPr dirty="0" cap="small" sz="1400" spc="25" b="1">
                <a:latin typeface="Copperplate Gothic Bold"/>
                <a:cs typeface="Copperplate Gothic Bold"/>
              </a:rPr>
              <a:t>echatronics</a:t>
            </a:r>
            <a:endParaRPr sz="1400">
              <a:latin typeface="Copperplate Gothic Bold"/>
              <a:cs typeface="Copperplate Gothic Bold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Exercise</a:t>
            </a:r>
            <a:r>
              <a:rPr dirty="0" sz="3200" spc="-105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#3:</a:t>
            </a:r>
            <a:r>
              <a:rPr dirty="0" sz="3200" spc="-9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/>
              <a:t>Batching</a:t>
            </a:r>
            <a:r>
              <a:rPr dirty="0" spc="-85"/>
              <a:t> </a:t>
            </a:r>
            <a:r>
              <a:rPr dirty="0" spc="-10"/>
              <a:t>Machine</a:t>
            </a:r>
            <a:endParaRPr sz="3200">
              <a:latin typeface="Arial Rounded MT Bold"/>
              <a:cs typeface="Arial Rounded MT Bold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9" y="4852923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0"/>
                </a:moveTo>
                <a:lnTo>
                  <a:pt x="0" y="44450"/>
                </a:lnTo>
                <a:lnTo>
                  <a:pt x="609600" y="4444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-12560" y="-12700"/>
            <a:ext cx="626110" cy="624205"/>
            <a:chOff x="-12560" y="-12700"/>
            <a:chExt cx="626110" cy="62420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" y="0"/>
              <a:ext cx="591070" cy="585851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39" y="0"/>
              <a:ext cx="600710" cy="598805"/>
            </a:xfrm>
            <a:custGeom>
              <a:avLst/>
              <a:gdLst/>
              <a:ahLst/>
              <a:cxnLst/>
              <a:rect l="l" t="t" r="r" b="b"/>
              <a:pathLst>
                <a:path w="600710" h="598805">
                  <a:moveTo>
                    <a:pt x="600456" y="0"/>
                  </a:moveTo>
                  <a:lnTo>
                    <a:pt x="600456" y="598804"/>
                  </a:lnTo>
                  <a:lnTo>
                    <a:pt x="0" y="598804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689997" y="100711"/>
            <a:ext cx="37941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opperplate Gothic Bold"/>
                <a:cs typeface="Copperplate Gothic Bold"/>
              </a:rPr>
              <a:t>D</a:t>
            </a:r>
            <a:r>
              <a:rPr dirty="0" cap="small" sz="1400" b="1">
                <a:latin typeface="Copperplate Gothic Bold"/>
                <a:cs typeface="Copperplate Gothic Bold"/>
              </a:rPr>
              <a:t>r</a:t>
            </a:r>
            <a:r>
              <a:rPr dirty="0" sz="1400" b="1">
                <a:latin typeface="Copperplate Gothic Bold"/>
                <a:cs typeface="Copperplate Gothic Bold"/>
              </a:rPr>
              <a:t>.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spc="55" b="1">
                <a:latin typeface="Copperplate Gothic Bold"/>
                <a:cs typeface="Copperplate Gothic Bold"/>
              </a:rPr>
              <a:t>M</a:t>
            </a:r>
            <a:r>
              <a:rPr dirty="0" cap="small" sz="1400" spc="55" b="1">
                <a:latin typeface="Copperplate Gothic Bold"/>
                <a:cs typeface="Copperplate Gothic Bold"/>
              </a:rPr>
              <a:t>ohammad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S</a:t>
            </a:r>
            <a:r>
              <a:rPr dirty="0" cap="small" sz="1400" b="1">
                <a:latin typeface="Copperplate Gothic Bold"/>
                <a:cs typeface="Copperplate Gothic Bold"/>
              </a:rPr>
              <a:t>alah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–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spc="25" b="1">
                <a:latin typeface="Copperplate Gothic Bold"/>
                <a:cs typeface="Copperplate Gothic Bold"/>
              </a:rPr>
              <a:t>M</a:t>
            </a:r>
            <a:r>
              <a:rPr dirty="0" cap="small" sz="1400" spc="25" b="1">
                <a:latin typeface="Copperplate Gothic Bold"/>
                <a:cs typeface="Copperplate Gothic Bold"/>
              </a:rPr>
              <a:t>echatronics</a:t>
            </a:r>
            <a:endParaRPr sz="1400">
              <a:latin typeface="Copperplate Gothic Bold"/>
              <a:cs typeface="Copperplate Gothic Bol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Exercise</a:t>
            </a:r>
            <a:r>
              <a:rPr dirty="0" sz="3200" spc="-105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#3:</a:t>
            </a:r>
            <a:r>
              <a:rPr dirty="0" sz="3200" spc="-9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/>
              <a:t>Batching</a:t>
            </a:r>
            <a:r>
              <a:rPr dirty="0" spc="-85"/>
              <a:t> </a:t>
            </a:r>
            <a:r>
              <a:rPr dirty="0" spc="-10"/>
              <a:t>Machine</a:t>
            </a:r>
            <a:endParaRPr sz="3200">
              <a:latin typeface="Arial Rounded MT Bold"/>
              <a:cs typeface="Arial Rounded MT Bold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0541" y="1829412"/>
            <a:ext cx="4002975" cy="4864728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890905" marR="5080" indent="2540">
              <a:lnSpc>
                <a:spcPct val="100000"/>
              </a:lnSpc>
              <a:spcBef>
                <a:spcPts val="100"/>
              </a:spcBef>
            </a:pPr>
            <a:r>
              <a:rPr dirty="0"/>
              <a:t>If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system</a:t>
            </a:r>
            <a:r>
              <a:rPr dirty="0" spc="-30"/>
              <a:t> </a:t>
            </a:r>
            <a:r>
              <a:rPr dirty="0"/>
              <a:t>does</a:t>
            </a:r>
            <a:r>
              <a:rPr dirty="0" spc="-30"/>
              <a:t> </a:t>
            </a:r>
            <a:r>
              <a:rPr dirty="0"/>
              <a:t>not</a:t>
            </a:r>
            <a:r>
              <a:rPr dirty="0" spc="-30"/>
              <a:t> </a:t>
            </a:r>
            <a:r>
              <a:rPr dirty="0"/>
              <a:t>batch</a:t>
            </a:r>
            <a:r>
              <a:rPr dirty="0" spc="-30"/>
              <a:t> </a:t>
            </a:r>
            <a:r>
              <a:rPr dirty="0" spc="-10"/>
              <a:t>and/or </a:t>
            </a:r>
            <a:r>
              <a:rPr dirty="0"/>
              <a:t>count,</a:t>
            </a:r>
            <a:r>
              <a:rPr dirty="0" spc="315"/>
              <a:t> </a:t>
            </a:r>
            <a:r>
              <a:rPr dirty="0"/>
              <a:t>what</a:t>
            </a:r>
            <a:r>
              <a:rPr dirty="0" spc="320"/>
              <a:t> </a:t>
            </a:r>
            <a:r>
              <a:rPr dirty="0"/>
              <a:t>would</a:t>
            </a:r>
            <a:r>
              <a:rPr dirty="0" spc="320"/>
              <a:t> </a:t>
            </a:r>
            <a:r>
              <a:rPr dirty="0"/>
              <a:t>be</a:t>
            </a:r>
            <a:r>
              <a:rPr dirty="0" spc="320"/>
              <a:t> </a:t>
            </a:r>
            <a:r>
              <a:rPr dirty="0"/>
              <a:t>the</a:t>
            </a:r>
            <a:r>
              <a:rPr dirty="0" spc="330"/>
              <a:t> </a:t>
            </a:r>
            <a:r>
              <a:rPr dirty="0" spc="-10"/>
              <a:t>possible reasons?</a:t>
            </a:r>
          </a:p>
          <a:p>
            <a:pPr marL="1233805" indent="-342900">
              <a:lnSpc>
                <a:spcPct val="100000"/>
              </a:lnSpc>
              <a:spcBef>
                <a:spcPts val="2160"/>
              </a:spcBef>
              <a:buClr>
                <a:srgbClr val="010000"/>
              </a:buClr>
              <a:buChar char="•"/>
              <a:tabLst>
                <a:tab pos="1233805" algn="l"/>
              </a:tabLst>
            </a:pP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The</a:t>
            </a:r>
            <a:r>
              <a:rPr dirty="0" spc="-4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reset</a:t>
            </a:r>
            <a:r>
              <a:rPr dirty="0" spc="-3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switch</a:t>
            </a:r>
            <a:r>
              <a:rPr dirty="0" spc="-3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is</a:t>
            </a:r>
            <a:r>
              <a:rPr dirty="0" spc="-4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always</a:t>
            </a:r>
            <a:r>
              <a:rPr dirty="0" spc="-3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pc="-25" b="0">
                <a:solidFill>
                  <a:srgbClr val="000000"/>
                </a:solidFill>
                <a:latin typeface="Tahoma"/>
                <a:cs typeface="Tahoma"/>
              </a:rPr>
              <a:t>on</a:t>
            </a:r>
          </a:p>
          <a:p>
            <a:pPr marL="1233805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1233805" algn="l"/>
              </a:tabLst>
            </a:pP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The</a:t>
            </a:r>
            <a:r>
              <a:rPr dirty="0" spc="-3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microswitch</a:t>
            </a:r>
            <a:r>
              <a:rPr dirty="0" spc="-3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does</a:t>
            </a:r>
            <a:r>
              <a:rPr dirty="0" spc="-3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not</a:t>
            </a:r>
            <a:r>
              <a:rPr dirty="0" spc="-3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pc="-20" b="0">
                <a:solidFill>
                  <a:srgbClr val="000000"/>
                </a:solidFill>
                <a:latin typeface="Tahoma"/>
                <a:cs typeface="Tahoma"/>
              </a:rPr>
              <a:t>work</a:t>
            </a:r>
          </a:p>
          <a:p>
            <a:pPr marL="1233805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1233805" algn="l"/>
              </a:tabLst>
            </a:pP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The</a:t>
            </a:r>
            <a:r>
              <a:rPr dirty="0" spc="-2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flap</a:t>
            </a:r>
            <a:r>
              <a:rPr dirty="0" spc="-2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solenoid</a:t>
            </a:r>
            <a:r>
              <a:rPr dirty="0" spc="-2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does</a:t>
            </a:r>
            <a:r>
              <a:rPr dirty="0" spc="-2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not</a:t>
            </a:r>
            <a:r>
              <a:rPr dirty="0" spc="-20" b="0">
                <a:solidFill>
                  <a:srgbClr val="000000"/>
                </a:solidFill>
                <a:latin typeface="Tahoma"/>
                <a:cs typeface="Tahoma"/>
              </a:rPr>
              <a:t> work</a:t>
            </a:r>
          </a:p>
          <a:p>
            <a:pPr marL="1233805" marR="6350" indent="-342900">
              <a:lnSpc>
                <a:spcPct val="100000"/>
              </a:lnSpc>
              <a:spcBef>
                <a:spcPts val="5"/>
              </a:spcBef>
              <a:buClr>
                <a:srgbClr val="010000"/>
              </a:buClr>
              <a:buChar char="•"/>
              <a:tabLst>
                <a:tab pos="1233805" algn="l"/>
                <a:tab pos="1750695" algn="l"/>
                <a:tab pos="2514600" algn="l"/>
                <a:tab pos="3470910" algn="l"/>
                <a:tab pos="3758565" algn="l"/>
                <a:tab pos="4219575" algn="l"/>
              </a:tabLst>
            </a:pPr>
            <a:r>
              <a:rPr dirty="0" spc="-25" b="0">
                <a:solidFill>
                  <a:srgbClr val="000000"/>
                </a:solidFill>
                <a:latin typeface="Tahoma"/>
                <a:cs typeface="Tahoma"/>
              </a:rPr>
              <a:t>The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	</a:t>
            </a:r>
            <a:r>
              <a:rPr dirty="0" spc="-10" b="0">
                <a:solidFill>
                  <a:srgbClr val="000000"/>
                </a:solidFill>
                <a:latin typeface="Tahoma"/>
                <a:cs typeface="Tahoma"/>
              </a:rPr>
              <a:t>ladder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	</a:t>
            </a:r>
            <a:r>
              <a:rPr dirty="0" spc="-10" b="0">
                <a:solidFill>
                  <a:srgbClr val="000000"/>
                </a:solidFill>
                <a:latin typeface="Tahoma"/>
                <a:cs typeface="Tahoma"/>
              </a:rPr>
              <a:t>diagram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	</a:t>
            </a:r>
            <a:r>
              <a:rPr dirty="0" spc="-25" b="0">
                <a:solidFill>
                  <a:srgbClr val="000000"/>
                </a:solidFill>
                <a:latin typeface="Tahoma"/>
                <a:cs typeface="Tahoma"/>
              </a:rPr>
              <a:t>is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	</a:t>
            </a:r>
            <a:r>
              <a:rPr dirty="0" spc="-25" b="0">
                <a:solidFill>
                  <a:srgbClr val="000000"/>
                </a:solidFill>
                <a:latin typeface="Tahoma"/>
                <a:cs typeface="Tahoma"/>
              </a:rPr>
              <a:t>not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	</a:t>
            </a:r>
            <a:r>
              <a:rPr dirty="0" spc="-10" b="0">
                <a:solidFill>
                  <a:srgbClr val="000000"/>
                </a:solidFill>
                <a:latin typeface="Tahoma"/>
                <a:cs typeface="Tahoma"/>
              </a:rPr>
              <a:t>properly written</a:t>
            </a: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 sz="1400" spc="-25">
                <a:solidFill>
                  <a:srgbClr val="000000"/>
                </a:solidFill>
                <a:latin typeface="Arial"/>
                <a:cs typeface="Arial"/>
              </a:rPr>
              <a:t>١٢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1649" y="4598034"/>
            <a:ext cx="2254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 b="1">
                <a:latin typeface="Arial"/>
                <a:cs typeface="Arial"/>
              </a:rPr>
              <a:t>١٣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39" y="4852923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0"/>
                </a:moveTo>
                <a:lnTo>
                  <a:pt x="0" y="44450"/>
                </a:lnTo>
                <a:lnTo>
                  <a:pt x="609600" y="4444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-12560" y="-12700"/>
            <a:ext cx="626110" cy="624205"/>
            <a:chOff x="-12560" y="-12700"/>
            <a:chExt cx="626110" cy="6242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" y="0"/>
              <a:ext cx="591070" cy="58585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39" y="0"/>
              <a:ext cx="600710" cy="598805"/>
            </a:xfrm>
            <a:custGeom>
              <a:avLst/>
              <a:gdLst/>
              <a:ahLst/>
              <a:cxnLst/>
              <a:rect l="l" t="t" r="r" b="b"/>
              <a:pathLst>
                <a:path w="600710" h="598805">
                  <a:moveTo>
                    <a:pt x="600456" y="0"/>
                  </a:moveTo>
                  <a:lnTo>
                    <a:pt x="600456" y="598804"/>
                  </a:lnTo>
                  <a:lnTo>
                    <a:pt x="0" y="598804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89997" y="100711"/>
            <a:ext cx="37941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opperplate Gothic Bold"/>
                <a:cs typeface="Copperplate Gothic Bold"/>
              </a:rPr>
              <a:t>D</a:t>
            </a:r>
            <a:r>
              <a:rPr dirty="0" cap="small" sz="1400" b="1">
                <a:latin typeface="Copperplate Gothic Bold"/>
                <a:cs typeface="Copperplate Gothic Bold"/>
              </a:rPr>
              <a:t>r</a:t>
            </a:r>
            <a:r>
              <a:rPr dirty="0" sz="1400" b="1">
                <a:latin typeface="Copperplate Gothic Bold"/>
                <a:cs typeface="Copperplate Gothic Bold"/>
              </a:rPr>
              <a:t>.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spc="55" b="1">
                <a:latin typeface="Copperplate Gothic Bold"/>
                <a:cs typeface="Copperplate Gothic Bold"/>
              </a:rPr>
              <a:t>M</a:t>
            </a:r>
            <a:r>
              <a:rPr dirty="0" cap="small" sz="1400" spc="55" b="1">
                <a:latin typeface="Copperplate Gothic Bold"/>
                <a:cs typeface="Copperplate Gothic Bold"/>
              </a:rPr>
              <a:t>ohammad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S</a:t>
            </a:r>
            <a:r>
              <a:rPr dirty="0" cap="small" sz="1400" b="1">
                <a:latin typeface="Copperplate Gothic Bold"/>
                <a:cs typeface="Copperplate Gothic Bold"/>
              </a:rPr>
              <a:t>alah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–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spc="25" b="1">
                <a:latin typeface="Copperplate Gothic Bold"/>
                <a:cs typeface="Copperplate Gothic Bold"/>
              </a:rPr>
              <a:t>M</a:t>
            </a:r>
            <a:r>
              <a:rPr dirty="0" cap="small" sz="1400" spc="25" b="1">
                <a:latin typeface="Copperplate Gothic Bold"/>
                <a:cs typeface="Copperplate Gothic Bold"/>
              </a:rPr>
              <a:t>echatronics</a:t>
            </a:r>
            <a:endParaRPr sz="1400">
              <a:latin typeface="Copperplate Gothic Bold"/>
              <a:cs typeface="Copperplate Gothic Bold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Exercise</a:t>
            </a:r>
            <a:r>
              <a:rPr dirty="0" sz="3200" spc="-65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#4:</a:t>
            </a:r>
            <a:r>
              <a:rPr dirty="0" sz="3200" spc="-45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/>
              <a:t>Reject</a:t>
            </a:r>
            <a:r>
              <a:rPr dirty="0" spc="-45"/>
              <a:t> </a:t>
            </a:r>
            <a:r>
              <a:rPr dirty="0" spc="-10"/>
              <a:t>Machine</a:t>
            </a:r>
            <a:endParaRPr sz="3200">
              <a:latin typeface="Arial Rounded MT Bold"/>
              <a:cs typeface="Arial Rounded MT Bold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0798" y="1887347"/>
            <a:ext cx="6693595" cy="2536347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841711" y="4568317"/>
            <a:ext cx="8074025" cy="1948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10134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Control</a:t>
            </a:r>
            <a:r>
              <a:rPr dirty="0" sz="1800" spc="-3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009A00"/>
                </a:solidFill>
                <a:latin typeface="Tahoma"/>
                <a:cs typeface="Tahoma"/>
              </a:rPr>
              <a:t>Problem</a:t>
            </a:r>
            <a:endParaRPr sz="1800">
              <a:latin typeface="Tahoma"/>
              <a:cs typeface="Tahoma"/>
            </a:endParaRPr>
          </a:p>
          <a:p>
            <a:pPr algn="just" marL="12700" marR="508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49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PLC</a:t>
            </a:r>
            <a:r>
              <a:rPr dirty="0" sz="1800" spc="49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task</a:t>
            </a:r>
            <a:r>
              <a:rPr dirty="0" sz="1800" spc="49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49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to</a:t>
            </a:r>
            <a:r>
              <a:rPr dirty="0" sz="1800" spc="49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detect</a:t>
            </a:r>
            <a:r>
              <a:rPr dirty="0" sz="1800" spc="49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and</a:t>
            </a:r>
            <a:r>
              <a:rPr dirty="0" sz="1800" spc="49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reject</a:t>
            </a:r>
            <a:r>
              <a:rPr dirty="0" sz="1800" spc="-30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faulty</a:t>
            </a:r>
            <a:r>
              <a:rPr dirty="0" sz="1800" spc="47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components.</a:t>
            </a:r>
            <a:r>
              <a:rPr dirty="0" sz="1800" spc="484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Components</a:t>
            </a:r>
            <a:r>
              <a:rPr dirty="0" sz="1800" spc="475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are </a:t>
            </a:r>
            <a:r>
              <a:rPr dirty="0" sz="1800">
                <a:latin typeface="Tahoma"/>
                <a:cs typeface="Tahoma"/>
              </a:rPr>
              <a:t>transported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on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conveyor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past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retro-</a:t>
            </a:r>
            <a:r>
              <a:rPr dirty="0" sz="1800">
                <a:latin typeface="Tahoma"/>
                <a:cs typeface="Tahoma"/>
              </a:rPr>
              <a:t>reflective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type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photoelectric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switch.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The </a:t>
            </a:r>
            <a:r>
              <a:rPr dirty="0" sz="1800">
                <a:latin typeface="Tahoma"/>
                <a:cs typeface="Tahoma"/>
              </a:rPr>
              <a:t>photoelectric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switch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positioned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at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height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(H)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above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conveyor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where</a:t>
            </a:r>
            <a:r>
              <a:rPr dirty="0" sz="1800" spc="-25">
                <a:latin typeface="Tahoma"/>
                <a:cs typeface="Tahoma"/>
              </a:rPr>
              <a:t> (H) </a:t>
            </a:r>
            <a:r>
              <a:rPr dirty="0" sz="1800">
                <a:latin typeface="Tahoma"/>
                <a:cs typeface="Tahoma"/>
              </a:rPr>
              <a:t>represents</a:t>
            </a:r>
            <a:r>
              <a:rPr dirty="0" sz="1800" spc="3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3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tolerance</a:t>
            </a:r>
            <a:r>
              <a:rPr dirty="0" sz="1800" spc="35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value</a:t>
            </a:r>
            <a:r>
              <a:rPr dirty="0" sz="1800" spc="3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for</a:t>
            </a:r>
            <a:r>
              <a:rPr dirty="0" sz="1800" spc="3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component</a:t>
            </a:r>
            <a:r>
              <a:rPr dirty="0" sz="1800" spc="35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height.</a:t>
            </a:r>
            <a:r>
              <a:rPr dirty="0" sz="1800" spc="3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Good</a:t>
            </a:r>
            <a:r>
              <a:rPr dirty="0" sz="1800" spc="3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components</a:t>
            </a:r>
            <a:r>
              <a:rPr dirty="0" sz="1800" spc="33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pass </a:t>
            </a:r>
            <a:r>
              <a:rPr dirty="0" sz="1800">
                <a:latin typeface="Tahoma"/>
                <a:cs typeface="Tahoma"/>
              </a:rPr>
              <a:t>underneath</a:t>
            </a:r>
            <a:r>
              <a:rPr dirty="0" sz="1800" spc="114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114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photoelectric</a:t>
            </a:r>
            <a:r>
              <a:rPr dirty="0" sz="1800" spc="120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switch</a:t>
            </a:r>
            <a:r>
              <a:rPr dirty="0" sz="1800" spc="114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and</a:t>
            </a:r>
            <a:r>
              <a:rPr dirty="0" sz="1800" spc="120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no</a:t>
            </a:r>
            <a:r>
              <a:rPr dirty="0" sz="1800" spc="110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signal</a:t>
            </a:r>
            <a:r>
              <a:rPr dirty="0" sz="1800" spc="110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110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generated.</a:t>
            </a:r>
            <a:r>
              <a:rPr dirty="0" sz="1800" spc="110">
                <a:latin typeface="Tahoma"/>
                <a:cs typeface="Tahoma"/>
              </a:rPr>
              <a:t>  </a:t>
            </a:r>
            <a:r>
              <a:rPr dirty="0" sz="1800" spc="-10">
                <a:latin typeface="Tahoma"/>
                <a:cs typeface="Tahoma"/>
              </a:rPr>
              <a:t>Faulty </a:t>
            </a:r>
            <a:r>
              <a:rPr dirty="0" sz="1800">
                <a:latin typeface="Tahoma"/>
                <a:cs typeface="Tahoma"/>
              </a:rPr>
              <a:t>components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break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light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beam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twice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as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they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pass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photoelectric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switch.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5293" y="1598548"/>
            <a:ext cx="4406645" cy="513761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91649" y="4598034"/>
            <a:ext cx="2254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 b="1">
                <a:latin typeface="Arial"/>
                <a:cs typeface="Arial"/>
              </a:rPr>
              <a:t>١٤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39" y="4852923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0"/>
                </a:moveTo>
                <a:lnTo>
                  <a:pt x="0" y="44450"/>
                </a:lnTo>
                <a:lnTo>
                  <a:pt x="609600" y="4444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-12560" y="-12700"/>
            <a:ext cx="626110" cy="624205"/>
            <a:chOff x="-12560" y="-12700"/>
            <a:chExt cx="626110" cy="62420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" y="0"/>
              <a:ext cx="591070" cy="58585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39" y="0"/>
              <a:ext cx="600710" cy="598805"/>
            </a:xfrm>
            <a:custGeom>
              <a:avLst/>
              <a:gdLst/>
              <a:ahLst/>
              <a:cxnLst/>
              <a:rect l="l" t="t" r="r" b="b"/>
              <a:pathLst>
                <a:path w="600710" h="598805">
                  <a:moveTo>
                    <a:pt x="600456" y="0"/>
                  </a:moveTo>
                  <a:lnTo>
                    <a:pt x="600456" y="598804"/>
                  </a:lnTo>
                  <a:lnTo>
                    <a:pt x="0" y="598804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89997" y="100711"/>
            <a:ext cx="37941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opperplate Gothic Bold"/>
                <a:cs typeface="Copperplate Gothic Bold"/>
              </a:rPr>
              <a:t>D</a:t>
            </a:r>
            <a:r>
              <a:rPr dirty="0" cap="small" sz="1400" b="1">
                <a:latin typeface="Copperplate Gothic Bold"/>
                <a:cs typeface="Copperplate Gothic Bold"/>
              </a:rPr>
              <a:t>r</a:t>
            </a:r>
            <a:r>
              <a:rPr dirty="0" sz="1400" b="1">
                <a:latin typeface="Copperplate Gothic Bold"/>
                <a:cs typeface="Copperplate Gothic Bold"/>
              </a:rPr>
              <a:t>.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spc="55" b="1">
                <a:latin typeface="Copperplate Gothic Bold"/>
                <a:cs typeface="Copperplate Gothic Bold"/>
              </a:rPr>
              <a:t>M</a:t>
            </a:r>
            <a:r>
              <a:rPr dirty="0" cap="small" sz="1400" spc="55" b="1">
                <a:latin typeface="Copperplate Gothic Bold"/>
                <a:cs typeface="Copperplate Gothic Bold"/>
              </a:rPr>
              <a:t>ohammad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S</a:t>
            </a:r>
            <a:r>
              <a:rPr dirty="0" cap="small" sz="1400" b="1">
                <a:latin typeface="Copperplate Gothic Bold"/>
                <a:cs typeface="Copperplate Gothic Bold"/>
              </a:rPr>
              <a:t>alah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–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spc="25" b="1">
                <a:latin typeface="Copperplate Gothic Bold"/>
                <a:cs typeface="Copperplate Gothic Bold"/>
              </a:rPr>
              <a:t>M</a:t>
            </a:r>
            <a:r>
              <a:rPr dirty="0" cap="small" sz="1400" spc="25" b="1">
                <a:latin typeface="Copperplate Gothic Bold"/>
                <a:cs typeface="Copperplate Gothic Bold"/>
              </a:rPr>
              <a:t>echatronics</a:t>
            </a:r>
            <a:endParaRPr sz="1400">
              <a:latin typeface="Copperplate Gothic Bold"/>
              <a:cs typeface="Copperplate Gothic Bold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Exercise</a:t>
            </a:r>
            <a:r>
              <a:rPr dirty="0" sz="3200" spc="-65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#4:</a:t>
            </a:r>
            <a:r>
              <a:rPr dirty="0" sz="3200" spc="-45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/>
              <a:t>Reject</a:t>
            </a:r>
            <a:r>
              <a:rPr dirty="0" spc="-45"/>
              <a:t> </a:t>
            </a:r>
            <a:r>
              <a:rPr dirty="0" spc="-10"/>
              <a:t>Machine</a:t>
            </a:r>
            <a:endParaRPr sz="3200">
              <a:latin typeface="Arial Rounded MT Bold"/>
              <a:cs typeface="Arial Rounded MT Bold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739" y="1595500"/>
            <a:ext cx="5410200" cy="518464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91649" y="4598034"/>
            <a:ext cx="2254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 b="1">
                <a:latin typeface="Arial"/>
                <a:cs typeface="Arial"/>
              </a:rPr>
              <a:t>١٥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39" y="4852923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0"/>
                </a:moveTo>
                <a:lnTo>
                  <a:pt x="0" y="44450"/>
                </a:lnTo>
                <a:lnTo>
                  <a:pt x="609600" y="4444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-12560" y="-12700"/>
            <a:ext cx="626110" cy="624205"/>
            <a:chOff x="-12560" y="-12700"/>
            <a:chExt cx="626110" cy="62420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" y="0"/>
              <a:ext cx="591070" cy="58585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39" y="0"/>
              <a:ext cx="600710" cy="598805"/>
            </a:xfrm>
            <a:custGeom>
              <a:avLst/>
              <a:gdLst/>
              <a:ahLst/>
              <a:cxnLst/>
              <a:rect l="l" t="t" r="r" b="b"/>
              <a:pathLst>
                <a:path w="600710" h="598805">
                  <a:moveTo>
                    <a:pt x="600456" y="0"/>
                  </a:moveTo>
                  <a:lnTo>
                    <a:pt x="600456" y="598804"/>
                  </a:lnTo>
                  <a:lnTo>
                    <a:pt x="0" y="598804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89997" y="100711"/>
            <a:ext cx="37941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opperplate Gothic Bold"/>
                <a:cs typeface="Copperplate Gothic Bold"/>
              </a:rPr>
              <a:t>D</a:t>
            </a:r>
            <a:r>
              <a:rPr dirty="0" cap="small" sz="1400" b="1">
                <a:latin typeface="Copperplate Gothic Bold"/>
                <a:cs typeface="Copperplate Gothic Bold"/>
              </a:rPr>
              <a:t>r</a:t>
            </a:r>
            <a:r>
              <a:rPr dirty="0" sz="1400" b="1">
                <a:latin typeface="Copperplate Gothic Bold"/>
                <a:cs typeface="Copperplate Gothic Bold"/>
              </a:rPr>
              <a:t>.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spc="55" b="1">
                <a:latin typeface="Copperplate Gothic Bold"/>
                <a:cs typeface="Copperplate Gothic Bold"/>
              </a:rPr>
              <a:t>M</a:t>
            </a:r>
            <a:r>
              <a:rPr dirty="0" cap="small" sz="1400" spc="55" b="1">
                <a:latin typeface="Copperplate Gothic Bold"/>
                <a:cs typeface="Copperplate Gothic Bold"/>
              </a:rPr>
              <a:t>ohammad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S</a:t>
            </a:r>
            <a:r>
              <a:rPr dirty="0" cap="small" sz="1400" b="1">
                <a:latin typeface="Copperplate Gothic Bold"/>
                <a:cs typeface="Copperplate Gothic Bold"/>
              </a:rPr>
              <a:t>alah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–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spc="25" b="1">
                <a:latin typeface="Copperplate Gothic Bold"/>
                <a:cs typeface="Copperplate Gothic Bold"/>
              </a:rPr>
              <a:t>M</a:t>
            </a:r>
            <a:r>
              <a:rPr dirty="0" cap="small" sz="1400" spc="25" b="1">
                <a:latin typeface="Copperplate Gothic Bold"/>
                <a:cs typeface="Copperplate Gothic Bold"/>
              </a:rPr>
              <a:t>echatronics</a:t>
            </a:r>
            <a:endParaRPr sz="1400">
              <a:latin typeface="Copperplate Gothic Bold"/>
              <a:cs typeface="Copperplate Gothic Bold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Exercise</a:t>
            </a:r>
            <a:r>
              <a:rPr dirty="0" sz="3200" spc="-65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#4:</a:t>
            </a:r>
            <a:r>
              <a:rPr dirty="0" sz="3200" spc="-45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/>
              <a:t>Reject</a:t>
            </a:r>
            <a:r>
              <a:rPr dirty="0" spc="-45"/>
              <a:t> </a:t>
            </a:r>
            <a:r>
              <a:rPr dirty="0" spc="-10"/>
              <a:t>Machine</a:t>
            </a:r>
            <a:endParaRPr sz="3200">
              <a:latin typeface="Arial Rounded MT Bold"/>
              <a:cs typeface="Arial Rounded MT Bold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1649" y="4598034"/>
            <a:ext cx="2254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 b="1">
                <a:latin typeface="Arial"/>
                <a:cs typeface="Arial"/>
              </a:rPr>
              <a:t>١٦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39" y="4852923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0"/>
                </a:moveTo>
                <a:lnTo>
                  <a:pt x="0" y="44450"/>
                </a:lnTo>
                <a:lnTo>
                  <a:pt x="609600" y="4444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-12560" y="-12700"/>
            <a:ext cx="626110" cy="624205"/>
            <a:chOff x="-12560" y="-12700"/>
            <a:chExt cx="626110" cy="6242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" y="0"/>
              <a:ext cx="591070" cy="58585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39" y="0"/>
              <a:ext cx="600710" cy="598805"/>
            </a:xfrm>
            <a:custGeom>
              <a:avLst/>
              <a:gdLst/>
              <a:ahLst/>
              <a:cxnLst/>
              <a:rect l="l" t="t" r="r" b="b"/>
              <a:pathLst>
                <a:path w="600710" h="598805">
                  <a:moveTo>
                    <a:pt x="600456" y="0"/>
                  </a:moveTo>
                  <a:lnTo>
                    <a:pt x="600456" y="598804"/>
                  </a:lnTo>
                  <a:lnTo>
                    <a:pt x="0" y="598804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89997" y="100711"/>
            <a:ext cx="37941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opperplate Gothic Bold"/>
                <a:cs typeface="Copperplate Gothic Bold"/>
              </a:rPr>
              <a:t>D</a:t>
            </a:r>
            <a:r>
              <a:rPr dirty="0" cap="small" sz="1400" b="1">
                <a:latin typeface="Copperplate Gothic Bold"/>
                <a:cs typeface="Copperplate Gothic Bold"/>
              </a:rPr>
              <a:t>r</a:t>
            </a:r>
            <a:r>
              <a:rPr dirty="0" sz="1400" b="1">
                <a:latin typeface="Copperplate Gothic Bold"/>
                <a:cs typeface="Copperplate Gothic Bold"/>
              </a:rPr>
              <a:t>.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spc="55" b="1">
                <a:latin typeface="Copperplate Gothic Bold"/>
                <a:cs typeface="Copperplate Gothic Bold"/>
              </a:rPr>
              <a:t>M</a:t>
            </a:r>
            <a:r>
              <a:rPr dirty="0" cap="small" sz="1400" spc="55" b="1">
                <a:latin typeface="Copperplate Gothic Bold"/>
                <a:cs typeface="Copperplate Gothic Bold"/>
              </a:rPr>
              <a:t>ohammad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S</a:t>
            </a:r>
            <a:r>
              <a:rPr dirty="0" cap="small" sz="1400" b="1">
                <a:latin typeface="Copperplate Gothic Bold"/>
                <a:cs typeface="Copperplate Gothic Bold"/>
              </a:rPr>
              <a:t>alah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–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spc="25" b="1">
                <a:latin typeface="Copperplate Gothic Bold"/>
                <a:cs typeface="Copperplate Gothic Bold"/>
              </a:rPr>
              <a:t>M</a:t>
            </a:r>
            <a:r>
              <a:rPr dirty="0" cap="small" sz="1400" spc="25" b="1">
                <a:latin typeface="Copperplate Gothic Bold"/>
                <a:cs typeface="Copperplate Gothic Bold"/>
              </a:rPr>
              <a:t>echatronics</a:t>
            </a:r>
            <a:endParaRPr sz="1400">
              <a:latin typeface="Copperplate Gothic Bold"/>
              <a:cs typeface="Copperplate Gothic Bold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Exercise</a:t>
            </a:r>
            <a:r>
              <a:rPr dirty="0" sz="3200" spc="-65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#4:</a:t>
            </a:r>
            <a:r>
              <a:rPr dirty="0" sz="3200" spc="-45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/>
              <a:t>Reject</a:t>
            </a:r>
            <a:r>
              <a:rPr dirty="0" spc="-45"/>
              <a:t> </a:t>
            </a:r>
            <a:r>
              <a:rPr dirty="0" spc="-10"/>
              <a:t>Machine</a:t>
            </a:r>
            <a:endParaRPr sz="3200">
              <a:latin typeface="Arial Rounded MT Bold"/>
              <a:cs typeface="Arial Rounded MT Bold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17835" y="5060569"/>
            <a:ext cx="6158865" cy="1398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010000"/>
              </a:buClr>
              <a:buChar char="•"/>
              <a:tabLst>
                <a:tab pos="354965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photoelectric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switch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too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high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(H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too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big)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photoelectric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switch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does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not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work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010000"/>
              </a:buClr>
              <a:buChar char="•"/>
              <a:tabLst>
                <a:tab pos="354965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pneumatic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blower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does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not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work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ladder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diagram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not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properly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written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010000"/>
              </a:buClr>
              <a:buChar char="•"/>
              <a:tabLst>
                <a:tab pos="354965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faulty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components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not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as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described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drawing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17835" y="4449292"/>
            <a:ext cx="799592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4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If</a:t>
            </a:r>
            <a:r>
              <a:rPr dirty="0" sz="1800" spc="6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the</a:t>
            </a:r>
            <a:r>
              <a:rPr dirty="0" sz="1800" spc="6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system</a:t>
            </a:r>
            <a:r>
              <a:rPr dirty="0" sz="1800" spc="70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does</a:t>
            </a:r>
            <a:r>
              <a:rPr dirty="0" sz="1800" spc="6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not</a:t>
            </a:r>
            <a:r>
              <a:rPr dirty="0" sz="1800" spc="6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reject</a:t>
            </a:r>
            <a:r>
              <a:rPr dirty="0" sz="1800" spc="70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faulty</a:t>
            </a:r>
            <a:r>
              <a:rPr dirty="0" sz="1800" spc="70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components,</a:t>
            </a:r>
            <a:r>
              <a:rPr dirty="0" sz="1800" spc="7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what</a:t>
            </a:r>
            <a:r>
              <a:rPr dirty="0" sz="1800" spc="70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would</a:t>
            </a:r>
            <a:r>
              <a:rPr dirty="0" sz="1800" spc="80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be</a:t>
            </a:r>
            <a:r>
              <a:rPr dirty="0" sz="1800" spc="80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spc="-25" b="1">
                <a:solidFill>
                  <a:srgbClr val="009A00"/>
                </a:solidFill>
                <a:latin typeface="Tahoma"/>
                <a:cs typeface="Tahoma"/>
              </a:rPr>
              <a:t>the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possible</a:t>
            </a:r>
            <a:r>
              <a:rPr dirty="0" sz="1800" spc="-4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009A00"/>
                </a:solidFill>
                <a:latin typeface="Tahoma"/>
                <a:cs typeface="Tahoma"/>
              </a:rPr>
              <a:t>reasons?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16935" y="1887347"/>
            <a:ext cx="6098609" cy="231096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1649" y="4598034"/>
            <a:ext cx="2254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 b="1">
                <a:latin typeface="Arial"/>
                <a:cs typeface="Arial"/>
              </a:rPr>
              <a:t>١٧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39" y="4852923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0"/>
                </a:moveTo>
                <a:lnTo>
                  <a:pt x="0" y="44450"/>
                </a:lnTo>
                <a:lnTo>
                  <a:pt x="609600" y="4444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-12560" y="-12700"/>
            <a:ext cx="626110" cy="624205"/>
            <a:chOff x="-12560" y="-12700"/>
            <a:chExt cx="626110" cy="6242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" y="0"/>
              <a:ext cx="591070" cy="58585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39" y="0"/>
              <a:ext cx="600710" cy="598805"/>
            </a:xfrm>
            <a:custGeom>
              <a:avLst/>
              <a:gdLst/>
              <a:ahLst/>
              <a:cxnLst/>
              <a:rect l="l" t="t" r="r" b="b"/>
              <a:pathLst>
                <a:path w="600710" h="598805">
                  <a:moveTo>
                    <a:pt x="600456" y="0"/>
                  </a:moveTo>
                  <a:lnTo>
                    <a:pt x="600456" y="598804"/>
                  </a:lnTo>
                  <a:lnTo>
                    <a:pt x="0" y="598804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89997" y="100711"/>
            <a:ext cx="37941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opperplate Gothic Bold"/>
                <a:cs typeface="Copperplate Gothic Bold"/>
              </a:rPr>
              <a:t>D</a:t>
            </a:r>
            <a:r>
              <a:rPr dirty="0" cap="small" sz="1400" b="1">
                <a:latin typeface="Copperplate Gothic Bold"/>
                <a:cs typeface="Copperplate Gothic Bold"/>
              </a:rPr>
              <a:t>r</a:t>
            </a:r>
            <a:r>
              <a:rPr dirty="0" sz="1400" b="1">
                <a:latin typeface="Copperplate Gothic Bold"/>
                <a:cs typeface="Copperplate Gothic Bold"/>
              </a:rPr>
              <a:t>.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spc="55" b="1">
                <a:latin typeface="Copperplate Gothic Bold"/>
                <a:cs typeface="Copperplate Gothic Bold"/>
              </a:rPr>
              <a:t>M</a:t>
            </a:r>
            <a:r>
              <a:rPr dirty="0" cap="small" sz="1400" spc="55" b="1">
                <a:latin typeface="Copperplate Gothic Bold"/>
                <a:cs typeface="Copperplate Gothic Bold"/>
              </a:rPr>
              <a:t>ohammad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S</a:t>
            </a:r>
            <a:r>
              <a:rPr dirty="0" cap="small" sz="1400" b="1">
                <a:latin typeface="Copperplate Gothic Bold"/>
                <a:cs typeface="Copperplate Gothic Bold"/>
              </a:rPr>
              <a:t>alah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–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spc="25" b="1">
                <a:latin typeface="Copperplate Gothic Bold"/>
                <a:cs typeface="Copperplate Gothic Bold"/>
              </a:rPr>
              <a:t>M</a:t>
            </a:r>
            <a:r>
              <a:rPr dirty="0" cap="small" sz="1400" spc="25" b="1">
                <a:latin typeface="Copperplate Gothic Bold"/>
                <a:cs typeface="Copperplate Gothic Bold"/>
              </a:rPr>
              <a:t>echatronics</a:t>
            </a:r>
            <a:endParaRPr sz="1400">
              <a:latin typeface="Copperplate Gothic Bold"/>
              <a:cs typeface="Copperplate Gothic Bold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Exercise</a:t>
            </a:r>
            <a:r>
              <a:rPr dirty="0" sz="3200" spc="-6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#5:</a:t>
            </a:r>
            <a:r>
              <a:rPr dirty="0" sz="3200" spc="-4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/>
              <a:t>Pick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50"/>
              <a:t> </a:t>
            </a:r>
            <a:r>
              <a:rPr dirty="0"/>
              <a:t>Place</a:t>
            </a:r>
            <a:r>
              <a:rPr dirty="0" spc="-50"/>
              <a:t> </a:t>
            </a:r>
            <a:r>
              <a:rPr dirty="0" spc="-20"/>
              <a:t>Unit</a:t>
            </a:r>
            <a:endParaRPr sz="3200">
              <a:latin typeface="Arial Rounded MT Bold"/>
              <a:cs typeface="Arial Rounded MT Bold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739" y="1976501"/>
            <a:ext cx="2019300" cy="2133975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892435" y="4446396"/>
            <a:ext cx="8044815" cy="2222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Control</a:t>
            </a:r>
            <a:r>
              <a:rPr dirty="0" sz="1800" spc="-3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009A00"/>
                </a:solidFill>
                <a:latin typeface="Tahoma"/>
                <a:cs typeface="Tahoma"/>
              </a:rPr>
              <a:t>Problem</a:t>
            </a:r>
            <a:endParaRPr sz="18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PLC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task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to:</a:t>
            </a:r>
            <a:endParaRPr sz="1800">
              <a:latin typeface="Tahoma"/>
              <a:cs typeface="Tahoma"/>
            </a:endParaRPr>
          </a:p>
          <a:p>
            <a:pPr marL="380365" indent="-342265">
              <a:lnSpc>
                <a:spcPct val="100000"/>
              </a:lnSpc>
              <a:spcBef>
                <a:spcPts val="5"/>
              </a:spcBef>
              <a:buClr>
                <a:srgbClr val="010000"/>
              </a:buClr>
              <a:buAutoNum type="alphaLcParenR"/>
              <a:tabLst>
                <a:tab pos="380365" algn="l"/>
              </a:tabLst>
            </a:pPr>
            <a:r>
              <a:rPr dirty="0" sz="1800">
                <a:latin typeface="Tahoma"/>
                <a:cs typeface="Tahoma"/>
              </a:rPr>
              <a:t>move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gripper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to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X+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position</a:t>
            </a:r>
            <a:endParaRPr sz="1800">
              <a:latin typeface="Tahoma"/>
              <a:cs typeface="Tahoma"/>
            </a:endParaRPr>
          </a:p>
          <a:p>
            <a:pPr marL="380365" indent="-342265">
              <a:lnSpc>
                <a:spcPct val="100000"/>
              </a:lnSpc>
              <a:buClr>
                <a:srgbClr val="010000"/>
              </a:buClr>
              <a:buAutoNum type="alphaLcParenR"/>
              <a:tabLst>
                <a:tab pos="380365" algn="l"/>
              </a:tabLst>
            </a:pPr>
            <a:r>
              <a:rPr dirty="0" sz="1800">
                <a:latin typeface="Tahoma"/>
                <a:cs typeface="Tahoma"/>
              </a:rPr>
              <a:t>close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gripper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so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that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it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takes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hold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component</a:t>
            </a:r>
            <a:endParaRPr sz="1800">
              <a:latin typeface="Tahoma"/>
              <a:cs typeface="Tahoma"/>
            </a:endParaRPr>
          </a:p>
          <a:p>
            <a:pPr marL="380365" indent="-342265">
              <a:lnSpc>
                <a:spcPct val="100000"/>
              </a:lnSpc>
              <a:buClr>
                <a:srgbClr val="010000"/>
              </a:buClr>
              <a:buAutoNum type="alphaLcParenR"/>
              <a:tabLst>
                <a:tab pos="380365" algn="l"/>
              </a:tabLst>
            </a:pPr>
            <a:r>
              <a:rPr dirty="0" sz="1800">
                <a:latin typeface="Tahoma"/>
                <a:cs typeface="Tahoma"/>
              </a:rPr>
              <a:t>rotate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gripper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through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180</a:t>
            </a:r>
            <a:r>
              <a:rPr dirty="0" baseline="23148" sz="1800">
                <a:latin typeface="Tahoma"/>
                <a:cs typeface="Tahoma"/>
              </a:rPr>
              <a:t>o</a:t>
            </a:r>
            <a:r>
              <a:rPr dirty="0" baseline="23148" sz="1800" spc="2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to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Θ+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position</a:t>
            </a:r>
            <a:endParaRPr sz="1800">
              <a:latin typeface="Tahoma"/>
              <a:cs typeface="Tahoma"/>
            </a:endParaRPr>
          </a:p>
          <a:p>
            <a:pPr marL="381000" indent="-342900">
              <a:lnSpc>
                <a:spcPts val="2155"/>
              </a:lnSpc>
              <a:spcBef>
                <a:spcPts val="5"/>
              </a:spcBef>
              <a:buClr>
                <a:srgbClr val="010000"/>
              </a:buClr>
              <a:buAutoNum type="alphaLcParenR"/>
              <a:tabLst>
                <a:tab pos="381000" algn="l"/>
              </a:tabLst>
            </a:pPr>
            <a:r>
              <a:rPr dirty="0" sz="1800">
                <a:latin typeface="Tahoma"/>
                <a:cs typeface="Tahoma"/>
              </a:rPr>
              <a:t>Release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component</a:t>
            </a:r>
            <a:endParaRPr sz="1800">
              <a:latin typeface="Tahoma"/>
              <a:cs typeface="Tahoma"/>
            </a:endParaRPr>
          </a:p>
          <a:p>
            <a:pPr marL="380365" marR="30480" indent="-342900">
              <a:lnSpc>
                <a:spcPts val="2180"/>
              </a:lnSpc>
              <a:spcBef>
                <a:spcPts val="50"/>
              </a:spcBef>
              <a:buClr>
                <a:srgbClr val="010000"/>
              </a:buClr>
              <a:buAutoNum type="alphaLcParenR"/>
              <a:tabLst>
                <a:tab pos="380365" algn="l"/>
                <a:tab pos="1167130" algn="l"/>
                <a:tab pos="1618615" algn="l"/>
                <a:tab pos="2462530" algn="l"/>
                <a:tab pos="3055620" algn="l"/>
                <a:tab pos="3383915" algn="l"/>
                <a:tab pos="3835400" algn="l"/>
                <a:tab pos="4223385" algn="l"/>
              </a:tabLst>
            </a:pPr>
            <a:r>
              <a:rPr dirty="0" sz="1800" spc="-10">
                <a:latin typeface="Tahoma"/>
                <a:cs typeface="Tahoma"/>
              </a:rPr>
              <a:t>Rotate</a:t>
            </a:r>
            <a:r>
              <a:rPr dirty="0" sz="1800">
                <a:latin typeface="Tahoma"/>
                <a:cs typeface="Tahoma"/>
              </a:rPr>
              <a:t>	</a:t>
            </a:r>
            <a:r>
              <a:rPr dirty="0" sz="1800" spc="-25">
                <a:latin typeface="Tahoma"/>
                <a:cs typeface="Tahoma"/>
              </a:rPr>
              <a:t>the</a:t>
            </a:r>
            <a:r>
              <a:rPr dirty="0" sz="1800">
                <a:latin typeface="Tahoma"/>
                <a:cs typeface="Tahoma"/>
              </a:rPr>
              <a:t>	</a:t>
            </a:r>
            <a:r>
              <a:rPr dirty="0" sz="1800" spc="-10">
                <a:latin typeface="Tahoma"/>
                <a:cs typeface="Tahoma"/>
              </a:rPr>
              <a:t>gripper</a:t>
            </a:r>
            <a:r>
              <a:rPr dirty="0" sz="1800">
                <a:latin typeface="Tahoma"/>
                <a:cs typeface="Tahoma"/>
              </a:rPr>
              <a:t>	</a:t>
            </a:r>
            <a:r>
              <a:rPr dirty="0" sz="1800" spc="-20">
                <a:latin typeface="Tahoma"/>
                <a:cs typeface="Tahoma"/>
              </a:rPr>
              <a:t>back</a:t>
            </a:r>
            <a:r>
              <a:rPr dirty="0" sz="1800">
                <a:latin typeface="Tahoma"/>
                <a:cs typeface="Tahoma"/>
              </a:rPr>
              <a:t>	</a:t>
            </a:r>
            <a:r>
              <a:rPr dirty="0" sz="1800" spc="-25">
                <a:latin typeface="Tahoma"/>
                <a:cs typeface="Tahoma"/>
              </a:rPr>
              <a:t>to</a:t>
            </a:r>
            <a:r>
              <a:rPr dirty="0" sz="1800">
                <a:latin typeface="Tahoma"/>
                <a:cs typeface="Tahoma"/>
              </a:rPr>
              <a:t>	</a:t>
            </a:r>
            <a:r>
              <a:rPr dirty="0" sz="1800" spc="-25">
                <a:latin typeface="Tahoma"/>
                <a:cs typeface="Tahoma"/>
              </a:rPr>
              <a:t>the</a:t>
            </a:r>
            <a:r>
              <a:rPr dirty="0" sz="1800">
                <a:latin typeface="Tahoma"/>
                <a:cs typeface="Tahoma"/>
              </a:rPr>
              <a:t>	</a:t>
            </a:r>
            <a:r>
              <a:rPr dirty="0" sz="1800" spc="-25">
                <a:latin typeface="Arial"/>
                <a:cs typeface="Arial"/>
              </a:rPr>
              <a:t>Θ</a:t>
            </a:r>
            <a:r>
              <a:rPr dirty="0" sz="1800" spc="-25">
                <a:latin typeface="Tahoma"/>
                <a:cs typeface="Tahoma"/>
              </a:rPr>
              <a:t>-</a:t>
            </a:r>
            <a:r>
              <a:rPr dirty="0" sz="1800">
                <a:latin typeface="Tahoma"/>
                <a:cs typeface="Tahoma"/>
              </a:rPr>
              <a:t>	position</a:t>
            </a:r>
            <a:r>
              <a:rPr dirty="0" sz="1800" spc="39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so</a:t>
            </a:r>
            <a:r>
              <a:rPr dirty="0" sz="1800" spc="40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that</a:t>
            </a:r>
            <a:r>
              <a:rPr dirty="0" sz="1800" spc="40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40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pick</a:t>
            </a:r>
            <a:r>
              <a:rPr dirty="0" sz="1800" spc="40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and</a:t>
            </a:r>
            <a:r>
              <a:rPr dirty="0" sz="1800" spc="39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place </a:t>
            </a:r>
            <a:r>
              <a:rPr dirty="0" sz="1800">
                <a:latin typeface="Tahoma"/>
                <a:cs typeface="Tahoma"/>
              </a:rPr>
              <a:t>operation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may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be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repeated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67339" y="1747900"/>
            <a:ext cx="4572000" cy="327050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9289" y="1598548"/>
            <a:ext cx="3659123" cy="51816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91649" y="4598034"/>
            <a:ext cx="2254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 b="1">
                <a:latin typeface="Arial"/>
                <a:cs typeface="Arial"/>
              </a:rPr>
              <a:t>١٨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39" y="4852923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0"/>
                </a:moveTo>
                <a:lnTo>
                  <a:pt x="0" y="44450"/>
                </a:lnTo>
                <a:lnTo>
                  <a:pt x="609600" y="4444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-12560" y="-12700"/>
            <a:ext cx="626110" cy="624205"/>
            <a:chOff x="-12560" y="-12700"/>
            <a:chExt cx="626110" cy="62420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" y="0"/>
              <a:ext cx="591070" cy="58585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39" y="0"/>
              <a:ext cx="600710" cy="598805"/>
            </a:xfrm>
            <a:custGeom>
              <a:avLst/>
              <a:gdLst/>
              <a:ahLst/>
              <a:cxnLst/>
              <a:rect l="l" t="t" r="r" b="b"/>
              <a:pathLst>
                <a:path w="600710" h="598805">
                  <a:moveTo>
                    <a:pt x="600456" y="0"/>
                  </a:moveTo>
                  <a:lnTo>
                    <a:pt x="600456" y="598804"/>
                  </a:lnTo>
                  <a:lnTo>
                    <a:pt x="0" y="598804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89997" y="100711"/>
            <a:ext cx="37941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opperplate Gothic Bold"/>
                <a:cs typeface="Copperplate Gothic Bold"/>
              </a:rPr>
              <a:t>D</a:t>
            </a:r>
            <a:r>
              <a:rPr dirty="0" cap="small" sz="1400" b="1">
                <a:latin typeface="Copperplate Gothic Bold"/>
                <a:cs typeface="Copperplate Gothic Bold"/>
              </a:rPr>
              <a:t>r</a:t>
            </a:r>
            <a:r>
              <a:rPr dirty="0" sz="1400" b="1">
                <a:latin typeface="Copperplate Gothic Bold"/>
                <a:cs typeface="Copperplate Gothic Bold"/>
              </a:rPr>
              <a:t>.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spc="55" b="1">
                <a:latin typeface="Copperplate Gothic Bold"/>
                <a:cs typeface="Copperplate Gothic Bold"/>
              </a:rPr>
              <a:t>M</a:t>
            </a:r>
            <a:r>
              <a:rPr dirty="0" cap="small" sz="1400" spc="55" b="1">
                <a:latin typeface="Copperplate Gothic Bold"/>
                <a:cs typeface="Copperplate Gothic Bold"/>
              </a:rPr>
              <a:t>ohammad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S</a:t>
            </a:r>
            <a:r>
              <a:rPr dirty="0" cap="small" sz="1400" b="1">
                <a:latin typeface="Copperplate Gothic Bold"/>
                <a:cs typeface="Copperplate Gothic Bold"/>
              </a:rPr>
              <a:t>alah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–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spc="25" b="1">
                <a:latin typeface="Copperplate Gothic Bold"/>
                <a:cs typeface="Copperplate Gothic Bold"/>
              </a:rPr>
              <a:t>M</a:t>
            </a:r>
            <a:r>
              <a:rPr dirty="0" cap="small" sz="1400" spc="25" b="1">
                <a:latin typeface="Copperplate Gothic Bold"/>
                <a:cs typeface="Copperplate Gothic Bold"/>
              </a:rPr>
              <a:t>echatronics</a:t>
            </a:r>
            <a:endParaRPr sz="1400">
              <a:latin typeface="Copperplate Gothic Bold"/>
              <a:cs typeface="Copperplate Gothic Bold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Exercise</a:t>
            </a:r>
            <a:r>
              <a:rPr dirty="0" sz="3200" spc="-6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#5:</a:t>
            </a:r>
            <a:r>
              <a:rPr dirty="0" sz="3200" spc="-4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/>
              <a:t>Pick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50"/>
              <a:t> </a:t>
            </a:r>
            <a:r>
              <a:rPr dirty="0"/>
              <a:t>Place</a:t>
            </a:r>
            <a:r>
              <a:rPr dirty="0" spc="-50"/>
              <a:t> </a:t>
            </a:r>
            <a:r>
              <a:rPr dirty="0" spc="-20"/>
              <a:t>Unit</a:t>
            </a:r>
            <a:endParaRPr sz="3200">
              <a:latin typeface="Arial Rounded MT Bold"/>
              <a:cs typeface="Arial Rounded MT Bold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939" y="2528865"/>
            <a:ext cx="3854604" cy="3221207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1649" y="4598034"/>
            <a:ext cx="2254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 b="1">
                <a:latin typeface="Arial"/>
                <a:cs typeface="Arial"/>
              </a:rPr>
              <a:t>١٩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39" y="4852923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0"/>
                </a:moveTo>
                <a:lnTo>
                  <a:pt x="0" y="44450"/>
                </a:lnTo>
                <a:lnTo>
                  <a:pt x="609600" y="4444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-12560" y="-12700"/>
            <a:ext cx="626110" cy="624205"/>
            <a:chOff x="-12560" y="-12700"/>
            <a:chExt cx="626110" cy="6242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" y="0"/>
              <a:ext cx="591070" cy="58585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39" y="0"/>
              <a:ext cx="600710" cy="598805"/>
            </a:xfrm>
            <a:custGeom>
              <a:avLst/>
              <a:gdLst/>
              <a:ahLst/>
              <a:cxnLst/>
              <a:rect l="l" t="t" r="r" b="b"/>
              <a:pathLst>
                <a:path w="600710" h="598805">
                  <a:moveTo>
                    <a:pt x="600456" y="0"/>
                  </a:moveTo>
                  <a:lnTo>
                    <a:pt x="600456" y="598804"/>
                  </a:lnTo>
                  <a:lnTo>
                    <a:pt x="0" y="598804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89997" y="100711"/>
            <a:ext cx="37941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opperplate Gothic Bold"/>
                <a:cs typeface="Copperplate Gothic Bold"/>
              </a:rPr>
              <a:t>D</a:t>
            </a:r>
            <a:r>
              <a:rPr dirty="0" cap="small" sz="1400" b="1">
                <a:latin typeface="Copperplate Gothic Bold"/>
                <a:cs typeface="Copperplate Gothic Bold"/>
              </a:rPr>
              <a:t>r</a:t>
            </a:r>
            <a:r>
              <a:rPr dirty="0" sz="1400" b="1">
                <a:latin typeface="Copperplate Gothic Bold"/>
                <a:cs typeface="Copperplate Gothic Bold"/>
              </a:rPr>
              <a:t>.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spc="55" b="1">
                <a:latin typeface="Copperplate Gothic Bold"/>
                <a:cs typeface="Copperplate Gothic Bold"/>
              </a:rPr>
              <a:t>M</a:t>
            </a:r>
            <a:r>
              <a:rPr dirty="0" cap="small" sz="1400" spc="55" b="1">
                <a:latin typeface="Copperplate Gothic Bold"/>
                <a:cs typeface="Copperplate Gothic Bold"/>
              </a:rPr>
              <a:t>ohammad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S</a:t>
            </a:r>
            <a:r>
              <a:rPr dirty="0" cap="small" sz="1400" b="1">
                <a:latin typeface="Copperplate Gothic Bold"/>
                <a:cs typeface="Copperplate Gothic Bold"/>
              </a:rPr>
              <a:t>alah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–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spc="25" b="1">
                <a:latin typeface="Copperplate Gothic Bold"/>
                <a:cs typeface="Copperplate Gothic Bold"/>
              </a:rPr>
              <a:t>M</a:t>
            </a:r>
            <a:r>
              <a:rPr dirty="0" cap="small" sz="1400" spc="25" b="1">
                <a:latin typeface="Copperplate Gothic Bold"/>
                <a:cs typeface="Copperplate Gothic Bold"/>
              </a:rPr>
              <a:t>echatronics</a:t>
            </a:r>
            <a:endParaRPr sz="1400">
              <a:latin typeface="Copperplate Gothic Bold"/>
              <a:cs typeface="Copperplate Gothic Bold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Exercise</a:t>
            </a:r>
            <a:r>
              <a:rPr dirty="0" sz="3200" spc="-6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#5:</a:t>
            </a:r>
            <a:r>
              <a:rPr dirty="0" sz="3200" spc="-4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/>
              <a:t>Pick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50"/>
              <a:t> </a:t>
            </a:r>
            <a:r>
              <a:rPr dirty="0"/>
              <a:t>Place</a:t>
            </a:r>
            <a:r>
              <a:rPr dirty="0" spc="-50"/>
              <a:t> </a:t>
            </a:r>
            <a:r>
              <a:rPr dirty="0" spc="-20"/>
              <a:t>Unit</a:t>
            </a:r>
            <a:endParaRPr sz="3200">
              <a:latin typeface="Arial Rounded MT Bold"/>
              <a:cs typeface="Arial Rounded MT Bold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41635" y="1964334"/>
            <a:ext cx="2966085" cy="3045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80010" indent="254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If</a:t>
            </a:r>
            <a:r>
              <a:rPr dirty="0" sz="1800" spc="-10" b="1">
                <a:solidFill>
                  <a:srgbClr val="009A00"/>
                </a:solidFill>
                <a:latin typeface="Tahoma"/>
                <a:cs typeface="Tahoma"/>
              </a:rPr>
              <a:t> 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the</a:t>
            </a:r>
            <a:r>
              <a:rPr dirty="0" sz="1800" spc="-5" b="1">
                <a:solidFill>
                  <a:srgbClr val="009A00"/>
                </a:solidFill>
                <a:latin typeface="Tahoma"/>
                <a:cs typeface="Tahoma"/>
              </a:rPr>
              <a:t> 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system</a:t>
            </a:r>
            <a:r>
              <a:rPr dirty="0" sz="1800" spc="-5" b="1">
                <a:solidFill>
                  <a:srgbClr val="009A00"/>
                </a:solidFill>
                <a:latin typeface="Tahoma"/>
                <a:cs typeface="Tahoma"/>
              </a:rPr>
              <a:t> 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does</a:t>
            </a:r>
            <a:r>
              <a:rPr dirty="0" sz="1800" spc="-10" b="1">
                <a:solidFill>
                  <a:srgbClr val="009A00"/>
                </a:solidFill>
                <a:latin typeface="Tahoma"/>
                <a:cs typeface="Tahoma"/>
              </a:rPr>
              <a:t>  </a:t>
            </a:r>
            <a:r>
              <a:rPr dirty="0" sz="1800" spc="-25" b="1">
                <a:solidFill>
                  <a:srgbClr val="009A00"/>
                </a:solidFill>
                <a:latin typeface="Tahoma"/>
                <a:cs typeface="Tahoma"/>
              </a:rPr>
              <a:t>not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work</a:t>
            </a:r>
            <a:r>
              <a:rPr dirty="0" sz="1800" spc="210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or</a:t>
            </a:r>
            <a:r>
              <a:rPr dirty="0" sz="1800" spc="21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sequence</a:t>
            </a:r>
            <a:r>
              <a:rPr dirty="0" sz="1800" spc="22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is</a:t>
            </a:r>
            <a:r>
              <a:rPr dirty="0" sz="1800" spc="22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spc="-25" b="1">
                <a:solidFill>
                  <a:srgbClr val="009A00"/>
                </a:solidFill>
                <a:latin typeface="Tahoma"/>
                <a:cs typeface="Tahoma"/>
              </a:rPr>
              <a:t>not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correct,</a:t>
            </a:r>
            <a:r>
              <a:rPr dirty="0" sz="1800" spc="-10" b="1">
                <a:solidFill>
                  <a:srgbClr val="009A00"/>
                </a:solidFill>
                <a:latin typeface="Tahoma"/>
                <a:cs typeface="Tahoma"/>
              </a:rPr>
              <a:t> 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what</a:t>
            </a:r>
            <a:r>
              <a:rPr dirty="0" sz="1800" spc="-5" b="1">
                <a:solidFill>
                  <a:srgbClr val="009A00"/>
                </a:solidFill>
                <a:latin typeface="Tahoma"/>
                <a:cs typeface="Tahoma"/>
              </a:rPr>
              <a:t> 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would</a:t>
            </a:r>
            <a:r>
              <a:rPr dirty="0" sz="1800" spc="-5" b="1">
                <a:solidFill>
                  <a:srgbClr val="009A00"/>
                </a:solidFill>
                <a:latin typeface="Tahoma"/>
                <a:cs typeface="Tahoma"/>
              </a:rPr>
              <a:t>  </a:t>
            </a:r>
            <a:r>
              <a:rPr dirty="0" sz="1800" spc="-25" b="1">
                <a:solidFill>
                  <a:srgbClr val="009A00"/>
                </a:solidFill>
                <a:latin typeface="Tahoma"/>
                <a:cs typeface="Tahoma"/>
              </a:rPr>
              <a:t>be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the</a:t>
            </a:r>
            <a:r>
              <a:rPr dirty="0" sz="1800" spc="-4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possible</a:t>
            </a:r>
            <a:r>
              <a:rPr dirty="0" sz="1800" spc="-40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009A00"/>
                </a:solidFill>
                <a:latin typeface="Tahoma"/>
                <a:cs typeface="Tahoma"/>
              </a:rPr>
              <a:t>reasons?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</a:tabLst>
            </a:pPr>
            <a:r>
              <a:rPr dirty="0" sz="1800">
                <a:latin typeface="Tahoma"/>
                <a:cs typeface="Tahoma"/>
              </a:rPr>
              <a:t>Wiring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problem</a:t>
            </a:r>
            <a:endParaRPr sz="18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355600" algn="l"/>
              </a:tabLst>
            </a:pPr>
            <a:r>
              <a:rPr dirty="0" sz="1800">
                <a:latin typeface="Tahoma"/>
                <a:cs typeface="Tahoma"/>
              </a:rPr>
              <a:t>Some</a:t>
            </a:r>
            <a:r>
              <a:rPr dirty="0" sz="1800" spc="26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solenoid</a:t>
            </a:r>
            <a:r>
              <a:rPr dirty="0" sz="1800" spc="27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valves</a:t>
            </a:r>
            <a:r>
              <a:rPr dirty="0" sz="1800" spc="280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do </a:t>
            </a:r>
            <a:r>
              <a:rPr dirty="0" sz="1800">
                <a:latin typeface="Tahoma"/>
                <a:cs typeface="Tahoma"/>
              </a:rPr>
              <a:t>not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work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010000"/>
              </a:buClr>
              <a:buChar char="•"/>
              <a:tabLst>
                <a:tab pos="354965" algn="l"/>
              </a:tabLst>
            </a:pPr>
            <a:r>
              <a:rPr dirty="0" sz="1800">
                <a:latin typeface="Tahoma"/>
                <a:cs typeface="Tahoma"/>
              </a:rPr>
              <a:t>Timing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not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correct</a:t>
            </a:r>
            <a:endParaRPr sz="1800">
              <a:latin typeface="Tahoma"/>
              <a:cs typeface="Tahoma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5"/>
              </a:spcBef>
              <a:buClr>
                <a:srgbClr val="010000"/>
              </a:buClr>
              <a:buChar char="•"/>
              <a:tabLst>
                <a:tab pos="355600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215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ladder</a:t>
            </a:r>
            <a:r>
              <a:rPr dirty="0" sz="1800" spc="220">
                <a:latin typeface="Tahoma"/>
                <a:cs typeface="Tahoma"/>
              </a:rPr>
              <a:t>  </a:t>
            </a:r>
            <a:r>
              <a:rPr dirty="0" sz="1800">
                <a:latin typeface="Tahoma"/>
                <a:cs typeface="Tahoma"/>
              </a:rPr>
              <a:t>diagram</a:t>
            </a:r>
            <a:r>
              <a:rPr dirty="0" sz="1800" spc="220">
                <a:latin typeface="Tahoma"/>
                <a:cs typeface="Tahoma"/>
              </a:rPr>
              <a:t>  </a:t>
            </a:r>
            <a:r>
              <a:rPr dirty="0" sz="1800" spc="-25">
                <a:latin typeface="Tahoma"/>
                <a:cs typeface="Tahoma"/>
              </a:rPr>
              <a:t>is </a:t>
            </a:r>
            <a:r>
              <a:rPr dirty="0" sz="1800">
                <a:latin typeface="Tahoma"/>
                <a:cs typeface="Tahoma"/>
              </a:rPr>
              <a:t>not</a:t>
            </a:r>
            <a:r>
              <a:rPr dirty="0" sz="1800" spc="385">
                <a:latin typeface="Tahoma"/>
                <a:cs typeface="Tahoma"/>
              </a:rPr>
              <a:t>   </a:t>
            </a:r>
            <a:r>
              <a:rPr dirty="0" sz="1800">
                <a:latin typeface="Tahoma"/>
                <a:cs typeface="Tahoma"/>
              </a:rPr>
              <a:t>properly</a:t>
            </a:r>
            <a:r>
              <a:rPr dirty="0" sz="1800" spc="390">
                <a:latin typeface="Tahoma"/>
                <a:cs typeface="Tahoma"/>
              </a:rPr>
              <a:t>   </a:t>
            </a:r>
            <a:r>
              <a:rPr dirty="0" sz="1800" spc="-10">
                <a:latin typeface="Tahoma"/>
                <a:cs typeface="Tahoma"/>
              </a:rPr>
              <a:t>written </a:t>
            </a:r>
            <a:r>
              <a:rPr dirty="0" sz="1800">
                <a:latin typeface="Tahoma"/>
                <a:cs typeface="Tahoma"/>
              </a:rPr>
              <a:t>(sequence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not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correct)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41406" y="5316982"/>
            <a:ext cx="807212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240">
              <a:lnSpc>
                <a:spcPts val="2155"/>
              </a:lnSpc>
              <a:spcBef>
                <a:spcPts val="100"/>
              </a:spcBef>
            </a:pP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How</a:t>
            </a:r>
            <a:r>
              <a:rPr dirty="0" sz="1800" spc="-3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can</a:t>
            </a:r>
            <a:r>
              <a:rPr dirty="0" sz="1800" spc="-3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we</a:t>
            </a:r>
            <a:r>
              <a:rPr dirty="0" sz="1800" spc="-3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get</a:t>
            </a:r>
            <a:r>
              <a:rPr dirty="0" sz="1800" spc="-30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rid</a:t>
            </a:r>
            <a:r>
              <a:rPr dirty="0" sz="1800" spc="-3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of</a:t>
            </a:r>
            <a:r>
              <a:rPr dirty="0" sz="1800" spc="-3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the</a:t>
            </a:r>
            <a:r>
              <a:rPr dirty="0" sz="1800" spc="-3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timers</a:t>
            </a:r>
            <a:r>
              <a:rPr dirty="0" sz="1800" spc="-30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in</a:t>
            </a:r>
            <a:r>
              <a:rPr dirty="0" sz="1800" spc="-3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the</a:t>
            </a:r>
            <a:r>
              <a:rPr dirty="0" sz="1800" spc="-3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ladder</a:t>
            </a:r>
            <a:r>
              <a:rPr dirty="0" sz="1800" spc="-3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009A00"/>
                </a:solidFill>
                <a:latin typeface="Tahoma"/>
                <a:cs typeface="Tahoma"/>
              </a:rPr>
              <a:t>diagram/program?</a:t>
            </a:r>
            <a:endParaRPr sz="1800">
              <a:latin typeface="Tahoma"/>
              <a:cs typeface="Tahoma"/>
            </a:endParaRPr>
          </a:p>
          <a:p>
            <a:pPr marL="12700" marR="5080" indent="3175">
              <a:lnSpc>
                <a:spcPts val="2160"/>
              </a:lnSpc>
              <a:spcBef>
                <a:spcPts val="70"/>
              </a:spcBef>
            </a:pPr>
            <a:r>
              <a:rPr dirty="0" sz="1800">
                <a:latin typeface="Tahoma"/>
                <a:cs typeface="Tahoma"/>
              </a:rPr>
              <a:t>Use</a:t>
            </a:r>
            <a:r>
              <a:rPr dirty="0" sz="1800" spc="2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position</a:t>
            </a:r>
            <a:r>
              <a:rPr dirty="0" sz="1800" spc="2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sensors</a:t>
            </a:r>
            <a:r>
              <a:rPr dirty="0" sz="1800" spc="2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for</a:t>
            </a:r>
            <a:r>
              <a:rPr dirty="0" sz="1800" spc="229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feedback</a:t>
            </a:r>
            <a:r>
              <a:rPr dirty="0" sz="1800" spc="2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but</a:t>
            </a:r>
            <a:r>
              <a:rPr dirty="0" sz="1800" spc="229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that</a:t>
            </a:r>
            <a:r>
              <a:rPr dirty="0" sz="1800" spc="229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would</a:t>
            </a:r>
            <a:r>
              <a:rPr dirty="0" sz="1800" spc="2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be</a:t>
            </a:r>
            <a:r>
              <a:rPr dirty="0" sz="1800" spc="229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expensive</a:t>
            </a:r>
            <a:r>
              <a:rPr dirty="0" sz="1800" spc="2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compared</a:t>
            </a:r>
            <a:r>
              <a:rPr dirty="0" sz="1800" spc="229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to </a:t>
            </a:r>
            <a:r>
              <a:rPr dirty="0" sz="1800">
                <a:latin typeface="Tahoma"/>
                <a:cs typeface="Tahoma"/>
              </a:rPr>
              <a:t>using</a:t>
            </a:r>
            <a:r>
              <a:rPr dirty="0" sz="1800" spc="3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timers</a:t>
            </a:r>
            <a:r>
              <a:rPr dirty="0" sz="1800" spc="3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but</a:t>
            </a:r>
            <a:r>
              <a:rPr dirty="0" sz="1800" spc="3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more</a:t>
            </a:r>
            <a:r>
              <a:rPr dirty="0" sz="1800" spc="3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accurate</a:t>
            </a:r>
            <a:r>
              <a:rPr dirty="0" sz="1800" spc="3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and</a:t>
            </a:r>
            <a:r>
              <a:rPr dirty="0" sz="1800" spc="3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reliable</a:t>
            </a:r>
            <a:r>
              <a:rPr dirty="0" sz="1800" spc="3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</a:t>
            </a:r>
            <a:r>
              <a:rPr dirty="0" sz="1800" spc="3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case</a:t>
            </a:r>
            <a:r>
              <a:rPr dirty="0" sz="1800" spc="3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3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mechanical</a:t>
            </a:r>
            <a:r>
              <a:rPr dirty="0" sz="1800" spc="33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system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095"/>
              </a:lnSpc>
            </a:pPr>
            <a:r>
              <a:rPr dirty="0" sz="1800">
                <a:latin typeface="Tahoma"/>
                <a:cs typeface="Tahoma"/>
              </a:rPr>
              <a:t>starts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to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have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some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problems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22965" y="1931543"/>
            <a:ext cx="4335451" cy="307839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0789" y="1598549"/>
            <a:ext cx="6736435" cy="2768345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91649" y="4598034"/>
            <a:ext cx="2254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 b="1">
                <a:latin typeface="Arial"/>
                <a:cs typeface="Arial"/>
              </a:rPr>
              <a:t>٢٠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39" y="4852923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0"/>
                </a:moveTo>
                <a:lnTo>
                  <a:pt x="0" y="44450"/>
                </a:lnTo>
                <a:lnTo>
                  <a:pt x="609600" y="4444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-12560" y="-12700"/>
            <a:ext cx="626110" cy="624205"/>
            <a:chOff x="-12560" y="-12700"/>
            <a:chExt cx="626110" cy="62420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" y="0"/>
              <a:ext cx="591070" cy="58585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39" y="0"/>
              <a:ext cx="600710" cy="598805"/>
            </a:xfrm>
            <a:custGeom>
              <a:avLst/>
              <a:gdLst/>
              <a:ahLst/>
              <a:cxnLst/>
              <a:rect l="l" t="t" r="r" b="b"/>
              <a:pathLst>
                <a:path w="600710" h="598805">
                  <a:moveTo>
                    <a:pt x="600456" y="0"/>
                  </a:moveTo>
                  <a:lnTo>
                    <a:pt x="600456" y="598804"/>
                  </a:lnTo>
                  <a:lnTo>
                    <a:pt x="0" y="598804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89997" y="100711"/>
            <a:ext cx="37941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opperplate Gothic Bold"/>
                <a:cs typeface="Copperplate Gothic Bold"/>
              </a:rPr>
              <a:t>D</a:t>
            </a:r>
            <a:r>
              <a:rPr dirty="0" cap="small" sz="1400" b="1">
                <a:latin typeface="Copperplate Gothic Bold"/>
                <a:cs typeface="Copperplate Gothic Bold"/>
              </a:rPr>
              <a:t>r</a:t>
            </a:r>
            <a:r>
              <a:rPr dirty="0" sz="1400" b="1">
                <a:latin typeface="Copperplate Gothic Bold"/>
                <a:cs typeface="Copperplate Gothic Bold"/>
              </a:rPr>
              <a:t>.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spc="55" b="1">
                <a:latin typeface="Copperplate Gothic Bold"/>
                <a:cs typeface="Copperplate Gothic Bold"/>
              </a:rPr>
              <a:t>M</a:t>
            </a:r>
            <a:r>
              <a:rPr dirty="0" cap="small" sz="1400" spc="55" b="1">
                <a:latin typeface="Copperplate Gothic Bold"/>
                <a:cs typeface="Copperplate Gothic Bold"/>
              </a:rPr>
              <a:t>ohammad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S</a:t>
            </a:r>
            <a:r>
              <a:rPr dirty="0" cap="small" sz="1400" b="1">
                <a:latin typeface="Copperplate Gothic Bold"/>
                <a:cs typeface="Copperplate Gothic Bold"/>
              </a:rPr>
              <a:t>alah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–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spc="25" b="1">
                <a:latin typeface="Copperplate Gothic Bold"/>
                <a:cs typeface="Copperplate Gothic Bold"/>
              </a:rPr>
              <a:t>M</a:t>
            </a:r>
            <a:r>
              <a:rPr dirty="0" cap="small" sz="1400" spc="25" b="1">
                <a:latin typeface="Copperplate Gothic Bold"/>
                <a:cs typeface="Copperplate Gothic Bold"/>
              </a:rPr>
              <a:t>echatronics</a:t>
            </a:r>
            <a:endParaRPr sz="1400">
              <a:latin typeface="Copperplate Gothic Bold"/>
              <a:cs typeface="Copperplate Gothic Bold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Exercise</a:t>
            </a:r>
            <a:r>
              <a:rPr dirty="0" sz="3200" spc="-7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#6:</a:t>
            </a:r>
            <a:r>
              <a:rPr dirty="0" sz="3200" spc="-55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/>
              <a:t>Production</a:t>
            </a:r>
            <a:r>
              <a:rPr dirty="0" spc="-50"/>
              <a:t> </a:t>
            </a:r>
            <a:r>
              <a:rPr dirty="0" spc="-20"/>
              <a:t>Line</a:t>
            </a:r>
            <a:endParaRPr sz="3200">
              <a:latin typeface="Arial Rounded MT Bold"/>
              <a:cs typeface="Arial Rounded MT Bold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65359" y="4522596"/>
            <a:ext cx="8225790" cy="2222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17754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Control</a:t>
            </a:r>
            <a:r>
              <a:rPr dirty="0" sz="1800" spc="-3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009A00"/>
                </a:solidFill>
                <a:latin typeface="Tahoma"/>
                <a:cs typeface="Tahoma"/>
              </a:rPr>
              <a:t>Problem</a:t>
            </a:r>
            <a:endParaRPr sz="1800">
              <a:latin typeface="Tahoma"/>
              <a:cs typeface="Tahoma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2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PLC</a:t>
            </a:r>
            <a:r>
              <a:rPr dirty="0" sz="1800" spc="254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task</a:t>
            </a:r>
            <a:r>
              <a:rPr dirty="0" sz="1800" spc="254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254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to</a:t>
            </a:r>
            <a:r>
              <a:rPr dirty="0" sz="1800" spc="254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organize</a:t>
            </a:r>
            <a:r>
              <a:rPr dirty="0" sz="1800" spc="27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26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production</a:t>
            </a:r>
            <a:r>
              <a:rPr dirty="0" sz="1800" spc="26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process.</a:t>
            </a:r>
            <a:r>
              <a:rPr dirty="0" sz="1800" spc="26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Cans</a:t>
            </a:r>
            <a:r>
              <a:rPr dirty="0" sz="1800" spc="26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filled</a:t>
            </a:r>
            <a:r>
              <a:rPr dirty="0" sz="1800" spc="26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with</a:t>
            </a:r>
            <a:r>
              <a:rPr dirty="0" sz="1800" spc="26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fluid</a:t>
            </a:r>
            <a:r>
              <a:rPr dirty="0" sz="1800" spc="265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and </a:t>
            </a:r>
            <a:r>
              <a:rPr dirty="0" sz="1800">
                <a:latin typeface="Tahoma"/>
                <a:cs typeface="Tahoma"/>
              </a:rPr>
              <a:t>capped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before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passing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into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conveyor.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photoelectric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switches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P1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and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P2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are </a:t>
            </a:r>
            <a:r>
              <a:rPr dirty="0" sz="1800">
                <a:latin typeface="Tahoma"/>
                <a:cs typeface="Tahoma"/>
              </a:rPr>
              <a:t>used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to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check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that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each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can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has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cap.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Photoelectric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switch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P3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provides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trigger </a:t>
            </a:r>
            <a:r>
              <a:rPr dirty="0" sz="1800">
                <a:latin typeface="Tahoma"/>
                <a:cs typeface="Tahoma"/>
              </a:rPr>
              <a:t>for</a:t>
            </a:r>
            <a:r>
              <a:rPr dirty="0" sz="1800" spc="204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2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ink</a:t>
            </a:r>
            <a:r>
              <a:rPr dirty="0" sz="1800" spc="204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jet</a:t>
            </a:r>
            <a:r>
              <a:rPr dirty="0" sz="1800" spc="2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printer</a:t>
            </a:r>
            <a:r>
              <a:rPr dirty="0" sz="1800" spc="2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which</a:t>
            </a:r>
            <a:r>
              <a:rPr dirty="0" sz="1800" spc="2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prints</a:t>
            </a:r>
            <a:r>
              <a:rPr dirty="0" sz="1800" spc="2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2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batch</a:t>
            </a:r>
            <a:r>
              <a:rPr dirty="0" sz="1800" spc="2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number</a:t>
            </a:r>
            <a:r>
              <a:rPr dirty="0" sz="1800" spc="2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on</a:t>
            </a:r>
            <a:r>
              <a:rPr dirty="0" sz="1800" spc="2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each</a:t>
            </a:r>
            <a:r>
              <a:rPr dirty="0" sz="1800" spc="2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can.</a:t>
            </a:r>
            <a:r>
              <a:rPr dirty="0" sz="1800" spc="22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Photoelectric </a:t>
            </a:r>
            <a:r>
              <a:rPr dirty="0" sz="1800">
                <a:latin typeface="Tahoma"/>
                <a:cs typeface="Tahoma"/>
              </a:rPr>
              <a:t>switch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P4 is used to count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three cans into the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palletizing machine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that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transports </a:t>
            </a:r>
            <a:r>
              <a:rPr dirty="0" sz="1800">
                <a:latin typeface="Tahoma"/>
                <a:cs typeface="Tahoma"/>
              </a:rPr>
              <a:t>three</a:t>
            </a:r>
            <a:r>
              <a:rPr dirty="0" sz="1800" spc="6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cans</a:t>
            </a:r>
            <a:r>
              <a:rPr dirty="0" sz="1800" spc="6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through</a:t>
            </a:r>
            <a:r>
              <a:rPr dirty="0" sz="1800" spc="7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6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machine</a:t>
            </a:r>
            <a:r>
              <a:rPr dirty="0" sz="1800" spc="7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which</a:t>
            </a:r>
            <a:r>
              <a:rPr dirty="0" sz="1800" spc="6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heat</a:t>
            </a:r>
            <a:r>
              <a:rPr dirty="0" sz="1800" spc="7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shrinks</a:t>
            </a:r>
            <a:r>
              <a:rPr dirty="0" sz="1800" spc="6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7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plastic</a:t>
            </a:r>
            <a:r>
              <a:rPr dirty="0" sz="1800" spc="6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wrapping</a:t>
            </a:r>
            <a:r>
              <a:rPr dirty="0" sz="1800" spc="8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over</a:t>
            </a:r>
            <a:r>
              <a:rPr dirty="0" sz="1800" spc="8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them. </a:t>
            </a:r>
            <a:r>
              <a:rPr dirty="0" sz="1800">
                <a:latin typeface="Tahoma"/>
                <a:cs typeface="Tahoma"/>
              </a:rPr>
              <a:t>All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photoelectric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switches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on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production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line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are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retro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reflective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type.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1649" y="4598034"/>
            <a:ext cx="2254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 b="1">
                <a:latin typeface="Arial"/>
                <a:cs typeface="Arial"/>
              </a:rPr>
              <a:t>٢١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39" y="4852923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0"/>
                </a:moveTo>
                <a:lnTo>
                  <a:pt x="0" y="44450"/>
                </a:lnTo>
                <a:lnTo>
                  <a:pt x="609600" y="4444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-12560" y="-12700"/>
            <a:ext cx="626110" cy="624205"/>
            <a:chOff x="-12560" y="-12700"/>
            <a:chExt cx="626110" cy="6242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" y="0"/>
              <a:ext cx="591070" cy="58585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39" y="0"/>
              <a:ext cx="600710" cy="598805"/>
            </a:xfrm>
            <a:custGeom>
              <a:avLst/>
              <a:gdLst/>
              <a:ahLst/>
              <a:cxnLst/>
              <a:rect l="l" t="t" r="r" b="b"/>
              <a:pathLst>
                <a:path w="600710" h="598805">
                  <a:moveTo>
                    <a:pt x="600456" y="0"/>
                  </a:moveTo>
                  <a:lnTo>
                    <a:pt x="600456" y="598804"/>
                  </a:lnTo>
                  <a:lnTo>
                    <a:pt x="0" y="598804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89997" y="100711"/>
            <a:ext cx="37941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opperplate Gothic Bold"/>
                <a:cs typeface="Copperplate Gothic Bold"/>
              </a:rPr>
              <a:t>D</a:t>
            </a:r>
            <a:r>
              <a:rPr dirty="0" cap="small" sz="1400" b="1">
                <a:latin typeface="Copperplate Gothic Bold"/>
                <a:cs typeface="Copperplate Gothic Bold"/>
              </a:rPr>
              <a:t>r</a:t>
            </a:r>
            <a:r>
              <a:rPr dirty="0" sz="1400" b="1">
                <a:latin typeface="Copperplate Gothic Bold"/>
                <a:cs typeface="Copperplate Gothic Bold"/>
              </a:rPr>
              <a:t>.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spc="55" b="1">
                <a:latin typeface="Copperplate Gothic Bold"/>
                <a:cs typeface="Copperplate Gothic Bold"/>
              </a:rPr>
              <a:t>M</a:t>
            </a:r>
            <a:r>
              <a:rPr dirty="0" cap="small" sz="1400" spc="55" b="1">
                <a:latin typeface="Copperplate Gothic Bold"/>
                <a:cs typeface="Copperplate Gothic Bold"/>
              </a:rPr>
              <a:t>ohammad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S</a:t>
            </a:r>
            <a:r>
              <a:rPr dirty="0" cap="small" sz="1400" b="1">
                <a:latin typeface="Copperplate Gothic Bold"/>
                <a:cs typeface="Copperplate Gothic Bold"/>
              </a:rPr>
              <a:t>alah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–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spc="25" b="1">
                <a:latin typeface="Copperplate Gothic Bold"/>
                <a:cs typeface="Copperplate Gothic Bold"/>
              </a:rPr>
              <a:t>M</a:t>
            </a:r>
            <a:r>
              <a:rPr dirty="0" cap="small" sz="1400" spc="25" b="1">
                <a:latin typeface="Copperplate Gothic Bold"/>
                <a:cs typeface="Copperplate Gothic Bold"/>
              </a:rPr>
              <a:t>echatronics</a:t>
            </a:r>
            <a:endParaRPr sz="1400">
              <a:latin typeface="Copperplate Gothic Bold"/>
              <a:cs typeface="Copperplate Gothic Bold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Exercise</a:t>
            </a:r>
            <a:r>
              <a:rPr dirty="0" sz="3200" spc="-7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#6:</a:t>
            </a:r>
            <a:r>
              <a:rPr dirty="0" sz="3200" spc="-55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/>
              <a:t>Production</a:t>
            </a:r>
            <a:r>
              <a:rPr dirty="0" spc="-50"/>
              <a:t> </a:t>
            </a:r>
            <a:r>
              <a:rPr dirty="0" spc="-20"/>
              <a:t>Line</a:t>
            </a:r>
            <a:endParaRPr sz="3200">
              <a:latin typeface="Arial Rounded MT Bold"/>
              <a:cs typeface="Arial Rounded MT Bold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539" y="2036698"/>
            <a:ext cx="723900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339" y="1597025"/>
            <a:ext cx="6324600" cy="525932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91649" y="4598034"/>
            <a:ext cx="2254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 b="1">
                <a:latin typeface="Arial"/>
                <a:cs typeface="Arial"/>
              </a:rPr>
              <a:t>٢٢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39" y="4852923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0"/>
                </a:moveTo>
                <a:lnTo>
                  <a:pt x="0" y="44450"/>
                </a:lnTo>
                <a:lnTo>
                  <a:pt x="609600" y="4444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-12560" y="-12700"/>
            <a:ext cx="626110" cy="624205"/>
            <a:chOff x="-12560" y="-12700"/>
            <a:chExt cx="626110" cy="62420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" y="0"/>
              <a:ext cx="591070" cy="58585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39" y="0"/>
              <a:ext cx="600710" cy="598805"/>
            </a:xfrm>
            <a:custGeom>
              <a:avLst/>
              <a:gdLst/>
              <a:ahLst/>
              <a:cxnLst/>
              <a:rect l="l" t="t" r="r" b="b"/>
              <a:pathLst>
                <a:path w="600710" h="598805">
                  <a:moveTo>
                    <a:pt x="600456" y="0"/>
                  </a:moveTo>
                  <a:lnTo>
                    <a:pt x="600456" y="598804"/>
                  </a:lnTo>
                  <a:lnTo>
                    <a:pt x="0" y="598804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89997" y="100711"/>
            <a:ext cx="37941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opperplate Gothic Bold"/>
                <a:cs typeface="Copperplate Gothic Bold"/>
              </a:rPr>
              <a:t>D</a:t>
            </a:r>
            <a:r>
              <a:rPr dirty="0" cap="small" sz="1400" b="1">
                <a:latin typeface="Copperplate Gothic Bold"/>
                <a:cs typeface="Copperplate Gothic Bold"/>
              </a:rPr>
              <a:t>r</a:t>
            </a:r>
            <a:r>
              <a:rPr dirty="0" sz="1400" b="1">
                <a:latin typeface="Copperplate Gothic Bold"/>
                <a:cs typeface="Copperplate Gothic Bold"/>
              </a:rPr>
              <a:t>.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spc="55" b="1">
                <a:latin typeface="Copperplate Gothic Bold"/>
                <a:cs typeface="Copperplate Gothic Bold"/>
              </a:rPr>
              <a:t>M</a:t>
            </a:r>
            <a:r>
              <a:rPr dirty="0" cap="small" sz="1400" spc="55" b="1">
                <a:latin typeface="Copperplate Gothic Bold"/>
                <a:cs typeface="Copperplate Gothic Bold"/>
              </a:rPr>
              <a:t>ohammad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S</a:t>
            </a:r>
            <a:r>
              <a:rPr dirty="0" cap="small" sz="1400" b="1">
                <a:latin typeface="Copperplate Gothic Bold"/>
                <a:cs typeface="Copperplate Gothic Bold"/>
              </a:rPr>
              <a:t>alah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–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spc="25" b="1">
                <a:latin typeface="Copperplate Gothic Bold"/>
                <a:cs typeface="Copperplate Gothic Bold"/>
              </a:rPr>
              <a:t>M</a:t>
            </a:r>
            <a:r>
              <a:rPr dirty="0" cap="small" sz="1400" spc="25" b="1">
                <a:latin typeface="Copperplate Gothic Bold"/>
                <a:cs typeface="Copperplate Gothic Bold"/>
              </a:rPr>
              <a:t>echatronics</a:t>
            </a:r>
            <a:endParaRPr sz="1400">
              <a:latin typeface="Copperplate Gothic Bold"/>
              <a:cs typeface="Copperplate Gothic Bold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Exercise</a:t>
            </a:r>
            <a:r>
              <a:rPr dirty="0" sz="3200" spc="-7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#6:</a:t>
            </a:r>
            <a:r>
              <a:rPr dirty="0" sz="3200" spc="-55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/>
              <a:t>Production</a:t>
            </a:r>
            <a:r>
              <a:rPr dirty="0" spc="-50"/>
              <a:t> </a:t>
            </a:r>
            <a:r>
              <a:rPr dirty="0" spc="-20"/>
              <a:t>Line</a:t>
            </a:r>
            <a:endParaRPr sz="3200">
              <a:latin typeface="Arial Rounded MT Bold"/>
              <a:cs typeface="Arial Rounded MT Bold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339" y="1614551"/>
            <a:ext cx="7313302" cy="295275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91649" y="4598034"/>
            <a:ext cx="2254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 b="1">
                <a:latin typeface="Arial"/>
                <a:cs typeface="Arial"/>
              </a:rPr>
              <a:t>٢٣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39" y="4852923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0"/>
                </a:moveTo>
                <a:lnTo>
                  <a:pt x="0" y="44450"/>
                </a:lnTo>
                <a:lnTo>
                  <a:pt x="609600" y="4444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-12560" y="-12700"/>
            <a:ext cx="626110" cy="624205"/>
            <a:chOff x="-12560" y="-12700"/>
            <a:chExt cx="626110" cy="62420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" y="0"/>
              <a:ext cx="591070" cy="58585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39" y="0"/>
              <a:ext cx="600710" cy="598805"/>
            </a:xfrm>
            <a:custGeom>
              <a:avLst/>
              <a:gdLst/>
              <a:ahLst/>
              <a:cxnLst/>
              <a:rect l="l" t="t" r="r" b="b"/>
              <a:pathLst>
                <a:path w="600710" h="598805">
                  <a:moveTo>
                    <a:pt x="600456" y="0"/>
                  </a:moveTo>
                  <a:lnTo>
                    <a:pt x="600456" y="598804"/>
                  </a:lnTo>
                  <a:lnTo>
                    <a:pt x="0" y="598804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89997" y="100711"/>
            <a:ext cx="37941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opperplate Gothic Bold"/>
                <a:cs typeface="Copperplate Gothic Bold"/>
              </a:rPr>
              <a:t>D</a:t>
            </a:r>
            <a:r>
              <a:rPr dirty="0" cap="small" sz="1400" b="1">
                <a:latin typeface="Copperplate Gothic Bold"/>
                <a:cs typeface="Copperplate Gothic Bold"/>
              </a:rPr>
              <a:t>r</a:t>
            </a:r>
            <a:r>
              <a:rPr dirty="0" sz="1400" b="1">
                <a:latin typeface="Copperplate Gothic Bold"/>
                <a:cs typeface="Copperplate Gothic Bold"/>
              </a:rPr>
              <a:t>.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spc="55" b="1">
                <a:latin typeface="Copperplate Gothic Bold"/>
                <a:cs typeface="Copperplate Gothic Bold"/>
              </a:rPr>
              <a:t>M</a:t>
            </a:r>
            <a:r>
              <a:rPr dirty="0" cap="small" sz="1400" spc="55" b="1">
                <a:latin typeface="Copperplate Gothic Bold"/>
                <a:cs typeface="Copperplate Gothic Bold"/>
              </a:rPr>
              <a:t>ohammad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S</a:t>
            </a:r>
            <a:r>
              <a:rPr dirty="0" cap="small" sz="1400" b="1">
                <a:latin typeface="Copperplate Gothic Bold"/>
                <a:cs typeface="Copperplate Gothic Bold"/>
              </a:rPr>
              <a:t>alah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–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spc="25" b="1">
                <a:latin typeface="Copperplate Gothic Bold"/>
                <a:cs typeface="Copperplate Gothic Bold"/>
              </a:rPr>
              <a:t>M</a:t>
            </a:r>
            <a:r>
              <a:rPr dirty="0" cap="small" sz="1400" spc="25" b="1">
                <a:latin typeface="Copperplate Gothic Bold"/>
                <a:cs typeface="Copperplate Gothic Bold"/>
              </a:rPr>
              <a:t>echatronics</a:t>
            </a:r>
            <a:endParaRPr sz="1400">
              <a:latin typeface="Copperplate Gothic Bold"/>
              <a:cs typeface="Copperplate Gothic Bold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Exercise</a:t>
            </a:r>
            <a:r>
              <a:rPr dirty="0" sz="3200" spc="-7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#6:</a:t>
            </a:r>
            <a:r>
              <a:rPr dirty="0" sz="3200" spc="-55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/>
              <a:t>Production</a:t>
            </a:r>
            <a:r>
              <a:rPr dirty="0" spc="-50"/>
              <a:t> </a:t>
            </a:r>
            <a:r>
              <a:rPr dirty="0" spc="-20"/>
              <a:t>Line</a:t>
            </a:r>
            <a:endParaRPr sz="3200">
              <a:latin typeface="Arial Rounded MT Bold"/>
              <a:cs typeface="Arial Rounded MT Bold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65435" y="5392039"/>
            <a:ext cx="7590790" cy="1124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010000"/>
              </a:buClr>
              <a:buChar char="•"/>
              <a:tabLst>
                <a:tab pos="354965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height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photoelectric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switch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needs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to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be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readjusted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010000"/>
              </a:buClr>
              <a:buChar char="•"/>
              <a:tabLst>
                <a:tab pos="354965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photoelectric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switch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does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not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work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(transmitter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or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receiver)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photoelectric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transmitter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not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aligned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with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receiver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010000"/>
              </a:buClr>
              <a:buChar char="•"/>
              <a:tabLst>
                <a:tab pos="354965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ladder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diagram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not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properly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written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(or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timer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not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set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properly)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65435" y="4692294"/>
            <a:ext cx="814641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40">
              <a:lnSpc>
                <a:spcPct val="100000"/>
              </a:lnSpc>
              <a:spcBef>
                <a:spcPts val="100"/>
              </a:spcBef>
              <a:tabLst>
                <a:tab pos="358140" algn="l"/>
                <a:tab pos="880110" algn="l"/>
                <a:tab pos="1841500" algn="l"/>
                <a:tab pos="2722245" algn="l"/>
                <a:tab pos="3984625" algn="l"/>
                <a:tab pos="4650740" algn="l"/>
                <a:tab pos="5031105" algn="l"/>
                <a:tab pos="5762625" algn="l"/>
                <a:tab pos="6486525" algn="l"/>
                <a:tab pos="7332980" algn="l"/>
                <a:tab pos="7756525" algn="l"/>
              </a:tabLst>
            </a:pPr>
            <a:r>
              <a:rPr dirty="0" sz="1800" spc="-25" b="1">
                <a:solidFill>
                  <a:srgbClr val="009A00"/>
                </a:solidFill>
                <a:latin typeface="Tahoma"/>
                <a:cs typeface="Tahoma"/>
              </a:rPr>
              <a:t>If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	</a:t>
            </a:r>
            <a:r>
              <a:rPr dirty="0" sz="1800" spc="-25" b="1">
                <a:solidFill>
                  <a:srgbClr val="009A00"/>
                </a:solidFill>
                <a:latin typeface="Tahoma"/>
                <a:cs typeface="Tahoma"/>
              </a:rPr>
              <a:t>the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	</a:t>
            </a:r>
            <a:r>
              <a:rPr dirty="0" sz="1800" spc="-10" b="1">
                <a:solidFill>
                  <a:srgbClr val="009A00"/>
                </a:solidFill>
                <a:latin typeface="Tahoma"/>
                <a:cs typeface="Tahoma"/>
              </a:rPr>
              <a:t>system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	</a:t>
            </a:r>
            <a:r>
              <a:rPr dirty="0" sz="1800" spc="-10" b="1">
                <a:solidFill>
                  <a:srgbClr val="009A00"/>
                </a:solidFill>
                <a:latin typeface="Tahoma"/>
                <a:cs typeface="Tahoma"/>
              </a:rPr>
              <a:t>allows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	</a:t>
            </a:r>
            <a:r>
              <a:rPr dirty="0" sz="1800" spc="-10" b="1">
                <a:solidFill>
                  <a:srgbClr val="009A00"/>
                </a:solidFill>
                <a:latin typeface="Tahoma"/>
                <a:cs typeface="Tahoma"/>
              </a:rPr>
              <a:t>uncapped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	</a:t>
            </a:r>
            <a:r>
              <a:rPr dirty="0" sz="1800" spc="-20" b="1">
                <a:solidFill>
                  <a:srgbClr val="009A00"/>
                </a:solidFill>
                <a:latin typeface="Tahoma"/>
                <a:cs typeface="Tahoma"/>
              </a:rPr>
              <a:t>cans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	</a:t>
            </a:r>
            <a:r>
              <a:rPr dirty="0" sz="1800" spc="-25" b="1">
                <a:solidFill>
                  <a:srgbClr val="009A00"/>
                </a:solidFill>
                <a:latin typeface="Tahoma"/>
                <a:cs typeface="Tahoma"/>
              </a:rPr>
              <a:t>to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	</a:t>
            </a:r>
            <a:r>
              <a:rPr dirty="0" sz="1800" spc="-10" b="1">
                <a:solidFill>
                  <a:srgbClr val="009A00"/>
                </a:solidFill>
                <a:latin typeface="Tahoma"/>
                <a:cs typeface="Tahoma"/>
              </a:rPr>
              <a:t>pass,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	</a:t>
            </a:r>
            <a:r>
              <a:rPr dirty="0" sz="1800" spc="-20" b="1">
                <a:solidFill>
                  <a:srgbClr val="009A00"/>
                </a:solidFill>
                <a:latin typeface="Tahoma"/>
                <a:cs typeface="Tahoma"/>
              </a:rPr>
              <a:t>what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	</a:t>
            </a:r>
            <a:r>
              <a:rPr dirty="0" sz="1800" spc="-10" b="1">
                <a:solidFill>
                  <a:srgbClr val="009A00"/>
                </a:solidFill>
                <a:latin typeface="Tahoma"/>
                <a:cs typeface="Tahoma"/>
              </a:rPr>
              <a:t>would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	</a:t>
            </a:r>
            <a:r>
              <a:rPr dirty="0" sz="1800" spc="-25" b="1">
                <a:solidFill>
                  <a:srgbClr val="009A00"/>
                </a:solidFill>
                <a:latin typeface="Tahoma"/>
                <a:cs typeface="Tahoma"/>
              </a:rPr>
              <a:t>be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	</a:t>
            </a:r>
            <a:r>
              <a:rPr dirty="0" sz="1800" spc="-25" b="1">
                <a:solidFill>
                  <a:srgbClr val="009A00"/>
                </a:solidFill>
                <a:latin typeface="Tahoma"/>
                <a:cs typeface="Tahoma"/>
              </a:rPr>
              <a:t>the </a:t>
            </a:r>
            <a:r>
              <a:rPr dirty="0" sz="1800" b="1">
                <a:solidFill>
                  <a:srgbClr val="009A00"/>
                </a:solidFill>
                <a:latin typeface="Tahoma"/>
                <a:cs typeface="Tahoma"/>
              </a:rPr>
              <a:t>possible</a:t>
            </a:r>
            <a:r>
              <a:rPr dirty="0" sz="1800" spc="-45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009A00"/>
                </a:solidFill>
                <a:latin typeface="Tahoma"/>
                <a:cs typeface="Tahoma"/>
              </a:rPr>
              <a:t>reasons?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1649" y="4598034"/>
            <a:ext cx="2254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 b="1">
                <a:latin typeface="Arial"/>
                <a:cs typeface="Arial"/>
              </a:rPr>
              <a:t>٢٤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39" y="4852923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0"/>
                </a:moveTo>
                <a:lnTo>
                  <a:pt x="0" y="44450"/>
                </a:lnTo>
                <a:lnTo>
                  <a:pt x="609600" y="4444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-12560" y="-12700"/>
            <a:ext cx="626110" cy="624205"/>
            <a:chOff x="-12560" y="-12700"/>
            <a:chExt cx="626110" cy="6242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" y="0"/>
              <a:ext cx="591070" cy="58585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39" y="0"/>
              <a:ext cx="600710" cy="598805"/>
            </a:xfrm>
            <a:custGeom>
              <a:avLst/>
              <a:gdLst/>
              <a:ahLst/>
              <a:cxnLst/>
              <a:rect l="l" t="t" r="r" b="b"/>
              <a:pathLst>
                <a:path w="600710" h="598805">
                  <a:moveTo>
                    <a:pt x="600456" y="0"/>
                  </a:moveTo>
                  <a:lnTo>
                    <a:pt x="600456" y="598804"/>
                  </a:lnTo>
                  <a:lnTo>
                    <a:pt x="0" y="598804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89997" y="100711"/>
            <a:ext cx="37941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opperplate Gothic Bold"/>
                <a:cs typeface="Copperplate Gothic Bold"/>
              </a:rPr>
              <a:t>D</a:t>
            </a:r>
            <a:r>
              <a:rPr dirty="0" cap="small" sz="1400" b="1">
                <a:latin typeface="Copperplate Gothic Bold"/>
                <a:cs typeface="Copperplate Gothic Bold"/>
              </a:rPr>
              <a:t>r</a:t>
            </a:r>
            <a:r>
              <a:rPr dirty="0" sz="1400" b="1">
                <a:latin typeface="Copperplate Gothic Bold"/>
                <a:cs typeface="Copperplate Gothic Bold"/>
              </a:rPr>
              <a:t>.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spc="55" b="1">
                <a:latin typeface="Copperplate Gothic Bold"/>
                <a:cs typeface="Copperplate Gothic Bold"/>
              </a:rPr>
              <a:t>M</a:t>
            </a:r>
            <a:r>
              <a:rPr dirty="0" cap="small" sz="1400" spc="55" b="1">
                <a:latin typeface="Copperplate Gothic Bold"/>
                <a:cs typeface="Copperplate Gothic Bold"/>
              </a:rPr>
              <a:t>ohammad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S</a:t>
            </a:r>
            <a:r>
              <a:rPr dirty="0" cap="small" sz="1400" b="1">
                <a:latin typeface="Copperplate Gothic Bold"/>
                <a:cs typeface="Copperplate Gothic Bold"/>
              </a:rPr>
              <a:t>alah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–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spc="25" b="1">
                <a:latin typeface="Copperplate Gothic Bold"/>
                <a:cs typeface="Copperplate Gothic Bold"/>
              </a:rPr>
              <a:t>M</a:t>
            </a:r>
            <a:r>
              <a:rPr dirty="0" cap="small" sz="1400" spc="25" b="1">
                <a:latin typeface="Copperplate Gothic Bold"/>
                <a:cs typeface="Copperplate Gothic Bold"/>
              </a:rPr>
              <a:t>echatronics</a:t>
            </a:r>
            <a:endParaRPr sz="1400">
              <a:latin typeface="Copperplate Gothic Bold"/>
              <a:cs typeface="Copperplate Gothic Bold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Exercise</a:t>
            </a:r>
            <a:r>
              <a:rPr dirty="0" sz="3200" spc="-7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#7:</a:t>
            </a:r>
            <a:r>
              <a:rPr dirty="0" sz="3200" spc="-55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pc="-25"/>
              <a:t>Star-</a:t>
            </a:r>
            <a:r>
              <a:rPr dirty="0"/>
              <a:t>Delta</a:t>
            </a:r>
            <a:r>
              <a:rPr dirty="0" spc="-55"/>
              <a:t> </a:t>
            </a:r>
            <a:r>
              <a:rPr dirty="0" spc="-10"/>
              <a:t>Connection</a:t>
            </a:r>
            <a:endParaRPr sz="3200">
              <a:latin typeface="Arial Rounded MT Bold"/>
              <a:cs typeface="Arial Rounded MT Bold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9425" y="1715227"/>
            <a:ext cx="6589247" cy="171948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5159" y="3557942"/>
            <a:ext cx="7479760" cy="174043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73284" y="5525005"/>
            <a:ext cx="5854754" cy="1108206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1649" y="4598034"/>
            <a:ext cx="2254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 b="1">
                <a:latin typeface="Arial"/>
                <a:cs typeface="Arial"/>
              </a:rPr>
              <a:t>٢٥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39" y="4852923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0"/>
                </a:moveTo>
                <a:lnTo>
                  <a:pt x="0" y="44450"/>
                </a:lnTo>
                <a:lnTo>
                  <a:pt x="609600" y="4444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-12560" y="-12700"/>
            <a:ext cx="626110" cy="624205"/>
            <a:chOff x="-12560" y="-12700"/>
            <a:chExt cx="626110" cy="6242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" y="0"/>
              <a:ext cx="591070" cy="58585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39" y="0"/>
              <a:ext cx="600710" cy="598805"/>
            </a:xfrm>
            <a:custGeom>
              <a:avLst/>
              <a:gdLst/>
              <a:ahLst/>
              <a:cxnLst/>
              <a:rect l="l" t="t" r="r" b="b"/>
              <a:pathLst>
                <a:path w="600710" h="598805">
                  <a:moveTo>
                    <a:pt x="600456" y="0"/>
                  </a:moveTo>
                  <a:lnTo>
                    <a:pt x="600456" y="598804"/>
                  </a:lnTo>
                  <a:lnTo>
                    <a:pt x="0" y="598804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89997" y="100711"/>
            <a:ext cx="37941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opperplate Gothic Bold"/>
                <a:cs typeface="Copperplate Gothic Bold"/>
              </a:rPr>
              <a:t>D</a:t>
            </a:r>
            <a:r>
              <a:rPr dirty="0" cap="small" sz="1400" b="1">
                <a:latin typeface="Copperplate Gothic Bold"/>
                <a:cs typeface="Copperplate Gothic Bold"/>
              </a:rPr>
              <a:t>r</a:t>
            </a:r>
            <a:r>
              <a:rPr dirty="0" sz="1400" b="1">
                <a:latin typeface="Copperplate Gothic Bold"/>
                <a:cs typeface="Copperplate Gothic Bold"/>
              </a:rPr>
              <a:t>.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spc="55" b="1">
                <a:latin typeface="Copperplate Gothic Bold"/>
                <a:cs typeface="Copperplate Gothic Bold"/>
              </a:rPr>
              <a:t>M</a:t>
            </a:r>
            <a:r>
              <a:rPr dirty="0" cap="small" sz="1400" spc="55" b="1">
                <a:latin typeface="Copperplate Gothic Bold"/>
                <a:cs typeface="Copperplate Gothic Bold"/>
              </a:rPr>
              <a:t>ohammad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S</a:t>
            </a:r>
            <a:r>
              <a:rPr dirty="0" cap="small" sz="1400" b="1">
                <a:latin typeface="Copperplate Gothic Bold"/>
                <a:cs typeface="Copperplate Gothic Bold"/>
              </a:rPr>
              <a:t>alah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–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spc="25" b="1">
                <a:latin typeface="Copperplate Gothic Bold"/>
                <a:cs typeface="Copperplate Gothic Bold"/>
              </a:rPr>
              <a:t>M</a:t>
            </a:r>
            <a:r>
              <a:rPr dirty="0" cap="small" sz="1400" spc="25" b="1">
                <a:latin typeface="Copperplate Gothic Bold"/>
                <a:cs typeface="Copperplate Gothic Bold"/>
              </a:rPr>
              <a:t>echatronics</a:t>
            </a:r>
            <a:endParaRPr sz="1400">
              <a:latin typeface="Copperplate Gothic Bold"/>
              <a:cs typeface="Copperplate Gothic Bold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Exercise</a:t>
            </a:r>
            <a:r>
              <a:rPr dirty="0" sz="3200" spc="-7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#7:</a:t>
            </a:r>
            <a:r>
              <a:rPr dirty="0" sz="3200" spc="-55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pc="-25"/>
              <a:t>Star-</a:t>
            </a:r>
            <a:r>
              <a:rPr dirty="0"/>
              <a:t>Delta</a:t>
            </a:r>
            <a:r>
              <a:rPr dirty="0" spc="-55"/>
              <a:t> </a:t>
            </a:r>
            <a:r>
              <a:rPr dirty="0" spc="-10"/>
              <a:t>Connection</a:t>
            </a:r>
            <a:endParaRPr sz="3200">
              <a:latin typeface="Arial Rounded MT Bold"/>
              <a:cs typeface="Arial Rounded MT Bold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76613" y="1864873"/>
            <a:ext cx="3791181" cy="475334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9282" y="1901911"/>
            <a:ext cx="4225858" cy="3537599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939" y="1579498"/>
            <a:ext cx="5334000" cy="455599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91649" y="4598034"/>
            <a:ext cx="2254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 b="1">
                <a:latin typeface="Arial"/>
                <a:cs typeface="Arial"/>
              </a:rPr>
              <a:t>٢٦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39" y="4852923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0"/>
                </a:moveTo>
                <a:lnTo>
                  <a:pt x="0" y="44450"/>
                </a:lnTo>
                <a:lnTo>
                  <a:pt x="609600" y="4444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-12560" y="-12700"/>
            <a:ext cx="626110" cy="624205"/>
            <a:chOff x="-12560" y="-12700"/>
            <a:chExt cx="626110" cy="62420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" y="0"/>
              <a:ext cx="591070" cy="58585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39" y="0"/>
              <a:ext cx="600710" cy="598805"/>
            </a:xfrm>
            <a:custGeom>
              <a:avLst/>
              <a:gdLst/>
              <a:ahLst/>
              <a:cxnLst/>
              <a:rect l="l" t="t" r="r" b="b"/>
              <a:pathLst>
                <a:path w="600710" h="598805">
                  <a:moveTo>
                    <a:pt x="600456" y="0"/>
                  </a:moveTo>
                  <a:lnTo>
                    <a:pt x="600456" y="598804"/>
                  </a:lnTo>
                  <a:lnTo>
                    <a:pt x="0" y="598804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89997" y="100711"/>
            <a:ext cx="37941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opperplate Gothic Bold"/>
                <a:cs typeface="Copperplate Gothic Bold"/>
              </a:rPr>
              <a:t>D</a:t>
            </a:r>
            <a:r>
              <a:rPr dirty="0" cap="small" sz="1400" b="1">
                <a:latin typeface="Copperplate Gothic Bold"/>
                <a:cs typeface="Copperplate Gothic Bold"/>
              </a:rPr>
              <a:t>r</a:t>
            </a:r>
            <a:r>
              <a:rPr dirty="0" sz="1400" b="1">
                <a:latin typeface="Copperplate Gothic Bold"/>
                <a:cs typeface="Copperplate Gothic Bold"/>
              </a:rPr>
              <a:t>.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spc="55" b="1">
                <a:latin typeface="Copperplate Gothic Bold"/>
                <a:cs typeface="Copperplate Gothic Bold"/>
              </a:rPr>
              <a:t>M</a:t>
            </a:r>
            <a:r>
              <a:rPr dirty="0" cap="small" sz="1400" spc="55" b="1">
                <a:latin typeface="Copperplate Gothic Bold"/>
                <a:cs typeface="Copperplate Gothic Bold"/>
              </a:rPr>
              <a:t>ohammad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S</a:t>
            </a:r>
            <a:r>
              <a:rPr dirty="0" cap="small" sz="1400" b="1">
                <a:latin typeface="Copperplate Gothic Bold"/>
                <a:cs typeface="Copperplate Gothic Bold"/>
              </a:rPr>
              <a:t>alah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–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spc="25" b="1">
                <a:latin typeface="Copperplate Gothic Bold"/>
                <a:cs typeface="Copperplate Gothic Bold"/>
              </a:rPr>
              <a:t>M</a:t>
            </a:r>
            <a:r>
              <a:rPr dirty="0" cap="small" sz="1400" spc="25" b="1">
                <a:latin typeface="Copperplate Gothic Bold"/>
                <a:cs typeface="Copperplate Gothic Bold"/>
              </a:rPr>
              <a:t>echatronics</a:t>
            </a:r>
            <a:endParaRPr sz="1400">
              <a:latin typeface="Copperplate Gothic Bold"/>
              <a:cs typeface="Copperplate Gothic Bold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Exercise</a:t>
            </a:r>
            <a:r>
              <a:rPr dirty="0" sz="3200" spc="-7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#7:</a:t>
            </a:r>
            <a:r>
              <a:rPr dirty="0" sz="3200" spc="-55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pc="-25"/>
              <a:t>Star-</a:t>
            </a:r>
            <a:r>
              <a:rPr dirty="0"/>
              <a:t>Delta</a:t>
            </a:r>
            <a:r>
              <a:rPr dirty="0" spc="-55"/>
              <a:t> </a:t>
            </a:r>
            <a:r>
              <a:rPr dirty="0" spc="-10"/>
              <a:t>Connection</a:t>
            </a:r>
            <a:endParaRPr sz="3200">
              <a:latin typeface="Arial Rounded MT Bold"/>
              <a:cs typeface="Arial Rounded MT Bold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832235" y="6260719"/>
            <a:ext cx="55721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9A00"/>
                </a:solidFill>
                <a:latin typeface="Tahoma"/>
                <a:cs typeface="Tahoma"/>
              </a:rPr>
              <a:t>PLC</a:t>
            </a:r>
            <a:r>
              <a:rPr dirty="0" sz="2400" spc="-50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9A00"/>
                </a:solidFill>
                <a:latin typeface="Tahoma"/>
                <a:cs typeface="Tahoma"/>
              </a:rPr>
              <a:t>system</a:t>
            </a:r>
            <a:r>
              <a:rPr dirty="0" sz="2400" spc="-50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9A00"/>
                </a:solidFill>
                <a:latin typeface="Tahoma"/>
                <a:cs typeface="Tahoma"/>
              </a:rPr>
              <a:t>layout</a:t>
            </a:r>
            <a:r>
              <a:rPr dirty="0" sz="2400" spc="-50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9A00"/>
                </a:solidFill>
                <a:latin typeface="Tahoma"/>
                <a:cs typeface="Tahoma"/>
              </a:rPr>
              <a:t>–</a:t>
            </a:r>
            <a:r>
              <a:rPr dirty="0" sz="2400" spc="-50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9A00"/>
                </a:solidFill>
                <a:latin typeface="Tahoma"/>
                <a:cs typeface="Tahoma"/>
              </a:rPr>
              <a:t>Wiring</a:t>
            </a:r>
            <a:r>
              <a:rPr dirty="0" sz="2400" spc="-50" b="1">
                <a:solidFill>
                  <a:srgbClr val="009A00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009A00"/>
                </a:solidFill>
                <a:latin typeface="Tahoma"/>
                <a:cs typeface="Tahoma"/>
              </a:rPr>
              <a:t>diagram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1649" y="4598034"/>
            <a:ext cx="2254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 b="1">
                <a:latin typeface="Arial"/>
                <a:cs typeface="Arial"/>
              </a:rPr>
              <a:t>٢٧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39" y="4852923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0"/>
                </a:moveTo>
                <a:lnTo>
                  <a:pt x="0" y="44450"/>
                </a:lnTo>
                <a:lnTo>
                  <a:pt x="609600" y="4444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-12560" y="-12700"/>
            <a:ext cx="626110" cy="624205"/>
            <a:chOff x="-12560" y="-12700"/>
            <a:chExt cx="626110" cy="6242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" y="0"/>
              <a:ext cx="591070" cy="58585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39" y="0"/>
              <a:ext cx="600710" cy="598805"/>
            </a:xfrm>
            <a:custGeom>
              <a:avLst/>
              <a:gdLst/>
              <a:ahLst/>
              <a:cxnLst/>
              <a:rect l="l" t="t" r="r" b="b"/>
              <a:pathLst>
                <a:path w="600710" h="598805">
                  <a:moveTo>
                    <a:pt x="600456" y="0"/>
                  </a:moveTo>
                  <a:lnTo>
                    <a:pt x="600456" y="598804"/>
                  </a:lnTo>
                  <a:lnTo>
                    <a:pt x="0" y="598804"/>
                  </a:lnTo>
                </a:path>
              </a:pathLst>
            </a:custGeom>
            <a:ln w="2539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89997" y="100711"/>
            <a:ext cx="37941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opperplate Gothic Bold"/>
                <a:cs typeface="Copperplate Gothic Bold"/>
              </a:rPr>
              <a:t>D</a:t>
            </a:r>
            <a:r>
              <a:rPr dirty="0" cap="small" sz="1400" b="1">
                <a:latin typeface="Copperplate Gothic Bold"/>
                <a:cs typeface="Copperplate Gothic Bold"/>
              </a:rPr>
              <a:t>r</a:t>
            </a:r>
            <a:r>
              <a:rPr dirty="0" sz="1400" b="1">
                <a:latin typeface="Copperplate Gothic Bold"/>
                <a:cs typeface="Copperplate Gothic Bold"/>
              </a:rPr>
              <a:t>.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spc="55" b="1">
                <a:latin typeface="Copperplate Gothic Bold"/>
                <a:cs typeface="Copperplate Gothic Bold"/>
              </a:rPr>
              <a:t>M</a:t>
            </a:r>
            <a:r>
              <a:rPr dirty="0" cap="small" sz="1400" spc="55" b="1">
                <a:latin typeface="Copperplate Gothic Bold"/>
                <a:cs typeface="Copperplate Gothic Bold"/>
              </a:rPr>
              <a:t>ohammad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S</a:t>
            </a:r>
            <a:r>
              <a:rPr dirty="0" cap="small" sz="1400" b="1">
                <a:latin typeface="Copperplate Gothic Bold"/>
                <a:cs typeface="Copperplate Gothic Bold"/>
              </a:rPr>
              <a:t>alah</a:t>
            </a:r>
            <a:r>
              <a:rPr dirty="0" sz="1400" spc="70" b="1">
                <a:latin typeface="Copperplate Gothic Bold"/>
                <a:cs typeface="Copperplate Gothic Bold"/>
              </a:rPr>
              <a:t> </a:t>
            </a:r>
            <a:r>
              <a:rPr dirty="0" sz="1400" b="1">
                <a:latin typeface="Copperplate Gothic Bold"/>
                <a:cs typeface="Copperplate Gothic Bold"/>
              </a:rPr>
              <a:t>–</a:t>
            </a:r>
            <a:r>
              <a:rPr dirty="0" sz="1400" spc="75" b="1">
                <a:latin typeface="Copperplate Gothic Bold"/>
                <a:cs typeface="Copperplate Gothic Bold"/>
              </a:rPr>
              <a:t> </a:t>
            </a:r>
            <a:r>
              <a:rPr dirty="0" sz="1400" spc="25" b="1">
                <a:latin typeface="Copperplate Gothic Bold"/>
                <a:cs typeface="Copperplate Gothic Bold"/>
              </a:rPr>
              <a:t>M</a:t>
            </a:r>
            <a:r>
              <a:rPr dirty="0" cap="small" sz="1400" spc="25" b="1">
                <a:latin typeface="Copperplate Gothic Bold"/>
                <a:cs typeface="Copperplate Gothic Bold"/>
              </a:rPr>
              <a:t>echatronics</a:t>
            </a:r>
            <a:endParaRPr sz="1400">
              <a:latin typeface="Copperplate Gothic Bold"/>
              <a:cs typeface="Copperplate Gothic Bold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Exercise</a:t>
            </a:r>
            <a:r>
              <a:rPr dirty="0" sz="3200" spc="-70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z="3200">
                <a:solidFill>
                  <a:srgbClr val="330033"/>
                </a:solidFill>
                <a:latin typeface="Arial Rounded MT Bold"/>
                <a:cs typeface="Arial Rounded MT Bold"/>
              </a:rPr>
              <a:t>#7:</a:t>
            </a:r>
            <a:r>
              <a:rPr dirty="0" sz="3200" spc="-55">
                <a:solidFill>
                  <a:srgbClr val="330033"/>
                </a:solidFill>
                <a:latin typeface="Arial Rounded MT Bold"/>
                <a:cs typeface="Arial Rounded MT Bold"/>
              </a:rPr>
              <a:t> </a:t>
            </a:r>
            <a:r>
              <a:rPr dirty="0" spc="-25"/>
              <a:t>Star-</a:t>
            </a:r>
            <a:r>
              <a:rPr dirty="0"/>
              <a:t>Delta</a:t>
            </a:r>
            <a:r>
              <a:rPr dirty="0" spc="-55"/>
              <a:t> </a:t>
            </a:r>
            <a:r>
              <a:rPr dirty="0" spc="-10"/>
              <a:t>Connection</a:t>
            </a:r>
            <a:endParaRPr sz="3200">
              <a:latin typeface="Arial Rounded MT Bold"/>
              <a:cs typeface="Arial Rounded MT Bold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139" y="1706753"/>
            <a:ext cx="8229600" cy="492099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5397" y="114300"/>
            <a:ext cx="10069195" cy="7549515"/>
            <a:chOff x="-5397" y="114300"/>
            <a:chExt cx="10069195" cy="7549515"/>
          </a:xfrm>
        </p:grpSpPr>
        <p:sp>
          <p:nvSpPr>
            <p:cNvPr id="3" name="object 3" descr=""/>
            <p:cNvSpPr/>
            <p:nvPr/>
          </p:nvSpPr>
          <p:spPr>
            <a:xfrm>
              <a:off x="0" y="114300"/>
              <a:ext cx="10058400" cy="4191000"/>
            </a:xfrm>
            <a:custGeom>
              <a:avLst/>
              <a:gdLst/>
              <a:ahLst/>
              <a:cxnLst/>
              <a:rect l="l" t="t" r="r" b="b"/>
              <a:pathLst>
                <a:path w="10058400" h="4191000">
                  <a:moveTo>
                    <a:pt x="0" y="4191000"/>
                  </a:moveTo>
                  <a:lnTo>
                    <a:pt x="10058400" y="4191000"/>
                  </a:lnTo>
                  <a:lnTo>
                    <a:pt x="10058400" y="0"/>
                  </a:lnTo>
                  <a:lnTo>
                    <a:pt x="0" y="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4305300"/>
              <a:ext cx="10058400" cy="3352800"/>
            </a:xfrm>
            <a:custGeom>
              <a:avLst/>
              <a:gdLst/>
              <a:ahLst/>
              <a:cxnLst/>
              <a:rect l="l" t="t" r="r" b="b"/>
              <a:pathLst>
                <a:path w="10058400" h="3352800">
                  <a:moveTo>
                    <a:pt x="10058400" y="3352800"/>
                  </a:moveTo>
                  <a:lnTo>
                    <a:pt x="0" y="3352800"/>
                  </a:lnTo>
                  <a:lnTo>
                    <a:pt x="0" y="0"/>
                  </a:lnTo>
                  <a:lnTo>
                    <a:pt x="10058400" y="0"/>
                  </a:lnTo>
                  <a:lnTo>
                    <a:pt x="10058400" y="3352800"/>
                  </a:lnTo>
                  <a:close/>
                </a:path>
              </a:pathLst>
            </a:custGeom>
            <a:solidFill>
              <a:srgbClr val="CCD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4305300"/>
              <a:ext cx="10058400" cy="3352800"/>
            </a:xfrm>
            <a:custGeom>
              <a:avLst/>
              <a:gdLst/>
              <a:ahLst/>
              <a:cxnLst/>
              <a:rect l="l" t="t" r="r" b="b"/>
              <a:pathLst>
                <a:path w="10058400" h="3352800">
                  <a:moveTo>
                    <a:pt x="10058400" y="3352800"/>
                  </a:moveTo>
                  <a:lnTo>
                    <a:pt x="0" y="3352800"/>
                  </a:lnTo>
                  <a:lnTo>
                    <a:pt x="0" y="0"/>
                  </a:lnTo>
                  <a:lnTo>
                    <a:pt x="10058400" y="0"/>
                  </a:lnTo>
                </a:path>
              </a:pathLst>
            </a:custGeom>
            <a:ln w="10668">
              <a:solidFill>
                <a:srgbClr val="494B4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2066022" y="4719370"/>
            <a:ext cx="5940425" cy="2037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53795" marR="5080" indent="-1141730">
              <a:lnSpc>
                <a:spcPct val="100000"/>
              </a:lnSpc>
              <a:spcBef>
                <a:spcPts val="100"/>
              </a:spcBef>
            </a:pPr>
            <a:r>
              <a:rPr dirty="0" sz="6600">
                <a:solidFill>
                  <a:srgbClr val="001F60"/>
                </a:solidFill>
                <a:latin typeface="Arial"/>
                <a:cs typeface="Arial"/>
              </a:rPr>
              <a:t>PLC</a:t>
            </a:r>
            <a:r>
              <a:rPr dirty="0" sz="6600" spc="-400">
                <a:solidFill>
                  <a:srgbClr val="001F60"/>
                </a:solidFill>
                <a:latin typeface="Arial"/>
                <a:cs typeface="Arial"/>
              </a:rPr>
              <a:t> </a:t>
            </a:r>
            <a:r>
              <a:rPr dirty="0" sz="6600" spc="-10">
                <a:solidFill>
                  <a:srgbClr val="001F60"/>
                </a:solidFill>
                <a:latin typeface="Arial"/>
                <a:cs typeface="Arial"/>
              </a:rPr>
              <a:t>Application Exercises</a:t>
            </a:r>
            <a:endParaRPr sz="66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1220" y="414527"/>
            <a:ext cx="5794247" cy="375665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3030771" y="7272046"/>
            <a:ext cx="401447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These</a:t>
            </a: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exercises</a:t>
            </a:r>
            <a:r>
              <a:rPr dirty="0" sz="130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130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extracted</a:t>
            </a:r>
            <a:r>
              <a:rPr dirty="0" sz="13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130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DVP-PLC</a:t>
            </a:r>
            <a:r>
              <a:rPr dirty="0" sz="130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Manual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380974" y="260119"/>
            <a:ext cx="27336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2.</a:t>
            </a:r>
            <a:r>
              <a:rPr dirty="0" sz="1500" spc="30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Counter</a:t>
            </a:r>
            <a:r>
              <a:rPr dirty="0" sz="1500" spc="3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30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922019" y="516636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26088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8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22019" y="9677400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918439" y="9707380"/>
            <a:ext cx="19685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2-</a:t>
            </a:r>
            <a:r>
              <a:rPr dirty="0" sz="900" spc="-50"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899660" y="2159507"/>
            <a:ext cx="487680" cy="295910"/>
            <a:chOff x="4899660" y="2159507"/>
            <a:chExt cx="487680" cy="295910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13019" y="2159507"/>
              <a:ext cx="79248" cy="24384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4908803" y="2343911"/>
              <a:ext cx="472440" cy="102235"/>
            </a:xfrm>
            <a:custGeom>
              <a:avLst/>
              <a:gdLst/>
              <a:ahLst/>
              <a:cxnLst/>
              <a:rect l="l" t="t" r="r" b="b"/>
              <a:pathLst>
                <a:path w="472439" h="102235">
                  <a:moveTo>
                    <a:pt x="472440" y="102107"/>
                  </a:moveTo>
                  <a:lnTo>
                    <a:pt x="13716" y="102107"/>
                  </a:lnTo>
                  <a:lnTo>
                    <a:pt x="0" y="0"/>
                  </a:lnTo>
                  <a:lnTo>
                    <a:pt x="458724" y="0"/>
                  </a:lnTo>
                  <a:lnTo>
                    <a:pt x="472440" y="1021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899660" y="2337816"/>
              <a:ext cx="487680" cy="117475"/>
            </a:xfrm>
            <a:custGeom>
              <a:avLst/>
              <a:gdLst/>
              <a:ahLst/>
              <a:cxnLst/>
              <a:rect l="l" t="t" r="r" b="b"/>
              <a:pathLst>
                <a:path w="487679" h="117475">
                  <a:moveTo>
                    <a:pt x="3047" y="9144"/>
                  </a:moveTo>
                  <a:lnTo>
                    <a:pt x="0" y="0"/>
                  </a:lnTo>
                  <a:lnTo>
                    <a:pt x="467868" y="0"/>
                  </a:lnTo>
                  <a:lnTo>
                    <a:pt x="467868" y="6096"/>
                  </a:lnTo>
                  <a:lnTo>
                    <a:pt x="9144" y="6096"/>
                  </a:lnTo>
                  <a:lnTo>
                    <a:pt x="3047" y="9144"/>
                  </a:lnTo>
                  <a:close/>
                </a:path>
                <a:path w="487679" h="117475">
                  <a:moveTo>
                    <a:pt x="473964" y="6096"/>
                  </a:moveTo>
                  <a:lnTo>
                    <a:pt x="467868" y="6096"/>
                  </a:lnTo>
                  <a:lnTo>
                    <a:pt x="467868" y="0"/>
                  </a:lnTo>
                  <a:lnTo>
                    <a:pt x="473964" y="0"/>
                  </a:lnTo>
                  <a:lnTo>
                    <a:pt x="473964" y="6096"/>
                  </a:lnTo>
                  <a:close/>
                </a:path>
                <a:path w="487679" h="117475">
                  <a:moveTo>
                    <a:pt x="487680" y="117348"/>
                  </a:moveTo>
                  <a:lnTo>
                    <a:pt x="18288" y="117348"/>
                  </a:lnTo>
                  <a:lnTo>
                    <a:pt x="18288" y="111252"/>
                  </a:lnTo>
                  <a:lnTo>
                    <a:pt x="3047" y="9144"/>
                  </a:lnTo>
                  <a:lnTo>
                    <a:pt x="9144" y="7620"/>
                  </a:lnTo>
                  <a:lnTo>
                    <a:pt x="9144" y="6096"/>
                  </a:lnTo>
                  <a:lnTo>
                    <a:pt x="467868" y="6096"/>
                  </a:lnTo>
                  <a:lnTo>
                    <a:pt x="467868" y="7620"/>
                  </a:lnTo>
                  <a:lnTo>
                    <a:pt x="474168" y="7620"/>
                  </a:lnTo>
                  <a:lnTo>
                    <a:pt x="474987" y="13716"/>
                  </a:lnTo>
                  <a:lnTo>
                    <a:pt x="16764" y="13716"/>
                  </a:lnTo>
                  <a:lnTo>
                    <a:pt x="28956" y="103632"/>
                  </a:lnTo>
                  <a:lnTo>
                    <a:pt x="487065" y="103632"/>
                  </a:lnTo>
                  <a:lnTo>
                    <a:pt x="487680" y="108204"/>
                  </a:lnTo>
                  <a:lnTo>
                    <a:pt x="487680" y="117348"/>
                  </a:lnTo>
                  <a:close/>
                </a:path>
                <a:path w="487679" h="117475">
                  <a:moveTo>
                    <a:pt x="474168" y="7620"/>
                  </a:moveTo>
                  <a:lnTo>
                    <a:pt x="467868" y="7620"/>
                  </a:lnTo>
                  <a:lnTo>
                    <a:pt x="473964" y="6096"/>
                  </a:lnTo>
                  <a:lnTo>
                    <a:pt x="474168" y="7620"/>
                  </a:lnTo>
                  <a:close/>
                </a:path>
                <a:path w="487679" h="117475">
                  <a:moveTo>
                    <a:pt x="487065" y="103632"/>
                  </a:moveTo>
                  <a:lnTo>
                    <a:pt x="475488" y="103632"/>
                  </a:lnTo>
                  <a:lnTo>
                    <a:pt x="463296" y="13716"/>
                  </a:lnTo>
                  <a:lnTo>
                    <a:pt x="474987" y="13716"/>
                  </a:lnTo>
                  <a:lnTo>
                    <a:pt x="487065" y="10363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926079" y="895581"/>
            <a:ext cx="2153285" cy="5219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43230" algn="l"/>
              </a:tabLst>
            </a:pPr>
            <a:r>
              <a:rPr dirty="0" sz="1100" spc="-25" b="1">
                <a:latin typeface="Arial"/>
                <a:cs typeface="Arial"/>
              </a:rPr>
              <a:t>2.1</a:t>
            </a:r>
            <a:r>
              <a:rPr dirty="0" sz="1100" b="1">
                <a:latin typeface="Arial"/>
                <a:cs typeface="Arial"/>
              </a:rPr>
              <a:t>	Product</a:t>
            </a:r>
            <a:r>
              <a:rPr dirty="0" sz="1100" spc="6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Mass</a:t>
            </a:r>
            <a:r>
              <a:rPr dirty="0" sz="1100" spc="8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Packaging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100">
              <a:latin typeface="Arial"/>
              <a:cs typeface="Arial"/>
            </a:endParaRPr>
          </a:p>
          <a:p>
            <a:pPr algn="r" marR="492125">
              <a:lnSpc>
                <a:spcPct val="100000"/>
              </a:lnSpc>
            </a:pP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X0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2200655" y="1251203"/>
            <a:ext cx="3642360" cy="1917700"/>
            <a:chOff x="2200655" y="1251203"/>
            <a:chExt cx="3642360" cy="1917700"/>
          </a:xfrm>
        </p:grpSpPr>
        <p:sp>
          <p:nvSpPr>
            <p:cNvPr id="13" name="object 13" descr=""/>
            <p:cNvSpPr/>
            <p:nvPr/>
          </p:nvSpPr>
          <p:spPr>
            <a:xfrm>
              <a:off x="2200656" y="1944115"/>
              <a:ext cx="2493645" cy="347980"/>
            </a:xfrm>
            <a:custGeom>
              <a:avLst/>
              <a:gdLst/>
              <a:ahLst/>
              <a:cxnLst/>
              <a:rect l="l" t="t" r="r" b="b"/>
              <a:pathLst>
                <a:path w="2493645" h="347980">
                  <a:moveTo>
                    <a:pt x="2493264" y="508"/>
                  </a:moveTo>
                  <a:lnTo>
                    <a:pt x="2487168" y="508"/>
                  </a:lnTo>
                  <a:lnTo>
                    <a:pt x="2487168" y="0"/>
                  </a:lnTo>
                  <a:lnTo>
                    <a:pt x="6083" y="0"/>
                  </a:lnTo>
                  <a:lnTo>
                    <a:pt x="6083" y="508"/>
                  </a:lnTo>
                  <a:lnTo>
                    <a:pt x="0" y="508"/>
                  </a:lnTo>
                  <a:lnTo>
                    <a:pt x="0" y="12700"/>
                  </a:lnTo>
                  <a:lnTo>
                    <a:pt x="6083" y="12700"/>
                  </a:lnTo>
                  <a:lnTo>
                    <a:pt x="2481072" y="12700"/>
                  </a:lnTo>
                  <a:lnTo>
                    <a:pt x="2481072" y="332740"/>
                  </a:lnTo>
                  <a:lnTo>
                    <a:pt x="0" y="332740"/>
                  </a:lnTo>
                  <a:lnTo>
                    <a:pt x="0" y="347980"/>
                  </a:lnTo>
                  <a:lnTo>
                    <a:pt x="2493264" y="347980"/>
                  </a:lnTo>
                  <a:lnTo>
                    <a:pt x="2493264" y="332740"/>
                  </a:lnTo>
                  <a:lnTo>
                    <a:pt x="2493264" y="12700"/>
                  </a:lnTo>
                  <a:lnTo>
                    <a:pt x="2493264" y="6604"/>
                  </a:lnTo>
                  <a:lnTo>
                    <a:pt x="2493264" y="6350"/>
                  </a:lnTo>
                  <a:lnTo>
                    <a:pt x="2493264" y="50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530851" y="1950719"/>
              <a:ext cx="320040" cy="335280"/>
            </a:xfrm>
            <a:custGeom>
              <a:avLst/>
              <a:gdLst/>
              <a:ahLst/>
              <a:cxnLst/>
              <a:rect l="l" t="t" r="r" b="b"/>
              <a:pathLst>
                <a:path w="320039" h="335280">
                  <a:moveTo>
                    <a:pt x="160019" y="335280"/>
                  </a:moveTo>
                  <a:lnTo>
                    <a:pt x="143255" y="332232"/>
                  </a:lnTo>
                  <a:lnTo>
                    <a:pt x="126491" y="329184"/>
                  </a:lnTo>
                  <a:lnTo>
                    <a:pt x="111251" y="326136"/>
                  </a:lnTo>
                  <a:lnTo>
                    <a:pt x="68579" y="306324"/>
                  </a:lnTo>
                  <a:lnTo>
                    <a:pt x="25907" y="260604"/>
                  </a:lnTo>
                  <a:lnTo>
                    <a:pt x="19811" y="246888"/>
                  </a:lnTo>
                  <a:lnTo>
                    <a:pt x="10667" y="231648"/>
                  </a:lnTo>
                  <a:lnTo>
                    <a:pt x="6095" y="217932"/>
                  </a:lnTo>
                  <a:lnTo>
                    <a:pt x="3047" y="201168"/>
                  </a:lnTo>
                  <a:lnTo>
                    <a:pt x="0" y="182880"/>
                  </a:lnTo>
                  <a:lnTo>
                    <a:pt x="0" y="149351"/>
                  </a:lnTo>
                  <a:lnTo>
                    <a:pt x="3047" y="134112"/>
                  </a:lnTo>
                  <a:lnTo>
                    <a:pt x="6095" y="117348"/>
                  </a:lnTo>
                  <a:lnTo>
                    <a:pt x="10667" y="103632"/>
                  </a:lnTo>
                  <a:lnTo>
                    <a:pt x="19811" y="88392"/>
                  </a:lnTo>
                  <a:lnTo>
                    <a:pt x="25907" y="74675"/>
                  </a:lnTo>
                  <a:lnTo>
                    <a:pt x="36575" y="59436"/>
                  </a:lnTo>
                  <a:lnTo>
                    <a:pt x="56387" y="36575"/>
                  </a:lnTo>
                  <a:lnTo>
                    <a:pt x="68579" y="28956"/>
                  </a:lnTo>
                  <a:lnTo>
                    <a:pt x="82295" y="19812"/>
                  </a:lnTo>
                  <a:lnTo>
                    <a:pt x="97535" y="13716"/>
                  </a:lnTo>
                  <a:lnTo>
                    <a:pt x="111251" y="9144"/>
                  </a:lnTo>
                  <a:lnTo>
                    <a:pt x="126491" y="3047"/>
                  </a:lnTo>
                  <a:lnTo>
                    <a:pt x="143255" y="0"/>
                  </a:lnTo>
                  <a:lnTo>
                    <a:pt x="173735" y="0"/>
                  </a:lnTo>
                  <a:lnTo>
                    <a:pt x="192023" y="3047"/>
                  </a:lnTo>
                  <a:lnTo>
                    <a:pt x="205739" y="9144"/>
                  </a:lnTo>
                  <a:lnTo>
                    <a:pt x="220979" y="13716"/>
                  </a:lnTo>
                  <a:lnTo>
                    <a:pt x="234695" y="19812"/>
                  </a:lnTo>
                  <a:lnTo>
                    <a:pt x="248411" y="28956"/>
                  </a:lnTo>
                  <a:lnTo>
                    <a:pt x="260603" y="36575"/>
                  </a:lnTo>
                  <a:lnTo>
                    <a:pt x="271271" y="48768"/>
                  </a:lnTo>
                  <a:lnTo>
                    <a:pt x="283463" y="59436"/>
                  </a:lnTo>
                  <a:lnTo>
                    <a:pt x="292607" y="74675"/>
                  </a:lnTo>
                  <a:lnTo>
                    <a:pt x="300227" y="88392"/>
                  </a:lnTo>
                  <a:lnTo>
                    <a:pt x="306324" y="103632"/>
                  </a:lnTo>
                  <a:lnTo>
                    <a:pt x="312419" y="117348"/>
                  </a:lnTo>
                  <a:lnTo>
                    <a:pt x="315467" y="134112"/>
                  </a:lnTo>
                  <a:lnTo>
                    <a:pt x="318515" y="149351"/>
                  </a:lnTo>
                  <a:lnTo>
                    <a:pt x="320039" y="166115"/>
                  </a:lnTo>
                  <a:lnTo>
                    <a:pt x="318515" y="182880"/>
                  </a:lnTo>
                  <a:lnTo>
                    <a:pt x="315467" y="201168"/>
                  </a:lnTo>
                  <a:lnTo>
                    <a:pt x="312419" y="217932"/>
                  </a:lnTo>
                  <a:lnTo>
                    <a:pt x="306324" y="231648"/>
                  </a:lnTo>
                  <a:lnTo>
                    <a:pt x="300227" y="246888"/>
                  </a:lnTo>
                  <a:lnTo>
                    <a:pt x="292607" y="260604"/>
                  </a:lnTo>
                  <a:lnTo>
                    <a:pt x="283463" y="272796"/>
                  </a:lnTo>
                  <a:lnTo>
                    <a:pt x="271271" y="283464"/>
                  </a:lnTo>
                  <a:lnTo>
                    <a:pt x="260603" y="295656"/>
                  </a:lnTo>
                  <a:lnTo>
                    <a:pt x="220979" y="321564"/>
                  </a:lnTo>
                  <a:lnTo>
                    <a:pt x="173735" y="332232"/>
                  </a:lnTo>
                  <a:lnTo>
                    <a:pt x="160019" y="3352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273283" y="1765312"/>
              <a:ext cx="584200" cy="527050"/>
            </a:xfrm>
            <a:custGeom>
              <a:avLst/>
              <a:gdLst/>
              <a:ahLst/>
              <a:cxnLst/>
              <a:rect l="l" t="t" r="r" b="b"/>
              <a:pathLst>
                <a:path w="584200" h="527050">
                  <a:moveTo>
                    <a:pt x="176784" y="0"/>
                  </a:moveTo>
                  <a:lnTo>
                    <a:pt x="163068" y="0"/>
                  </a:lnTo>
                  <a:lnTo>
                    <a:pt x="163068" y="10160"/>
                  </a:lnTo>
                  <a:lnTo>
                    <a:pt x="163068" y="172720"/>
                  </a:lnTo>
                  <a:lnTo>
                    <a:pt x="10668" y="172720"/>
                  </a:lnTo>
                  <a:lnTo>
                    <a:pt x="10668" y="10160"/>
                  </a:lnTo>
                  <a:lnTo>
                    <a:pt x="163068" y="10160"/>
                  </a:lnTo>
                  <a:lnTo>
                    <a:pt x="163068" y="0"/>
                  </a:lnTo>
                  <a:lnTo>
                    <a:pt x="0" y="0"/>
                  </a:lnTo>
                  <a:lnTo>
                    <a:pt x="0" y="10160"/>
                  </a:lnTo>
                  <a:lnTo>
                    <a:pt x="0" y="172720"/>
                  </a:lnTo>
                  <a:lnTo>
                    <a:pt x="0" y="179070"/>
                  </a:lnTo>
                  <a:lnTo>
                    <a:pt x="0" y="185420"/>
                  </a:lnTo>
                  <a:lnTo>
                    <a:pt x="167640" y="185420"/>
                  </a:lnTo>
                  <a:lnTo>
                    <a:pt x="176784" y="185420"/>
                  </a:lnTo>
                  <a:lnTo>
                    <a:pt x="176784" y="179324"/>
                  </a:lnTo>
                  <a:lnTo>
                    <a:pt x="167640" y="179324"/>
                  </a:lnTo>
                  <a:lnTo>
                    <a:pt x="167640" y="179070"/>
                  </a:lnTo>
                  <a:lnTo>
                    <a:pt x="176784" y="179070"/>
                  </a:lnTo>
                  <a:lnTo>
                    <a:pt x="176784" y="173228"/>
                  </a:lnTo>
                  <a:lnTo>
                    <a:pt x="176784" y="172720"/>
                  </a:lnTo>
                  <a:lnTo>
                    <a:pt x="176784" y="10160"/>
                  </a:lnTo>
                  <a:lnTo>
                    <a:pt x="176784" y="0"/>
                  </a:lnTo>
                  <a:close/>
                </a:path>
                <a:path w="584200" h="527050">
                  <a:moveTo>
                    <a:pt x="583704" y="351523"/>
                  </a:moveTo>
                  <a:lnTo>
                    <a:pt x="580656" y="334759"/>
                  </a:lnTo>
                  <a:lnTo>
                    <a:pt x="577608" y="316471"/>
                  </a:lnTo>
                  <a:lnTo>
                    <a:pt x="576084" y="299707"/>
                  </a:lnTo>
                  <a:lnTo>
                    <a:pt x="573036" y="292849"/>
                  </a:lnTo>
                  <a:lnTo>
                    <a:pt x="573036" y="351523"/>
                  </a:lnTo>
                  <a:lnTo>
                    <a:pt x="569988" y="368287"/>
                  </a:lnTo>
                  <a:lnTo>
                    <a:pt x="566940" y="386575"/>
                  </a:lnTo>
                  <a:lnTo>
                    <a:pt x="563892" y="400291"/>
                  </a:lnTo>
                  <a:lnTo>
                    <a:pt x="557796" y="414007"/>
                  </a:lnTo>
                  <a:lnTo>
                    <a:pt x="551700" y="429247"/>
                  </a:lnTo>
                  <a:lnTo>
                    <a:pt x="544080" y="442963"/>
                  </a:lnTo>
                  <a:lnTo>
                    <a:pt x="534936" y="455155"/>
                  </a:lnTo>
                  <a:lnTo>
                    <a:pt x="527316" y="465823"/>
                  </a:lnTo>
                  <a:lnTo>
                    <a:pt x="489216" y="494779"/>
                  </a:lnTo>
                  <a:lnTo>
                    <a:pt x="449592" y="508495"/>
                  </a:lnTo>
                  <a:lnTo>
                    <a:pt x="431304" y="511543"/>
                  </a:lnTo>
                  <a:lnTo>
                    <a:pt x="400824" y="511543"/>
                  </a:lnTo>
                  <a:lnTo>
                    <a:pt x="385584" y="508495"/>
                  </a:lnTo>
                  <a:lnTo>
                    <a:pt x="371868" y="506971"/>
                  </a:lnTo>
                  <a:lnTo>
                    <a:pt x="358152" y="500875"/>
                  </a:lnTo>
                  <a:lnTo>
                    <a:pt x="342912" y="494779"/>
                  </a:lnTo>
                  <a:lnTo>
                    <a:pt x="332244" y="485635"/>
                  </a:lnTo>
                  <a:lnTo>
                    <a:pt x="320052" y="478015"/>
                  </a:lnTo>
                  <a:lnTo>
                    <a:pt x="309384" y="465823"/>
                  </a:lnTo>
                  <a:lnTo>
                    <a:pt x="297192" y="455155"/>
                  </a:lnTo>
                  <a:lnTo>
                    <a:pt x="288048" y="442963"/>
                  </a:lnTo>
                  <a:lnTo>
                    <a:pt x="280428" y="429247"/>
                  </a:lnTo>
                  <a:lnTo>
                    <a:pt x="274332" y="414007"/>
                  </a:lnTo>
                  <a:lnTo>
                    <a:pt x="268236" y="400291"/>
                  </a:lnTo>
                  <a:lnTo>
                    <a:pt x="265188" y="386575"/>
                  </a:lnTo>
                  <a:lnTo>
                    <a:pt x="263664" y="368287"/>
                  </a:lnTo>
                  <a:lnTo>
                    <a:pt x="263664" y="337807"/>
                  </a:lnTo>
                  <a:lnTo>
                    <a:pt x="274332" y="289039"/>
                  </a:lnTo>
                  <a:lnTo>
                    <a:pt x="297192" y="250939"/>
                  </a:lnTo>
                  <a:lnTo>
                    <a:pt x="309384" y="240271"/>
                  </a:lnTo>
                  <a:lnTo>
                    <a:pt x="320052" y="228079"/>
                  </a:lnTo>
                  <a:lnTo>
                    <a:pt x="332244" y="218935"/>
                  </a:lnTo>
                  <a:lnTo>
                    <a:pt x="342912" y="211315"/>
                  </a:lnTo>
                  <a:lnTo>
                    <a:pt x="358152" y="205219"/>
                  </a:lnTo>
                  <a:lnTo>
                    <a:pt x="371868" y="199123"/>
                  </a:lnTo>
                  <a:lnTo>
                    <a:pt x="385584" y="194551"/>
                  </a:lnTo>
                  <a:lnTo>
                    <a:pt x="400824" y="191503"/>
                  </a:lnTo>
                  <a:lnTo>
                    <a:pt x="431304" y="191503"/>
                  </a:lnTo>
                  <a:lnTo>
                    <a:pt x="449592" y="194551"/>
                  </a:lnTo>
                  <a:lnTo>
                    <a:pt x="463308" y="199123"/>
                  </a:lnTo>
                  <a:lnTo>
                    <a:pt x="478548" y="205219"/>
                  </a:lnTo>
                  <a:lnTo>
                    <a:pt x="489216" y="211315"/>
                  </a:lnTo>
                  <a:lnTo>
                    <a:pt x="504456" y="218935"/>
                  </a:lnTo>
                  <a:lnTo>
                    <a:pt x="515124" y="228079"/>
                  </a:lnTo>
                  <a:lnTo>
                    <a:pt x="527316" y="240271"/>
                  </a:lnTo>
                  <a:lnTo>
                    <a:pt x="534936" y="250939"/>
                  </a:lnTo>
                  <a:lnTo>
                    <a:pt x="544080" y="263131"/>
                  </a:lnTo>
                  <a:lnTo>
                    <a:pt x="563892" y="305803"/>
                  </a:lnTo>
                  <a:lnTo>
                    <a:pt x="569988" y="337807"/>
                  </a:lnTo>
                  <a:lnTo>
                    <a:pt x="573036" y="351523"/>
                  </a:lnTo>
                  <a:lnTo>
                    <a:pt x="573036" y="292849"/>
                  </a:lnTo>
                  <a:lnTo>
                    <a:pt x="569988" y="285991"/>
                  </a:lnTo>
                  <a:lnTo>
                    <a:pt x="563892" y="270751"/>
                  </a:lnTo>
                  <a:lnTo>
                    <a:pt x="554748" y="257035"/>
                  </a:lnTo>
                  <a:lnTo>
                    <a:pt x="544080" y="243319"/>
                  </a:lnTo>
                  <a:lnTo>
                    <a:pt x="534936" y="231127"/>
                  </a:lnTo>
                  <a:lnTo>
                    <a:pt x="524268" y="218935"/>
                  </a:lnTo>
                  <a:lnTo>
                    <a:pt x="509028" y="208267"/>
                  </a:lnTo>
                  <a:lnTo>
                    <a:pt x="495312" y="199123"/>
                  </a:lnTo>
                  <a:lnTo>
                    <a:pt x="480072" y="194551"/>
                  </a:lnTo>
                  <a:lnTo>
                    <a:pt x="473214" y="191503"/>
                  </a:lnTo>
                  <a:lnTo>
                    <a:pt x="466356" y="188455"/>
                  </a:lnTo>
                  <a:lnTo>
                    <a:pt x="449592" y="182359"/>
                  </a:lnTo>
                  <a:lnTo>
                    <a:pt x="434352" y="179311"/>
                  </a:lnTo>
                  <a:lnTo>
                    <a:pt x="400824" y="179311"/>
                  </a:lnTo>
                  <a:lnTo>
                    <a:pt x="384060" y="182359"/>
                  </a:lnTo>
                  <a:lnTo>
                    <a:pt x="365772" y="188455"/>
                  </a:lnTo>
                  <a:lnTo>
                    <a:pt x="352056" y="194551"/>
                  </a:lnTo>
                  <a:lnTo>
                    <a:pt x="336816" y="199123"/>
                  </a:lnTo>
                  <a:lnTo>
                    <a:pt x="323100" y="208267"/>
                  </a:lnTo>
                  <a:lnTo>
                    <a:pt x="300240" y="231127"/>
                  </a:lnTo>
                  <a:lnTo>
                    <a:pt x="288048" y="243319"/>
                  </a:lnTo>
                  <a:lnTo>
                    <a:pt x="280428" y="257035"/>
                  </a:lnTo>
                  <a:lnTo>
                    <a:pt x="271284" y="270751"/>
                  </a:lnTo>
                  <a:lnTo>
                    <a:pt x="263664" y="285991"/>
                  </a:lnTo>
                  <a:lnTo>
                    <a:pt x="257568" y="299707"/>
                  </a:lnTo>
                  <a:lnTo>
                    <a:pt x="254520" y="316471"/>
                  </a:lnTo>
                  <a:lnTo>
                    <a:pt x="251472" y="334759"/>
                  </a:lnTo>
                  <a:lnTo>
                    <a:pt x="251472" y="368287"/>
                  </a:lnTo>
                  <a:lnTo>
                    <a:pt x="263664" y="420103"/>
                  </a:lnTo>
                  <a:lnTo>
                    <a:pt x="280428" y="449059"/>
                  </a:lnTo>
                  <a:lnTo>
                    <a:pt x="288048" y="462775"/>
                  </a:lnTo>
                  <a:lnTo>
                    <a:pt x="323100" y="494779"/>
                  </a:lnTo>
                  <a:lnTo>
                    <a:pt x="365772" y="517639"/>
                  </a:lnTo>
                  <a:lnTo>
                    <a:pt x="384060" y="520687"/>
                  </a:lnTo>
                  <a:lnTo>
                    <a:pt x="417588" y="526783"/>
                  </a:lnTo>
                  <a:lnTo>
                    <a:pt x="434352" y="523735"/>
                  </a:lnTo>
                  <a:lnTo>
                    <a:pt x="449592" y="520687"/>
                  </a:lnTo>
                  <a:lnTo>
                    <a:pt x="466356" y="517639"/>
                  </a:lnTo>
                  <a:lnTo>
                    <a:pt x="480072" y="511543"/>
                  </a:lnTo>
                  <a:lnTo>
                    <a:pt x="495312" y="503923"/>
                  </a:lnTo>
                  <a:lnTo>
                    <a:pt x="509028" y="494779"/>
                  </a:lnTo>
                  <a:lnTo>
                    <a:pt x="524268" y="485635"/>
                  </a:lnTo>
                  <a:lnTo>
                    <a:pt x="534936" y="474967"/>
                  </a:lnTo>
                  <a:lnTo>
                    <a:pt x="544080" y="462775"/>
                  </a:lnTo>
                  <a:lnTo>
                    <a:pt x="554748" y="449059"/>
                  </a:lnTo>
                  <a:lnTo>
                    <a:pt x="563892" y="435343"/>
                  </a:lnTo>
                  <a:lnTo>
                    <a:pt x="569988" y="420103"/>
                  </a:lnTo>
                  <a:lnTo>
                    <a:pt x="576084" y="403339"/>
                  </a:lnTo>
                  <a:lnTo>
                    <a:pt x="577608" y="386575"/>
                  </a:lnTo>
                  <a:lnTo>
                    <a:pt x="580656" y="368287"/>
                  </a:lnTo>
                  <a:lnTo>
                    <a:pt x="583704" y="351523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15767" y="1251203"/>
              <a:ext cx="166115" cy="137160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2569464" y="1257300"/>
              <a:ext cx="307975" cy="203200"/>
            </a:xfrm>
            <a:custGeom>
              <a:avLst/>
              <a:gdLst/>
              <a:ahLst/>
              <a:cxnLst/>
              <a:rect l="l" t="t" r="r" b="b"/>
              <a:pathLst>
                <a:path w="307975" h="203200">
                  <a:moveTo>
                    <a:pt x="155447" y="202691"/>
                  </a:moveTo>
                  <a:lnTo>
                    <a:pt x="0" y="202691"/>
                  </a:lnTo>
                  <a:lnTo>
                    <a:pt x="152400" y="0"/>
                  </a:lnTo>
                  <a:lnTo>
                    <a:pt x="307847" y="0"/>
                  </a:lnTo>
                  <a:lnTo>
                    <a:pt x="155447" y="202691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567940" y="1251203"/>
              <a:ext cx="312420" cy="215265"/>
            </a:xfrm>
            <a:custGeom>
              <a:avLst/>
              <a:gdLst/>
              <a:ahLst/>
              <a:cxnLst/>
              <a:rect l="l" t="t" r="r" b="b"/>
              <a:pathLst>
                <a:path w="312419" h="215265">
                  <a:moveTo>
                    <a:pt x="156972" y="208787"/>
                  </a:moveTo>
                  <a:lnTo>
                    <a:pt x="1524" y="208787"/>
                  </a:lnTo>
                  <a:lnTo>
                    <a:pt x="1524" y="205739"/>
                  </a:lnTo>
                  <a:lnTo>
                    <a:pt x="0" y="202691"/>
                  </a:lnTo>
                  <a:lnTo>
                    <a:pt x="147828" y="0"/>
                  </a:lnTo>
                  <a:lnTo>
                    <a:pt x="153924" y="6095"/>
                  </a:lnTo>
                  <a:lnTo>
                    <a:pt x="309372" y="6095"/>
                  </a:lnTo>
                  <a:lnTo>
                    <a:pt x="312419" y="7619"/>
                  </a:lnTo>
                  <a:lnTo>
                    <a:pt x="310190" y="10667"/>
                  </a:lnTo>
                  <a:lnTo>
                    <a:pt x="155448" y="10667"/>
                  </a:lnTo>
                  <a:lnTo>
                    <a:pt x="16764" y="201167"/>
                  </a:lnTo>
                  <a:lnTo>
                    <a:pt x="170869" y="201167"/>
                  </a:lnTo>
                  <a:lnTo>
                    <a:pt x="167526" y="205739"/>
                  </a:lnTo>
                  <a:lnTo>
                    <a:pt x="156972" y="205739"/>
                  </a:lnTo>
                  <a:lnTo>
                    <a:pt x="156972" y="208787"/>
                  </a:lnTo>
                  <a:close/>
                </a:path>
                <a:path w="312419" h="215265">
                  <a:moveTo>
                    <a:pt x="153924" y="6095"/>
                  </a:moveTo>
                  <a:lnTo>
                    <a:pt x="147828" y="0"/>
                  </a:lnTo>
                  <a:lnTo>
                    <a:pt x="153924" y="0"/>
                  </a:lnTo>
                  <a:lnTo>
                    <a:pt x="153924" y="6095"/>
                  </a:lnTo>
                  <a:close/>
                </a:path>
                <a:path w="312419" h="215265">
                  <a:moveTo>
                    <a:pt x="309372" y="6095"/>
                  </a:moveTo>
                  <a:lnTo>
                    <a:pt x="153924" y="6095"/>
                  </a:lnTo>
                  <a:lnTo>
                    <a:pt x="153924" y="0"/>
                  </a:lnTo>
                  <a:lnTo>
                    <a:pt x="309372" y="0"/>
                  </a:lnTo>
                  <a:lnTo>
                    <a:pt x="309372" y="6095"/>
                  </a:lnTo>
                  <a:close/>
                </a:path>
                <a:path w="312419" h="215265">
                  <a:moveTo>
                    <a:pt x="312419" y="7619"/>
                  </a:moveTo>
                  <a:lnTo>
                    <a:pt x="309372" y="6095"/>
                  </a:lnTo>
                  <a:lnTo>
                    <a:pt x="309372" y="0"/>
                  </a:lnTo>
                  <a:lnTo>
                    <a:pt x="312419" y="7619"/>
                  </a:lnTo>
                  <a:close/>
                </a:path>
                <a:path w="312419" h="215265">
                  <a:moveTo>
                    <a:pt x="170869" y="201167"/>
                  </a:moveTo>
                  <a:lnTo>
                    <a:pt x="156972" y="201167"/>
                  </a:lnTo>
                  <a:lnTo>
                    <a:pt x="294131" y="10667"/>
                  </a:lnTo>
                  <a:lnTo>
                    <a:pt x="310190" y="10667"/>
                  </a:lnTo>
                  <a:lnTo>
                    <a:pt x="170869" y="201167"/>
                  </a:lnTo>
                  <a:close/>
                </a:path>
                <a:path w="312419" h="215265">
                  <a:moveTo>
                    <a:pt x="156972" y="214883"/>
                  </a:moveTo>
                  <a:lnTo>
                    <a:pt x="1524" y="214883"/>
                  </a:lnTo>
                  <a:lnTo>
                    <a:pt x="0" y="202691"/>
                  </a:lnTo>
                  <a:lnTo>
                    <a:pt x="1524" y="208787"/>
                  </a:lnTo>
                  <a:lnTo>
                    <a:pt x="156972" y="208787"/>
                  </a:lnTo>
                  <a:lnTo>
                    <a:pt x="163067" y="211835"/>
                  </a:lnTo>
                  <a:lnTo>
                    <a:pt x="156972" y="214883"/>
                  </a:lnTo>
                  <a:close/>
                </a:path>
                <a:path w="312419" h="215265">
                  <a:moveTo>
                    <a:pt x="163067" y="211835"/>
                  </a:moveTo>
                  <a:lnTo>
                    <a:pt x="156972" y="205739"/>
                  </a:lnTo>
                  <a:lnTo>
                    <a:pt x="167526" y="205739"/>
                  </a:lnTo>
                  <a:lnTo>
                    <a:pt x="163067" y="211835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724911" y="1257300"/>
              <a:ext cx="152400" cy="329565"/>
            </a:xfrm>
            <a:custGeom>
              <a:avLst/>
              <a:gdLst/>
              <a:ahLst/>
              <a:cxnLst/>
              <a:rect l="l" t="t" r="r" b="b"/>
              <a:pathLst>
                <a:path w="152400" h="329565">
                  <a:moveTo>
                    <a:pt x="0" y="329183"/>
                  </a:moveTo>
                  <a:lnTo>
                    <a:pt x="0" y="202691"/>
                  </a:lnTo>
                  <a:lnTo>
                    <a:pt x="152400" y="0"/>
                  </a:lnTo>
                  <a:lnTo>
                    <a:pt x="152400" y="124967"/>
                  </a:lnTo>
                  <a:lnTo>
                    <a:pt x="0" y="32918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718815" y="1251203"/>
              <a:ext cx="163195" cy="338455"/>
            </a:xfrm>
            <a:custGeom>
              <a:avLst/>
              <a:gdLst/>
              <a:ahLst/>
              <a:cxnLst/>
              <a:rect l="l" t="t" r="r" b="b"/>
              <a:pathLst>
                <a:path w="163194" h="338455">
                  <a:moveTo>
                    <a:pt x="13716" y="208788"/>
                  </a:moveTo>
                  <a:lnTo>
                    <a:pt x="9144" y="208788"/>
                  </a:lnTo>
                  <a:lnTo>
                    <a:pt x="3048" y="202692"/>
                  </a:lnTo>
                  <a:lnTo>
                    <a:pt x="152400" y="0"/>
                  </a:lnTo>
                  <a:lnTo>
                    <a:pt x="158496" y="6096"/>
                  </a:lnTo>
                  <a:lnTo>
                    <a:pt x="163068" y="6096"/>
                  </a:lnTo>
                  <a:lnTo>
                    <a:pt x="163068" y="19812"/>
                  </a:lnTo>
                  <a:lnTo>
                    <a:pt x="152400" y="19812"/>
                  </a:lnTo>
                  <a:lnTo>
                    <a:pt x="13716" y="208788"/>
                  </a:lnTo>
                  <a:close/>
                </a:path>
                <a:path w="163194" h="338455">
                  <a:moveTo>
                    <a:pt x="163068" y="6096"/>
                  </a:moveTo>
                  <a:lnTo>
                    <a:pt x="158496" y="6096"/>
                  </a:lnTo>
                  <a:lnTo>
                    <a:pt x="152400" y="0"/>
                  </a:lnTo>
                  <a:lnTo>
                    <a:pt x="163068" y="6096"/>
                  </a:lnTo>
                  <a:close/>
                </a:path>
                <a:path w="163194" h="338455">
                  <a:moveTo>
                    <a:pt x="27525" y="316992"/>
                  </a:moveTo>
                  <a:lnTo>
                    <a:pt x="15240" y="316992"/>
                  </a:lnTo>
                  <a:lnTo>
                    <a:pt x="152400" y="129540"/>
                  </a:lnTo>
                  <a:lnTo>
                    <a:pt x="152400" y="19812"/>
                  </a:lnTo>
                  <a:lnTo>
                    <a:pt x="163068" y="19812"/>
                  </a:lnTo>
                  <a:lnTo>
                    <a:pt x="163068" y="131064"/>
                  </a:lnTo>
                  <a:lnTo>
                    <a:pt x="156972" y="131064"/>
                  </a:lnTo>
                  <a:lnTo>
                    <a:pt x="161544" y="134112"/>
                  </a:lnTo>
                  <a:lnTo>
                    <a:pt x="27525" y="316992"/>
                  </a:lnTo>
                  <a:close/>
                </a:path>
                <a:path w="163194" h="338455">
                  <a:moveTo>
                    <a:pt x="161544" y="134112"/>
                  </a:moveTo>
                  <a:lnTo>
                    <a:pt x="158496" y="131064"/>
                  </a:lnTo>
                  <a:lnTo>
                    <a:pt x="163068" y="131064"/>
                  </a:lnTo>
                  <a:lnTo>
                    <a:pt x="161544" y="134112"/>
                  </a:lnTo>
                  <a:close/>
                </a:path>
                <a:path w="163194" h="338455">
                  <a:moveTo>
                    <a:pt x="12192" y="338328"/>
                  </a:moveTo>
                  <a:lnTo>
                    <a:pt x="0" y="335280"/>
                  </a:lnTo>
                  <a:lnTo>
                    <a:pt x="0" y="208788"/>
                  </a:lnTo>
                  <a:lnTo>
                    <a:pt x="3048" y="202692"/>
                  </a:lnTo>
                  <a:lnTo>
                    <a:pt x="6096" y="208788"/>
                  </a:lnTo>
                  <a:lnTo>
                    <a:pt x="15240" y="208788"/>
                  </a:lnTo>
                  <a:lnTo>
                    <a:pt x="15240" y="316992"/>
                  </a:lnTo>
                  <a:lnTo>
                    <a:pt x="27525" y="316992"/>
                  </a:lnTo>
                  <a:lnTo>
                    <a:pt x="15240" y="333756"/>
                  </a:lnTo>
                  <a:lnTo>
                    <a:pt x="15240" y="335280"/>
                  </a:lnTo>
                  <a:lnTo>
                    <a:pt x="6096" y="335280"/>
                  </a:lnTo>
                  <a:lnTo>
                    <a:pt x="12192" y="338328"/>
                  </a:lnTo>
                  <a:close/>
                </a:path>
                <a:path w="163194" h="338455">
                  <a:moveTo>
                    <a:pt x="12192" y="338328"/>
                  </a:moveTo>
                  <a:lnTo>
                    <a:pt x="7620" y="335280"/>
                  </a:lnTo>
                  <a:lnTo>
                    <a:pt x="13716" y="335280"/>
                  </a:lnTo>
                  <a:lnTo>
                    <a:pt x="12192" y="33832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4892" y="1452371"/>
              <a:ext cx="169164" cy="140208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2564892" y="1460499"/>
              <a:ext cx="5080" cy="125730"/>
            </a:xfrm>
            <a:custGeom>
              <a:avLst/>
              <a:gdLst/>
              <a:ahLst/>
              <a:cxnLst/>
              <a:rect l="l" t="t" r="r" b="b"/>
              <a:pathLst>
                <a:path w="5080" h="125730">
                  <a:moveTo>
                    <a:pt x="4572" y="119380"/>
                  </a:moveTo>
                  <a:lnTo>
                    <a:pt x="0" y="119380"/>
                  </a:lnTo>
                  <a:lnTo>
                    <a:pt x="0" y="125730"/>
                  </a:lnTo>
                  <a:lnTo>
                    <a:pt x="4572" y="125730"/>
                  </a:lnTo>
                  <a:lnTo>
                    <a:pt x="4572" y="119380"/>
                  </a:lnTo>
                  <a:close/>
                </a:path>
                <a:path w="5080" h="125730">
                  <a:moveTo>
                    <a:pt x="4572" y="0"/>
                  </a:moveTo>
                  <a:lnTo>
                    <a:pt x="0" y="0"/>
                  </a:lnTo>
                  <a:lnTo>
                    <a:pt x="0" y="5080"/>
                  </a:lnTo>
                  <a:lnTo>
                    <a:pt x="4572" y="5080"/>
                  </a:lnTo>
                  <a:lnTo>
                    <a:pt x="457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569464" y="1257300"/>
              <a:ext cx="307975" cy="203200"/>
            </a:xfrm>
            <a:custGeom>
              <a:avLst/>
              <a:gdLst/>
              <a:ahLst/>
              <a:cxnLst/>
              <a:rect l="l" t="t" r="r" b="b"/>
              <a:pathLst>
                <a:path w="307975" h="203200">
                  <a:moveTo>
                    <a:pt x="155447" y="202691"/>
                  </a:moveTo>
                  <a:lnTo>
                    <a:pt x="0" y="202691"/>
                  </a:lnTo>
                  <a:lnTo>
                    <a:pt x="152400" y="0"/>
                  </a:lnTo>
                  <a:lnTo>
                    <a:pt x="307847" y="0"/>
                  </a:lnTo>
                  <a:lnTo>
                    <a:pt x="155447" y="202691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567940" y="1251203"/>
              <a:ext cx="312420" cy="215265"/>
            </a:xfrm>
            <a:custGeom>
              <a:avLst/>
              <a:gdLst/>
              <a:ahLst/>
              <a:cxnLst/>
              <a:rect l="l" t="t" r="r" b="b"/>
              <a:pathLst>
                <a:path w="312419" h="215265">
                  <a:moveTo>
                    <a:pt x="156972" y="208787"/>
                  </a:moveTo>
                  <a:lnTo>
                    <a:pt x="1524" y="208787"/>
                  </a:lnTo>
                  <a:lnTo>
                    <a:pt x="1524" y="205739"/>
                  </a:lnTo>
                  <a:lnTo>
                    <a:pt x="0" y="202691"/>
                  </a:lnTo>
                  <a:lnTo>
                    <a:pt x="147828" y="0"/>
                  </a:lnTo>
                  <a:lnTo>
                    <a:pt x="153924" y="6095"/>
                  </a:lnTo>
                  <a:lnTo>
                    <a:pt x="309372" y="6095"/>
                  </a:lnTo>
                  <a:lnTo>
                    <a:pt x="312419" y="7619"/>
                  </a:lnTo>
                  <a:lnTo>
                    <a:pt x="310190" y="10667"/>
                  </a:lnTo>
                  <a:lnTo>
                    <a:pt x="155448" y="10667"/>
                  </a:lnTo>
                  <a:lnTo>
                    <a:pt x="16764" y="201167"/>
                  </a:lnTo>
                  <a:lnTo>
                    <a:pt x="170869" y="201167"/>
                  </a:lnTo>
                  <a:lnTo>
                    <a:pt x="167526" y="205739"/>
                  </a:lnTo>
                  <a:lnTo>
                    <a:pt x="156972" y="205739"/>
                  </a:lnTo>
                  <a:lnTo>
                    <a:pt x="156972" y="208787"/>
                  </a:lnTo>
                  <a:close/>
                </a:path>
                <a:path w="312419" h="215265">
                  <a:moveTo>
                    <a:pt x="153924" y="6095"/>
                  </a:moveTo>
                  <a:lnTo>
                    <a:pt x="147828" y="0"/>
                  </a:lnTo>
                  <a:lnTo>
                    <a:pt x="153924" y="0"/>
                  </a:lnTo>
                  <a:lnTo>
                    <a:pt x="153924" y="6095"/>
                  </a:lnTo>
                  <a:close/>
                </a:path>
                <a:path w="312419" h="215265">
                  <a:moveTo>
                    <a:pt x="309372" y="6095"/>
                  </a:moveTo>
                  <a:lnTo>
                    <a:pt x="153924" y="6095"/>
                  </a:lnTo>
                  <a:lnTo>
                    <a:pt x="153924" y="0"/>
                  </a:lnTo>
                  <a:lnTo>
                    <a:pt x="309372" y="0"/>
                  </a:lnTo>
                  <a:lnTo>
                    <a:pt x="309372" y="6095"/>
                  </a:lnTo>
                  <a:close/>
                </a:path>
                <a:path w="312419" h="215265">
                  <a:moveTo>
                    <a:pt x="312419" y="7619"/>
                  </a:moveTo>
                  <a:lnTo>
                    <a:pt x="309372" y="6095"/>
                  </a:lnTo>
                  <a:lnTo>
                    <a:pt x="309372" y="0"/>
                  </a:lnTo>
                  <a:lnTo>
                    <a:pt x="312419" y="7619"/>
                  </a:lnTo>
                  <a:close/>
                </a:path>
                <a:path w="312419" h="215265">
                  <a:moveTo>
                    <a:pt x="170869" y="201167"/>
                  </a:moveTo>
                  <a:lnTo>
                    <a:pt x="156972" y="201167"/>
                  </a:lnTo>
                  <a:lnTo>
                    <a:pt x="294131" y="10667"/>
                  </a:lnTo>
                  <a:lnTo>
                    <a:pt x="310190" y="10667"/>
                  </a:lnTo>
                  <a:lnTo>
                    <a:pt x="170869" y="201167"/>
                  </a:lnTo>
                  <a:close/>
                </a:path>
                <a:path w="312419" h="215265">
                  <a:moveTo>
                    <a:pt x="156972" y="214883"/>
                  </a:moveTo>
                  <a:lnTo>
                    <a:pt x="1524" y="214883"/>
                  </a:lnTo>
                  <a:lnTo>
                    <a:pt x="0" y="202691"/>
                  </a:lnTo>
                  <a:lnTo>
                    <a:pt x="1524" y="208787"/>
                  </a:lnTo>
                  <a:lnTo>
                    <a:pt x="156972" y="208787"/>
                  </a:lnTo>
                  <a:lnTo>
                    <a:pt x="163067" y="211835"/>
                  </a:lnTo>
                  <a:lnTo>
                    <a:pt x="156972" y="214883"/>
                  </a:lnTo>
                  <a:close/>
                </a:path>
                <a:path w="312419" h="215265">
                  <a:moveTo>
                    <a:pt x="163067" y="211835"/>
                  </a:moveTo>
                  <a:lnTo>
                    <a:pt x="156972" y="205739"/>
                  </a:lnTo>
                  <a:lnTo>
                    <a:pt x="167526" y="205739"/>
                  </a:lnTo>
                  <a:lnTo>
                    <a:pt x="163067" y="211835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724911" y="1257300"/>
              <a:ext cx="152400" cy="329565"/>
            </a:xfrm>
            <a:custGeom>
              <a:avLst/>
              <a:gdLst/>
              <a:ahLst/>
              <a:cxnLst/>
              <a:rect l="l" t="t" r="r" b="b"/>
              <a:pathLst>
                <a:path w="152400" h="329565">
                  <a:moveTo>
                    <a:pt x="0" y="329183"/>
                  </a:moveTo>
                  <a:lnTo>
                    <a:pt x="0" y="202691"/>
                  </a:lnTo>
                  <a:lnTo>
                    <a:pt x="152400" y="0"/>
                  </a:lnTo>
                  <a:lnTo>
                    <a:pt x="152400" y="124967"/>
                  </a:lnTo>
                  <a:lnTo>
                    <a:pt x="0" y="32918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564892" y="1251203"/>
              <a:ext cx="317500" cy="341630"/>
            </a:xfrm>
            <a:custGeom>
              <a:avLst/>
              <a:gdLst/>
              <a:ahLst/>
              <a:cxnLst/>
              <a:rect l="l" t="t" r="r" b="b"/>
              <a:pathLst>
                <a:path w="317500" h="341630">
                  <a:moveTo>
                    <a:pt x="316979" y="6096"/>
                  </a:moveTo>
                  <a:lnTo>
                    <a:pt x="306311" y="0"/>
                  </a:lnTo>
                  <a:lnTo>
                    <a:pt x="306311" y="19812"/>
                  </a:lnTo>
                  <a:lnTo>
                    <a:pt x="306311" y="129540"/>
                  </a:lnTo>
                  <a:lnTo>
                    <a:pt x="169164" y="316979"/>
                  </a:lnTo>
                  <a:lnTo>
                    <a:pt x="169164" y="214884"/>
                  </a:lnTo>
                  <a:lnTo>
                    <a:pt x="169151" y="214376"/>
                  </a:lnTo>
                  <a:lnTo>
                    <a:pt x="169164" y="209296"/>
                  </a:lnTo>
                  <a:lnTo>
                    <a:pt x="169151" y="208788"/>
                  </a:lnTo>
                  <a:lnTo>
                    <a:pt x="168198" y="208000"/>
                  </a:lnTo>
                  <a:lnTo>
                    <a:pt x="306311" y="19812"/>
                  </a:lnTo>
                  <a:lnTo>
                    <a:pt x="306311" y="0"/>
                  </a:lnTo>
                  <a:lnTo>
                    <a:pt x="157695" y="201676"/>
                  </a:lnTo>
                  <a:lnTo>
                    <a:pt x="153911" y="201676"/>
                  </a:lnTo>
                  <a:lnTo>
                    <a:pt x="153911" y="214376"/>
                  </a:lnTo>
                  <a:lnTo>
                    <a:pt x="153911" y="328676"/>
                  </a:lnTo>
                  <a:lnTo>
                    <a:pt x="13716" y="328676"/>
                  </a:lnTo>
                  <a:lnTo>
                    <a:pt x="13716" y="214376"/>
                  </a:lnTo>
                  <a:lnTo>
                    <a:pt x="153911" y="214376"/>
                  </a:lnTo>
                  <a:lnTo>
                    <a:pt x="153911" y="201676"/>
                  </a:lnTo>
                  <a:lnTo>
                    <a:pt x="1981" y="201676"/>
                  </a:lnTo>
                  <a:lnTo>
                    <a:pt x="1981" y="209296"/>
                  </a:lnTo>
                  <a:lnTo>
                    <a:pt x="0" y="209296"/>
                  </a:lnTo>
                  <a:lnTo>
                    <a:pt x="0" y="214376"/>
                  </a:lnTo>
                  <a:lnTo>
                    <a:pt x="0" y="328676"/>
                  </a:lnTo>
                  <a:lnTo>
                    <a:pt x="0" y="335026"/>
                  </a:lnTo>
                  <a:lnTo>
                    <a:pt x="2184" y="335026"/>
                  </a:lnTo>
                  <a:lnTo>
                    <a:pt x="2184" y="341376"/>
                  </a:lnTo>
                  <a:lnTo>
                    <a:pt x="164782" y="341376"/>
                  </a:lnTo>
                  <a:lnTo>
                    <a:pt x="164782" y="337997"/>
                  </a:lnTo>
                  <a:lnTo>
                    <a:pt x="166103" y="338328"/>
                  </a:lnTo>
                  <a:lnTo>
                    <a:pt x="164782" y="337667"/>
                  </a:lnTo>
                  <a:lnTo>
                    <a:pt x="164782" y="337451"/>
                  </a:lnTo>
                  <a:lnTo>
                    <a:pt x="166103" y="338328"/>
                  </a:lnTo>
                  <a:lnTo>
                    <a:pt x="167627" y="335280"/>
                  </a:lnTo>
                  <a:lnTo>
                    <a:pt x="169151" y="335280"/>
                  </a:lnTo>
                  <a:lnTo>
                    <a:pt x="169151" y="335026"/>
                  </a:lnTo>
                  <a:lnTo>
                    <a:pt x="169164" y="333743"/>
                  </a:lnTo>
                  <a:lnTo>
                    <a:pt x="181444" y="316992"/>
                  </a:lnTo>
                  <a:lnTo>
                    <a:pt x="315455" y="134112"/>
                  </a:lnTo>
                  <a:lnTo>
                    <a:pt x="310883" y="131064"/>
                  </a:lnTo>
                  <a:lnTo>
                    <a:pt x="312407" y="131064"/>
                  </a:lnTo>
                  <a:lnTo>
                    <a:pt x="315455" y="134112"/>
                  </a:lnTo>
                  <a:lnTo>
                    <a:pt x="316979" y="131064"/>
                  </a:lnTo>
                  <a:lnTo>
                    <a:pt x="316979" y="19812"/>
                  </a:lnTo>
                  <a:lnTo>
                    <a:pt x="316979" y="6096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601467" y="1488948"/>
              <a:ext cx="91440" cy="78105"/>
            </a:xfrm>
            <a:custGeom>
              <a:avLst/>
              <a:gdLst/>
              <a:ahLst/>
              <a:cxnLst/>
              <a:rect l="l" t="t" r="r" b="b"/>
              <a:pathLst>
                <a:path w="91439" h="78105">
                  <a:moveTo>
                    <a:pt x="45720" y="77723"/>
                  </a:moveTo>
                  <a:lnTo>
                    <a:pt x="38100" y="74675"/>
                  </a:lnTo>
                  <a:lnTo>
                    <a:pt x="28956" y="74675"/>
                  </a:lnTo>
                  <a:lnTo>
                    <a:pt x="15240" y="65531"/>
                  </a:lnTo>
                  <a:lnTo>
                    <a:pt x="9143" y="60959"/>
                  </a:lnTo>
                  <a:lnTo>
                    <a:pt x="3047" y="54863"/>
                  </a:lnTo>
                  <a:lnTo>
                    <a:pt x="0" y="45719"/>
                  </a:lnTo>
                  <a:lnTo>
                    <a:pt x="0" y="32003"/>
                  </a:lnTo>
                  <a:lnTo>
                    <a:pt x="3047" y="22859"/>
                  </a:lnTo>
                  <a:lnTo>
                    <a:pt x="9143" y="16763"/>
                  </a:lnTo>
                  <a:lnTo>
                    <a:pt x="15240" y="12191"/>
                  </a:lnTo>
                  <a:lnTo>
                    <a:pt x="19812" y="6095"/>
                  </a:lnTo>
                  <a:lnTo>
                    <a:pt x="38100" y="0"/>
                  </a:lnTo>
                  <a:lnTo>
                    <a:pt x="54864" y="0"/>
                  </a:lnTo>
                  <a:lnTo>
                    <a:pt x="64008" y="3047"/>
                  </a:lnTo>
                  <a:lnTo>
                    <a:pt x="71628" y="6095"/>
                  </a:lnTo>
                  <a:lnTo>
                    <a:pt x="77724" y="12191"/>
                  </a:lnTo>
                  <a:lnTo>
                    <a:pt x="83820" y="16763"/>
                  </a:lnTo>
                  <a:lnTo>
                    <a:pt x="86868" y="22859"/>
                  </a:lnTo>
                  <a:lnTo>
                    <a:pt x="88392" y="32003"/>
                  </a:lnTo>
                  <a:lnTo>
                    <a:pt x="91439" y="36575"/>
                  </a:lnTo>
                  <a:lnTo>
                    <a:pt x="88392" y="45719"/>
                  </a:lnTo>
                  <a:lnTo>
                    <a:pt x="86868" y="54863"/>
                  </a:lnTo>
                  <a:lnTo>
                    <a:pt x="83820" y="60959"/>
                  </a:lnTo>
                  <a:lnTo>
                    <a:pt x="77724" y="65531"/>
                  </a:lnTo>
                  <a:lnTo>
                    <a:pt x="71628" y="68579"/>
                  </a:lnTo>
                  <a:lnTo>
                    <a:pt x="64008" y="74675"/>
                  </a:lnTo>
                  <a:lnTo>
                    <a:pt x="54864" y="74675"/>
                  </a:lnTo>
                  <a:lnTo>
                    <a:pt x="45720" y="77723"/>
                  </a:lnTo>
                  <a:close/>
                </a:path>
              </a:pathLst>
            </a:custGeom>
            <a:solidFill>
              <a:srgbClr val="AA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360676" y="1476768"/>
              <a:ext cx="3482340" cy="1691639"/>
            </a:xfrm>
            <a:custGeom>
              <a:avLst/>
              <a:gdLst/>
              <a:ahLst/>
              <a:cxnLst/>
              <a:rect l="l" t="t" r="r" b="b"/>
              <a:pathLst>
                <a:path w="3482340" h="1691639">
                  <a:moveTo>
                    <a:pt x="175260" y="288544"/>
                  </a:moveTo>
                  <a:lnTo>
                    <a:pt x="163068" y="288544"/>
                  </a:lnTo>
                  <a:lnTo>
                    <a:pt x="163068" y="298704"/>
                  </a:lnTo>
                  <a:lnTo>
                    <a:pt x="163068" y="461264"/>
                  </a:lnTo>
                  <a:lnTo>
                    <a:pt x="12192" y="461264"/>
                  </a:lnTo>
                  <a:lnTo>
                    <a:pt x="12192" y="298704"/>
                  </a:lnTo>
                  <a:lnTo>
                    <a:pt x="163068" y="298704"/>
                  </a:lnTo>
                  <a:lnTo>
                    <a:pt x="163068" y="288544"/>
                  </a:lnTo>
                  <a:lnTo>
                    <a:pt x="0" y="288544"/>
                  </a:lnTo>
                  <a:lnTo>
                    <a:pt x="0" y="298704"/>
                  </a:lnTo>
                  <a:lnTo>
                    <a:pt x="0" y="461264"/>
                  </a:lnTo>
                  <a:lnTo>
                    <a:pt x="0" y="467614"/>
                  </a:lnTo>
                  <a:lnTo>
                    <a:pt x="0" y="473964"/>
                  </a:lnTo>
                  <a:lnTo>
                    <a:pt x="169164" y="473964"/>
                  </a:lnTo>
                  <a:lnTo>
                    <a:pt x="175260" y="473964"/>
                  </a:lnTo>
                  <a:lnTo>
                    <a:pt x="175260" y="467868"/>
                  </a:lnTo>
                  <a:lnTo>
                    <a:pt x="169164" y="467868"/>
                  </a:lnTo>
                  <a:lnTo>
                    <a:pt x="169164" y="467614"/>
                  </a:lnTo>
                  <a:lnTo>
                    <a:pt x="175260" y="467614"/>
                  </a:lnTo>
                  <a:lnTo>
                    <a:pt x="175260" y="461772"/>
                  </a:lnTo>
                  <a:lnTo>
                    <a:pt x="175260" y="461264"/>
                  </a:lnTo>
                  <a:lnTo>
                    <a:pt x="175260" y="298704"/>
                  </a:lnTo>
                  <a:lnTo>
                    <a:pt x="175260" y="288544"/>
                  </a:lnTo>
                  <a:close/>
                </a:path>
                <a:path w="3482340" h="1691639">
                  <a:moveTo>
                    <a:pt x="181356" y="217919"/>
                  </a:moveTo>
                  <a:lnTo>
                    <a:pt x="169164" y="213360"/>
                  </a:lnTo>
                  <a:lnTo>
                    <a:pt x="166103" y="217919"/>
                  </a:lnTo>
                  <a:lnTo>
                    <a:pt x="135623" y="266687"/>
                  </a:lnTo>
                  <a:lnTo>
                    <a:pt x="129540" y="272783"/>
                  </a:lnTo>
                  <a:lnTo>
                    <a:pt x="140195" y="278892"/>
                  </a:lnTo>
                  <a:lnTo>
                    <a:pt x="143256" y="275831"/>
                  </a:lnTo>
                  <a:lnTo>
                    <a:pt x="175247" y="224015"/>
                  </a:lnTo>
                  <a:lnTo>
                    <a:pt x="181356" y="217919"/>
                  </a:lnTo>
                  <a:close/>
                </a:path>
                <a:path w="3482340" h="1691639">
                  <a:moveTo>
                    <a:pt x="243840" y="118872"/>
                  </a:moveTo>
                  <a:lnTo>
                    <a:pt x="234696" y="112776"/>
                  </a:lnTo>
                  <a:lnTo>
                    <a:pt x="233172" y="118872"/>
                  </a:lnTo>
                  <a:lnTo>
                    <a:pt x="198120" y="167627"/>
                  </a:lnTo>
                  <a:lnTo>
                    <a:pt x="195072" y="172199"/>
                  </a:lnTo>
                  <a:lnTo>
                    <a:pt x="207264" y="178295"/>
                  </a:lnTo>
                  <a:lnTo>
                    <a:pt x="208788" y="172199"/>
                  </a:lnTo>
                  <a:lnTo>
                    <a:pt x="240779" y="123431"/>
                  </a:lnTo>
                  <a:lnTo>
                    <a:pt x="243840" y="118872"/>
                  </a:lnTo>
                  <a:close/>
                </a:path>
                <a:path w="3482340" h="1691639">
                  <a:moveTo>
                    <a:pt x="301739" y="31991"/>
                  </a:moveTo>
                  <a:lnTo>
                    <a:pt x="289547" y="25895"/>
                  </a:lnTo>
                  <a:lnTo>
                    <a:pt x="286512" y="31991"/>
                  </a:lnTo>
                  <a:lnTo>
                    <a:pt x="263639" y="67056"/>
                  </a:lnTo>
                  <a:lnTo>
                    <a:pt x="260604" y="73152"/>
                  </a:lnTo>
                  <a:lnTo>
                    <a:pt x="269748" y="77711"/>
                  </a:lnTo>
                  <a:lnTo>
                    <a:pt x="272796" y="73152"/>
                  </a:lnTo>
                  <a:lnTo>
                    <a:pt x="295656" y="38087"/>
                  </a:lnTo>
                  <a:lnTo>
                    <a:pt x="301739" y="31991"/>
                  </a:lnTo>
                  <a:close/>
                </a:path>
                <a:path w="3482340" h="1691639">
                  <a:moveTo>
                    <a:pt x="338328" y="48755"/>
                  </a:moveTo>
                  <a:lnTo>
                    <a:pt x="335280" y="41135"/>
                  </a:lnTo>
                  <a:lnTo>
                    <a:pt x="332232" y="31991"/>
                  </a:lnTo>
                  <a:lnTo>
                    <a:pt x="329184" y="25895"/>
                  </a:lnTo>
                  <a:lnTo>
                    <a:pt x="327660" y="24371"/>
                  </a:lnTo>
                  <a:lnTo>
                    <a:pt x="327660" y="48755"/>
                  </a:lnTo>
                  <a:lnTo>
                    <a:pt x="324612" y="63995"/>
                  </a:lnTo>
                  <a:lnTo>
                    <a:pt x="315468" y="73139"/>
                  </a:lnTo>
                  <a:lnTo>
                    <a:pt x="301752" y="80759"/>
                  </a:lnTo>
                  <a:lnTo>
                    <a:pt x="286512" y="83807"/>
                  </a:lnTo>
                  <a:lnTo>
                    <a:pt x="269748" y="80759"/>
                  </a:lnTo>
                  <a:lnTo>
                    <a:pt x="257556" y="73139"/>
                  </a:lnTo>
                  <a:lnTo>
                    <a:pt x="249936" y="63995"/>
                  </a:lnTo>
                  <a:lnTo>
                    <a:pt x="246888" y="48755"/>
                  </a:lnTo>
                  <a:lnTo>
                    <a:pt x="249936" y="38087"/>
                  </a:lnTo>
                  <a:lnTo>
                    <a:pt x="257556" y="28943"/>
                  </a:lnTo>
                  <a:lnTo>
                    <a:pt x="269748" y="21323"/>
                  </a:lnTo>
                  <a:lnTo>
                    <a:pt x="286512" y="18275"/>
                  </a:lnTo>
                  <a:lnTo>
                    <a:pt x="301752" y="21323"/>
                  </a:lnTo>
                  <a:lnTo>
                    <a:pt x="315468" y="28943"/>
                  </a:lnTo>
                  <a:lnTo>
                    <a:pt x="324612" y="38087"/>
                  </a:lnTo>
                  <a:lnTo>
                    <a:pt x="327660" y="48755"/>
                  </a:lnTo>
                  <a:lnTo>
                    <a:pt x="327660" y="24371"/>
                  </a:lnTo>
                  <a:lnTo>
                    <a:pt x="321564" y="18275"/>
                  </a:lnTo>
                  <a:lnTo>
                    <a:pt x="315468" y="15227"/>
                  </a:lnTo>
                  <a:lnTo>
                    <a:pt x="306324" y="9131"/>
                  </a:lnTo>
                  <a:lnTo>
                    <a:pt x="295656" y="6083"/>
                  </a:lnTo>
                  <a:lnTo>
                    <a:pt x="275844" y="6083"/>
                  </a:lnTo>
                  <a:lnTo>
                    <a:pt x="266700" y="9131"/>
                  </a:lnTo>
                  <a:lnTo>
                    <a:pt x="257556" y="15227"/>
                  </a:lnTo>
                  <a:lnTo>
                    <a:pt x="249936" y="18275"/>
                  </a:lnTo>
                  <a:lnTo>
                    <a:pt x="243840" y="25895"/>
                  </a:lnTo>
                  <a:lnTo>
                    <a:pt x="237744" y="31991"/>
                  </a:lnTo>
                  <a:lnTo>
                    <a:pt x="234696" y="41135"/>
                  </a:lnTo>
                  <a:lnTo>
                    <a:pt x="234696" y="60947"/>
                  </a:lnTo>
                  <a:lnTo>
                    <a:pt x="237744" y="67043"/>
                  </a:lnTo>
                  <a:lnTo>
                    <a:pt x="243840" y="74663"/>
                  </a:lnTo>
                  <a:lnTo>
                    <a:pt x="249936" y="80759"/>
                  </a:lnTo>
                  <a:lnTo>
                    <a:pt x="257556" y="86855"/>
                  </a:lnTo>
                  <a:lnTo>
                    <a:pt x="266700" y="92951"/>
                  </a:lnTo>
                  <a:lnTo>
                    <a:pt x="275844" y="92951"/>
                  </a:lnTo>
                  <a:lnTo>
                    <a:pt x="286512" y="95999"/>
                  </a:lnTo>
                  <a:lnTo>
                    <a:pt x="295656" y="92951"/>
                  </a:lnTo>
                  <a:lnTo>
                    <a:pt x="306324" y="92951"/>
                  </a:lnTo>
                  <a:lnTo>
                    <a:pt x="315468" y="86855"/>
                  </a:lnTo>
                  <a:lnTo>
                    <a:pt x="318516" y="83807"/>
                  </a:lnTo>
                  <a:lnTo>
                    <a:pt x="321564" y="80759"/>
                  </a:lnTo>
                  <a:lnTo>
                    <a:pt x="329184" y="74663"/>
                  </a:lnTo>
                  <a:lnTo>
                    <a:pt x="332232" y="67043"/>
                  </a:lnTo>
                  <a:lnTo>
                    <a:pt x="335280" y="60947"/>
                  </a:lnTo>
                  <a:lnTo>
                    <a:pt x="338328" y="48755"/>
                  </a:lnTo>
                  <a:close/>
                </a:path>
                <a:path w="3482340" h="1691639">
                  <a:moveTo>
                    <a:pt x="472427" y="288544"/>
                  </a:moveTo>
                  <a:lnTo>
                    <a:pt x="461759" y="288544"/>
                  </a:lnTo>
                  <a:lnTo>
                    <a:pt x="461759" y="298704"/>
                  </a:lnTo>
                  <a:lnTo>
                    <a:pt x="461759" y="461264"/>
                  </a:lnTo>
                  <a:lnTo>
                    <a:pt x="309359" y="461264"/>
                  </a:lnTo>
                  <a:lnTo>
                    <a:pt x="309359" y="298704"/>
                  </a:lnTo>
                  <a:lnTo>
                    <a:pt x="461759" y="298704"/>
                  </a:lnTo>
                  <a:lnTo>
                    <a:pt x="461759" y="288544"/>
                  </a:lnTo>
                  <a:lnTo>
                    <a:pt x="298691" y="288544"/>
                  </a:lnTo>
                  <a:lnTo>
                    <a:pt x="298691" y="298704"/>
                  </a:lnTo>
                  <a:lnTo>
                    <a:pt x="298691" y="461264"/>
                  </a:lnTo>
                  <a:lnTo>
                    <a:pt x="298691" y="467614"/>
                  </a:lnTo>
                  <a:lnTo>
                    <a:pt x="298691" y="473964"/>
                  </a:lnTo>
                  <a:lnTo>
                    <a:pt x="467855" y="473964"/>
                  </a:lnTo>
                  <a:lnTo>
                    <a:pt x="472427" y="473964"/>
                  </a:lnTo>
                  <a:lnTo>
                    <a:pt x="472427" y="467868"/>
                  </a:lnTo>
                  <a:lnTo>
                    <a:pt x="467855" y="467868"/>
                  </a:lnTo>
                  <a:lnTo>
                    <a:pt x="467855" y="467614"/>
                  </a:lnTo>
                  <a:lnTo>
                    <a:pt x="472427" y="467614"/>
                  </a:lnTo>
                  <a:lnTo>
                    <a:pt x="472427" y="461772"/>
                  </a:lnTo>
                  <a:lnTo>
                    <a:pt x="472427" y="461264"/>
                  </a:lnTo>
                  <a:lnTo>
                    <a:pt x="472427" y="298704"/>
                  </a:lnTo>
                  <a:lnTo>
                    <a:pt x="472427" y="288544"/>
                  </a:lnTo>
                  <a:close/>
                </a:path>
                <a:path w="3482340" h="1691639">
                  <a:moveTo>
                    <a:pt x="722376" y="288544"/>
                  </a:moveTo>
                  <a:lnTo>
                    <a:pt x="711708" y="288544"/>
                  </a:lnTo>
                  <a:lnTo>
                    <a:pt x="711708" y="298704"/>
                  </a:lnTo>
                  <a:lnTo>
                    <a:pt x="711708" y="461264"/>
                  </a:lnTo>
                  <a:lnTo>
                    <a:pt x="559308" y="461264"/>
                  </a:lnTo>
                  <a:lnTo>
                    <a:pt x="559308" y="298704"/>
                  </a:lnTo>
                  <a:lnTo>
                    <a:pt x="711708" y="298704"/>
                  </a:lnTo>
                  <a:lnTo>
                    <a:pt x="711708" y="288544"/>
                  </a:lnTo>
                  <a:lnTo>
                    <a:pt x="547116" y="288544"/>
                  </a:lnTo>
                  <a:lnTo>
                    <a:pt x="547116" y="298704"/>
                  </a:lnTo>
                  <a:lnTo>
                    <a:pt x="547116" y="461264"/>
                  </a:lnTo>
                  <a:lnTo>
                    <a:pt x="547116" y="467614"/>
                  </a:lnTo>
                  <a:lnTo>
                    <a:pt x="547116" y="473964"/>
                  </a:lnTo>
                  <a:lnTo>
                    <a:pt x="716280" y="473964"/>
                  </a:lnTo>
                  <a:lnTo>
                    <a:pt x="722376" y="473964"/>
                  </a:lnTo>
                  <a:lnTo>
                    <a:pt x="722376" y="467868"/>
                  </a:lnTo>
                  <a:lnTo>
                    <a:pt x="716280" y="467868"/>
                  </a:lnTo>
                  <a:lnTo>
                    <a:pt x="716280" y="467614"/>
                  </a:lnTo>
                  <a:lnTo>
                    <a:pt x="722376" y="467614"/>
                  </a:lnTo>
                  <a:lnTo>
                    <a:pt x="722376" y="461772"/>
                  </a:lnTo>
                  <a:lnTo>
                    <a:pt x="722376" y="461264"/>
                  </a:lnTo>
                  <a:lnTo>
                    <a:pt x="722376" y="298704"/>
                  </a:lnTo>
                  <a:lnTo>
                    <a:pt x="722376" y="288544"/>
                  </a:lnTo>
                  <a:close/>
                </a:path>
                <a:path w="3482340" h="1691639">
                  <a:moveTo>
                    <a:pt x="992111" y="288544"/>
                  </a:moveTo>
                  <a:lnTo>
                    <a:pt x="979919" y="288544"/>
                  </a:lnTo>
                  <a:lnTo>
                    <a:pt x="979919" y="298704"/>
                  </a:lnTo>
                  <a:lnTo>
                    <a:pt x="979919" y="461264"/>
                  </a:lnTo>
                  <a:lnTo>
                    <a:pt x="829043" y="461264"/>
                  </a:lnTo>
                  <a:lnTo>
                    <a:pt x="829043" y="298704"/>
                  </a:lnTo>
                  <a:lnTo>
                    <a:pt x="979919" y="298704"/>
                  </a:lnTo>
                  <a:lnTo>
                    <a:pt x="979919" y="288544"/>
                  </a:lnTo>
                  <a:lnTo>
                    <a:pt x="816851" y="288544"/>
                  </a:lnTo>
                  <a:lnTo>
                    <a:pt x="816851" y="298704"/>
                  </a:lnTo>
                  <a:lnTo>
                    <a:pt x="816851" y="461264"/>
                  </a:lnTo>
                  <a:lnTo>
                    <a:pt x="816851" y="467614"/>
                  </a:lnTo>
                  <a:lnTo>
                    <a:pt x="816851" y="473964"/>
                  </a:lnTo>
                  <a:lnTo>
                    <a:pt x="986015" y="473964"/>
                  </a:lnTo>
                  <a:lnTo>
                    <a:pt x="992111" y="473964"/>
                  </a:lnTo>
                  <a:lnTo>
                    <a:pt x="992111" y="467868"/>
                  </a:lnTo>
                  <a:lnTo>
                    <a:pt x="986015" y="467868"/>
                  </a:lnTo>
                  <a:lnTo>
                    <a:pt x="986015" y="467614"/>
                  </a:lnTo>
                  <a:lnTo>
                    <a:pt x="992111" y="467614"/>
                  </a:lnTo>
                  <a:lnTo>
                    <a:pt x="992111" y="461772"/>
                  </a:lnTo>
                  <a:lnTo>
                    <a:pt x="992111" y="461264"/>
                  </a:lnTo>
                  <a:lnTo>
                    <a:pt x="992111" y="298704"/>
                  </a:lnTo>
                  <a:lnTo>
                    <a:pt x="992111" y="288544"/>
                  </a:lnTo>
                  <a:close/>
                </a:path>
                <a:path w="3482340" h="1691639">
                  <a:moveTo>
                    <a:pt x="1261859" y="292100"/>
                  </a:moveTo>
                  <a:lnTo>
                    <a:pt x="1249667" y="292100"/>
                  </a:lnTo>
                  <a:lnTo>
                    <a:pt x="1249667" y="304800"/>
                  </a:lnTo>
                  <a:lnTo>
                    <a:pt x="1249667" y="467360"/>
                  </a:lnTo>
                  <a:lnTo>
                    <a:pt x="1097267" y="467360"/>
                  </a:lnTo>
                  <a:lnTo>
                    <a:pt x="1097267" y="304800"/>
                  </a:lnTo>
                  <a:lnTo>
                    <a:pt x="1249667" y="304800"/>
                  </a:lnTo>
                  <a:lnTo>
                    <a:pt x="1249667" y="292100"/>
                  </a:lnTo>
                  <a:lnTo>
                    <a:pt x="1086599" y="292100"/>
                  </a:lnTo>
                  <a:lnTo>
                    <a:pt x="1086599" y="304800"/>
                  </a:lnTo>
                  <a:lnTo>
                    <a:pt x="1086599" y="467360"/>
                  </a:lnTo>
                  <a:lnTo>
                    <a:pt x="1086599" y="473710"/>
                  </a:lnTo>
                  <a:lnTo>
                    <a:pt x="1086599" y="480060"/>
                  </a:lnTo>
                  <a:lnTo>
                    <a:pt x="1255763" y="480060"/>
                  </a:lnTo>
                  <a:lnTo>
                    <a:pt x="1261859" y="480060"/>
                  </a:lnTo>
                  <a:lnTo>
                    <a:pt x="1261859" y="473964"/>
                  </a:lnTo>
                  <a:lnTo>
                    <a:pt x="1255763" y="473964"/>
                  </a:lnTo>
                  <a:lnTo>
                    <a:pt x="1255763" y="473710"/>
                  </a:lnTo>
                  <a:lnTo>
                    <a:pt x="1261859" y="473710"/>
                  </a:lnTo>
                  <a:lnTo>
                    <a:pt x="1261859" y="467868"/>
                  </a:lnTo>
                  <a:lnTo>
                    <a:pt x="1261859" y="467360"/>
                  </a:lnTo>
                  <a:lnTo>
                    <a:pt x="1261859" y="304800"/>
                  </a:lnTo>
                  <a:lnTo>
                    <a:pt x="1261859" y="292100"/>
                  </a:lnTo>
                  <a:close/>
                </a:path>
                <a:path w="3482340" h="1691639">
                  <a:moveTo>
                    <a:pt x="1536192" y="288544"/>
                  </a:moveTo>
                  <a:lnTo>
                    <a:pt x="1522476" y="288544"/>
                  </a:lnTo>
                  <a:lnTo>
                    <a:pt x="1522476" y="298704"/>
                  </a:lnTo>
                  <a:lnTo>
                    <a:pt x="1522476" y="461264"/>
                  </a:lnTo>
                  <a:lnTo>
                    <a:pt x="1373124" y="461264"/>
                  </a:lnTo>
                  <a:lnTo>
                    <a:pt x="1373124" y="298704"/>
                  </a:lnTo>
                  <a:lnTo>
                    <a:pt x="1522476" y="298704"/>
                  </a:lnTo>
                  <a:lnTo>
                    <a:pt x="1522476" y="288544"/>
                  </a:lnTo>
                  <a:lnTo>
                    <a:pt x="1359408" y="288544"/>
                  </a:lnTo>
                  <a:lnTo>
                    <a:pt x="1359408" y="298704"/>
                  </a:lnTo>
                  <a:lnTo>
                    <a:pt x="1359408" y="461264"/>
                  </a:lnTo>
                  <a:lnTo>
                    <a:pt x="1359408" y="467614"/>
                  </a:lnTo>
                  <a:lnTo>
                    <a:pt x="1359408" y="473964"/>
                  </a:lnTo>
                  <a:lnTo>
                    <a:pt x="1530096" y="473964"/>
                  </a:lnTo>
                  <a:lnTo>
                    <a:pt x="1536192" y="473964"/>
                  </a:lnTo>
                  <a:lnTo>
                    <a:pt x="1536192" y="467868"/>
                  </a:lnTo>
                  <a:lnTo>
                    <a:pt x="1530096" y="467868"/>
                  </a:lnTo>
                  <a:lnTo>
                    <a:pt x="1530096" y="467614"/>
                  </a:lnTo>
                  <a:lnTo>
                    <a:pt x="1536192" y="467614"/>
                  </a:lnTo>
                  <a:lnTo>
                    <a:pt x="1536192" y="461772"/>
                  </a:lnTo>
                  <a:lnTo>
                    <a:pt x="1536192" y="461264"/>
                  </a:lnTo>
                  <a:lnTo>
                    <a:pt x="1536192" y="298704"/>
                  </a:lnTo>
                  <a:lnTo>
                    <a:pt x="1536192" y="288544"/>
                  </a:lnTo>
                  <a:close/>
                </a:path>
                <a:path w="3482340" h="1691639">
                  <a:moveTo>
                    <a:pt x="1815084" y="288544"/>
                  </a:moveTo>
                  <a:lnTo>
                    <a:pt x="1802892" y="288544"/>
                  </a:lnTo>
                  <a:lnTo>
                    <a:pt x="1802892" y="298704"/>
                  </a:lnTo>
                  <a:lnTo>
                    <a:pt x="1802892" y="461264"/>
                  </a:lnTo>
                  <a:lnTo>
                    <a:pt x="1650492" y="461264"/>
                  </a:lnTo>
                  <a:lnTo>
                    <a:pt x="1650492" y="298704"/>
                  </a:lnTo>
                  <a:lnTo>
                    <a:pt x="1802892" y="298704"/>
                  </a:lnTo>
                  <a:lnTo>
                    <a:pt x="1802892" y="288544"/>
                  </a:lnTo>
                  <a:lnTo>
                    <a:pt x="1639824" y="288544"/>
                  </a:lnTo>
                  <a:lnTo>
                    <a:pt x="1639824" y="298704"/>
                  </a:lnTo>
                  <a:lnTo>
                    <a:pt x="1639824" y="461264"/>
                  </a:lnTo>
                  <a:lnTo>
                    <a:pt x="1639824" y="467614"/>
                  </a:lnTo>
                  <a:lnTo>
                    <a:pt x="1639824" y="473964"/>
                  </a:lnTo>
                  <a:lnTo>
                    <a:pt x="1808988" y="473964"/>
                  </a:lnTo>
                  <a:lnTo>
                    <a:pt x="1815084" y="473964"/>
                  </a:lnTo>
                  <a:lnTo>
                    <a:pt x="1815084" y="467868"/>
                  </a:lnTo>
                  <a:lnTo>
                    <a:pt x="1808988" y="467868"/>
                  </a:lnTo>
                  <a:lnTo>
                    <a:pt x="1808988" y="467614"/>
                  </a:lnTo>
                  <a:lnTo>
                    <a:pt x="1815084" y="467614"/>
                  </a:lnTo>
                  <a:lnTo>
                    <a:pt x="1815084" y="461772"/>
                  </a:lnTo>
                  <a:lnTo>
                    <a:pt x="1815084" y="461264"/>
                  </a:lnTo>
                  <a:lnTo>
                    <a:pt x="1815084" y="298704"/>
                  </a:lnTo>
                  <a:lnTo>
                    <a:pt x="1815084" y="288544"/>
                  </a:lnTo>
                  <a:close/>
                </a:path>
                <a:path w="3482340" h="1691639">
                  <a:moveTo>
                    <a:pt x="2362200" y="288544"/>
                  </a:moveTo>
                  <a:lnTo>
                    <a:pt x="2350008" y="288544"/>
                  </a:lnTo>
                  <a:lnTo>
                    <a:pt x="2350008" y="298704"/>
                  </a:lnTo>
                  <a:lnTo>
                    <a:pt x="2350008" y="461264"/>
                  </a:lnTo>
                  <a:lnTo>
                    <a:pt x="2199132" y="461264"/>
                  </a:lnTo>
                  <a:lnTo>
                    <a:pt x="2199132" y="298704"/>
                  </a:lnTo>
                  <a:lnTo>
                    <a:pt x="2350008" y="298704"/>
                  </a:lnTo>
                  <a:lnTo>
                    <a:pt x="2350008" y="288544"/>
                  </a:lnTo>
                  <a:lnTo>
                    <a:pt x="2186940" y="288544"/>
                  </a:lnTo>
                  <a:lnTo>
                    <a:pt x="2186940" y="298704"/>
                  </a:lnTo>
                  <a:lnTo>
                    <a:pt x="2186940" y="461264"/>
                  </a:lnTo>
                  <a:lnTo>
                    <a:pt x="2186940" y="467614"/>
                  </a:lnTo>
                  <a:lnTo>
                    <a:pt x="2186940" y="473964"/>
                  </a:lnTo>
                  <a:lnTo>
                    <a:pt x="2356104" y="473964"/>
                  </a:lnTo>
                  <a:lnTo>
                    <a:pt x="2362200" y="473964"/>
                  </a:lnTo>
                  <a:lnTo>
                    <a:pt x="2362200" y="467868"/>
                  </a:lnTo>
                  <a:lnTo>
                    <a:pt x="2356104" y="467868"/>
                  </a:lnTo>
                  <a:lnTo>
                    <a:pt x="2356104" y="467614"/>
                  </a:lnTo>
                  <a:lnTo>
                    <a:pt x="2362200" y="467614"/>
                  </a:lnTo>
                  <a:lnTo>
                    <a:pt x="2362200" y="461772"/>
                  </a:lnTo>
                  <a:lnTo>
                    <a:pt x="2362200" y="461264"/>
                  </a:lnTo>
                  <a:lnTo>
                    <a:pt x="2362200" y="298704"/>
                  </a:lnTo>
                  <a:lnTo>
                    <a:pt x="2362200" y="288544"/>
                  </a:lnTo>
                  <a:close/>
                </a:path>
                <a:path w="3482340" h="1691639">
                  <a:moveTo>
                    <a:pt x="2418588" y="490715"/>
                  </a:moveTo>
                  <a:lnTo>
                    <a:pt x="2417064" y="484619"/>
                  </a:lnTo>
                  <a:lnTo>
                    <a:pt x="2410968" y="490715"/>
                  </a:lnTo>
                  <a:lnTo>
                    <a:pt x="2417064" y="493763"/>
                  </a:lnTo>
                  <a:lnTo>
                    <a:pt x="2418588" y="490715"/>
                  </a:lnTo>
                  <a:close/>
                </a:path>
                <a:path w="3482340" h="1691639">
                  <a:moveTo>
                    <a:pt x="2665476" y="464807"/>
                  </a:moveTo>
                  <a:lnTo>
                    <a:pt x="2653284" y="453821"/>
                  </a:lnTo>
                  <a:lnTo>
                    <a:pt x="2653284" y="472427"/>
                  </a:lnTo>
                  <a:lnTo>
                    <a:pt x="2543556" y="592823"/>
                  </a:lnTo>
                  <a:lnTo>
                    <a:pt x="2429256" y="489191"/>
                  </a:lnTo>
                  <a:lnTo>
                    <a:pt x="2542032" y="365747"/>
                  </a:lnTo>
                  <a:lnTo>
                    <a:pt x="2653284" y="472427"/>
                  </a:lnTo>
                  <a:lnTo>
                    <a:pt x="2653284" y="453821"/>
                  </a:lnTo>
                  <a:lnTo>
                    <a:pt x="2555557" y="365747"/>
                  </a:lnTo>
                  <a:lnTo>
                    <a:pt x="2542032" y="353555"/>
                  </a:lnTo>
                  <a:lnTo>
                    <a:pt x="2538984" y="350507"/>
                  </a:lnTo>
                  <a:lnTo>
                    <a:pt x="2534412" y="356603"/>
                  </a:lnTo>
                  <a:lnTo>
                    <a:pt x="2417064" y="484619"/>
                  </a:lnTo>
                  <a:lnTo>
                    <a:pt x="2420112" y="489191"/>
                  </a:lnTo>
                  <a:lnTo>
                    <a:pt x="2417064" y="493763"/>
                  </a:lnTo>
                  <a:lnTo>
                    <a:pt x="2538984" y="605015"/>
                  </a:lnTo>
                  <a:lnTo>
                    <a:pt x="2542032" y="611111"/>
                  </a:lnTo>
                  <a:lnTo>
                    <a:pt x="2548128" y="605015"/>
                  </a:lnTo>
                  <a:lnTo>
                    <a:pt x="2542032" y="603491"/>
                  </a:lnTo>
                  <a:lnTo>
                    <a:pt x="2543556" y="601967"/>
                  </a:lnTo>
                  <a:lnTo>
                    <a:pt x="2548128" y="605015"/>
                  </a:lnTo>
                  <a:lnTo>
                    <a:pt x="2550845" y="601967"/>
                  </a:lnTo>
                  <a:lnTo>
                    <a:pt x="2559037" y="592823"/>
                  </a:lnTo>
                  <a:lnTo>
                    <a:pt x="2665476" y="473951"/>
                  </a:lnTo>
                  <a:lnTo>
                    <a:pt x="2660904" y="470903"/>
                  </a:lnTo>
                  <a:lnTo>
                    <a:pt x="2665476" y="464807"/>
                  </a:lnTo>
                  <a:close/>
                </a:path>
                <a:path w="3482340" h="1691639">
                  <a:moveTo>
                    <a:pt x="2671572" y="470903"/>
                  </a:moveTo>
                  <a:lnTo>
                    <a:pt x="2665476" y="464807"/>
                  </a:lnTo>
                  <a:lnTo>
                    <a:pt x="2662428" y="470903"/>
                  </a:lnTo>
                  <a:lnTo>
                    <a:pt x="2665476" y="473951"/>
                  </a:lnTo>
                  <a:lnTo>
                    <a:pt x="2671572" y="470903"/>
                  </a:lnTo>
                  <a:close/>
                </a:path>
                <a:path w="3482340" h="1691639">
                  <a:moveTo>
                    <a:pt x="3482327" y="0"/>
                  </a:moveTo>
                  <a:lnTo>
                    <a:pt x="3381743" y="0"/>
                  </a:lnTo>
                  <a:lnTo>
                    <a:pt x="3381743" y="12700"/>
                  </a:lnTo>
                  <a:lnTo>
                    <a:pt x="3381743" y="1681480"/>
                  </a:lnTo>
                  <a:lnTo>
                    <a:pt x="3381743" y="1686560"/>
                  </a:lnTo>
                  <a:lnTo>
                    <a:pt x="3381743" y="1691640"/>
                  </a:lnTo>
                  <a:lnTo>
                    <a:pt x="3476231" y="1691640"/>
                  </a:lnTo>
                  <a:lnTo>
                    <a:pt x="3482327" y="1691640"/>
                  </a:lnTo>
                  <a:lnTo>
                    <a:pt x="3482327" y="1687068"/>
                  </a:lnTo>
                  <a:lnTo>
                    <a:pt x="3476231" y="1687068"/>
                  </a:lnTo>
                  <a:lnTo>
                    <a:pt x="3476231" y="1686560"/>
                  </a:lnTo>
                  <a:lnTo>
                    <a:pt x="3482327" y="1686560"/>
                  </a:lnTo>
                  <a:lnTo>
                    <a:pt x="3482327" y="1681480"/>
                  </a:lnTo>
                  <a:lnTo>
                    <a:pt x="3393935" y="1681480"/>
                  </a:lnTo>
                  <a:lnTo>
                    <a:pt x="3393935" y="12700"/>
                  </a:lnTo>
                  <a:lnTo>
                    <a:pt x="3471659" y="12700"/>
                  </a:lnTo>
                  <a:lnTo>
                    <a:pt x="3471659" y="1680972"/>
                  </a:lnTo>
                  <a:lnTo>
                    <a:pt x="3482327" y="1680972"/>
                  </a:lnTo>
                  <a:lnTo>
                    <a:pt x="3482327" y="12700"/>
                  </a:lnTo>
                  <a:lnTo>
                    <a:pt x="3482327" y="12192"/>
                  </a:lnTo>
                  <a:lnTo>
                    <a:pt x="3482327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5188680" y="1857248"/>
            <a:ext cx="22352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Y0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950">
              <a:latin typeface="Arial"/>
              <a:cs typeface="Arial"/>
            </a:endParaRPr>
          </a:p>
          <a:p>
            <a:pPr marL="55244">
              <a:lnSpc>
                <a:spcPct val="100000"/>
              </a:lnSpc>
            </a:pP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X1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4756403" y="1546860"/>
            <a:ext cx="1001394" cy="1504315"/>
            <a:chOff x="4756403" y="1546860"/>
            <a:chExt cx="1001394" cy="1504315"/>
          </a:xfrm>
        </p:grpSpPr>
        <p:pic>
          <p:nvPicPr>
            <p:cNvPr id="31" name="object 3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26736" y="2205227"/>
              <a:ext cx="82296" cy="92964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4759451" y="2446020"/>
              <a:ext cx="624840" cy="161925"/>
            </a:xfrm>
            <a:custGeom>
              <a:avLst/>
              <a:gdLst/>
              <a:ahLst/>
              <a:cxnLst/>
              <a:rect l="l" t="t" r="r" b="b"/>
              <a:pathLst>
                <a:path w="624839" h="161925">
                  <a:moveTo>
                    <a:pt x="474275" y="155447"/>
                  </a:moveTo>
                  <a:lnTo>
                    <a:pt x="3047" y="155447"/>
                  </a:lnTo>
                  <a:lnTo>
                    <a:pt x="0" y="152399"/>
                  </a:lnTo>
                  <a:lnTo>
                    <a:pt x="3047" y="149351"/>
                  </a:lnTo>
                  <a:lnTo>
                    <a:pt x="158495" y="3048"/>
                  </a:lnTo>
                  <a:lnTo>
                    <a:pt x="161543" y="0"/>
                  </a:lnTo>
                  <a:lnTo>
                    <a:pt x="161543" y="6095"/>
                  </a:lnTo>
                  <a:lnTo>
                    <a:pt x="621792" y="6095"/>
                  </a:lnTo>
                  <a:lnTo>
                    <a:pt x="621792" y="9143"/>
                  </a:lnTo>
                  <a:lnTo>
                    <a:pt x="624839" y="12191"/>
                  </a:lnTo>
                  <a:lnTo>
                    <a:pt x="166115" y="12191"/>
                  </a:lnTo>
                  <a:lnTo>
                    <a:pt x="21335" y="149351"/>
                  </a:lnTo>
                  <a:lnTo>
                    <a:pt x="480682" y="149351"/>
                  </a:lnTo>
                  <a:lnTo>
                    <a:pt x="474275" y="155447"/>
                  </a:lnTo>
                  <a:close/>
                </a:path>
                <a:path w="624839" h="161925">
                  <a:moveTo>
                    <a:pt x="621792" y="6095"/>
                  </a:moveTo>
                  <a:lnTo>
                    <a:pt x="161543" y="6095"/>
                  </a:lnTo>
                  <a:lnTo>
                    <a:pt x="161543" y="0"/>
                  </a:lnTo>
                  <a:lnTo>
                    <a:pt x="621792" y="0"/>
                  </a:lnTo>
                  <a:lnTo>
                    <a:pt x="621792" y="6095"/>
                  </a:lnTo>
                  <a:close/>
                </a:path>
                <a:path w="624839" h="161925">
                  <a:moveTo>
                    <a:pt x="624839" y="12191"/>
                  </a:moveTo>
                  <a:lnTo>
                    <a:pt x="621792" y="6095"/>
                  </a:lnTo>
                  <a:lnTo>
                    <a:pt x="621792" y="0"/>
                  </a:lnTo>
                  <a:lnTo>
                    <a:pt x="624839" y="12191"/>
                  </a:lnTo>
                  <a:close/>
                </a:path>
                <a:path w="624839" h="161925">
                  <a:moveTo>
                    <a:pt x="480682" y="149351"/>
                  </a:moveTo>
                  <a:lnTo>
                    <a:pt x="461772" y="149351"/>
                  </a:lnTo>
                  <a:lnTo>
                    <a:pt x="608076" y="12191"/>
                  </a:lnTo>
                  <a:lnTo>
                    <a:pt x="624839" y="12191"/>
                  </a:lnTo>
                  <a:lnTo>
                    <a:pt x="480682" y="149351"/>
                  </a:lnTo>
                  <a:close/>
                </a:path>
                <a:path w="624839" h="161925">
                  <a:moveTo>
                    <a:pt x="467868" y="161543"/>
                  </a:moveTo>
                  <a:lnTo>
                    <a:pt x="3047" y="161543"/>
                  </a:lnTo>
                  <a:lnTo>
                    <a:pt x="0" y="152399"/>
                  </a:lnTo>
                  <a:lnTo>
                    <a:pt x="3047" y="155447"/>
                  </a:lnTo>
                  <a:lnTo>
                    <a:pt x="474275" y="155447"/>
                  </a:lnTo>
                  <a:lnTo>
                    <a:pt x="467868" y="161543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224271" y="2452116"/>
              <a:ext cx="157480" cy="591820"/>
            </a:xfrm>
            <a:custGeom>
              <a:avLst/>
              <a:gdLst/>
              <a:ahLst/>
              <a:cxnLst/>
              <a:rect l="l" t="t" r="r" b="b"/>
              <a:pathLst>
                <a:path w="157479" h="591819">
                  <a:moveTo>
                    <a:pt x="0" y="591311"/>
                  </a:moveTo>
                  <a:lnTo>
                    <a:pt x="0" y="149351"/>
                  </a:lnTo>
                  <a:lnTo>
                    <a:pt x="156972" y="0"/>
                  </a:lnTo>
                  <a:lnTo>
                    <a:pt x="156972" y="445008"/>
                  </a:lnTo>
                  <a:lnTo>
                    <a:pt x="0" y="5913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5218175" y="2449067"/>
              <a:ext cx="169545" cy="599440"/>
            </a:xfrm>
            <a:custGeom>
              <a:avLst/>
              <a:gdLst/>
              <a:ahLst/>
              <a:cxnLst/>
              <a:rect l="l" t="t" r="r" b="b"/>
              <a:pathLst>
                <a:path w="169545" h="599439">
                  <a:moveTo>
                    <a:pt x="9144" y="598932"/>
                  </a:moveTo>
                  <a:lnTo>
                    <a:pt x="0" y="594360"/>
                  </a:lnTo>
                  <a:lnTo>
                    <a:pt x="0" y="149352"/>
                  </a:lnTo>
                  <a:lnTo>
                    <a:pt x="158496" y="0"/>
                  </a:lnTo>
                  <a:lnTo>
                    <a:pt x="160020" y="3048"/>
                  </a:lnTo>
                  <a:lnTo>
                    <a:pt x="169163" y="3048"/>
                  </a:lnTo>
                  <a:lnTo>
                    <a:pt x="169163" y="16764"/>
                  </a:lnTo>
                  <a:lnTo>
                    <a:pt x="158496" y="16764"/>
                  </a:lnTo>
                  <a:lnTo>
                    <a:pt x="12192" y="155448"/>
                  </a:lnTo>
                  <a:lnTo>
                    <a:pt x="12192" y="580644"/>
                  </a:lnTo>
                  <a:lnTo>
                    <a:pt x="28563" y="580644"/>
                  </a:lnTo>
                  <a:lnTo>
                    <a:pt x="9144" y="598932"/>
                  </a:lnTo>
                  <a:close/>
                </a:path>
                <a:path w="169545" h="599439">
                  <a:moveTo>
                    <a:pt x="169163" y="3048"/>
                  </a:moveTo>
                  <a:lnTo>
                    <a:pt x="163068" y="3048"/>
                  </a:lnTo>
                  <a:lnTo>
                    <a:pt x="158496" y="0"/>
                  </a:lnTo>
                  <a:lnTo>
                    <a:pt x="169163" y="3048"/>
                  </a:lnTo>
                  <a:close/>
                </a:path>
                <a:path w="169545" h="599439">
                  <a:moveTo>
                    <a:pt x="28563" y="580644"/>
                  </a:moveTo>
                  <a:lnTo>
                    <a:pt x="12192" y="580644"/>
                  </a:lnTo>
                  <a:lnTo>
                    <a:pt x="158496" y="441960"/>
                  </a:lnTo>
                  <a:lnTo>
                    <a:pt x="158496" y="16764"/>
                  </a:lnTo>
                  <a:lnTo>
                    <a:pt x="169163" y="16764"/>
                  </a:lnTo>
                  <a:lnTo>
                    <a:pt x="169163" y="448056"/>
                  </a:lnTo>
                  <a:lnTo>
                    <a:pt x="163068" y="448056"/>
                  </a:lnTo>
                  <a:lnTo>
                    <a:pt x="166116" y="451104"/>
                  </a:lnTo>
                  <a:lnTo>
                    <a:pt x="28563" y="580644"/>
                  </a:lnTo>
                  <a:close/>
                </a:path>
                <a:path w="169545" h="599439">
                  <a:moveTo>
                    <a:pt x="166116" y="451104"/>
                  </a:moveTo>
                  <a:lnTo>
                    <a:pt x="163068" y="448056"/>
                  </a:lnTo>
                  <a:lnTo>
                    <a:pt x="169163" y="448056"/>
                  </a:lnTo>
                  <a:lnTo>
                    <a:pt x="166116" y="45110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4762500" y="2452116"/>
              <a:ext cx="619125" cy="149860"/>
            </a:xfrm>
            <a:custGeom>
              <a:avLst/>
              <a:gdLst/>
              <a:ahLst/>
              <a:cxnLst/>
              <a:rect l="l" t="t" r="r" b="b"/>
              <a:pathLst>
                <a:path w="619125" h="149860">
                  <a:moveTo>
                    <a:pt x="461771" y="149351"/>
                  </a:moveTo>
                  <a:lnTo>
                    <a:pt x="0" y="149351"/>
                  </a:lnTo>
                  <a:lnTo>
                    <a:pt x="158496" y="0"/>
                  </a:lnTo>
                  <a:lnTo>
                    <a:pt x="618744" y="0"/>
                  </a:lnTo>
                  <a:lnTo>
                    <a:pt x="461771" y="1493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759451" y="2446020"/>
              <a:ext cx="624840" cy="161925"/>
            </a:xfrm>
            <a:custGeom>
              <a:avLst/>
              <a:gdLst/>
              <a:ahLst/>
              <a:cxnLst/>
              <a:rect l="l" t="t" r="r" b="b"/>
              <a:pathLst>
                <a:path w="624839" h="161925">
                  <a:moveTo>
                    <a:pt x="474275" y="155447"/>
                  </a:moveTo>
                  <a:lnTo>
                    <a:pt x="3047" y="155447"/>
                  </a:lnTo>
                  <a:lnTo>
                    <a:pt x="0" y="152399"/>
                  </a:lnTo>
                  <a:lnTo>
                    <a:pt x="3047" y="149351"/>
                  </a:lnTo>
                  <a:lnTo>
                    <a:pt x="158495" y="3048"/>
                  </a:lnTo>
                  <a:lnTo>
                    <a:pt x="161543" y="0"/>
                  </a:lnTo>
                  <a:lnTo>
                    <a:pt x="161543" y="6095"/>
                  </a:lnTo>
                  <a:lnTo>
                    <a:pt x="621792" y="6095"/>
                  </a:lnTo>
                  <a:lnTo>
                    <a:pt x="621792" y="9143"/>
                  </a:lnTo>
                  <a:lnTo>
                    <a:pt x="624839" y="12191"/>
                  </a:lnTo>
                  <a:lnTo>
                    <a:pt x="166115" y="12191"/>
                  </a:lnTo>
                  <a:lnTo>
                    <a:pt x="21335" y="149351"/>
                  </a:lnTo>
                  <a:lnTo>
                    <a:pt x="480682" y="149351"/>
                  </a:lnTo>
                  <a:lnTo>
                    <a:pt x="474275" y="155447"/>
                  </a:lnTo>
                  <a:close/>
                </a:path>
                <a:path w="624839" h="161925">
                  <a:moveTo>
                    <a:pt x="621792" y="6095"/>
                  </a:moveTo>
                  <a:lnTo>
                    <a:pt x="161543" y="6095"/>
                  </a:lnTo>
                  <a:lnTo>
                    <a:pt x="161543" y="0"/>
                  </a:lnTo>
                  <a:lnTo>
                    <a:pt x="621792" y="0"/>
                  </a:lnTo>
                  <a:lnTo>
                    <a:pt x="621792" y="6095"/>
                  </a:lnTo>
                  <a:close/>
                </a:path>
                <a:path w="624839" h="161925">
                  <a:moveTo>
                    <a:pt x="624839" y="12191"/>
                  </a:moveTo>
                  <a:lnTo>
                    <a:pt x="621792" y="6095"/>
                  </a:lnTo>
                  <a:lnTo>
                    <a:pt x="621792" y="0"/>
                  </a:lnTo>
                  <a:lnTo>
                    <a:pt x="624839" y="12191"/>
                  </a:lnTo>
                  <a:close/>
                </a:path>
                <a:path w="624839" h="161925">
                  <a:moveTo>
                    <a:pt x="480682" y="149351"/>
                  </a:moveTo>
                  <a:lnTo>
                    <a:pt x="461772" y="149351"/>
                  </a:lnTo>
                  <a:lnTo>
                    <a:pt x="608076" y="12191"/>
                  </a:lnTo>
                  <a:lnTo>
                    <a:pt x="624839" y="12191"/>
                  </a:lnTo>
                  <a:lnTo>
                    <a:pt x="480682" y="149351"/>
                  </a:lnTo>
                  <a:close/>
                </a:path>
                <a:path w="624839" h="161925">
                  <a:moveTo>
                    <a:pt x="467868" y="161543"/>
                  </a:moveTo>
                  <a:lnTo>
                    <a:pt x="3047" y="161543"/>
                  </a:lnTo>
                  <a:lnTo>
                    <a:pt x="0" y="152399"/>
                  </a:lnTo>
                  <a:lnTo>
                    <a:pt x="3047" y="155447"/>
                  </a:lnTo>
                  <a:lnTo>
                    <a:pt x="474275" y="155447"/>
                  </a:lnTo>
                  <a:lnTo>
                    <a:pt x="467868" y="161543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224271" y="2452116"/>
              <a:ext cx="157480" cy="591820"/>
            </a:xfrm>
            <a:custGeom>
              <a:avLst/>
              <a:gdLst/>
              <a:ahLst/>
              <a:cxnLst/>
              <a:rect l="l" t="t" r="r" b="b"/>
              <a:pathLst>
                <a:path w="157479" h="591819">
                  <a:moveTo>
                    <a:pt x="0" y="591311"/>
                  </a:moveTo>
                  <a:lnTo>
                    <a:pt x="0" y="149351"/>
                  </a:lnTo>
                  <a:lnTo>
                    <a:pt x="156972" y="0"/>
                  </a:lnTo>
                  <a:lnTo>
                    <a:pt x="156972" y="445008"/>
                  </a:lnTo>
                  <a:lnTo>
                    <a:pt x="0" y="5913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756391" y="2449067"/>
              <a:ext cx="631190" cy="602615"/>
            </a:xfrm>
            <a:custGeom>
              <a:avLst/>
              <a:gdLst/>
              <a:ahLst/>
              <a:cxnLst/>
              <a:rect l="l" t="t" r="r" b="b"/>
              <a:pathLst>
                <a:path w="631189" h="602614">
                  <a:moveTo>
                    <a:pt x="630936" y="3048"/>
                  </a:moveTo>
                  <a:lnTo>
                    <a:pt x="620268" y="0"/>
                  </a:lnTo>
                  <a:lnTo>
                    <a:pt x="624840" y="3048"/>
                  </a:lnTo>
                  <a:lnTo>
                    <a:pt x="621792" y="3048"/>
                  </a:lnTo>
                  <a:lnTo>
                    <a:pt x="620268" y="0"/>
                  </a:lnTo>
                  <a:lnTo>
                    <a:pt x="620268" y="16764"/>
                  </a:lnTo>
                  <a:lnTo>
                    <a:pt x="620268" y="441960"/>
                  </a:lnTo>
                  <a:lnTo>
                    <a:pt x="473964" y="580644"/>
                  </a:lnTo>
                  <a:lnTo>
                    <a:pt x="473964" y="158762"/>
                  </a:lnTo>
                  <a:lnTo>
                    <a:pt x="473964" y="158508"/>
                  </a:lnTo>
                  <a:lnTo>
                    <a:pt x="473964" y="155448"/>
                  </a:lnTo>
                  <a:lnTo>
                    <a:pt x="620268" y="16764"/>
                  </a:lnTo>
                  <a:lnTo>
                    <a:pt x="620268" y="0"/>
                  </a:lnTo>
                  <a:lnTo>
                    <a:pt x="465251" y="146062"/>
                  </a:lnTo>
                  <a:lnTo>
                    <a:pt x="461772" y="146062"/>
                  </a:lnTo>
                  <a:lnTo>
                    <a:pt x="461772" y="158762"/>
                  </a:lnTo>
                  <a:lnTo>
                    <a:pt x="461772" y="588022"/>
                  </a:lnTo>
                  <a:lnTo>
                    <a:pt x="15240" y="588022"/>
                  </a:lnTo>
                  <a:lnTo>
                    <a:pt x="15240" y="158762"/>
                  </a:lnTo>
                  <a:lnTo>
                    <a:pt x="461772" y="158762"/>
                  </a:lnTo>
                  <a:lnTo>
                    <a:pt x="461772" y="146062"/>
                  </a:lnTo>
                  <a:lnTo>
                    <a:pt x="0" y="146062"/>
                  </a:lnTo>
                  <a:lnTo>
                    <a:pt x="0" y="152412"/>
                  </a:lnTo>
                  <a:lnTo>
                    <a:pt x="0" y="158762"/>
                  </a:lnTo>
                  <a:lnTo>
                    <a:pt x="0" y="588022"/>
                  </a:lnTo>
                  <a:lnTo>
                    <a:pt x="0" y="601992"/>
                  </a:lnTo>
                  <a:lnTo>
                    <a:pt x="473964" y="601992"/>
                  </a:lnTo>
                  <a:lnTo>
                    <a:pt x="473964" y="596074"/>
                  </a:lnTo>
                  <a:lnTo>
                    <a:pt x="490347" y="580644"/>
                  </a:lnTo>
                  <a:lnTo>
                    <a:pt x="627888" y="451104"/>
                  </a:lnTo>
                  <a:lnTo>
                    <a:pt x="630936" y="448056"/>
                  </a:lnTo>
                  <a:lnTo>
                    <a:pt x="630936" y="16764"/>
                  </a:lnTo>
                  <a:lnTo>
                    <a:pt x="630936" y="304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920996" y="2458211"/>
              <a:ext cx="0" cy="143510"/>
            </a:xfrm>
            <a:custGeom>
              <a:avLst/>
              <a:gdLst/>
              <a:ahLst/>
              <a:cxnLst/>
              <a:rect l="l" t="t" r="r" b="b"/>
              <a:pathLst>
                <a:path w="0" h="143510">
                  <a:moveTo>
                    <a:pt x="0" y="143256"/>
                  </a:moveTo>
                  <a:lnTo>
                    <a:pt x="0" y="0"/>
                  </a:lnTo>
                  <a:lnTo>
                    <a:pt x="0" y="1432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914900" y="2598419"/>
              <a:ext cx="10795" cy="9525"/>
            </a:xfrm>
            <a:custGeom>
              <a:avLst/>
              <a:gdLst/>
              <a:ahLst/>
              <a:cxnLst/>
              <a:rect l="l" t="t" r="r" b="b"/>
              <a:pathLst>
                <a:path w="10795" h="9525">
                  <a:moveTo>
                    <a:pt x="0" y="9144"/>
                  </a:moveTo>
                  <a:lnTo>
                    <a:pt x="10668" y="9144"/>
                  </a:lnTo>
                  <a:lnTo>
                    <a:pt x="10668" y="0"/>
                  </a:lnTo>
                  <a:lnTo>
                    <a:pt x="0" y="0"/>
                  </a:lnTo>
                  <a:lnTo>
                    <a:pt x="0" y="9144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762500" y="2423159"/>
              <a:ext cx="462280" cy="175260"/>
            </a:xfrm>
            <a:custGeom>
              <a:avLst/>
              <a:gdLst/>
              <a:ahLst/>
              <a:cxnLst/>
              <a:rect l="l" t="t" r="r" b="b"/>
              <a:pathLst>
                <a:path w="462279" h="175260">
                  <a:moveTo>
                    <a:pt x="461771" y="175259"/>
                  </a:moveTo>
                  <a:lnTo>
                    <a:pt x="3048" y="175259"/>
                  </a:lnTo>
                  <a:lnTo>
                    <a:pt x="0" y="0"/>
                  </a:lnTo>
                  <a:lnTo>
                    <a:pt x="458723" y="0"/>
                  </a:lnTo>
                  <a:lnTo>
                    <a:pt x="461771" y="1752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756391" y="2151887"/>
              <a:ext cx="474345" cy="452755"/>
            </a:xfrm>
            <a:custGeom>
              <a:avLst/>
              <a:gdLst/>
              <a:ahLst/>
              <a:cxnLst/>
              <a:rect l="l" t="t" r="r" b="b"/>
              <a:pathLst>
                <a:path w="474345" h="452755">
                  <a:moveTo>
                    <a:pt x="473964" y="452640"/>
                  </a:moveTo>
                  <a:lnTo>
                    <a:pt x="473862" y="440448"/>
                  </a:lnTo>
                  <a:lnTo>
                    <a:pt x="471030" y="277380"/>
                  </a:lnTo>
                  <a:lnTo>
                    <a:pt x="470916" y="271284"/>
                  </a:lnTo>
                  <a:lnTo>
                    <a:pt x="470916" y="266712"/>
                  </a:lnTo>
                  <a:lnTo>
                    <a:pt x="464820" y="266712"/>
                  </a:lnTo>
                  <a:lnTo>
                    <a:pt x="461772" y="266712"/>
                  </a:lnTo>
                  <a:lnTo>
                    <a:pt x="461772" y="440448"/>
                  </a:lnTo>
                  <a:lnTo>
                    <a:pt x="15240" y="440448"/>
                  </a:lnTo>
                  <a:lnTo>
                    <a:pt x="12192" y="277380"/>
                  </a:lnTo>
                  <a:lnTo>
                    <a:pt x="237045" y="277380"/>
                  </a:lnTo>
                  <a:lnTo>
                    <a:pt x="237629" y="397256"/>
                  </a:lnTo>
                  <a:lnTo>
                    <a:pt x="146316" y="397256"/>
                  </a:lnTo>
                  <a:lnTo>
                    <a:pt x="146316" y="409956"/>
                  </a:lnTo>
                  <a:lnTo>
                    <a:pt x="146316" y="420116"/>
                  </a:lnTo>
                  <a:lnTo>
                    <a:pt x="146316" y="426466"/>
                  </a:lnTo>
                  <a:lnTo>
                    <a:pt x="146316" y="432816"/>
                  </a:lnTo>
                  <a:lnTo>
                    <a:pt x="237756" y="432816"/>
                  </a:lnTo>
                  <a:lnTo>
                    <a:pt x="260616" y="432816"/>
                  </a:lnTo>
                  <a:lnTo>
                    <a:pt x="341388" y="432816"/>
                  </a:lnTo>
                  <a:lnTo>
                    <a:pt x="347484" y="432816"/>
                  </a:lnTo>
                  <a:lnTo>
                    <a:pt x="347484" y="426720"/>
                  </a:lnTo>
                  <a:lnTo>
                    <a:pt x="342900" y="426720"/>
                  </a:lnTo>
                  <a:lnTo>
                    <a:pt x="342900" y="426466"/>
                  </a:lnTo>
                  <a:lnTo>
                    <a:pt x="347484" y="426466"/>
                  </a:lnTo>
                  <a:lnTo>
                    <a:pt x="347484" y="420624"/>
                  </a:lnTo>
                  <a:lnTo>
                    <a:pt x="347484" y="420116"/>
                  </a:lnTo>
                  <a:lnTo>
                    <a:pt x="347484" y="409956"/>
                  </a:lnTo>
                  <a:lnTo>
                    <a:pt x="347484" y="397256"/>
                  </a:lnTo>
                  <a:lnTo>
                    <a:pt x="260616" y="397256"/>
                  </a:lnTo>
                  <a:lnTo>
                    <a:pt x="260616" y="277380"/>
                  </a:lnTo>
                  <a:lnTo>
                    <a:pt x="458724" y="277380"/>
                  </a:lnTo>
                  <a:lnTo>
                    <a:pt x="461772" y="440448"/>
                  </a:lnTo>
                  <a:lnTo>
                    <a:pt x="461772" y="266712"/>
                  </a:lnTo>
                  <a:lnTo>
                    <a:pt x="260616" y="266712"/>
                  </a:lnTo>
                  <a:lnTo>
                    <a:pt x="260616" y="112776"/>
                  </a:lnTo>
                  <a:lnTo>
                    <a:pt x="267385" y="108204"/>
                  </a:lnTo>
                  <a:lnTo>
                    <a:pt x="387108" y="27432"/>
                  </a:lnTo>
                  <a:lnTo>
                    <a:pt x="399300" y="19812"/>
                  </a:lnTo>
                  <a:lnTo>
                    <a:pt x="384060" y="0"/>
                  </a:lnTo>
                  <a:lnTo>
                    <a:pt x="376440" y="7620"/>
                  </a:lnTo>
                  <a:lnTo>
                    <a:pt x="240804" y="99060"/>
                  </a:lnTo>
                  <a:lnTo>
                    <a:pt x="248424" y="108204"/>
                  </a:lnTo>
                  <a:lnTo>
                    <a:pt x="246900" y="108204"/>
                  </a:lnTo>
                  <a:lnTo>
                    <a:pt x="240804" y="99060"/>
                  </a:lnTo>
                  <a:lnTo>
                    <a:pt x="236232" y="102108"/>
                  </a:lnTo>
                  <a:lnTo>
                    <a:pt x="236245" y="112776"/>
                  </a:lnTo>
                  <a:lnTo>
                    <a:pt x="236994" y="266712"/>
                  </a:lnTo>
                  <a:lnTo>
                    <a:pt x="0" y="266712"/>
                  </a:lnTo>
                  <a:lnTo>
                    <a:pt x="114" y="277380"/>
                  </a:lnTo>
                  <a:lnTo>
                    <a:pt x="2946" y="440448"/>
                  </a:lnTo>
                  <a:lnTo>
                    <a:pt x="3048" y="452640"/>
                  </a:lnTo>
                  <a:lnTo>
                    <a:pt x="473964" y="45264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5100828" y="1609344"/>
              <a:ext cx="58419" cy="565785"/>
            </a:xfrm>
            <a:custGeom>
              <a:avLst/>
              <a:gdLst/>
              <a:ahLst/>
              <a:cxnLst/>
              <a:rect l="l" t="t" r="r" b="b"/>
              <a:pathLst>
                <a:path w="58420" h="565785">
                  <a:moveTo>
                    <a:pt x="57911" y="565404"/>
                  </a:moveTo>
                  <a:lnTo>
                    <a:pt x="0" y="565404"/>
                  </a:lnTo>
                  <a:lnTo>
                    <a:pt x="0" y="0"/>
                  </a:lnTo>
                  <a:lnTo>
                    <a:pt x="57911" y="0"/>
                  </a:lnTo>
                  <a:lnTo>
                    <a:pt x="57911" y="5654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094719" y="1641360"/>
              <a:ext cx="68580" cy="538480"/>
            </a:xfrm>
            <a:custGeom>
              <a:avLst/>
              <a:gdLst/>
              <a:ahLst/>
              <a:cxnLst/>
              <a:rect l="l" t="t" r="r" b="b"/>
              <a:pathLst>
                <a:path w="68579" h="538480">
                  <a:moveTo>
                    <a:pt x="68580" y="527812"/>
                  </a:moveTo>
                  <a:lnTo>
                    <a:pt x="12192" y="527812"/>
                  </a:lnTo>
                  <a:lnTo>
                    <a:pt x="12192" y="0"/>
                  </a:lnTo>
                  <a:lnTo>
                    <a:pt x="0" y="0"/>
                  </a:lnTo>
                  <a:lnTo>
                    <a:pt x="0" y="527812"/>
                  </a:lnTo>
                  <a:lnTo>
                    <a:pt x="0" y="532892"/>
                  </a:lnTo>
                  <a:lnTo>
                    <a:pt x="0" y="537972"/>
                  </a:lnTo>
                  <a:lnTo>
                    <a:pt x="64008" y="537972"/>
                  </a:lnTo>
                  <a:lnTo>
                    <a:pt x="68580" y="537972"/>
                  </a:lnTo>
                  <a:lnTo>
                    <a:pt x="68580" y="533400"/>
                  </a:lnTo>
                  <a:lnTo>
                    <a:pt x="64008" y="533400"/>
                  </a:lnTo>
                  <a:lnTo>
                    <a:pt x="64008" y="532892"/>
                  </a:lnTo>
                  <a:lnTo>
                    <a:pt x="68580" y="532892"/>
                  </a:lnTo>
                  <a:lnTo>
                    <a:pt x="68580" y="527812"/>
                  </a:lnTo>
                  <a:close/>
                </a:path>
                <a:path w="68579" h="538480">
                  <a:moveTo>
                    <a:pt x="68580" y="0"/>
                  </a:moveTo>
                  <a:lnTo>
                    <a:pt x="57912" y="0"/>
                  </a:lnTo>
                  <a:lnTo>
                    <a:pt x="57912" y="527304"/>
                  </a:lnTo>
                  <a:lnTo>
                    <a:pt x="68580" y="527304"/>
                  </a:lnTo>
                  <a:lnTo>
                    <a:pt x="68580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4899660" y="1551432"/>
              <a:ext cx="852169" cy="90170"/>
            </a:xfrm>
            <a:custGeom>
              <a:avLst/>
              <a:gdLst/>
              <a:ahLst/>
              <a:cxnLst/>
              <a:rect l="l" t="t" r="r" b="b"/>
              <a:pathLst>
                <a:path w="852170" h="90169">
                  <a:moveTo>
                    <a:pt x="851916" y="89916"/>
                  </a:moveTo>
                  <a:lnTo>
                    <a:pt x="0" y="89916"/>
                  </a:lnTo>
                  <a:lnTo>
                    <a:pt x="0" y="0"/>
                  </a:lnTo>
                  <a:lnTo>
                    <a:pt x="851916" y="0"/>
                  </a:lnTo>
                  <a:lnTo>
                    <a:pt x="851916" y="89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4895088" y="1546872"/>
              <a:ext cx="862965" cy="99060"/>
            </a:xfrm>
            <a:custGeom>
              <a:avLst/>
              <a:gdLst/>
              <a:ahLst/>
              <a:cxnLst/>
              <a:rect l="l" t="t" r="r" b="b"/>
              <a:pathLst>
                <a:path w="862964" h="99060">
                  <a:moveTo>
                    <a:pt x="862584" y="10668"/>
                  </a:moveTo>
                  <a:lnTo>
                    <a:pt x="847344" y="10668"/>
                  </a:lnTo>
                  <a:lnTo>
                    <a:pt x="847344" y="88392"/>
                  </a:lnTo>
                  <a:lnTo>
                    <a:pt x="862584" y="88392"/>
                  </a:lnTo>
                  <a:lnTo>
                    <a:pt x="862584" y="10668"/>
                  </a:lnTo>
                  <a:close/>
                </a:path>
                <a:path w="862964" h="99060">
                  <a:moveTo>
                    <a:pt x="862584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88900"/>
                  </a:lnTo>
                  <a:lnTo>
                    <a:pt x="0" y="93980"/>
                  </a:lnTo>
                  <a:lnTo>
                    <a:pt x="0" y="99060"/>
                  </a:lnTo>
                  <a:lnTo>
                    <a:pt x="856488" y="99060"/>
                  </a:lnTo>
                  <a:lnTo>
                    <a:pt x="862584" y="99060"/>
                  </a:lnTo>
                  <a:lnTo>
                    <a:pt x="862584" y="94488"/>
                  </a:lnTo>
                  <a:lnTo>
                    <a:pt x="856488" y="94488"/>
                  </a:lnTo>
                  <a:lnTo>
                    <a:pt x="856488" y="93980"/>
                  </a:lnTo>
                  <a:lnTo>
                    <a:pt x="862584" y="93980"/>
                  </a:lnTo>
                  <a:lnTo>
                    <a:pt x="862584" y="88900"/>
                  </a:lnTo>
                  <a:lnTo>
                    <a:pt x="10668" y="88900"/>
                  </a:lnTo>
                  <a:lnTo>
                    <a:pt x="10668" y="10160"/>
                  </a:lnTo>
                  <a:lnTo>
                    <a:pt x="862584" y="10160"/>
                  </a:lnTo>
                  <a:lnTo>
                    <a:pt x="862584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7" name="object 4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22476" y="3666744"/>
            <a:ext cx="76200" cy="76200"/>
          </a:xfrm>
          <a:prstGeom prst="rect">
            <a:avLst/>
          </a:prstGeom>
        </p:spPr>
      </p:pic>
      <p:sp>
        <p:nvSpPr>
          <p:cNvPr id="48" name="object 48" descr=""/>
          <p:cNvSpPr txBox="1"/>
          <p:nvPr/>
        </p:nvSpPr>
        <p:spPr>
          <a:xfrm>
            <a:off x="926087" y="3306560"/>
            <a:ext cx="5991860" cy="100774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Purpose:</a:t>
            </a:r>
            <a:endParaRPr sz="1050">
              <a:latin typeface="Arial"/>
              <a:cs typeface="Arial"/>
            </a:endParaRPr>
          </a:p>
          <a:p>
            <a:pPr marL="853440" marR="5080" indent="-5080">
              <a:lnSpc>
                <a:spcPct val="141000"/>
              </a:lnSpc>
              <a:spcBef>
                <a:spcPts val="590"/>
              </a:spcBef>
            </a:pPr>
            <a:r>
              <a:rPr dirty="0" sz="1050" spc="-10">
                <a:latin typeface="Arial"/>
                <a:cs typeface="Arial"/>
              </a:rPr>
              <a:t>Once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photoelectric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sensor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detects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10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products,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robotic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arm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begin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pack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up. </a:t>
            </a: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action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completed,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robotic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arm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counter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reset.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050" spc="-10" b="1">
                <a:latin typeface="Arial"/>
                <a:cs typeface="Arial"/>
              </a:rPr>
              <a:t>Devices: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49" name="object 49" descr=""/>
          <p:cNvGraphicFramePr>
            <a:graphicFrameLocks noGrp="1"/>
          </p:cNvGraphicFramePr>
          <p:nvPr/>
        </p:nvGraphicFramePr>
        <p:xfrm>
          <a:off x="1723644" y="4379976"/>
          <a:ext cx="533273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4639310"/>
              </a:tblGrid>
              <a:tr h="27686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Device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Function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Photoelectric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sensor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counting</a:t>
                      </a:r>
                      <a:r>
                        <a:rPr dirty="0" sz="900" spc="114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products.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X0</a:t>
                      </a:r>
                      <a:r>
                        <a:rPr dirty="0" sz="900" spc="1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=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products</a:t>
                      </a:r>
                      <a:r>
                        <a:rPr dirty="0" sz="900" spc="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are</a:t>
                      </a:r>
                      <a:r>
                        <a:rPr dirty="0" sz="900" spc="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detected.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238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Robotic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arm</a:t>
                      </a:r>
                      <a:r>
                        <a:rPr dirty="0" sz="900" spc="114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action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completed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sensor.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X1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=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packing</a:t>
                      </a:r>
                      <a:r>
                        <a:rPr dirty="0"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completed.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238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C0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Counter:</a:t>
                      </a:r>
                      <a:r>
                        <a:rPr dirty="0" sz="900" spc="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16-bit</a:t>
                      </a:r>
                      <a:r>
                        <a:rPr dirty="0" sz="900" spc="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counting</a:t>
                      </a:r>
                      <a:r>
                        <a:rPr dirty="0" sz="900" spc="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up</a:t>
                      </a:r>
                      <a:r>
                        <a:rPr dirty="0" sz="900" spc="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(general</a:t>
                      </a:r>
                      <a:r>
                        <a:rPr dirty="0" sz="900" spc="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purpose)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Robotic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arm</a:t>
                      </a:r>
                      <a:r>
                        <a:rPr dirty="0" sz="900" spc="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packing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0" name="object 50" descr=""/>
          <p:cNvSpPr txBox="1"/>
          <p:nvPr/>
        </p:nvSpPr>
        <p:spPr>
          <a:xfrm>
            <a:off x="926087" y="5548311"/>
            <a:ext cx="1114425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Program: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51" name="object 5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55063" y="5940552"/>
            <a:ext cx="5163312" cy="3418332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50748" y="516636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072924" y="9696750"/>
            <a:ext cx="177165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37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36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650748" y="9677400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656362" y="9707380"/>
            <a:ext cx="19685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2-</a:t>
            </a:r>
            <a:r>
              <a:rPr dirty="0" sz="900" spc="-50"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1203" y="1182624"/>
            <a:ext cx="76200" cy="762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1203" y="1635251"/>
            <a:ext cx="76200" cy="762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1203" y="2087879"/>
            <a:ext cx="76200" cy="7620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656318" y="260119"/>
            <a:ext cx="6189345" cy="2406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2.</a:t>
            </a:r>
            <a:r>
              <a:rPr dirty="0" sz="1500" spc="-1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Counter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5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050" spc="-10" b="1">
                <a:latin typeface="Arial"/>
                <a:cs typeface="Arial"/>
              </a:rPr>
              <a:t>Program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Description:</a:t>
            </a:r>
            <a:endParaRPr sz="1050">
              <a:latin typeface="Arial"/>
              <a:cs typeface="Arial"/>
            </a:endParaRPr>
          </a:p>
          <a:p>
            <a:pPr algn="just" marL="852169" marR="108585" indent="-5080">
              <a:lnSpc>
                <a:spcPct val="141000"/>
              </a:lnSpc>
              <a:spcBef>
                <a:spcPts val="590"/>
              </a:spcBef>
            </a:pPr>
            <a:r>
              <a:rPr dirty="0" sz="1050" spc="-10">
                <a:latin typeface="Arial"/>
                <a:cs typeface="Arial"/>
              </a:rPr>
              <a:t>Once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photoelectric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sensor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detects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product,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X0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go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from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OFF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once,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C0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count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one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time.</a:t>
            </a:r>
            <a:endParaRPr sz="1050">
              <a:latin typeface="Arial"/>
              <a:cs typeface="Arial"/>
            </a:endParaRPr>
          </a:p>
          <a:p>
            <a:pPr algn="just" marL="847725">
              <a:lnSpc>
                <a:spcPct val="100000"/>
              </a:lnSpc>
              <a:spcBef>
                <a:spcPts val="525"/>
              </a:spcBef>
            </a:pP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present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value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C0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reaches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10,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Normally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Open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contact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C0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closed.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Y0</a:t>
            </a:r>
            <a:endParaRPr sz="1050">
              <a:latin typeface="Arial"/>
              <a:cs typeface="Arial"/>
            </a:endParaRPr>
          </a:p>
          <a:p>
            <a:pPr algn="just" marL="852169">
              <a:lnSpc>
                <a:spcPct val="100000"/>
              </a:lnSpc>
              <a:spcBef>
                <a:spcPts val="515"/>
              </a:spcBef>
            </a:pP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ON,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robotic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arm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begin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pack.</a:t>
            </a:r>
            <a:endParaRPr sz="1050">
              <a:latin typeface="Arial"/>
              <a:cs typeface="Arial"/>
            </a:endParaRPr>
          </a:p>
          <a:p>
            <a:pPr algn="just" marL="852169" marR="5080" indent="-5080">
              <a:lnSpc>
                <a:spcPct val="141900"/>
              </a:lnSpc>
            </a:pP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packing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completed,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robotic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arm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action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completed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sensor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enabled.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X1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go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from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OFF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RST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instruction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executed.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Y0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C0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reset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the </a:t>
            </a:r>
            <a:r>
              <a:rPr dirty="0" sz="1050">
                <a:latin typeface="Arial"/>
                <a:cs typeface="Arial"/>
              </a:rPr>
              <a:t>next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packing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task.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22019" y="516636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26088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8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22019" y="9677400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6918439" y="9707380"/>
            <a:ext cx="19685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2-</a:t>
            </a:r>
            <a:r>
              <a:rPr dirty="0" sz="900" spc="-5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437131" y="1528064"/>
            <a:ext cx="4683760" cy="1997075"/>
            <a:chOff x="1437131" y="1528064"/>
            <a:chExt cx="4683760" cy="1997075"/>
          </a:xfrm>
        </p:grpSpPr>
        <p:sp>
          <p:nvSpPr>
            <p:cNvPr id="7" name="object 7" descr=""/>
            <p:cNvSpPr/>
            <p:nvPr/>
          </p:nvSpPr>
          <p:spPr>
            <a:xfrm>
              <a:off x="1726692" y="1528076"/>
              <a:ext cx="4394200" cy="1997075"/>
            </a:xfrm>
            <a:custGeom>
              <a:avLst/>
              <a:gdLst/>
              <a:ahLst/>
              <a:cxnLst/>
              <a:rect l="l" t="t" r="r" b="b"/>
              <a:pathLst>
                <a:path w="4394200" h="1997075">
                  <a:moveTo>
                    <a:pt x="249936" y="1248905"/>
                  </a:moveTo>
                  <a:lnTo>
                    <a:pt x="0" y="1248905"/>
                  </a:lnTo>
                  <a:lnTo>
                    <a:pt x="0" y="1259065"/>
                  </a:lnTo>
                  <a:lnTo>
                    <a:pt x="0" y="1984235"/>
                  </a:lnTo>
                  <a:lnTo>
                    <a:pt x="0" y="1990585"/>
                  </a:lnTo>
                  <a:lnTo>
                    <a:pt x="0" y="1996935"/>
                  </a:lnTo>
                  <a:lnTo>
                    <a:pt x="243840" y="1996935"/>
                  </a:lnTo>
                  <a:lnTo>
                    <a:pt x="249936" y="1996935"/>
                  </a:lnTo>
                  <a:lnTo>
                    <a:pt x="249936" y="1990839"/>
                  </a:lnTo>
                  <a:lnTo>
                    <a:pt x="243840" y="1990839"/>
                  </a:lnTo>
                  <a:lnTo>
                    <a:pt x="243840" y="1990585"/>
                  </a:lnTo>
                  <a:lnTo>
                    <a:pt x="249936" y="1990585"/>
                  </a:lnTo>
                  <a:lnTo>
                    <a:pt x="249936" y="1984743"/>
                  </a:lnTo>
                  <a:lnTo>
                    <a:pt x="249936" y="1984235"/>
                  </a:lnTo>
                  <a:lnTo>
                    <a:pt x="249936" y="1259319"/>
                  </a:lnTo>
                  <a:lnTo>
                    <a:pt x="237744" y="1259319"/>
                  </a:lnTo>
                  <a:lnTo>
                    <a:pt x="237744" y="1984235"/>
                  </a:lnTo>
                  <a:lnTo>
                    <a:pt x="12192" y="1984235"/>
                  </a:lnTo>
                  <a:lnTo>
                    <a:pt x="12192" y="1259065"/>
                  </a:lnTo>
                  <a:lnTo>
                    <a:pt x="249936" y="1259065"/>
                  </a:lnTo>
                  <a:lnTo>
                    <a:pt x="249936" y="1248905"/>
                  </a:lnTo>
                  <a:close/>
                </a:path>
                <a:path w="4394200" h="1997075">
                  <a:moveTo>
                    <a:pt x="4003548" y="1248905"/>
                  </a:moveTo>
                  <a:lnTo>
                    <a:pt x="3753612" y="1248905"/>
                  </a:lnTo>
                  <a:lnTo>
                    <a:pt x="3753612" y="1259065"/>
                  </a:lnTo>
                  <a:lnTo>
                    <a:pt x="3753612" y="1984235"/>
                  </a:lnTo>
                  <a:lnTo>
                    <a:pt x="3753612" y="1990585"/>
                  </a:lnTo>
                  <a:lnTo>
                    <a:pt x="3753612" y="1996935"/>
                  </a:lnTo>
                  <a:lnTo>
                    <a:pt x="3997452" y="1996935"/>
                  </a:lnTo>
                  <a:lnTo>
                    <a:pt x="4003548" y="1996935"/>
                  </a:lnTo>
                  <a:lnTo>
                    <a:pt x="4003548" y="1990839"/>
                  </a:lnTo>
                  <a:lnTo>
                    <a:pt x="3997452" y="1990839"/>
                  </a:lnTo>
                  <a:lnTo>
                    <a:pt x="3997452" y="1990585"/>
                  </a:lnTo>
                  <a:lnTo>
                    <a:pt x="4003548" y="1990585"/>
                  </a:lnTo>
                  <a:lnTo>
                    <a:pt x="4003548" y="1984743"/>
                  </a:lnTo>
                  <a:lnTo>
                    <a:pt x="4003548" y="1984235"/>
                  </a:lnTo>
                  <a:lnTo>
                    <a:pt x="4003548" y="1259319"/>
                  </a:lnTo>
                  <a:lnTo>
                    <a:pt x="3991356" y="1259319"/>
                  </a:lnTo>
                  <a:lnTo>
                    <a:pt x="3991356" y="1984235"/>
                  </a:lnTo>
                  <a:lnTo>
                    <a:pt x="3765804" y="1984235"/>
                  </a:lnTo>
                  <a:lnTo>
                    <a:pt x="3765804" y="1259065"/>
                  </a:lnTo>
                  <a:lnTo>
                    <a:pt x="4003548" y="1259065"/>
                  </a:lnTo>
                  <a:lnTo>
                    <a:pt x="4003548" y="1248905"/>
                  </a:lnTo>
                  <a:close/>
                </a:path>
                <a:path w="4394200" h="1997075">
                  <a:moveTo>
                    <a:pt x="4393679" y="456184"/>
                  </a:moveTo>
                  <a:lnTo>
                    <a:pt x="4387583" y="456184"/>
                  </a:lnTo>
                  <a:lnTo>
                    <a:pt x="4387583" y="457695"/>
                  </a:lnTo>
                  <a:lnTo>
                    <a:pt x="3788651" y="457695"/>
                  </a:lnTo>
                  <a:lnTo>
                    <a:pt x="3788651" y="462280"/>
                  </a:lnTo>
                  <a:lnTo>
                    <a:pt x="4387583" y="462280"/>
                  </a:lnTo>
                  <a:lnTo>
                    <a:pt x="4393679" y="462280"/>
                  </a:lnTo>
                  <a:lnTo>
                    <a:pt x="4393679" y="456184"/>
                  </a:lnTo>
                  <a:close/>
                </a:path>
                <a:path w="4394200" h="1997075">
                  <a:moveTo>
                    <a:pt x="4393679" y="452120"/>
                  </a:moveTo>
                  <a:lnTo>
                    <a:pt x="4387583" y="452120"/>
                  </a:lnTo>
                  <a:lnTo>
                    <a:pt x="4387583" y="455930"/>
                  </a:lnTo>
                  <a:lnTo>
                    <a:pt x="4393679" y="455930"/>
                  </a:lnTo>
                  <a:lnTo>
                    <a:pt x="4393679" y="452120"/>
                  </a:lnTo>
                  <a:close/>
                </a:path>
                <a:path w="4394200" h="1997075">
                  <a:moveTo>
                    <a:pt x="4393679" y="0"/>
                  </a:moveTo>
                  <a:lnTo>
                    <a:pt x="3788651" y="0"/>
                  </a:lnTo>
                  <a:lnTo>
                    <a:pt x="3788651" y="12700"/>
                  </a:lnTo>
                  <a:lnTo>
                    <a:pt x="3788651" y="452120"/>
                  </a:lnTo>
                  <a:lnTo>
                    <a:pt x="3788651" y="455930"/>
                  </a:lnTo>
                  <a:lnTo>
                    <a:pt x="3793236" y="455930"/>
                  </a:lnTo>
                  <a:lnTo>
                    <a:pt x="3793236" y="452120"/>
                  </a:lnTo>
                  <a:lnTo>
                    <a:pt x="3793236" y="12700"/>
                  </a:lnTo>
                  <a:lnTo>
                    <a:pt x="4387583" y="12700"/>
                  </a:lnTo>
                  <a:lnTo>
                    <a:pt x="4387583" y="451612"/>
                  </a:lnTo>
                  <a:lnTo>
                    <a:pt x="4393679" y="451612"/>
                  </a:lnTo>
                  <a:lnTo>
                    <a:pt x="4393679" y="12700"/>
                  </a:lnTo>
                  <a:lnTo>
                    <a:pt x="4393679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443227" y="2540508"/>
              <a:ext cx="4564380" cy="289560"/>
            </a:xfrm>
            <a:custGeom>
              <a:avLst/>
              <a:gdLst/>
              <a:ahLst/>
              <a:cxnLst/>
              <a:rect l="l" t="t" r="r" b="b"/>
              <a:pathLst>
                <a:path w="4564380" h="289560">
                  <a:moveTo>
                    <a:pt x="4421123" y="289559"/>
                  </a:moveTo>
                  <a:lnTo>
                    <a:pt x="4404359" y="289559"/>
                  </a:lnTo>
                  <a:lnTo>
                    <a:pt x="143256" y="289559"/>
                  </a:lnTo>
                  <a:lnTo>
                    <a:pt x="129540" y="288035"/>
                  </a:lnTo>
                  <a:lnTo>
                    <a:pt x="111251" y="284987"/>
                  </a:lnTo>
                  <a:lnTo>
                    <a:pt x="97535" y="278891"/>
                  </a:lnTo>
                  <a:lnTo>
                    <a:pt x="68579" y="263651"/>
                  </a:lnTo>
                  <a:lnTo>
                    <a:pt x="45719" y="246887"/>
                  </a:lnTo>
                  <a:lnTo>
                    <a:pt x="35051" y="239267"/>
                  </a:lnTo>
                  <a:lnTo>
                    <a:pt x="16763" y="214883"/>
                  </a:lnTo>
                  <a:lnTo>
                    <a:pt x="12191" y="201167"/>
                  </a:lnTo>
                  <a:lnTo>
                    <a:pt x="6095" y="190499"/>
                  </a:lnTo>
                  <a:lnTo>
                    <a:pt x="3048" y="175259"/>
                  </a:lnTo>
                  <a:lnTo>
                    <a:pt x="0" y="161543"/>
                  </a:lnTo>
                  <a:lnTo>
                    <a:pt x="0" y="132587"/>
                  </a:lnTo>
                  <a:lnTo>
                    <a:pt x="3048" y="118871"/>
                  </a:lnTo>
                  <a:lnTo>
                    <a:pt x="6095" y="103631"/>
                  </a:lnTo>
                  <a:lnTo>
                    <a:pt x="12191" y="89916"/>
                  </a:lnTo>
                  <a:lnTo>
                    <a:pt x="45719" y="44195"/>
                  </a:lnTo>
                  <a:lnTo>
                    <a:pt x="97535" y="12191"/>
                  </a:lnTo>
                  <a:lnTo>
                    <a:pt x="111251" y="9143"/>
                  </a:lnTo>
                  <a:lnTo>
                    <a:pt x="129540" y="3047"/>
                  </a:lnTo>
                  <a:lnTo>
                    <a:pt x="143256" y="3047"/>
                  </a:lnTo>
                  <a:lnTo>
                    <a:pt x="160019" y="0"/>
                  </a:lnTo>
                  <a:lnTo>
                    <a:pt x="4404359" y="0"/>
                  </a:lnTo>
                  <a:lnTo>
                    <a:pt x="4421123" y="3047"/>
                  </a:lnTo>
                  <a:lnTo>
                    <a:pt x="4436363" y="3047"/>
                  </a:lnTo>
                  <a:lnTo>
                    <a:pt x="4453127" y="9143"/>
                  </a:lnTo>
                  <a:lnTo>
                    <a:pt x="4492751" y="25907"/>
                  </a:lnTo>
                  <a:lnTo>
                    <a:pt x="4536947" y="67055"/>
                  </a:lnTo>
                  <a:lnTo>
                    <a:pt x="4559807" y="103631"/>
                  </a:lnTo>
                  <a:lnTo>
                    <a:pt x="4561331" y="118871"/>
                  </a:lnTo>
                  <a:lnTo>
                    <a:pt x="4564379" y="132587"/>
                  </a:lnTo>
                  <a:lnTo>
                    <a:pt x="4564379" y="161543"/>
                  </a:lnTo>
                  <a:lnTo>
                    <a:pt x="4561331" y="175259"/>
                  </a:lnTo>
                  <a:lnTo>
                    <a:pt x="4559807" y="190499"/>
                  </a:lnTo>
                  <a:lnTo>
                    <a:pt x="4536947" y="227075"/>
                  </a:lnTo>
                  <a:lnTo>
                    <a:pt x="4492751" y="263651"/>
                  </a:lnTo>
                  <a:lnTo>
                    <a:pt x="4453127" y="284987"/>
                  </a:lnTo>
                  <a:lnTo>
                    <a:pt x="4436363" y="288035"/>
                  </a:lnTo>
                  <a:lnTo>
                    <a:pt x="4421123" y="2895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437131" y="2535936"/>
              <a:ext cx="4577080" cy="300355"/>
            </a:xfrm>
            <a:custGeom>
              <a:avLst/>
              <a:gdLst/>
              <a:ahLst/>
              <a:cxnLst/>
              <a:rect l="l" t="t" r="r" b="b"/>
              <a:pathLst>
                <a:path w="4577080" h="300355">
                  <a:moveTo>
                    <a:pt x="4427220" y="300228"/>
                  </a:moveTo>
                  <a:lnTo>
                    <a:pt x="149352" y="300228"/>
                  </a:lnTo>
                  <a:lnTo>
                    <a:pt x="132588" y="297180"/>
                  </a:lnTo>
                  <a:lnTo>
                    <a:pt x="71628" y="274320"/>
                  </a:lnTo>
                  <a:lnTo>
                    <a:pt x="38100" y="245364"/>
                  </a:lnTo>
                  <a:lnTo>
                    <a:pt x="21336" y="222504"/>
                  </a:lnTo>
                  <a:lnTo>
                    <a:pt x="12191" y="208788"/>
                  </a:lnTo>
                  <a:lnTo>
                    <a:pt x="6096" y="195072"/>
                  </a:lnTo>
                  <a:lnTo>
                    <a:pt x="3048" y="179832"/>
                  </a:lnTo>
                  <a:lnTo>
                    <a:pt x="0" y="166116"/>
                  </a:lnTo>
                  <a:lnTo>
                    <a:pt x="0" y="134111"/>
                  </a:lnTo>
                  <a:lnTo>
                    <a:pt x="3048" y="120396"/>
                  </a:lnTo>
                  <a:lnTo>
                    <a:pt x="6096" y="105156"/>
                  </a:lnTo>
                  <a:lnTo>
                    <a:pt x="12191" y="91440"/>
                  </a:lnTo>
                  <a:lnTo>
                    <a:pt x="21336" y="79247"/>
                  </a:lnTo>
                  <a:lnTo>
                    <a:pt x="28956" y="65532"/>
                  </a:lnTo>
                  <a:lnTo>
                    <a:pt x="38100" y="53340"/>
                  </a:lnTo>
                  <a:lnTo>
                    <a:pt x="48767" y="45720"/>
                  </a:lnTo>
                  <a:lnTo>
                    <a:pt x="71628" y="25908"/>
                  </a:lnTo>
                  <a:lnTo>
                    <a:pt x="100583" y="10668"/>
                  </a:lnTo>
                  <a:lnTo>
                    <a:pt x="117348" y="7620"/>
                  </a:lnTo>
                  <a:lnTo>
                    <a:pt x="132588" y="3047"/>
                  </a:lnTo>
                  <a:lnTo>
                    <a:pt x="149352" y="3047"/>
                  </a:lnTo>
                  <a:lnTo>
                    <a:pt x="166116" y="0"/>
                  </a:lnTo>
                  <a:lnTo>
                    <a:pt x="4410456" y="0"/>
                  </a:lnTo>
                  <a:lnTo>
                    <a:pt x="4410456" y="13716"/>
                  </a:lnTo>
                  <a:lnTo>
                    <a:pt x="166116" y="13716"/>
                  </a:lnTo>
                  <a:lnTo>
                    <a:pt x="135636" y="16764"/>
                  </a:lnTo>
                  <a:lnTo>
                    <a:pt x="80772" y="36576"/>
                  </a:lnTo>
                  <a:lnTo>
                    <a:pt x="38100" y="74676"/>
                  </a:lnTo>
                  <a:lnTo>
                    <a:pt x="18288" y="111252"/>
                  </a:lnTo>
                  <a:lnTo>
                    <a:pt x="12191" y="137159"/>
                  </a:lnTo>
                  <a:lnTo>
                    <a:pt x="12191" y="166116"/>
                  </a:lnTo>
                  <a:lnTo>
                    <a:pt x="15240" y="176784"/>
                  </a:lnTo>
                  <a:lnTo>
                    <a:pt x="18288" y="192024"/>
                  </a:lnTo>
                  <a:lnTo>
                    <a:pt x="38100" y="228600"/>
                  </a:lnTo>
                  <a:lnTo>
                    <a:pt x="80772" y="266700"/>
                  </a:lnTo>
                  <a:lnTo>
                    <a:pt x="135636" y="286512"/>
                  </a:lnTo>
                  <a:lnTo>
                    <a:pt x="166116" y="289560"/>
                  </a:lnTo>
                  <a:lnTo>
                    <a:pt x="4472940" y="289560"/>
                  </a:lnTo>
                  <a:lnTo>
                    <a:pt x="4459224" y="294132"/>
                  </a:lnTo>
                  <a:lnTo>
                    <a:pt x="4445508" y="297180"/>
                  </a:lnTo>
                  <a:lnTo>
                    <a:pt x="4427220" y="300228"/>
                  </a:lnTo>
                  <a:close/>
                </a:path>
                <a:path w="4577080" h="300355">
                  <a:moveTo>
                    <a:pt x="4518660" y="53340"/>
                  </a:moveTo>
                  <a:lnTo>
                    <a:pt x="4495800" y="36576"/>
                  </a:lnTo>
                  <a:lnTo>
                    <a:pt x="4471416" y="22859"/>
                  </a:lnTo>
                  <a:lnTo>
                    <a:pt x="4442460" y="16764"/>
                  </a:lnTo>
                  <a:lnTo>
                    <a:pt x="4410456" y="13716"/>
                  </a:lnTo>
                  <a:lnTo>
                    <a:pt x="4478731" y="13716"/>
                  </a:lnTo>
                  <a:lnTo>
                    <a:pt x="4501896" y="25908"/>
                  </a:lnTo>
                  <a:lnTo>
                    <a:pt x="4527804" y="45720"/>
                  </a:lnTo>
                  <a:lnTo>
                    <a:pt x="4518660" y="53340"/>
                  </a:lnTo>
                  <a:close/>
                </a:path>
                <a:path w="4577080" h="300355">
                  <a:moveTo>
                    <a:pt x="4527804" y="257556"/>
                  </a:moveTo>
                  <a:lnTo>
                    <a:pt x="4518660" y="248412"/>
                  </a:lnTo>
                  <a:lnTo>
                    <a:pt x="4539996" y="228600"/>
                  </a:lnTo>
                  <a:lnTo>
                    <a:pt x="4553712" y="202692"/>
                  </a:lnTo>
                  <a:lnTo>
                    <a:pt x="4559808" y="192024"/>
                  </a:lnTo>
                  <a:lnTo>
                    <a:pt x="4562856" y="176784"/>
                  </a:lnTo>
                  <a:lnTo>
                    <a:pt x="4565904" y="166116"/>
                  </a:lnTo>
                  <a:lnTo>
                    <a:pt x="4565904" y="137159"/>
                  </a:lnTo>
                  <a:lnTo>
                    <a:pt x="4562856" y="123444"/>
                  </a:lnTo>
                  <a:lnTo>
                    <a:pt x="4559808" y="111252"/>
                  </a:lnTo>
                  <a:lnTo>
                    <a:pt x="4553712" y="97535"/>
                  </a:lnTo>
                  <a:lnTo>
                    <a:pt x="4539996" y="74676"/>
                  </a:lnTo>
                  <a:lnTo>
                    <a:pt x="4518660" y="53340"/>
                  </a:lnTo>
                  <a:lnTo>
                    <a:pt x="4527804" y="45720"/>
                  </a:lnTo>
                  <a:lnTo>
                    <a:pt x="4539996" y="53340"/>
                  </a:lnTo>
                  <a:lnTo>
                    <a:pt x="4547616" y="65532"/>
                  </a:lnTo>
                  <a:lnTo>
                    <a:pt x="4556760" y="79247"/>
                  </a:lnTo>
                  <a:lnTo>
                    <a:pt x="4565904" y="91440"/>
                  </a:lnTo>
                  <a:lnTo>
                    <a:pt x="4570476" y="105156"/>
                  </a:lnTo>
                  <a:lnTo>
                    <a:pt x="4573524" y="120396"/>
                  </a:lnTo>
                  <a:lnTo>
                    <a:pt x="4576572" y="134111"/>
                  </a:lnTo>
                  <a:lnTo>
                    <a:pt x="4576572" y="166116"/>
                  </a:lnTo>
                  <a:lnTo>
                    <a:pt x="4573524" y="179832"/>
                  </a:lnTo>
                  <a:lnTo>
                    <a:pt x="4570476" y="195072"/>
                  </a:lnTo>
                  <a:lnTo>
                    <a:pt x="4565904" y="208788"/>
                  </a:lnTo>
                  <a:lnTo>
                    <a:pt x="4556760" y="222504"/>
                  </a:lnTo>
                  <a:lnTo>
                    <a:pt x="4547616" y="234696"/>
                  </a:lnTo>
                  <a:lnTo>
                    <a:pt x="4539996" y="245364"/>
                  </a:lnTo>
                  <a:lnTo>
                    <a:pt x="4527804" y="257556"/>
                  </a:lnTo>
                  <a:close/>
                </a:path>
                <a:path w="4577080" h="300355">
                  <a:moveTo>
                    <a:pt x="4472940" y="289560"/>
                  </a:moveTo>
                  <a:lnTo>
                    <a:pt x="4410456" y="289560"/>
                  </a:lnTo>
                  <a:lnTo>
                    <a:pt x="4442460" y="286512"/>
                  </a:lnTo>
                  <a:lnTo>
                    <a:pt x="4471416" y="277368"/>
                  </a:lnTo>
                  <a:lnTo>
                    <a:pt x="4495800" y="266700"/>
                  </a:lnTo>
                  <a:lnTo>
                    <a:pt x="4518660" y="248412"/>
                  </a:lnTo>
                  <a:lnTo>
                    <a:pt x="4527804" y="257556"/>
                  </a:lnTo>
                  <a:lnTo>
                    <a:pt x="4501896" y="274320"/>
                  </a:lnTo>
                  <a:lnTo>
                    <a:pt x="4472940" y="28956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5713413" y="1767189"/>
            <a:ext cx="213995" cy="16192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456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437131" y="1362455"/>
            <a:ext cx="4683760" cy="2162810"/>
            <a:chOff x="1437131" y="1362455"/>
            <a:chExt cx="4683760" cy="2162810"/>
          </a:xfrm>
        </p:grpSpPr>
        <p:sp>
          <p:nvSpPr>
            <p:cNvPr id="12" name="object 12" descr=""/>
            <p:cNvSpPr/>
            <p:nvPr/>
          </p:nvSpPr>
          <p:spPr>
            <a:xfrm>
              <a:off x="1723644" y="2331719"/>
              <a:ext cx="268605" cy="204470"/>
            </a:xfrm>
            <a:custGeom>
              <a:avLst/>
              <a:gdLst/>
              <a:ahLst/>
              <a:cxnLst/>
              <a:rect l="l" t="t" r="r" b="b"/>
              <a:pathLst>
                <a:path w="268605" h="204469">
                  <a:moveTo>
                    <a:pt x="268223" y="204215"/>
                  </a:moveTo>
                  <a:lnTo>
                    <a:pt x="0" y="204215"/>
                  </a:lnTo>
                  <a:lnTo>
                    <a:pt x="0" y="0"/>
                  </a:lnTo>
                  <a:lnTo>
                    <a:pt x="268223" y="0"/>
                  </a:lnTo>
                  <a:lnTo>
                    <a:pt x="268223" y="204215"/>
                  </a:lnTo>
                  <a:close/>
                </a:path>
              </a:pathLst>
            </a:custGeom>
            <a:solidFill>
              <a:srgbClr val="8382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719072" y="2325890"/>
              <a:ext cx="277495" cy="214629"/>
            </a:xfrm>
            <a:custGeom>
              <a:avLst/>
              <a:gdLst/>
              <a:ahLst/>
              <a:cxnLst/>
              <a:rect l="l" t="t" r="r" b="b"/>
              <a:pathLst>
                <a:path w="277494" h="214630">
                  <a:moveTo>
                    <a:pt x="277368" y="204470"/>
                  </a:moveTo>
                  <a:lnTo>
                    <a:pt x="272783" y="204470"/>
                  </a:lnTo>
                  <a:lnTo>
                    <a:pt x="272783" y="209550"/>
                  </a:lnTo>
                  <a:lnTo>
                    <a:pt x="277368" y="209550"/>
                  </a:lnTo>
                  <a:lnTo>
                    <a:pt x="277368" y="204470"/>
                  </a:lnTo>
                  <a:close/>
                </a:path>
                <a:path w="277494" h="214630">
                  <a:moveTo>
                    <a:pt x="277368" y="11925"/>
                  </a:moveTo>
                  <a:lnTo>
                    <a:pt x="272783" y="11925"/>
                  </a:lnTo>
                  <a:lnTo>
                    <a:pt x="272783" y="203962"/>
                  </a:lnTo>
                  <a:lnTo>
                    <a:pt x="277368" y="203962"/>
                  </a:lnTo>
                  <a:lnTo>
                    <a:pt x="277368" y="11925"/>
                  </a:lnTo>
                  <a:close/>
                </a:path>
                <a:path w="277494" h="214630">
                  <a:moveTo>
                    <a:pt x="277368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204470"/>
                  </a:lnTo>
                  <a:lnTo>
                    <a:pt x="0" y="209550"/>
                  </a:lnTo>
                  <a:lnTo>
                    <a:pt x="0" y="214630"/>
                  </a:lnTo>
                  <a:lnTo>
                    <a:pt x="271272" y="214630"/>
                  </a:lnTo>
                  <a:lnTo>
                    <a:pt x="277368" y="214630"/>
                  </a:lnTo>
                  <a:lnTo>
                    <a:pt x="277368" y="210058"/>
                  </a:lnTo>
                  <a:lnTo>
                    <a:pt x="271272" y="210058"/>
                  </a:lnTo>
                  <a:lnTo>
                    <a:pt x="271272" y="209550"/>
                  </a:lnTo>
                  <a:lnTo>
                    <a:pt x="4572" y="209550"/>
                  </a:lnTo>
                  <a:lnTo>
                    <a:pt x="4572" y="204470"/>
                  </a:lnTo>
                  <a:lnTo>
                    <a:pt x="4572" y="11430"/>
                  </a:lnTo>
                  <a:lnTo>
                    <a:pt x="277368" y="11430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153412" y="2331719"/>
              <a:ext cx="268605" cy="204470"/>
            </a:xfrm>
            <a:custGeom>
              <a:avLst/>
              <a:gdLst/>
              <a:ahLst/>
              <a:cxnLst/>
              <a:rect l="l" t="t" r="r" b="b"/>
              <a:pathLst>
                <a:path w="268605" h="204469">
                  <a:moveTo>
                    <a:pt x="268224" y="204215"/>
                  </a:moveTo>
                  <a:lnTo>
                    <a:pt x="0" y="204215"/>
                  </a:lnTo>
                  <a:lnTo>
                    <a:pt x="0" y="0"/>
                  </a:lnTo>
                  <a:lnTo>
                    <a:pt x="268224" y="0"/>
                  </a:lnTo>
                  <a:lnTo>
                    <a:pt x="268224" y="204215"/>
                  </a:lnTo>
                  <a:close/>
                </a:path>
              </a:pathLst>
            </a:custGeom>
            <a:solidFill>
              <a:srgbClr val="8382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148840" y="2325890"/>
              <a:ext cx="277495" cy="214629"/>
            </a:xfrm>
            <a:custGeom>
              <a:avLst/>
              <a:gdLst/>
              <a:ahLst/>
              <a:cxnLst/>
              <a:rect l="l" t="t" r="r" b="b"/>
              <a:pathLst>
                <a:path w="277494" h="214630">
                  <a:moveTo>
                    <a:pt x="277368" y="204470"/>
                  </a:moveTo>
                  <a:lnTo>
                    <a:pt x="272796" y="204470"/>
                  </a:lnTo>
                  <a:lnTo>
                    <a:pt x="272796" y="209550"/>
                  </a:lnTo>
                  <a:lnTo>
                    <a:pt x="277368" y="209550"/>
                  </a:lnTo>
                  <a:lnTo>
                    <a:pt x="277368" y="204470"/>
                  </a:lnTo>
                  <a:close/>
                </a:path>
                <a:path w="277494" h="214630">
                  <a:moveTo>
                    <a:pt x="277368" y="11925"/>
                  </a:moveTo>
                  <a:lnTo>
                    <a:pt x="272796" y="11925"/>
                  </a:lnTo>
                  <a:lnTo>
                    <a:pt x="272796" y="203962"/>
                  </a:lnTo>
                  <a:lnTo>
                    <a:pt x="277368" y="203962"/>
                  </a:lnTo>
                  <a:lnTo>
                    <a:pt x="277368" y="11925"/>
                  </a:lnTo>
                  <a:close/>
                </a:path>
                <a:path w="277494" h="214630">
                  <a:moveTo>
                    <a:pt x="277368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204470"/>
                  </a:lnTo>
                  <a:lnTo>
                    <a:pt x="0" y="209550"/>
                  </a:lnTo>
                  <a:lnTo>
                    <a:pt x="0" y="214630"/>
                  </a:lnTo>
                  <a:lnTo>
                    <a:pt x="271272" y="214630"/>
                  </a:lnTo>
                  <a:lnTo>
                    <a:pt x="277368" y="214630"/>
                  </a:lnTo>
                  <a:lnTo>
                    <a:pt x="277368" y="210058"/>
                  </a:lnTo>
                  <a:lnTo>
                    <a:pt x="271272" y="210058"/>
                  </a:lnTo>
                  <a:lnTo>
                    <a:pt x="271272" y="209550"/>
                  </a:lnTo>
                  <a:lnTo>
                    <a:pt x="4572" y="209550"/>
                  </a:lnTo>
                  <a:lnTo>
                    <a:pt x="4572" y="204470"/>
                  </a:lnTo>
                  <a:lnTo>
                    <a:pt x="4572" y="11430"/>
                  </a:lnTo>
                  <a:lnTo>
                    <a:pt x="277368" y="11430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583180" y="2331719"/>
              <a:ext cx="268605" cy="204470"/>
            </a:xfrm>
            <a:custGeom>
              <a:avLst/>
              <a:gdLst/>
              <a:ahLst/>
              <a:cxnLst/>
              <a:rect l="l" t="t" r="r" b="b"/>
              <a:pathLst>
                <a:path w="268605" h="204469">
                  <a:moveTo>
                    <a:pt x="268223" y="204215"/>
                  </a:moveTo>
                  <a:lnTo>
                    <a:pt x="0" y="204215"/>
                  </a:lnTo>
                  <a:lnTo>
                    <a:pt x="0" y="0"/>
                  </a:lnTo>
                  <a:lnTo>
                    <a:pt x="268223" y="0"/>
                  </a:lnTo>
                  <a:lnTo>
                    <a:pt x="268223" y="204215"/>
                  </a:lnTo>
                  <a:close/>
                </a:path>
              </a:pathLst>
            </a:custGeom>
            <a:solidFill>
              <a:srgbClr val="8382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578608" y="2325890"/>
              <a:ext cx="277495" cy="214629"/>
            </a:xfrm>
            <a:custGeom>
              <a:avLst/>
              <a:gdLst/>
              <a:ahLst/>
              <a:cxnLst/>
              <a:rect l="l" t="t" r="r" b="b"/>
              <a:pathLst>
                <a:path w="277494" h="214630">
                  <a:moveTo>
                    <a:pt x="277368" y="204470"/>
                  </a:moveTo>
                  <a:lnTo>
                    <a:pt x="272783" y="204470"/>
                  </a:lnTo>
                  <a:lnTo>
                    <a:pt x="272783" y="209550"/>
                  </a:lnTo>
                  <a:lnTo>
                    <a:pt x="277368" y="209550"/>
                  </a:lnTo>
                  <a:lnTo>
                    <a:pt x="277368" y="204470"/>
                  </a:lnTo>
                  <a:close/>
                </a:path>
                <a:path w="277494" h="214630">
                  <a:moveTo>
                    <a:pt x="277368" y="11925"/>
                  </a:moveTo>
                  <a:lnTo>
                    <a:pt x="272783" y="11925"/>
                  </a:lnTo>
                  <a:lnTo>
                    <a:pt x="272783" y="203962"/>
                  </a:lnTo>
                  <a:lnTo>
                    <a:pt x="277368" y="203962"/>
                  </a:lnTo>
                  <a:lnTo>
                    <a:pt x="277368" y="11925"/>
                  </a:lnTo>
                  <a:close/>
                </a:path>
                <a:path w="277494" h="214630">
                  <a:moveTo>
                    <a:pt x="277368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204470"/>
                  </a:lnTo>
                  <a:lnTo>
                    <a:pt x="0" y="209550"/>
                  </a:lnTo>
                  <a:lnTo>
                    <a:pt x="0" y="214630"/>
                  </a:lnTo>
                  <a:lnTo>
                    <a:pt x="271272" y="214630"/>
                  </a:lnTo>
                  <a:lnTo>
                    <a:pt x="277368" y="214630"/>
                  </a:lnTo>
                  <a:lnTo>
                    <a:pt x="277368" y="210058"/>
                  </a:lnTo>
                  <a:lnTo>
                    <a:pt x="271272" y="210058"/>
                  </a:lnTo>
                  <a:lnTo>
                    <a:pt x="271272" y="209550"/>
                  </a:lnTo>
                  <a:lnTo>
                    <a:pt x="4572" y="209550"/>
                  </a:lnTo>
                  <a:lnTo>
                    <a:pt x="4572" y="204470"/>
                  </a:lnTo>
                  <a:lnTo>
                    <a:pt x="4572" y="11430"/>
                  </a:lnTo>
                  <a:lnTo>
                    <a:pt x="277368" y="11430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012948" y="2331719"/>
              <a:ext cx="268605" cy="204470"/>
            </a:xfrm>
            <a:custGeom>
              <a:avLst/>
              <a:gdLst/>
              <a:ahLst/>
              <a:cxnLst/>
              <a:rect l="l" t="t" r="r" b="b"/>
              <a:pathLst>
                <a:path w="268604" h="204469">
                  <a:moveTo>
                    <a:pt x="268224" y="204215"/>
                  </a:moveTo>
                  <a:lnTo>
                    <a:pt x="0" y="204215"/>
                  </a:lnTo>
                  <a:lnTo>
                    <a:pt x="0" y="0"/>
                  </a:lnTo>
                  <a:lnTo>
                    <a:pt x="268224" y="0"/>
                  </a:lnTo>
                  <a:lnTo>
                    <a:pt x="268224" y="204215"/>
                  </a:lnTo>
                  <a:close/>
                </a:path>
              </a:pathLst>
            </a:custGeom>
            <a:solidFill>
              <a:srgbClr val="8382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008376" y="2325890"/>
              <a:ext cx="277495" cy="214629"/>
            </a:xfrm>
            <a:custGeom>
              <a:avLst/>
              <a:gdLst/>
              <a:ahLst/>
              <a:cxnLst/>
              <a:rect l="l" t="t" r="r" b="b"/>
              <a:pathLst>
                <a:path w="277495" h="214630">
                  <a:moveTo>
                    <a:pt x="277368" y="204470"/>
                  </a:moveTo>
                  <a:lnTo>
                    <a:pt x="272796" y="204470"/>
                  </a:lnTo>
                  <a:lnTo>
                    <a:pt x="272796" y="209550"/>
                  </a:lnTo>
                  <a:lnTo>
                    <a:pt x="277368" y="209550"/>
                  </a:lnTo>
                  <a:lnTo>
                    <a:pt x="277368" y="204470"/>
                  </a:lnTo>
                  <a:close/>
                </a:path>
                <a:path w="277495" h="214630">
                  <a:moveTo>
                    <a:pt x="277368" y="11925"/>
                  </a:moveTo>
                  <a:lnTo>
                    <a:pt x="272796" y="11925"/>
                  </a:lnTo>
                  <a:lnTo>
                    <a:pt x="272796" y="203962"/>
                  </a:lnTo>
                  <a:lnTo>
                    <a:pt x="277368" y="203962"/>
                  </a:lnTo>
                  <a:lnTo>
                    <a:pt x="277368" y="11925"/>
                  </a:lnTo>
                  <a:close/>
                </a:path>
                <a:path w="277495" h="214630">
                  <a:moveTo>
                    <a:pt x="277368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204470"/>
                  </a:lnTo>
                  <a:lnTo>
                    <a:pt x="0" y="209550"/>
                  </a:lnTo>
                  <a:lnTo>
                    <a:pt x="0" y="214630"/>
                  </a:lnTo>
                  <a:lnTo>
                    <a:pt x="271272" y="214630"/>
                  </a:lnTo>
                  <a:lnTo>
                    <a:pt x="277368" y="214630"/>
                  </a:lnTo>
                  <a:lnTo>
                    <a:pt x="277368" y="210058"/>
                  </a:lnTo>
                  <a:lnTo>
                    <a:pt x="271272" y="210058"/>
                  </a:lnTo>
                  <a:lnTo>
                    <a:pt x="271272" y="209550"/>
                  </a:lnTo>
                  <a:lnTo>
                    <a:pt x="4572" y="209550"/>
                  </a:lnTo>
                  <a:lnTo>
                    <a:pt x="4572" y="204470"/>
                  </a:lnTo>
                  <a:lnTo>
                    <a:pt x="4572" y="11430"/>
                  </a:lnTo>
                  <a:lnTo>
                    <a:pt x="277368" y="11430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442716" y="2331719"/>
              <a:ext cx="268605" cy="204470"/>
            </a:xfrm>
            <a:custGeom>
              <a:avLst/>
              <a:gdLst/>
              <a:ahLst/>
              <a:cxnLst/>
              <a:rect l="l" t="t" r="r" b="b"/>
              <a:pathLst>
                <a:path w="268604" h="204469">
                  <a:moveTo>
                    <a:pt x="268224" y="204215"/>
                  </a:moveTo>
                  <a:lnTo>
                    <a:pt x="0" y="204215"/>
                  </a:lnTo>
                  <a:lnTo>
                    <a:pt x="0" y="0"/>
                  </a:lnTo>
                  <a:lnTo>
                    <a:pt x="268224" y="0"/>
                  </a:lnTo>
                  <a:lnTo>
                    <a:pt x="268224" y="204215"/>
                  </a:lnTo>
                  <a:close/>
                </a:path>
              </a:pathLst>
            </a:custGeom>
            <a:solidFill>
              <a:srgbClr val="8382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438144" y="2325890"/>
              <a:ext cx="277495" cy="214629"/>
            </a:xfrm>
            <a:custGeom>
              <a:avLst/>
              <a:gdLst/>
              <a:ahLst/>
              <a:cxnLst/>
              <a:rect l="l" t="t" r="r" b="b"/>
              <a:pathLst>
                <a:path w="277495" h="214630">
                  <a:moveTo>
                    <a:pt x="277368" y="204470"/>
                  </a:moveTo>
                  <a:lnTo>
                    <a:pt x="272796" y="204470"/>
                  </a:lnTo>
                  <a:lnTo>
                    <a:pt x="272796" y="209550"/>
                  </a:lnTo>
                  <a:lnTo>
                    <a:pt x="277368" y="209550"/>
                  </a:lnTo>
                  <a:lnTo>
                    <a:pt x="277368" y="204470"/>
                  </a:lnTo>
                  <a:close/>
                </a:path>
                <a:path w="277495" h="214630">
                  <a:moveTo>
                    <a:pt x="277368" y="11925"/>
                  </a:moveTo>
                  <a:lnTo>
                    <a:pt x="272796" y="11925"/>
                  </a:lnTo>
                  <a:lnTo>
                    <a:pt x="272796" y="203962"/>
                  </a:lnTo>
                  <a:lnTo>
                    <a:pt x="277368" y="203962"/>
                  </a:lnTo>
                  <a:lnTo>
                    <a:pt x="277368" y="11925"/>
                  </a:lnTo>
                  <a:close/>
                </a:path>
                <a:path w="277495" h="214630">
                  <a:moveTo>
                    <a:pt x="277368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204470"/>
                  </a:lnTo>
                  <a:lnTo>
                    <a:pt x="0" y="209550"/>
                  </a:lnTo>
                  <a:lnTo>
                    <a:pt x="0" y="214630"/>
                  </a:lnTo>
                  <a:lnTo>
                    <a:pt x="271272" y="214630"/>
                  </a:lnTo>
                  <a:lnTo>
                    <a:pt x="277368" y="214630"/>
                  </a:lnTo>
                  <a:lnTo>
                    <a:pt x="277368" y="210058"/>
                  </a:lnTo>
                  <a:lnTo>
                    <a:pt x="271272" y="210058"/>
                  </a:lnTo>
                  <a:lnTo>
                    <a:pt x="271272" y="209550"/>
                  </a:lnTo>
                  <a:lnTo>
                    <a:pt x="4572" y="209550"/>
                  </a:lnTo>
                  <a:lnTo>
                    <a:pt x="4572" y="204470"/>
                  </a:lnTo>
                  <a:lnTo>
                    <a:pt x="4572" y="11430"/>
                  </a:lnTo>
                  <a:lnTo>
                    <a:pt x="277368" y="11430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872483" y="2331719"/>
              <a:ext cx="268605" cy="204470"/>
            </a:xfrm>
            <a:custGeom>
              <a:avLst/>
              <a:gdLst/>
              <a:ahLst/>
              <a:cxnLst/>
              <a:rect l="l" t="t" r="r" b="b"/>
              <a:pathLst>
                <a:path w="268604" h="204469">
                  <a:moveTo>
                    <a:pt x="268224" y="204215"/>
                  </a:moveTo>
                  <a:lnTo>
                    <a:pt x="0" y="204215"/>
                  </a:lnTo>
                  <a:lnTo>
                    <a:pt x="0" y="0"/>
                  </a:lnTo>
                  <a:lnTo>
                    <a:pt x="268224" y="0"/>
                  </a:lnTo>
                  <a:lnTo>
                    <a:pt x="268224" y="204215"/>
                  </a:lnTo>
                  <a:close/>
                </a:path>
              </a:pathLst>
            </a:custGeom>
            <a:solidFill>
              <a:srgbClr val="8382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867899" y="2325890"/>
              <a:ext cx="277495" cy="214629"/>
            </a:xfrm>
            <a:custGeom>
              <a:avLst/>
              <a:gdLst/>
              <a:ahLst/>
              <a:cxnLst/>
              <a:rect l="l" t="t" r="r" b="b"/>
              <a:pathLst>
                <a:path w="277495" h="214630">
                  <a:moveTo>
                    <a:pt x="277368" y="204470"/>
                  </a:moveTo>
                  <a:lnTo>
                    <a:pt x="272808" y="204470"/>
                  </a:lnTo>
                  <a:lnTo>
                    <a:pt x="272808" y="209550"/>
                  </a:lnTo>
                  <a:lnTo>
                    <a:pt x="277368" y="209550"/>
                  </a:lnTo>
                  <a:lnTo>
                    <a:pt x="277368" y="204470"/>
                  </a:lnTo>
                  <a:close/>
                </a:path>
                <a:path w="277495" h="214630">
                  <a:moveTo>
                    <a:pt x="277368" y="11925"/>
                  </a:moveTo>
                  <a:lnTo>
                    <a:pt x="272808" y="11925"/>
                  </a:lnTo>
                  <a:lnTo>
                    <a:pt x="272808" y="203962"/>
                  </a:lnTo>
                  <a:lnTo>
                    <a:pt x="277368" y="203962"/>
                  </a:lnTo>
                  <a:lnTo>
                    <a:pt x="277368" y="11925"/>
                  </a:lnTo>
                  <a:close/>
                </a:path>
                <a:path w="277495" h="214630">
                  <a:moveTo>
                    <a:pt x="277368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204470"/>
                  </a:lnTo>
                  <a:lnTo>
                    <a:pt x="0" y="209550"/>
                  </a:lnTo>
                  <a:lnTo>
                    <a:pt x="0" y="214630"/>
                  </a:lnTo>
                  <a:lnTo>
                    <a:pt x="271272" y="214630"/>
                  </a:lnTo>
                  <a:lnTo>
                    <a:pt x="277368" y="214630"/>
                  </a:lnTo>
                  <a:lnTo>
                    <a:pt x="277368" y="210058"/>
                  </a:lnTo>
                  <a:lnTo>
                    <a:pt x="271272" y="210058"/>
                  </a:lnTo>
                  <a:lnTo>
                    <a:pt x="271272" y="209550"/>
                  </a:lnTo>
                  <a:lnTo>
                    <a:pt x="4572" y="209550"/>
                  </a:lnTo>
                  <a:lnTo>
                    <a:pt x="4572" y="204470"/>
                  </a:lnTo>
                  <a:lnTo>
                    <a:pt x="4572" y="11430"/>
                  </a:lnTo>
                  <a:lnTo>
                    <a:pt x="277368" y="11430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302251" y="2331719"/>
              <a:ext cx="268605" cy="204470"/>
            </a:xfrm>
            <a:custGeom>
              <a:avLst/>
              <a:gdLst/>
              <a:ahLst/>
              <a:cxnLst/>
              <a:rect l="l" t="t" r="r" b="b"/>
              <a:pathLst>
                <a:path w="268604" h="204469">
                  <a:moveTo>
                    <a:pt x="268224" y="204215"/>
                  </a:moveTo>
                  <a:lnTo>
                    <a:pt x="0" y="204215"/>
                  </a:lnTo>
                  <a:lnTo>
                    <a:pt x="0" y="0"/>
                  </a:lnTo>
                  <a:lnTo>
                    <a:pt x="268224" y="0"/>
                  </a:lnTo>
                  <a:lnTo>
                    <a:pt x="268224" y="204215"/>
                  </a:lnTo>
                  <a:close/>
                </a:path>
              </a:pathLst>
            </a:custGeom>
            <a:solidFill>
              <a:srgbClr val="8382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297667" y="2325890"/>
              <a:ext cx="277495" cy="214629"/>
            </a:xfrm>
            <a:custGeom>
              <a:avLst/>
              <a:gdLst/>
              <a:ahLst/>
              <a:cxnLst/>
              <a:rect l="l" t="t" r="r" b="b"/>
              <a:pathLst>
                <a:path w="277495" h="214630">
                  <a:moveTo>
                    <a:pt x="277368" y="204470"/>
                  </a:moveTo>
                  <a:lnTo>
                    <a:pt x="272796" y="204470"/>
                  </a:lnTo>
                  <a:lnTo>
                    <a:pt x="272796" y="209550"/>
                  </a:lnTo>
                  <a:lnTo>
                    <a:pt x="277368" y="209550"/>
                  </a:lnTo>
                  <a:lnTo>
                    <a:pt x="277368" y="204470"/>
                  </a:lnTo>
                  <a:close/>
                </a:path>
                <a:path w="277495" h="214630">
                  <a:moveTo>
                    <a:pt x="277368" y="11925"/>
                  </a:moveTo>
                  <a:lnTo>
                    <a:pt x="272796" y="11925"/>
                  </a:lnTo>
                  <a:lnTo>
                    <a:pt x="272796" y="203962"/>
                  </a:lnTo>
                  <a:lnTo>
                    <a:pt x="277368" y="203962"/>
                  </a:lnTo>
                  <a:lnTo>
                    <a:pt x="277368" y="11925"/>
                  </a:lnTo>
                  <a:close/>
                </a:path>
                <a:path w="277495" h="214630">
                  <a:moveTo>
                    <a:pt x="277368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204470"/>
                  </a:lnTo>
                  <a:lnTo>
                    <a:pt x="0" y="209550"/>
                  </a:lnTo>
                  <a:lnTo>
                    <a:pt x="0" y="214630"/>
                  </a:lnTo>
                  <a:lnTo>
                    <a:pt x="271272" y="214630"/>
                  </a:lnTo>
                  <a:lnTo>
                    <a:pt x="277368" y="214630"/>
                  </a:lnTo>
                  <a:lnTo>
                    <a:pt x="277368" y="210058"/>
                  </a:lnTo>
                  <a:lnTo>
                    <a:pt x="271272" y="210058"/>
                  </a:lnTo>
                  <a:lnTo>
                    <a:pt x="271272" y="209550"/>
                  </a:lnTo>
                  <a:lnTo>
                    <a:pt x="4572" y="209550"/>
                  </a:lnTo>
                  <a:lnTo>
                    <a:pt x="4572" y="204470"/>
                  </a:lnTo>
                  <a:lnTo>
                    <a:pt x="4572" y="11430"/>
                  </a:lnTo>
                  <a:lnTo>
                    <a:pt x="277368" y="11430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3767" y="1362455"/>
              <a:ext cx="120396" cy="169164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1726692" y="1985771"/>
              <a:ext cx="4121150" cy="1539240"/>
            </a:xfrm>
            <a:custGeom>
              <a:avLst/>
              <a:gdLst/>
              <a:ahLst/>
              <a:cxnLst/>
              <a:rect l="l" t="t" r="r" b="b"/>
              <a:pathLst>
                <a:path w="4121150" h="1539239">
                  <a:moveTo>
                    <a:pt x="249936" y="791210"/>
                  </a:moveTo>
                  <a:lnTo>
                    <a:pt x="0" y="791210"/>
                  </a:lnTo>
                  <a:lnTo>
                    <a:pt x="0" y="801370"/>
                  </a:lnTo>
                  <a:lnTo>
                    <a:pt x="0" y="1526540"/>
                  </a:lnTo>
                  <a:lnTo>
                    <a:pt x="0" y="1532890"/>
                  </a:lnTo>
                  <a:lnTo>
                    <a:pt x="0" y="1539240"/>
                  </a:lnTo>
                  <a:lnTo>
                    <a:pt x="243840" y="1539240"/>
                  </a:lnTo>
                  <a:lnTo>
                    <a:pt x="249936" y="1539240"/>
                  </a:lnTo>
                  <a:lnTo>
                    <a:pt x="249936" y="1533144"/>
                  </a:lnTo>
                  <a:lnTo>
                    <a:pt x="243840" y="1533144"/>
                  </a:lnTo>
                  <a:lnTo>
                    <a:pt x="243840" y="1532890"/>
                  </a:lnTo>
                  <a:lnTo>
                    <a:pt x="249936" y="1532890"/>
                  </a:lnTo>
                  <a:lnTo>
                    <a:pt x="249936" y="1527048"/>
                  </a:lnTo>
                  <a:lnTo>
                    <a:pt x="249936" y="1526540"/>
                  </a:lnTo>
                  <a:lnTo>
                    <a:pt x="249936" y="801624"/>
                  </a:lnTo>
                  <a:lnTo>
                    <a:pt x="237744" y="801624"/>
                  </a:lnTo>
                  <a:lnTo>
                    <a:pt x="237744" y="1526540"/>
                  </a:lnTo>
                  <a:lnTo>
                    <a:pt x="12192" y="1526540"/>
                  </a:lnTo>
                  <a:lnTo>
                    <a:pt x="12192" y="801370"/>
                  </a:lnTo>
                  <a:lnTo>
                    <a:pt x="249936" y="801370"/>
                  </a:lnTo>
                  <a:lnTo>
                    <a:pt x="249936" y="791210"/>
                  </a:lnTo>
                  <a:close/>
                </a:path>
                <a:path w="4121150" h="1539239">
                  <a:moveTo>
                    <a:pt x="4003548" y="791210"/>
                  </a:moveTo>
                  <a:lnTo>
                    <a:pt x="3753612" y="791210"/>
                  </a:lnTo>
                  <a:lnTo>
                    <a:pt x="3753612" y="801370"/>
                  </a:lnTo>
                  <a:lnTo>
                    <a:pt x="3753612" y="1526540"/>
                  </a:lnTo>
                  <a:lnTo>
                    <a:pt x="3753612" y="1532890"/>
                  </a:lnTo>
                  <a:lnTo>
                    <a:pt x="3753612" y="1539240"/>
                  </a:lnTo>
                  <a:lnTo>
                    <a:pt x="3997452" y="1539240"/>
                  </a:lnTo>
                  <a:lnTo>
                    <a:pt x="4003548" y="1539240"/>
                  </a:lnTo>
                  <a:lnTo>
                    <a:pt x="4003548" y="1533144"/>
                  </a:lnTo>
                  <a:lnTo>
                    <a:pt x="3997452" y="1533144"/>
                  </a:lnTo>
                  <a:lnTo>
                    <a:pt x="3997452" y="1532890"/>
                  </a:lnTo>
                  <a:lnTo>
                    <a:pt x="4003548" y="1532890"/>
                  </a:lnTo>
                  <a:lnTo>
                    <a:pt x="4003548" y="1527048"/>
                  </a:lnTo>
                  <a:lnTo>
                    <a:pt x="4003548" y="1526540"/>
                  </a:lnTo>
                  <a:lnTo>
                    <a:pt x="4003548" y="801624"/>
                  </a:lnTo>
                  <a:lnTo>
                    <a:pt x="3991356" y="801624"/>
                  </a:lnTo>
                  <a:lnTo>
                    <a:pt x="3991356" y="1526540"/>
                  </a:lnTo>
                  <a:lnTo>
                    <a:pt x="3765804" y="1526540"/>
                  </a:lnTo>
                  <a:lnTo>
                    <a:pt x="3765804" y="801370"/>
                  </a:lnTo>
                  <a:lnTo>
                    <a:pt x="4003548" y="801370"/>
                  </a:lnTo>
                  <a:lnTo>
                    <a:pt x="4003548" y="791210"/>
                  </a:lnTo>
                  <a:close/>
                </a:path>
                <a:path w="4121150" h="1539239">
                  <a:moveTo>
                    <a:pt x="4120896" y="616204"/>
                  </a:moveTo>
                  <a:lnTo>
                    <a:pt x="4075176" y="616204"/>
                  </a:lnTo>
                  <a:lnTo>
                    <a:pt x="4075176" y="0"/>
                  </a:lnTo>
                  <a:lnTo>
                    <a:pt x="4062984" y="0"/>
                  </a:lnTo>
                  <a:lnTo>
                    <a:pt x="4062984" y="616204"/>
                  </a:lnTo>
                  <a:lnTo>
                    <a:pt x="4062984" y="621284"/>
                  </a:lnTo>
                  <a:lnTo>
                    <a:pt x="4062984" y="626364"/>
                  </a:lnTo>
                  <a:lnTo>
                    <a:pt x="4114800" y="626364"/>
                  </a:lnTo>
                  <a:lnTo>
                    <a:pt x="4120896" y="626364"/>
                  </a:lnTo>
                  <a:lnTo>
                    <a:pt x="4120896" y="621792"/>
                  </a:lnTo>
                  <a:lnTo>
                    <a:pt x="4114800" y="621792"/>
                  </a:lnTo>
                  <a:lnTo>
                    <a:pt x="4114800" y="621284"/>
                  </a:lnTo>
                  <a:lnTo>
                    <a:pt x="4120896" y="621284"/>
                  </a:lnTo>
                  <a:lnTo>
                    <a:pt x="4120896" y="616204"/>
                  </a:lnTo>
                  <a:close/>
                </a:path>
                <a:path w="4121150" h="1539239">
                  <a:moveTo>
                    <a:pt x="4120896" y="0"/>
                  </a:moveTo>
                  <a:lnTo>
                    <a:pt x="4107180" y="0"/>
                  </a:lnTo>
                  <a:lnTo>
                    <a:pt x="4107180" y="615696"/>
                  </a:lnTo>
                  <a:lnTo>
                    <a:pt x="4120896" y="615696"/>
                  </a:lnTo>
                  <a:lnTo>
                    <a:pt x="4120896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519928" y="1534667"/>
              <a:ext cx="594360" cy="451484"/>
            </a:xfrm>
            <a:custGeom>
              <a:avLst/>
              <a:gdLst/>
              <a:ahLst/>
              <a:cxnLst/>
              <a:rect l="l" t="t" r="r" b="b"/>
              <a:pathLst>
                <a:path w="594360" h="451485">
                  <a:moveTo>
                    <a:pt x="594359" y="451104"/>
                  </a:moveTo>
                  <a:lnTo>
                    <a:pt x="0" y="451104"/>
                  </a:lnTo>
                  <a:lnTo>
                    <a:pt x="0" y="0"/>
                  </a:lnTo>
                  <a:lnTo>
                    <a:pt x="594359" y="0"/>
                  </a:lnTo>
                  <a:lnTo>
                    <a:pt x="594359" y="4511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515343" y="1528076"/>
              <a:ext cx="605155" cy="462280"/>
            </a:xfrm>
            <a:custGeom>
              <a:avLst/>
              <a:gdLst/>
              <a:ahLst/>
              <a:cxnLst/>
              <a:rect l="l" t="t" r="r" b="b"/>
              <a:pathLst>
                <a:path w="605154" h="462280">
                  <a:moveTo>
                    <a:pt x="605028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0" y="452120"/>
                  </a:lnTo>
                  <a:lnTo>
                    <a:pt x="0" y="455930"/>
                  </a:lnTo>
                  <a:lnTo>
                    <a:pt x="0" y="462280"/>
                  </a:lnTo>
                  <a:lnTo>
                    <a:pt x="598932" y="462280"/>
                  </a:lnTo>
                  <a:lnTo>
                    <a:pt x="605028" y="462280"/>
                  </a:lnTo>
                  <a:lnTo>
                    <a:pt x="605028" y="456184"/>
                  </a:lnTo>
                  <a:lnTo>
                    <a:pt x="598932" y="456184"/>
                  </a:lnTo>
                  <a:lnTo>
                    <a:pt x="598932" y="455930"/>
                  </a:lnTo>
                  <a:lnTo>
                    <a:pt x="605028" y="455930"/>
                  </a:lnTo>
                  <a:lnTo>
                    <a:pt x="605028" y="452120"/>
                  </a:lnTo>
                  <a:lnTo>
                    <a:pt x="13716" y="452120"/>
                  </a:lnTo>
                  <a:lnTo>
                    <a:pt x="13716" y="12700"/>
                  </a:lnTo>
                  <a:lnTo>
                    <a:pt x="592836" y="12700"/>
                  </a:lnTo>
                  <a:lnTo>
                    <a:pt x="592836" y="451612"/>
                  </a:lnTo>
                  <a:lnTo>
                    <a:pt x="605028" y="451612"/>
                  </a:lnTo>
                  <a:lnTo>
                    <a:pt x="605028" y="12700"/>
                  </a:lnTo>
                  <a:lnTo>
                    <a:pt x="605028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443227" y="2540507"/>
              <a:ext cx="4564380" cy="289560"/>
            </a:xfrm>
            <a:custGeom>
              <a:avLst/>
              <a:gdLst/>
              <a:ahLst/>
              <a:cxnLst/>
              <a:rect l="l" t="t" r="r" b="b"/>
              <a:pathLst>
                <a:path w="4564380" h="289560">
                  <a:moveTo>
                    <a:pt x="4421123" y="289559"/>
                  </a:moveTo>
                  <a:lnTo>
                    <a:pt x="4404359" y="289559"/>
                  </a:lnTo>
                  <a:lnTo>
                    <a:pt x="143256" y="289559"/>
                  </a:lnTo>
                  <a:lnTo>
                    <a:pt x="129540" y="288035"/>
                  </a:lnTo>
                  <a:lnTo>
                    <a:pt x="111251" y="284987"/>
                  </a:lnTo>
                  <a:lnTo>
                    <a:pt x="97535" y="278891"/>
                  </a:lnTo>
                  <a:lnTo>
                    <a:pt x="68579" y="263651"/>
                  </a:lnTo>
                  <a:lnTo>
                    <a:pt x="45719" y="246887"/>
                  </a:lnTo>
                  <a:lnTo>
                    <a:pt x="35051" y="239267"/>
                  </a:lnTo>
                  <a:lnTo>
                    <a:pt x="16763" y="214883"/>
                  </a:lnTo>
                  <a:lnTo>
                    <a:pt x="12191" y="201167"/>
                  </a:lnTo>
                  <a:lnTo>
                    <a:pt x="6095" y="190499"/>
                  </a:lnTo>
                  <a:lnTo>
                    <a:pt x="3048" y="175259"/>
                  </a:lnTo>
                  <a:lnTo>
                    <a:pt x="0" y="161543"/>
                  </a:lnTo>
                  <a:lnTo>
                    <a:pt x="0" y="132587"/>
                  </a:lnTo>
                  <a:lnTo>
                    <a:pt x="3048" y="118871"/>
                  </a:lnTo>
                  <a:lnTo>
                    <a:pt x="6095" y="103631"/>
                  </a:lnTo>
                  <a:lnTo>
                    <a:pt x="12191" y="89916"/>
                  </a:lnTo>
                  <a:lnTo>
                    <a:pt x="45719" y="44195"/>
                  </a:lnTo>
                  <a:lnTo>
                    <a:pt x="97535" y="12191"/>
                  </a:lnTo>
                  <a:lnTo>
                    <a:pt x="111251" y="9143"/>
                  </a:lnTo>
                  <a:lnTo>
                    <a:pt x="129540" y="3047"/>
                  </a:lnTo>
                  <a:lnTo>
                    <a:pt x="143256" y="3047"/>
                  </a:lnTo>
                  <a:lnTo>
                    <a:pt x="160019" y="0"/>
                  </a:lnTo>
                  <a:lnTo>
                    <a:pt x="4404359" y="0"/>
                  </a:lnTo>
                  <a:lnTo>
                    <a:pt x="4421123" y="3047"/>
                  </a:lnTo>
                  <a:lnTo>
                    <a:pt x="4436363" y="3047"/>
                  </a:lnTo>
                  <a:lnTo>
                    <a:pt x="4453127" y="9143"/>
                  </a:lnTo>
                  <a:lnTo>
                    <a:pt x="4492751" y="25907"/>
                  </a:lnTo>
                  <a:lnTo>
                    <a:pt x="4536947" y="67055"/>
                  </a:lnTo>
                  <a:lnTo>
                    <a:pt x="4559807" y="103631"/>
                  </a:lnTo>
                  <a:lnTo>
                    <a:pt x="4561331" y="118871"/>
                  </a:lnTo>
                  <a:lnTo>
                    <a:pt x="4564379" y="132587"/>
                  </a:lnTo>
                  <a:lnTo>
                    <a:pt x="4564379" y="161543"/>
                  </a:lnTo>
                  <a:lnTo>
                    <a:pt x="4561331" y="175259"/>
                  </a:lnTo>
                  <a:lnTo>
                    <a:pt x="4559807" y="190499"/>
                  </a:lnTo>
                  <a:lnTo>
                    <a:pt x="4536947" y="227075"/>
                  </a:lnTo>
                  <a:lnTo>
                    <a:pt x="4492751" y="263651"/>
                  </a:lnTo>
                  <a:lnTo>
                    <a:pt x="4453127" y="284987"/>
                  </a:lnTo>
                  <a:lnTo>
                    <a:pt x="4436363" y="288035"/>
                  </a:lnTo>
                  <a:lnTo>
                    <a:pt x="4421123" y="2895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437119" y="1726958"/>
              <a:ext cx="4645660" cy="1109345"/>
            </a:xfrm>
            <a:custGeom>
              <a:avLst/>
              <a:gdLst/>
              <a:ahLst/>
              <a:cxnLst/>
              <a:rect l="l" t="t" r="r" b="b"/>
              <a:pathLst>
                <a:path w="4645660" h="1109345">
                  <a:moveTo>
                    <a:pt x="4576572" y="943102"/>
                  </a:moveTo>
                  <a:lnTo>
                    <a:pt x="4573524" y="929386"/>
                  </a:lnTo>
                  <a:lnTo>
                    <a:pt x="4570476" y="914146"/>
                  </a:lnTo>
                  <a:lnTo>
                    <a:pt x="4565904" y="900430"/>
                  </a:lnTo>
                  <a:lnTo>
                    <a:pt x="4556760" y="888238"/>
                  </a:lnTo>
                  <a:lnTo>
                    <a:pt x="4547616" y="874522"/>
                  </a:lnTo>
                  <a:lnTo>
                    <a:pt x="4539996" y="862330"/>
                  </a:lnTo>
                  <a:lnTo>
                    <a:pt x="4527804" y="854710"/>
                  </a:lnTo>
                  <a:lnTo>
                    <a:pt x="4501896" y="834898"/>
                  </a:lnTo>
                  <a:lnTo>
                    <a:pt x="4478731" y="822706"/>
                  </a:lnTo>
                  <a:lnTo>
                    <a:pt x="4410456" y="822706"/>
                  </a:lnTo>
                  <a:lnTo>
                    <a:pt x="4442460" y="825754"/>
                  </a:lnTo>
                  <a:lnTo>
                    <a:pt x="4471416" y="831850"/>
                  </a:lnTo>
                  <a:lnTo>
                    <a:pt x="4518660" y="862330"/>
                  </a:lnTo>
                  <a:lnTo>
                    <a:pt x="4553712" y="906526"/>
                  </a:lnTo>
                  <a:lnTo>
                    <a:pt x="4565904" y="946150"/>
                  </a:lnTo>
                  <a:lnTo>
                    <a:pt x="4565904" y="975106"/>
                  </a:lnTo>
                  <a:lnTo>
                    <a:pt x="4562856" y="985774"/>
                  </a:lnTo>
                  <a:lnTo>
                    <a:pt x="4559808" y="1001014"/>
                  </a:lnTo>
                  <a:lnTo>
                    <a:pt x="4553712" y="1011682"/>
                  </a:lnTo>
                  <a:lnTo>
                    <a:pt x="4539996" y="1037590"/>
                  </a:lnTo>
                  <a:lnTo>
                    <a:pt x="4518660" y="1057402"/>
                  </a:lnTo>
                  <a:lnTo>
                    <a:pt x="4495800" y="1075690"/>
                  </a:lnTo>
                  <a:lnTo>
                    <a:pt x="4471416" y="1086358"/>
                  </a:lnTo>
                  <a:lnTo>
                    <a:pt x="4442460" y="1095502"/>
                  </a:lnTo>
                  <a:lnTo>
                    <a:pt x="4410456" y="1098550"/>
                  </a:lnTo>
                  <a:lnTo>
                    <a:pt x="166116" y="1098550"/>
                  </a:lnTo>
                  <a:lnTo>
                    <a:pt x="106680" y="1086358"/>
                  </a:lnTo>
                  <a:lnTo>
                    <a:pt x="54864" y="1057402"/>
                  </a:lnTo>
                  <a:lnTo>
                    <a:pt x="22860" y="1011682"/>
                  </a:lnTo>
                  <a:lnTo>
                    <a:pt x="15240" y="985774"/>
                  </a:lnTo>
                  <a:lnTo>
                    <a:pt x="12192" y="975106"/>
                  </a:lnTo>
                  <a:lnTo>
                    <a:pt x="12192" y="946150"/>
                  </a:lnTo>
                  <a:lnTo>
                    <a:pt x="15240" y="932434"/>
                  </a:lnTo>
                  <a:lnTo>
                    <a:pt x="38100" y="883666"/>
                  </a:lnTo>
                  <a:lnTo>
                    <a:pt x="80772" y="845566"/>
                  </a:lnTo>
                  <a:lnTo>
                    <a:pt x="135636" y="825754"/>
                  </a:lnTo>
                  <a:lnTo>
                    <a:pt x="166116" y="822706"/>
                  </a:lnTo>
                  <a:lnTo>
                    <a:pt x="4410456" y="822706"/>
                  </a:lnTo>
                  <a:lnTo>
                    <a:pt x="4410456" y="808990"/>
                  </a:lnTo>
                  <a:lnTo>
                    <a:pt x="166116" y="808990"/>
                  </a:lnTo>
                  <a:lnTo>
                    <a:pt x="149352" y="812038"/>
                  </a:lnTo>
                  <a:lnTo>
                    <a:pt x="132588" y="812038"/>
                  </a:lnTo>
                  <a:lnTo>
                    <a:pt x="117348" y="816610"/>
                  </a:lnTo>
                  <a:lnTo>
                    <a:pt x="100584" y="819658"/>
                  </a:lnTo>
                  <a:lnTo>
                    <a:pt x="71628" y="834898"/>
                  </a:lnTo>
                  <a:lnTo>
                    <a:pt x="48768" y="854710"/>
                  </a:lnTo>
                  <a:lnTo>
                    <a:pt x="38100" y="862330"/>
                  </a:lnTo>
                  <a:lnTo>
                    <a:pt x="28956" y="874522"/>
                  </a:lnTo>
                  <a:lnTo>
                    <a:pt x="21336" y="888238"/>
                  </a:lnTo>
                  <a:lnTo>
                    <a:pt x="12192" y="900430"/>
                  </a:lnTo>
                  <a:lnTo>
                    <a:pt x="6096" y="914146"/>
                  </a:lnTo>
                  <a:lnTo>
                    <a:pt x="3048" y="929386"/>
                  </a:lnTo>
                  <a:lnTo>
                    <a:pt x="0" y="943102"/>
                  </a:lnTo>
                  <a:lnTo>
                    <a:pt x="0" y="975106"/>
                  </a:lnTo>
                  <a:lnTo>
                    <a:pt x="3048" y="988822"/>
                  </a:lnTo>
                  <a:lnTo>
                    <a:pt x="6096" y="1004062"/>
                  </a:lnTo>
                  <a:lnTo>
                    <a:pt x="12192" y="1017778"/>
                  </a:lnTo>
                  <a:lnTo>
                    <a:pt x="21336" y="1031494"/>
                  </a:lnTo>
                  <a:lnTo>
                    <a:pt x="28956" y="1043686"/>
                  </a:lnTo>
                  <a:lnTo>
                    <a:pt x="38100" y="1054354"/>
                  </a:lnTo>
                  <a:lnTo>
                    <a:pt x="71628" y="1083310"/>
                  </a:lnTo>
                  <a:lnTo>
                    <a:pt x="117348" y="1103122"/>
                  </a:lnTo>
                  <a:lnTo>
                    <a:pt x="149352" y="1109218"/>
                  </a:lnTo>
                  <a:lnTo>
                    <a:pt x="4427220" y="1109218"/>
                  </a:lnTo>
                  <a:lnTo>
                    <a:pt x="4472940" y="1098550"/>
                  </a:lnTo>
                  <a:lnTo>
                    <a:pt x="4527804" y="1066546"/>
                  </a:lnTo>
                  <a:lnTo>
                    <a:pt x="4547616" y="1043686"/>
                  </a:lnTo>
                  <a:lnTo>
                    <a:pt x="4556760" y="1031494"/>
                  </a:lnTo>
                  <a:lnTo>
                    <a:pt x="4565904" y="1017778"/>
                  </a:lnTo>
                  <a:lnTo>
                    <a:pt x="4570476" y="1004062"/>
                  </a:lnTo>
                  <a:lnTo>
                    <a:pt x="4573524" y="988822"/>
                  </a:lnTo>
                  <a:lnTo>
                    <a:pt x="4576572" y="975106"/>
                  </a:lnTo>
                  <a:lnTo>
                    <a:pt x="4576572" y="943102"/>
                  </a:lnTo>
                  <a:close/>
                </a:path>
                <a:path w="4645660" h="1109345">
                  <a:moveTo>
                    <a:pt x="4645152" y="0"/>
                  </a:moveTo>
                  <a:lnTo>
                    <a:pt x="4117848" y="0"/>
                  </a:lnTo>
                  <a:lnTo>
                    <a:pt x="4117848" y="11430"/>
                  </a:lnTo>
                  <a:lnTo>
                    <a:pt x="4117848" y="217170"/>
                  </a:lnTo>
                  <a:lnTo>
                    <a:pt x="4117848" y="223520"/>
                  </a:lnTo>
                  <a:lnTo>
                    <a:pt x="4117848" y="229870"/>
                  </a:lnTo>
                  <a:lnTo>
                    <a:pt x="4639056" y="229870"/>
                  </a:lnTo>
                  <a:lnTo>
                    <a:pt x="4645152" y="229870"/>
                  </a:lnTo>
                  <a:lnTo>
                    <a:pt x="4645152" y="223774"/>
                  </a:lnTo>
                  <a:lnTo>
                    <a:pt x="4639056" y="223774"/>
                  </a:lnTo>
                  <a:lnTo>
                    <a:pt x="4639056" y="223520"/>
                  </a:lnTo>
                  <a:lnTo>
                    <a:pt x="4645152" y="223520"/>
                  </a:lnTo>
                  <a:lnTo>
                    <a:pt x="4645152" y="217678"/>
                  </a:lnTo>
                  <a:lnTo>
                    <a:pt x="4645152" y="217170"/>
                  </a:lnTo>
                  <a:lnTo>
                    <a:pt x="4645152" y="11938"/>
                  </a:lnTo>
                  <a:lnTo>
                    <a:pt x="4634484" y="11938"/>
                  </a:lnTo>
                  <a:lnTo>
                    <a:pt x="4634484" y="217170"/>
                  </a:lnTo>
                  <a:lnTo>
                    <a:pt x="4130040" y="217170"/>
                  </a:lnTo>
                  <a:lnTo>
                    <a:pt x="4130040" y="11430"/>
                  </a:lnTo>
                  <a:lnTo>
                    <a:pt x="4645152" y="11430"/>
                  </a:lnTo>
                  <a:lnTo>
                    <a:pt x="46451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5086575" y="1557024"/>
            <a:ext cx="44577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solidFill>
                  <a:srgbClr val="1F1A16"/>
                </a:solidFill>
                <a:latin typeface="Arial"/>
                <a:cs typeface="Arial"/>
              </a:rPr>
              <a:t>Daily</a:t>
            </a:r>
            <a:r>
              <a:rPr dirty="0" sz="950" spc="175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950" spc="-50">
                <a:solidFill>
                  <a:srgbClr val="1F1A16"/>
                </a:solidFill>
                <a:latin typeface="Arial"/>
                <a:cs typeface="Arial"/>
              </a:rPr>
              <a:t>Q</a:t>
            </a:r>
            <a:endParaRPr sz="95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6101724" y="1557024"/>
            <a:ext cx="52514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>
                <a:solidFill>
                  <a:srgbClr val="1F1A16"/>
                </a:solidFill>
                <a:latin typeface="Arial"/>
                <a:cs typeface="Arial"/>
              </a:rPr>
              <a:t>mpletion</a:t>
            </a:r>
            <a:endParaRPr sz="950">
              <a:latin typeface="Arial"/>
              <a:cs typeface="Aria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5524487" y="1495745"/>
            <a:ext cx="584835" cy="437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8595" indent="-189230">
              <a:lnSpc>
                <a:spcPct val="142100"/>
              </a:lnSpc>
              <a:spcBef>
                <a:spcPts val="100"/>
              </a:spcBef>
            </a:pPr>
            <a:r>
              <a:rPr dirty="0" sz="950" spc="10">
                <a:solidFill>
                  <a:srgbClr val="1F1A16"/>
                </a:solidFill>
                <a:latin typeface="Arial"/>
                <a:cs typeface="Arial"/>
              </a:rPr>
              <a:t>uantity</a:t>
            </a:r>
            <a:r>
              <a:rPr dirty="0" sz="950" spc="195">
                <a:solidFill>
                  <a:srgbClr val="1F1A16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Co 456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1440180" y="2325877"/>
            <a:ext cx="4590415" cy="513715"/>
            <a:chOff x="1440180" y="2325877"/>
            <a:chExt cx="4590415" cy="513715"/>
          </a:xfrm>
        </p:grpSpPr>
        <p:sp>
          <p:nvSpPr>
            <p:cNvPr id="36" name="object 36" descr=""/>
            <p:cNvSpPr/>
            <p:nvPr/>
          </p:nvSpPr>
          <p:spPr>
            <a:xfrm>
              <a:off x="1719072" y="2325890"/>
              <a:ext cx="2856230" cy="214629"/>
            </a:xfrm>
            <a:custGeom>
              <a:avLst/>
              <a:gdLst/>
              <a:ahLst/>
              <a:cxnLst/>
              <a:rect l="l" t="t" r="r" b="b"/>
              <a:pathLst>
                <a:path w="2856229" h="214630">
                  <a:moveTo>
                    <a:pt x="277368" y="11925"/>
                  </a:moveTo>
                  <a:lnTo>
                    <a:pt x="265176" y="11925"/>
                  </a:lnTo>
                  <a:lnTo>
                    <a:pt x="265176" y="203962"/>
                  </a:lnTo>
                  <a:lnTo>
                    <a:pt x="277368" y="203962"/>
                  </a:lnTo>
                  <a:lnTo>
                    <a:pt x="277368" y="11925"/>
                  </a:lnTo>
                  <a:close/>
                </a:path>
                <a:path w="2856229" h="214630">
                  <a:moveTo>
                    <a:pt x="277368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204470"/>
                  </a:lnTo>
                  <a:lnTo>
                    <a:pt x="0" y="209550"/>
                  </a:lnTo>
                  <a:lnTo>
                    <a:pt x="0" y="214630"/>
                  </a:lnTo>
                  <a:lnTo>
                    <a:pt x="271272" y="214630"/>
                  </a:lnTo>
                  <a:lnTo>
                    <a:pt x="277368" y="214630"/>
                  </a:lnTo>
                  <a:lnTo>
                    <a:pt x="277368" y="210058"/>
                  </a:lnTo>
                  <a:lnTo>
                    <a:pt x="271272" y="210058"/>
                  </a:lnTo>
                  <a:lnTo>
                    <a:pt x="271272" y="209550"/>
                  </a:lnTo>
                  <a:lnTo>
                    <a:pt x="277368" y="209550"/>
                  </a:lnTo>
                  <a:lnTo>
                    <a:pt x="277368" y="204470"/>
                  </a:lnTo>
                  <a:lnTo>
                    <a:pt x="10668" y="204470"/>
                  </a:lnTo>
                  <a:lnTo>
                    <a:pt x="10668" y="11430"/>
                  </a:lnTo>
                  <a:lnTo>
                    <a:pt x="277368" y="11430"/>
                  </a:lnTo>
                  <a:lnTo>
                    <a:pt x="277368" y="0"/>
                  </a:lnTo>
                  <a:close/>
                </a:path>
                <a:path w="2856229" h="214630">
                  <a:moveTo>
                    <a:pt x="707136" y="11925"/>
                  </a:moveTo>
                  <a:lnTo>
                    <a:pt x="696468" y="11925"/>
                  </a:lnTo>
                  <a:lnTo>
                    <a:pt x="696468" y="203962"/>
                  </a:lnTo>
                  <a:lnTo>
                    <a:pt x="707136" y="203962"/>
                  </a:lnTo>
                  <a:lnTo>
                    <a:pt x="707136" y="11925"/>
                  </a:lnTo>
                  <a:close/>
                </a:path>
                <a:path w="2856229" h="214630">
                  <a:moveTo>
                    <a:pt x="707136" y="0"/>
                  </a:moveTo>
                  <a:lnTo>
                    <a:pt x="429768" y="0"/>
                  </a:lnTo>
                  <a:lnTo>
                    <a:pt x="429768" y="11430"/>
                  </a:lnTo>
                  <a:lnTo>
                    <a:pt x="429768" y="204470"/>
                  </a:lnTo>
                  <a:lnTo>
                    <a:pt x="429768" y="209550"/>
                  </a:lnTo>
                  <a:lnTo>
                    <a:pt x="429768" y="214630"/>
                  </a:lnTo>
                  <a:lnTo>
                    <a:pt x="701040" y="214630"/>
                  </a:lnTo>
                  <a:lnTo>
                    <a:pt x="707136" y="214630"/>
                  </a:lnTo>
                  <a:lnTo>
                    <a:pt x="707136" y="210058"/>
                  </a:lnTo>
                  <a:lnTo>
                    <a:pt x="701040" y="210058"/>
                  </a:lnTo>
                  <a:lnTo>
                    <a:pt x="701040" y="209550"/>
                  </a:lnTo>
                  <a:lnTo>
                    <a:pt x="707136" y="209550"/>
                  </a:lnTo>
                  <a:lnTo>
                    <a:pt x="707136" y="204470"/>
                  </a:lnTo>
                  <a:lnTo>
                    <a:pt x="440436" y="204470"/>
                  </a:lnTo>
                  <a:lnTo>
                    <a:pt x="440436" y="11430"/>
                  </a:lnTo>
                  <a:lnTo>
                    <a:pt x="707136" y="11430"/>
                  </a:lnTo>
                  <a:lnTo>
                    <a:pt x="707136" y="0"/>
                  </a:lnTo>
                  <a:close/>
                </a:path>
                <a:path w="2856229" h="214630">
                  <a:moveTo>
                    <a:pt x="1136904" y="11925"/>
                  </a:moveTo>
                  <a:lnTo>
                    <a:pt x="1126236" y="11925"/>
                  </a:lnTo>
                  <a:lnTo>
                    <a:pt x="1126236" y="203962"/>
                  </a:lnTo>
                  <a:lnTo>
                    <a:pt x="1136904" y="203962"/>
                  </a:lnTo>
                  <a:lnTo>
                    <a:pt x="1136904" y="11925"/>
                  </a:lnTo>
                  <a:close/>
                </a:path>
                <a:path w="2856229" h="214630">
                  <a:moveTo>
                    <a:pt x="1136904" y="0"/>
                  </a:moveTo>
                  <a:lnTo>
                    <a:pt x="859536" y="0"/>
                  </a:lnTo>
                  <a:lnTo>
                    <a:pt x="859536" y="11430"/>
                  </a:lnTo>
                  <a:lnTo>
                    <a:pt x="859536" y="204470"/>
                  </a:lnTo>
                  <a:lnTo>
                    <a:pt x="859536" y="209550"/>
                  </a:lnTo>
                  <a:lnTo>
                    <a:pt x="859536" y="214630"/>
                  </a:lnTo>
                  <a:lnTo>
                    <a:pt x="1130808" y="214630"/>
                  </a:lnTo>
                  <a:lnTo>
                    <a:pt x="1136904" y="214630"/>
                  </a:lnTo>
                  <a:lnTo>
                    <a:pt x="1136904" y="210058"/>
                  </a:lnTo>
                  <a:lnTo>
                    <a:pt x="1130808" y="210058"/>
                  </a:lnTo>
                  <a:lnTo>
                    <a:pt x="1130808" y="209550"/>
                  </a:lnTo>
                  <a:lnTo>
                    <a:pt x="1136904" y="209550"/>
                  </a:lnTo>
                  <a:lnTo>
                    <a:pt x="1136904" y="204470"/>
                  </a:lnTo>
                  <a:lnTo>
                    <a:pt x="870204" y="204470"/>
                  </a:lnTo>
                  <a:lnTo>
                    <a:pt x="870204" y="11430"/>
                  </a:lnTo>
                  <a:lnTo>
                    <a:pt x="1136904" y="11430"/>
                  </a:lnTo>
                  <a:lnTo>
                    <a:pt x="1136904" y="0"/>
                  </a:lnTo>
                  <a:close/>
                </a:path>
                <a:path w="2856229" h="214630">
                  <a:moveTo>
                    <a:pt x="1566672" y="11925"/>
                  </a:moveTo>
                  <a:lnTo>
                    <a:pt x="1556004" y="11925"/>
                  </a:lnTo>
                  <a:lnTo>
                    <a:pt x="1556004" y="203962"/>
                  </a:lnTo>
                  <a:lnTo>
                    <a:pt x="1566672" y="203962"/>
                  </a:lnTo>
                  <a:lnTo>
                    <a:pt x="1566672" y="11925"/>
                  </a:lnTo>
                  <a:close/>
                </a:path>
                <a:path w="2856229" h="214630">
                  <a:moveTo>
                    <a:pt x="1566672" y="0"/>
                  </a:moveTo>
                  <a:lnTo>
                    <a:pt x="1289304" y="0"/>
                  </a:lnTo>
                  <a:lnTo>
                    <a:pt x="1289304" y="11430"/>
                  </a:lnTo>
                  <a:lnTo>
                    <a:pt x="1289304" y="204470"/>
                  </a:lnTo>
                  <a:lnTo>
                    <a:pt x="1289304" y="209550"/>
                  </a:lnTo>
                  <a:lnTo>
                    <a:pt x="1289304" y="214630"/>
                  </a:lnTo>
                  <a:lnTo>
                    <a:pt x="1560576" y="214630"/>
                  </a:lnTo>
                  <a:lnTo>
                    <a:pt x="1566672" y="214630"/>
                  </a:lnTo>
                  <a:lnTo>
                    <a:pt x="1566672" y="210058"/>
                  </a:lnTo>
                  <a:lnTo>
                    <a:pt x="1560576" y="210058"/>
                  </a:lnTo>
                  <a:lnTo>
                    <a:pt x="1560576" y="209550"/>
                  </a:lnTo>
                  <a:lnTo>
                    <a:pt x="1566672" y="209550"/>
                  </a:lnTo>
                  <a:lnTo>
                    <a:pt x="1566672" y="204470"/>
                  </a:lnTo>
                  <a:lnTo>
                    <a:pt x="1299972" y="204470"/>
                  </a:lnTo>
                  <a:lnTo>
                    <a:pt x="1299972" y="11430"/>
                  </a:lnTo>
                  <a:lnTo>
                    <a:pt x="1566672" y="11430"/>
                  </a:lnTo>
                  <a:lnTo>
                    <a:pt x="1566672" y="0"/>
                  </a:lnTo>
                  <a:close/>
                </a:path>
                <a:path w="2856229" h="214630">
                  <a:moveTo>
                    <a:pt x="1996440" y="11925"/>
                  </a:moveTo>
                  <a:lnTo>
                    <a:pt x="1985772" y="11925"/>
                  </a:lnTo>
                  <a:lnTo>
                    <a:pt x="1985772" y="203962"/>
                  </a:lnTo>
                  <a:lnTo>
                    <a:pt x="1996440" y="203962"/>
                  </a:lnTo>
                  <a:lnTo>
                    <a:pt x="1996440" y="11925"/>
                  </a:lnTo>
                  <a:close/>
                </a:path>
                <a:path w="2856229" h="214630">
                  <a:moveTo>
                    <a:pt x="1996440" y="0"/>
                  </a:moveTo>
                  <a:lnTo>
                    <a:pt x="1719072" y="0"/>
                  </a:lnTo>
                  <a:lnTo>
                    <a:pt x="1719072" y="11430"/>
                  </a:lnTo>
                  <a:lnTo>
                    <a:pt x="1719072" y="204470"/>
                  </a:lnTo>
                  <a:lnTo>
                    <a:pt x="1719072" y="209550"/>
                  </a:lnTo>
                  <a:lnTo>
                    <a:pt x="1719072" y="214630"/>
                  </a:lnTo>
                  <a:lnTo>
                    <a:pt x="1990344" y="214630"/>
                  </a:lnTo>
                  <a:lnTo>
                    <a:pt x="1996440" y="214630"/>
                  </a:lnTo>
                  <a:lnTo>
                    <a:pt x="1996440" y="210058"/>
                  </a:lnTo>
                  <a:lnTo>
                    <a:pt x="1990344" y="210058"/>
                  </a:lnTo>
                  <a:lnTo>
                    <a:pt x="1990344" y="209550"/>
                  </a:lnTo>
                  <a:lnTo>
                    <a:pt x="1996440" y="209550"/>
                  </a:lnTo>
                  <a:lnTo>
                    <a:pt x="1996440" y="204470"/>
                  </a:lnTo>
                  <a:lnTo>
                    <a:pt x="1729740" y="204470"/>
                  </a:lnTo>
                  <a:lnTo>
                    <a:pt x="1729740" y="11430"/>
                  </a:lnTo>
                  <a:lnTo>
                    <a:pt x="1996440" y="11430"/>
                  </a:lnTo>
                  <a:lnTo>
                    <a:pt x="1996440" y="0"/>
                  </a:lnTo>
                  <a:close/>
                </a:path>
                <a:path w="2856229" h="214630">
                  <a:moveTo>
                    <a:pt x="2426195" y="11925"/>
                  </a:moveTo>
                  <a:lnTo>
                    <a:pt x="2415527" y="11925"/>
                  </a:lnTo>
                  <a:lnTo>
                    <a:pt x="2415527" y="203962"/>
                  </a:lnTo>
                  <a:lnTo>
                    <a:pt x="2426195" y="203962"/>
                  </a:lnTo>
                  <a:lnTo>
                    <a:pt x="2426195" y="11925"/>
                  </a:lnTo>
                  <a:close/>
                </a:path>
                <a:path w="2856229" h="214630">
                  <a:moveTo>
                    <a:pt x="2426195" y="0"/>
                  </a:moveTo>
                  <a:lnTo>
                    <a:pt x="2148827" y="0"/>
                  </a:lnTo>
                  <a:lnTo>
                    <a:pt x="2148827" y="11430"/>
                  </a:lnTo>
                  <a:lnTo>
                    <a:pt x="2148827" y="204470"/>
                  </a:lnTo>
                  <a:lnTo>
                    <a:pt x="2148827" y="209550"/>
                  </a:lnTo>
                  <a:lnTo>
                    <a:pt x="2148827" y="214630"/>
                  </a:lnTo>
                  <a:lnTo>
                    <a:pt x="2420099" y="214630"/>
                  </a:lnTo>
                  <a:lnTo>
                    <a:pt x="2426195" y="214630"/>
                  </a:lnTo>
                  <a:lnTo>
                    <a:pt x="2426195" y="210058"/>
                  </a:lnTo>
                  <a:lnTo>
                    <a:pt x="2420099" y="210058"/>
                  </a:lnTo>
                  <a:lnTo>
                    <a:pt x="2420099" y="209550"/>
                  </a:lnTo>
                  <a:lnTo>
                    <a:pt x="2426195" y="209550"/>
                  </a:lnTo>
                  <a:lnTo>
                    <a:pt x="2426195" y="204470"/>
                  </a:lnTo>
                  <a:lnTo>
                    <a:pt x="2159495" y="204470"/>
                  </a:lnTo>
                  <a:lnTo>
                    <a:pt x="2159495" y="11430"/>
                  </a:lnTo>
                  <a:lnTo>
                    <a:pt x="2426195" y="11430"/>
                  </a:lnTo>
                  <a:lnTo>
                    <a:pt x="2426195" y="0"/>
                  </a:lnTo>
                  <a:close/>
                </a:path>
                <a:path w="2856229" h="214630">
                  <a:moveTo>
                    <a:pt x="2855963" y="11925"/>
                  </a:moveTo>
                  <a:lnTo>
                    <a:pt x="2845295" y="11925"/>
                  </a:lnTo>
                  <a:lnTo>
                    <a:pt x="2845295" y="203962"/>
                  </a:lnTo>
                  <a:lnTo>
                    <a:pt x="2855963" y="203962"/>
                  </a:lnTo>
                  <a:lnTo>
                    <a:pt x="2855963" y="11925"/>
                  </a:lnTo>
                  <a:close/>
                </a:path>
                <a:path w="2856229" h="214630">
                  <a:moveTo>
                    <a:pt x="2855963" y="0"/>
                  </a:moveTo>
                  <a:lnTo>
                    <a:pt x="2578595" y="0"/>
                  </a:lnTo>
                  <a:lnTo>
                    <a:pt x="2578595" y="11430"/>
                  </a:lnTo>
                  <a:lnTo>
                    <a:pt x="2578595" y="204470"/>
                  </a:lnTo>
                  <a:lnTo>
                    <a:pt x="2578595" y="209550"/>
                  </a:lnTo>
                  <a:lnTo>
                    <a:pt x="2578595" y="214630"/>
                  </a:lnTo>
                  <a:lnTo>
                    <a:pt x="2849867" y="214630"/>
                  </a:lnTo>
                  <a:lnTo>
                    <a:pt x="2855963" y="214630"/>
                  </a:lnTo>
                  <a:lnTo>
                    <a:pt x="2855963" y="210058"/>
                  </a:lnTo>
                  <a:lnTo>
                    <a:pt x="2849867" y="210058"/>
                  </a:lnTo>
                  <a:lnTo>
                    <a:pt x="2849867" y="209550"/>
                  </a:lnTo>
                  <a:lnTo>
                    <a:pt x="2855963" y="209550"/>
                  </a:lnTo>
                  <a:lnTo>
                    <a:pt x="2855963" y="204470"/>
                  </a:lnTo>
                  <a:lnTo>
                    <a:pt x="2592311" y="204470"/>
                  </a:lnTo>
                  <a:lnTo>
                    <a:pt x="2592311" y="11430"/>
                  </a:lnTo>
                  <a:lnTo>
                    <a:pt x="2855963" y="11430"/>
                  </a:lnTo>
                  <a:lnTo>
                    <a:pt x="2855963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446276" y="2543556"/>
              <a:ext cx="277495" cy="289560"/>
            </a:xfrm>
            <a:custGeom>
              <a:avLst/>
              <a:gdLst/>
              <a:ahLst/>
              <a:cxnLst/>
              <a:rect l="l" t="t" r="r" b="b"/>
              <a:pathLst>
                <a:path w="277494" h="289560">
                  <a:moveTo>
                    <a:pt x="155448" y="289559"/>
                  </a:moveTo>
                  <a:lnTo>
                    <a:pt x="140208" y="289559"/>
                  </a:lnTo>
                  <a:lnTo>
                    <a:pt x="126492" y="289559"/>
                  </a:lnTo>
                  <a:lnTo>
                    <a:pt x="111252" y="286511"/>
                  </a:lnTo>
                  <a:lnTo>
                    <a:pt x="62484" y="263651"/>
                  </a:lnTo>
                  <a:lnTo>
                    <a:pt x="25908" y="227075"/>
                  </a:lnTo>
                  <a:lnTo>
                    <a:pt x="3048" y="175259"/>
                  </a:lnTo>
                  <a:lnTo>
                    <a:pt x="0" y="146303"/>
                  </a:lnTo>
                  <a:lnTo>
                    <a:pt x="3048" y="117347"/>
                  </a:lnTo>
                  <a:lnTo>
                    <a:pt x="12192" y="89916"/>
                  </a:lnTo>
                  <a:lnTo>
                    <a:pt x="25908" y="67055"/>
                  </a:lnTo>
                  <a:lnTo>
                    <a:pt x="39624" y="42671"/>
                  </a:lnTo>
                  <a:lnTo>
                    <a:pt x="62484" y="25907"/>
                  </a:lnTo>
                  <a:lnTo>
                    <a:pt x="85344" y="12191"/>
                  </a:lnTo>
                  <a:lnTo>
                    <a:pt x="97536" y="9143"/>
                  </a:lnTo>
                  <a:lnTo>
                    <a:pt x="111252" y="3047"/>
                  </a:lnTo>
                  <a:lnTo>
                    <a:pt x="126492" y="3047"/>
                  </a:lnTo>
                  <a:lnTo>
                    <a:pt x="140208" y="0"/>
                  </a:lnTo>
                  <a:lnTo>
                    <a:pt x="155448" y="3047"/>
                  </a:lnTo>
                  <a:lnTo>
                    <a:pt x="166116" y="3047"/>
                  </a:lnTo>
                  <a:lnTo>
                    <a:pt x="179832" y="9143"/>
                  </a:lnTo>
                  <a:lnTo>
                    <a:pt x="192024" y="12191"/>
                  </a:lnTo>
                  <a:lnTo>
                    <a:pt x="237744" y="42671"/>
                  </a:lnTo>
                  <a:lnTo>
                    <a:pt x="266700" y="89916"/>
                  </a:lnTo>
                  <a:lnTo>
                    <a:pt x="277368" y="146303"/>
                  </a:lnTo>
                  <a:lnTo>
                    <a:pt x="274320" y="175259"/>
                  </a:lnTo>
                  <a:lnTo>
                    <a:pt x="254508" y="227075"/>
                  </a:lnTo>
                  <a:lnTo>
                    <a:pt x="217932" y="263651"/>
                  </a:lnTo>
                  <a:lnTo>
                    <a:pt x="179832" y="284987"/>
                  </a:lnTo>
                  <a:lnTo>
                    <a:pt x="166116" y="286511"/>
                  </a:lnTo>
                  <a:lnTo>
                    <a:pt x="155448" y="2895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440180" y="2538983"/>
              <a:ext cx="289560" cy="300355"/>
            </a:xfrm>
            <a:custGeom>
              <a:avLst/>
              <a:gdLst/>
              <a:ahLst/>
              <a:cxnLst/>
              <a:rect l="l" t="t" r="r" b="b"/>
              <a:pathLst>
                <a:path w="289560" h="300355">
                  <a:moveTo>
                    <a:pt x="161544" y="1523"/>
                  </a:moveTo>
                  <a:lnTo>
                    <a:pt x="129540" y="1523"/>
                  </a:lnTo>
                  <a:lnTo>
                    <a:pt x="146304" y="0"/>
                  </a:lnTo>
                  <a:lnTo>
                    <a:pt x="161544" y="1523"/>
                  </a:lnTo>
                  <a:close/>
                </a:path>
                <a:path w="289560" h="300355">
                  <a:moveTo>
                    <a:pt x="51816" y="53340"/>
                  </a:moveTo>
                  <a:lnTo>
                    <a:pt x="42672" y="45720"/>
                  </a:lnTo>
                  <a:lnTo>
                    <a:pt x="64008" y="24384"/>
                  </a:lnTo>
                  <a:lnTo>
                    <a:pt x="89916" y="10668"/>
                  </a:lnTo>
                  <a:lnTo>
                    <a:pt x="103632" y="7620"/>
                  </a:lnTo>
                  <a:lnTo>
                    <a:pt x="114300" y="1523"/>
                  </a:lnTo>
                  <a:lnTo>
                    <a:pt x="175260" y="1523"/>
                  </a:lnTo>
                  <a:lnTo>
                    <a:pt x="188976" y="7620"/>
                  </a:lnTo>
                  <a:lnTo>
                    <a:pt x="201168" y="10668"/>
                  </a:lnTo>
                  <a:lnTo>
                    <a:pt x="146304" y="10668"/>
                  </a:lnTo>
                  <a:lnTo>
                    <a:pt x="117348" y="13716"/>
                  </a:lnTo>
                  <a:lnTo>
                    <a:pt x="94488" y="22859"/>
                  </a:lnTo>
                  <a:lnTo>
                    <a:pt x="71628" y="36576"/>
                  </a:lnTo>
                  <a:lnTo>
                    <a:pt x="51816" y="53340"/>
                  </a:lnTo>
                  <a:close/>
                </a:path>
                <a:path w="289560" h="300355">
                  <a:moveTo>
                    <a:pt x="201168" y="289560"/>
                  </a:moveTo>
                  <a:lnTo>
                    <a:pt x="146304" y="289560"/>
                  </a:lnTo>
                  <a:lnTo>
                    <a:pt x="172212" y="286512"/>
                  </a:lnTo>
                  <a:lnTo>
                    <a:pt x="198120" y="277368"/>
                  </a:lnTo>
                  <a:lnTo>
                    <a:pt x="237744" y="248412"/>
                  </a:lnTo>
                  <a:lnTo>
                    <a:pt x="266700" y="202692"/>
                  </a:lnTo>
                  <a:lnTo>
                    <a:pt x="278892" y="150876"/>
                  </a:lnTo>
                  <a:lnTo>
                    <a:pt x="275844" y="121920"/>
                  </a:lnTo>
                  <a:lnTo>
                    <a:pt x="256032" y="73152"/>
                  </a:lnTo>
                  <a:lnTo>
                    <a:pt x="217932" y="36576"/>
                  </a:lnTo>
                  <a:lnTo>
                    <a:pt x="172212" y="13716"/>
                  </a:lnTo>
                  <a:lnTo>
                    <a:pt x="146304" y="10668"/>
                  </a:lnTo>
                  <a:lnTo>
                    <a:pt x="201168" y="10668"/>
                  </a:lnTo>
                  <a:lnTo>
                    <a:pt x="246888" y="45720"/>
                  </a:lnTo>
                  <a:lnTo>
                    <a:pt x="278892" y="91440"/>
                  </a:lnTo>
                  <a:lnTo>
                    <a:pt x="286512" y="120396"/>
                  </a:lnTo>
                  <a:lnTo>
                    <a:pt x="289560" y="134111"/>
                  </a:lnTo>
                  <a:lnTo>
                    <a:pt x="289560" y="166116"/>
                  </a:lnTo>
                  <a:lnTo>
                    <a:pt x="283464" y="193548"/>
                  </a:lnTo>
                  <a:lnTo>
                    <a:pt x="278892" y="208788"/>
                  </a:lnTo>
                  <a:lnTo>
                    <a:pt x="263652" y="234696"/>
                  </a:lnTo>
                  <a:lnTo>
                    <a:pt x="246888" y="257556"/>
                  </a:lnTo>
                  <a:lnTo>
                    <a:pt x="227076" y="274320"/>
                  </a:lnTo>
                  <a:lnTo>
                    <a:pt x="201168" y="289560"/>
                  </a:lnTo>
                  <a:close/>
                </a:path>
                <a:path w="289560" h="300355">
                  <a:moveTo>
                    <a:pt x="42672" y="257556"/>
                  </a:moveTo>
                  <a:lnTo>
                    <a:pt x="25908" y="234696"/>
                  </a:lnTo>
                  <a:lnTo>
                    <a:pt x="12192" y="208788"/>
                  </a:lnTo>
                  <a:lnTo>
                    <a:pt x="6096" y="193548"/>
                  </a:lnTo>
                  <a:lnTo>
                    <a:pt x="0" y="166116"/>
                  </a:lnTo>
                  <a:lnTo>
                    <a:pt x="0" y="134111"/>
                  </a:lnTo>
                  <a:lnTo>
                    <a:pt x="3048" y="120396"/>
                  </a:lnTo>
                  <a:lnTo>
                    <a:pt x="6096" y="105156"/>
                  </a:lnTo>
                  <a:lnTo>
                    <a:pt x="12192" y="91440"/>
                  </a:lnTo>
                  <a:lnTo>
                    <a:pt x="25908" y="65532"/>
                  </a:lnTo>
                  <a:lnTo>
                    <a:pt x="42672" y="45720"/>
                  </a:lnTo>
                  <a:lnTo>
                    <a:pt x="51816" y="53340"/>
                  </a:lnTo>
                  <a:lnTo>
                    <a:pt x="35052" y="73152"/>
                  </a:lnTo>
                  <a:lnTo>
                    <a:pt x="22860" y="96011"/>
                  </a:lnTo>
                  <a:lnTo>
                    <a:pt x="15240" y="121920"/>
                  </a:lnTo>
                  <a:lnTo>
                    <a:pt x="12192" y="150876"/>
                  </a:lnTo>
                  <a:lnTo>
                    <a:pt x="15240" y="176784"/>
                  </a:lnTo>
                  <a:lnTo>
                    <a:pt x="22860" y="202692"/>
                  </a:lnTo>
                  <a:lnTo>
                    <a:pt x="35052" y="228600"/>
                  </a:lnTo>
                  <a:lnTo>
                    <a:pt x="51816" y="248412"/>
                  </a:lnTo>
                  <a:lnTo>
                    <a:pt x="42672" y="257556"/>
                  </a:lnTo>
                  <a:close/>
                </a:path>
                <a:path w="289560" h="300355">
                  <a:moveTo>
                    <a:pt x="161544" y="300228"/>
                  </a:moveTo>
                  <a:lnTo>
                    <a:pt x="129540" y="300228"/>
                  </a:lnTo>
                  <a:lnTo>
                    <a:pt x="114300" y="297180"/>
                  </a:lnTo>
                  <a:lnTo>
                    <a:pt x="103632" y="294132"/>
                  </a:lnTo>
                  <a:lnTo>
                    <a:pt x="89916" y="289560"/>
                  </a:lnTo>
                  <a:lnTo>
                    <a:pt x="64008" y="274320"/>
                  </a:lnTo>
                  <a:lnTo>
                    <a:pt x="42672" y="257556"/>
                  </a:lnTo>
                  <a:lnTo>
                    <a:pt x="51816" y="248412"/>
                  </a:lnTo>
                  <a:lnTo>
                    <a:pt x="71628" y="265176"/>
                  </a:lnTo>
                  <a:lnTo>
                    <a:pt x="94488" y="277368"/>
                  </a:lnTo>
                  <a:lnTo>
                    <a:pt x="117348" y="286512"/>
                  </a:lnTo>
                  <a:lnTo>
                    <a:pt x="146304" y="289560"/>
                  </a:lnTo>
                  <a:lnTo>
                    <a:pt x="201168" y="289560"/>
                  </a:lnTo>
                  <a:lnTo>
                    <a:pt x="188976" y="294132"/>
                  </a:lnTo>
                  <a:lnTo>
                    <a:pt x="161544" y="30022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5747003" y="2543556"/>
              <a:ext cx="279400" cy="289560"/>
            </a:xfrm>
            <a:custGeom>
              <a:avLst/>
              <a:gdLst/>
              <a:ahLst/>
              <a:cxnLst/>
              <a:rect l="l" t="t" r="r" b="b"/>
              <a:pathLst>
                <a:path w="279400" h="289560">
                  <a:moveTo>
                    <a:pt x="152400" y="289559"/>
                  </a:moveTo>
                  <a:lnTo>
                    <a:pt x="137160" y="289559"/>
                  </a:lnTo>
                  <a:lnTo>
                    <a:pt x="123444" y="289559"/>
                  </a:lnTo>
                  <a:lnTo>
                    <a:pt x="112776" y="286511"/>
                  </a:lnTo>
                  <a:lnTo>
                    <a:pt x="60960" y="263651"/>
                  </a:lnTo>
                  <a:lnTo>
                    <a:pt x="22860" y="227075"/>
                  </a:lnTo>
                  <a:lnTo>
                    <a:pt x="3048" y="175259"/>
                  </a:lnTo>
                  <a:lnTo>
                    <a:pt x="0" y="146303"/>
                  </a:lnTo>
                  <a:lnTo>
                    <a:pt x="3048" y="117347"/>
                  </a:lnTo>
                  <a:lnTo>
                    <a:pt x="22860" y="67055"/>
                  </a:lnTo>
                  <a:lnTo>
                    <a:pt x="60960" y="25907"/>
                  </a:lnTo>
                  <a:lnTo>
                    <a:pt x="97536" y="9143"/>
                  </a:lnTo>
                  <a:lnTo>
                    <a:pt x="112776" y="3047"/>
                  </a:lnTo>
                  <a:lnTo>
                    <a:pt x="123444" y="3047"/>
                  </a:lnTo>
                  <a:lnTo>
                    <a:pt x="137160" y="0"/>
                  </a:lnTo>
                  <a:lnTo>
                    <a:pt x="152400" y="3047"/>
                  </a:lnTo>
                  <a:lnTo>
                    <a:pt x="166116" y="3047"/>
                  </a:lnTo>
                  <a:lnTo>
                    <a:pt x="181356" y="9143"/>
                  </a:lnTo>
                  <a:lnTo>
                    <a:pt x="192024" y="12191"/>
                  </a:lnTo>
                  <a:lnTo>
                    <a:pt x="237744" y="42671"/>
                  </a:lnTo>
                  <a:lnTo>
                    <a:pt x="266700" y="89916"/>
                  </a:lnTo>
                  <a:lnTo>
                    <a:pt x="278892" y="146303"/>
                  </a:lnTo>
                  <a:lnTo>
                    <a:pt x="275844" y="175259"/>
                  </a:lnTo>
                  <a:lnTo>
                    <a:pt x="252984" y="227075"/>
                  </a:lnTo>
                  <a:lnTo>
                    <a:pt x="214884" y="263651"/>
                  </a:lnTo>
                  <a:lnTo>
                    <a:pt x="181356" y="284987"/>
                  </a:lnTo>
                  <a:lnTo>
                    <a:pt x="166116" y="286511"/>
                  </a:lnTo>
                  <a:lnTo>
                    <a:pt x="152400" y="2895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5740908" y="2538983"/>
              <a:ext cx="289560" cy="300355"/>
            </a:xfrm>
            <a:custGeom>
              <a:avLst/>
              <a:gdLst/>
              <a:ahLst/>
              <a:cxnLst/>
              <a:rect l="l" t="t" r="r" b="b"/>
              <a:pathLst>
                <a:path w="289560" h="300355">
                  <a:moveTo>
                    <a:pt x="161544" y="1523"/>
                  </a:moveTo>
                  <a:lnTo>
                    <a:pt x="129540" y="1523"/>
                  </a:lnTo>
                  <a:lnTo>
                    <a:pt x="143256" y="0"/>
                  </a:lnTo>
                  <a:lnTo>
                    <a:pt x="161544" y="1523"/>
                  </a:lnTo>
                  <a:close/>
                </a:path>
                <a:path w="289560" h="300355">
                  <a:moveTo>
                    <a:pt x="51816" y="53340"/>
                  </a:moveTo>
                  <a:lnTo>
                    <a:pt x="44196" y="45720"/>
                  </a:lnTo>
                  <a:lnTo>
                    <a:pt x="64008" y="24384"/>
                  </a:lnTo>
                  <a:lnTo>
                    <a:pt x="89916" y="10668"/>
                  </a:lnTo>
                  <a:lnTo>
                    <a:pt x="100584" y="7620"/>
                  </a:lnTo>
                  <a:lnTo>
                    <a:pt x="115824" y="1523"/>
                  </a:lnTo>
                  <a:lnTo>
                    <a:pt x="175260" y="1523"/>
                  </a:lnTo>
                  <a:lnTo>
                    <a:pt x="187452" y="7620"/>
                  </a:lnTo>
                  <a:lnTo>
                    <a:pt x="201168" y="10668"/>
                  </a:lnTo>
                  <a:lnTo>
                    <a:pt x="143256" y="10668"/>
                  </a:lnTo>
                  <a:lnTo>
                    <a:pt x="118872" y="13716"/>
                  </a:lnTo>
                  <a:lnTo>
                    <a:pt x="92964" y="22859"/>
                  </a:lnTo>
                  <a:lnTo>
                    <a:pt x="71628" y="36576"/>
                  </a:lnTo>
                  <a:lnTo>
                    <a:pt x="51816" y="53340"/>
                  </a:lnTo>
                  <a:close/>
                </a:path>
                <a:path w="289560" h="300355">
                  <a:moveTo>
                    <a:pt x="201168" y="289560"/>
                  </a:moveTo>
                  <a:lnTo>
                    <a:pt x="143256" y="289560"/>
                  </a:lnTo>
                  <a:lnTo>
                    <a:pt x="172212" y="286512"/>
                  </a:lnTo>
                  <a:lnTo>
                    <a:pt x="195072" y="277368"/>
                  </a:lnTo>
                  <a:lnTo>
                    <a:pt x="239268" y="248412"/>
                  </a:lnTo>
                  <a:lnTo>
                    <a:pt x="266700" y="202692"/>
                  </a:lnTo>
                  <a:lnTo>
                    <a:pt x="278892" y="150876"/>
                  </a:lnTo>
                  <a:lnTo>
                    <a:pt x="275844" y="121920"/>
                  </a:lnTo>
                  <a:lnTo>
                    <a:pt x="256032" y="73152"/>
                  </a:lnTo>
                  <a:lnTo>
                    <a:pt x="217932" y="36576"/>
                  </a:lnTo>
                  <a:lnTo>
                    <a:pt x="172212" y="13716"/>
                  </a:lnTo>
                  <a:lnTo>
                    <a:pt x="143256" y="10668"/>
                  </a:lnTo>
                  <a:lnTo>
                    <a:pt x="201168" y="10668"/>
                  </a:lnTo>
                  <a:lnTo>
                    <a:pt x="246888" y="45720"/>
                  </a:lnTo>
                  <a:lnTo>
                    <a:pt x="278892" y="91440"/>
                  </a:lnTo>
                  <a:lnTo>
                    <a:pt x="286512" y="120396"/>
                  </a:lnTo>
                  <a:lnTo>
                    <a:pt x="289560" y="134111"/>
                  </a:lnTo>
                  <a:lnTo>
                    <a:pt x="289560" y="166116"/>
                  </a:lnTo>
                  <a:lnTo>
                    <a:pt x="286512" y="179832"/>
                  </a:lnTo>
                  <a:lnTo>
                    <a:pt x="284988" y="193548"/>
                  </a:lnTo>
                  <a:lnTo>
                    <a:pt x="278892" y="208788"/>
                  </a:lnTo>
                  <a:lnTo>
                    <a:pt x="263652" y="234696"/>
                  </a:lnTo>
                  <a:lnTo>
                    <a:pt x="246888" y="257556"/>
                  </a:lnTo>
                  <a:lnTo>
                    <a:pt x="227076" y="274320"/>
                  </a:lnTo>
                  <a:lnTo>
                    <a:pt x="201168" y="289560"/>
                  </a:lnTo>
                  <a:close/>
                </a:path>
                <a:path w="289560" h="300355">
                  <a:moveTo>
                    <a:pt x="44196" y="257556"/>
                  </a:moveTo>
                  <a:lnTo>
                    <a:pt x="25908" y="234696"/>
                  </a:lnTo>
                  <a:lnTo>
                    <a:pt x="12192" y="208788"/>
                  </a:lnTo>
                  <a:lnTo>
                    <a:pt x="6096" y="193548"/>
                  </a:lnTo>
                  <a:lnTo>
                    <a:pt x="0" y="166116"/>
                  </a:lnTo>
                  <a:lnTo>
                    <a:pt x="0" y="134111"/>
                  </a:lnTo>
                  <a:lnTo>
                    <a:pt x="3048" y="120396"/>
                  </a:lnTo>
                  <a:lnTo>
                    <a:pt x="6096" y="105156"/>
                  </a:lnTo>
                  <a:lnTo>
                    <a:pt x="12192" y="91440"/>
                  </a:lnTo>
                  <a:lnTo>
                    <a:pt x="25908" y="65532"/>
                  </a:lnTo>
                  <a:lnTo>
                    <a:pt x="44196" y="45720"/>
                  </a:lnTo>
                  <a:lnTo>
                    <a:pt x="51816" y="53340"/>
                  </a:lnTo>
                  <a:lnTo>
                    <a:pt x="35052" y="73152"/>
                  </a:lnTo>
                  <a:lnTo>
                    <a:pt x="24384" y="96011"/>
                  </a:lnTo>
                  <a:lnTo>
                    <a:pt x="15240" y="121920"/>
                  </a:lnTo>
                  <a:lnTo>
                    <a:pt x="12192" y="150876"/>
                  </a:lnTo>
                  <a:lnTo>
                    <a:pt x="15240" y="176784"/>
                  </a:lnTo>
                  <a:lnTo>
                    <a:pt x="24384" y="202692"/>
                  </a:lnTo>
                  <a:lnTo>
                    <a:pt x="35052" y="228600"/>
                  </a:lnTo>
                  <a:lnTo>
                    <a:pt x="51816" y="248412"/>
                  </a:lnTo>
                  <a:lnTo>
                    <a:pt x="44196" y="257556"/>
                  </a:lnTo>
                  <a:close/>
                </a:path>
                <a:path w="289560" h="300355">
                  <a:moveTo>
                    <a:pt x="161544" y="300228"/>
                  </a:moveTo>
                  <a:lnTo>
                    <a:pt x="129540" y="300228"/>
                  </a:lnTo>
                  <a:lnTo>
                    <a:pt x="115824" y="297180"/>
                  </a:lnTo>
                  <a:lnTo>
                    <a:pt x="100584" y="294132"/>
                  </a:lnTo>
                  <a:lnTo>
                    <a:pt x="89916" y="289560"/>
                  </a:lnTo>
                  <a:lnTo>
                    <a:pt x="64008" y="274320"/>
                  </a:lnTo>
                  <a:lnTo>
                    <a:pt x="44196" y="257556"/>
                  </a:lnTo>
                  <a:lnTo>
                    <a:pt x="51816" y="248412"/>
                  </a:lnTo>
                  <a:lnTo>
                    <a:pt x="71628" y="265176"/>
                  </a:lnTo>
                  <a:lnTo>
                    <a:pt x="92964" y="277368"/>
                  </a:lnTo>
                  <a:lnTo>
                    <a:pt x="118872" y="286512"/>
                  </a:lnTo>
                  <a:lnTo>
                    <a:pt x="143256" y="289560"/>
                  </a:lnTo>
                  <a:lnTo>
                    <a:pt x="201168" y="289560"/>
                  </a:lnTo>
                  <a:lnTo>
                    <a:pt x="187452" y="294132"/>
                  </a:lnTo>
                  <a:lnTo>
                    <a:pt x="175260" y="297180"/>
                  </a:lnTo>
                  <a:lnTo>
                    <a:pt x="161544" y="30022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1889228" y="1756664"/>
            <a:ext cx="17843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X0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1973579" y="1758695"/>
            <a:ext cx="384175" cy="518159"/>
            <a:chOff x="1973579" y="1758695"/>
            <a:chExt cx="384175" cy="518159"/>
          </a:xfrm>
        </p:grpSpPr>
        <p:pic>
          <p:nvPicPr>
            <p:cNvPr id="43" name="object 4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91511" y="1758695"/>
              <a:ext cx="166115" cy="140208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2045207" y="1766315"/>
              <a:ext cx="306705" cy="201295"/>
            </a:xfrm>
            <a:custGeom>
              <a:avLst/>
              <a:gdLst/>
              <a:ahLst/>
              <a:cxnLst/>
              <a:rect l="l" t="t" r="r" b="b"/>
              <a:pathLst>
                <a:path w="306705" h="201294">
                  <a:moveTo>
                    <a:pt x="153924" y="201167"/>
                  </a:moveTo>
                  <a:lnTo>
                    <a:pt x="0" y="201167"/>
                  </a:lnTo>
                  <a:lnTo>
                    <a:pt x="152400" y="0"/>
                  </a:lnTo>
                  <a:lnTo>
                    <a:pt x="306324" y="0"/>
                  </a:lnTo>
                  <a:lnTo>
                    <a:pt x="153924" y="201167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042159" y="1758695"/>
              <a:ext cx="312420" cy="218440"/>
            </a:xfrm>
            <a:custGeom>
              <a:avLst/>
              <a:gdLst/>
              <a:ahLst/>
              <a:cxnLst/>
              <a:rect l="l" t="t" r="r" b="b"/>
              <a:pathLst>
                <a:path w="312419" h="218439">
                  <a:moveTo>
                    <a:pt x="156972" y="217931"/>
                  </a:moveTo>
                  <a:lnTo>
                    <a:pt x="3048" y="217931"/>
                  </a:lnTo>
                  <a:lnTo>
                    <a:pt x="0" y="205739"/>
                  </a:lnTo>
                  <a:lnTo>
                    <a:pt x="149352" y="3048"/>
                  </a:lnTo>
                  <a:lnTo>
                    <a:pt x="155448" y="0"/>
                  </a:lnTo>
                  <a:lnTo>
                    <a:pt x="155448" y="7619"/>
                  </a:lnTo>
                  <a:lnTo>
                    <a:pt x="311549" y="7619"/>
                  </a:lnTo>
                  <a:lnTo>
                    <a:pt x="312420" y="10667"/>
                  </a:lnTo>
                  <a:lnTo>
                    <a:pt x="310190" y="13715"/>
                  </a:lnTo>
                  <a:lnTo>
                    <a:pt x="155448" y="13715"/>
                  </a:lnTo>
                  <a:lnTo>
                    <a:pt x="16764" y="202691"/>
                  </a:lnTo>
                  <a:lnTo>
                    <a:pt x="171984" y="202691"/>
                  </a:lnTo>
                  <a:lnTo>
                    <a:pt x="163067" y="214883"/>
                  </a:lnTo>
                  <a:lnTo>
                    <a:pt x="156972" y="217931"/>
                  </a:lnTo>
                  <a:close/>
                </a:path>
                <a:path w="312419" h="218439">
                  <a:moveTo>
                    <a:pt x="309372" y="7619"/>
                  </a:moveTo>
                  <a:lnTo>
                    <a:pt x="155448" y="7619"/>
                  </a:lnTo>
                  <a:lnTo>
                    <a:pt x="155448" y="0"/>
                  </a:lnTo>
                  <a:lnTo>
                    <a:pt x="309372" y="0"/>
                  </a:lnTo>
                  <a:lnTo>
                    <a:pt x="309372" y="7619"/>
                  </a:lnTo>
                  <a:close/>
                </a:path>
                <a:path w="312419" h="218439">
                  <a:moveTo>
                    <a:pt x="311549" y="7619"/>
                  </a:moveTo>
                  <a:lnTo>
                    <a:pt x="309372" y="7619"/>
                  </a:lnTo>
                  <a:lnTo>
                    <a:pt x="309372" y="0"/>
                  </a:lnTo>
                  <a:lnTo>
                    <a:pt x="311549" y="7619"/>
                  </a:lnTo>
                  <a:close/>
                </a:path>
                <a:path w="312419" h="218439">
                  <a:moveTo>
                    <a:pt x="171984" y="202691"/>
                  </a:moveTo>
                  <a:lnTo>
                    <a:pt x="156972" y="202691"/>
                  </a:lnTo>
                  <a:lnTo>
                    <a:pt x="295655" y="13715"/>
                  </a:lnTo>
                  <a:lnTo>
                    <a:pt x="310190" y="13715"/>
                  </a:lnTo>
                  <a:lnTo>
                    <a:pt x="171984" y="202691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199131" y="1766315"/>
              <a:ext cx="152400" cy="330835"/>
            </a:xfrm>
            <a:custGeom>
              <a:avLst/>
              <a:gdLst/>
              <a:ahLst/>
              <a:cxnLst/>
              <a:rect l="l" t="t" r="r" b="b"/>
              <a:pathLst>
                <a:path w="152400" h="330835">
                  <a:moveTo>
                    <a:pt x="0" y="330708"/>
                  </a:moveTo>
                  <a:lnTo>
                    <a:pt x="0" y="201167"/>
                  </a:lnTo>
                  <a:lnTo>
                    <a:pt x="152400" y="0"/>
                  </a:lnTo>
                  <a:lnTo>
                    <a:pt x="152400" y="126491"/>
                  </a:lnTo>
                  <a:lnTo>
                    <a:pt x="0" y="33070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194559" y="1761743"/>
              <a:ext cx="163195" cy="338455"/>
            </a:xfrm>
            <a:custGeom>
              <a:avLst/>
              <a:gdLst/>
              <a:ahLst/>
              <a:cxnLst/>
              <a:rect l="l" t="t" r="r" b="b"/>
              <a:pathLst>
                <a:path w="163194" h="338455">
                  <a:moveTo>
                    <a:pt x="10668" y="338328"/>
                  </a:moveTo>
                  <a:lnTo>
                    <a:pt x="6096" y="335280"/>
                  </a:lnTo>
                  <a:lnTo>
                    <a:pt x="0" y="335280"/>
                  </a:lnTo>
                  <a:lnTo>
                    <a:pt x="0" y="205740"/>
                  </a:lnTo>
                  <a:lnTo>
                    <a:pt x="3048" y="202692"/>
                  </a:lnTo>
                  <a:lnTo>
                    <a:pt x="150876" y="0"/>
                  </a:lnTo>
                  <a:lnTo>
                    <a:pt x="163068" y="4572"/>
                  </a:lnTo>
                  <a:lnTo>
                    <a:pt x="163068" y="19812"/>
                  </a:lnTo>
                  <a:lnTo>
                    <a:pt x="150876" y="19812"/>
                  </a:lnTo>
                  <a:lnTo>
                    <a:pt x="13716" y="207264"/>
                  </a:lnTo>
                  <a:lnTo>
                    <a:pt x="13716" y="316992"/>
                  </a:lnTo>
                  <a:lnTo>
                    <a:pt x="26001" y="316992"/>
                  </a:lnTo>
                  <a:lnTo>
                    <a:pt x="13716" y="333756"/>
                  </a:lnTo>
                  <a:lnTo>
                    <a:pt x="13716" y="335280"/>
                  </a:lnTo>
                  <a:lnTo>
                    <a:pt x="4572" y="335280"/>
                  </a:lnTo>
                  <a:lnTo>
                    <a:pt x="10668" y="338328"/>
                  </a:lnTo>
                  <a:close/>
                </a:path>
                <a:path w="163194" h="338455">
                  <a:moveTo>
                    <a:pt x="26001" y="316992"/>
                  </a:moveTo>
                  <a:lnTo>
                    <a:pt x="13716" y="316992"/>
                  </a:lnTo>
                  <a:lnTo>
                    <a:pt x="150876" y="128016"/>
                  </a:lnTo>
                  <a:lnTo>
                    <a:pt x="150876" y="19812"/>
                  </a:lnTo>
                  <a:lnTo>
                    <a:pt x="163068" y="19812"/>
                  </a:lnTo>
                  <a:lnTo>
                    <a:pt x="163068" y="131064"/>
                  </a:lnTo>
                  <a:lnTo>
                    <a:pt x="155448" y="131064"/>
                  </a:lnTo>
                  <a:lnTo>
                    <a:pt x="160020" y="134112"/>
                  </a:lnTo>
                  <a:lnTo>
                    <a:pt x="26001" y="316992"/>
                  </a:lnTo>
                  <a:close/>
                </a:path>
                <a:path w="163194" h="338455">
                  <a:moveTo>
                    <a:pt x="160020" y="134112"/>
                  </a:moveTo>
                  <a:lnTo>
                    <a:pt x="156972" y="131064"/>
                  </a:lnTo>
                  <a:lnTo>
                    <a:pt x="163068" y="131064"/>
                  </a:lnTo>
                  <a:lnTo>
                    <a:pt x="160020" y="13411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39111" y="1960879"/>
              <a:ext cx="169164" cy="142240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2039111" y="2090419"/>
              <a:ext cx="5080" cy="6350"/>
            </a:xfrm>
            <a:custGeom>
              <a:avLst/>
              <a:gdLst/>
              <a:ahLst/>
              <a:cxnLst/>
              <a:rect l="l" t="t" r="r" b="b"/>
              <a:pathLst>
                <a:path w="5080" h="6350">
                  <a:moveTo>
                    <a:pt x="0" y="6350"/>
                  </a:moveTo>
                  <a:lnTo>
                    <a:pt x="4571" y="6350"/>
                  </a:lnTo>
                  <a:lnTo>
                    <a:pt x="4571" y="0"/>
                  </a:lnTo>
                  <a:lnTo>
                    <a:pt x="0" y="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045207" y="1766315"/>
              <a:ext cx="306705" cy="201295"/>
            </a:xfrm>
            <a:custGeom>
              <a:avLst/>
              <a:gdLst/>
              <a:ahLst/>
              <a:cxnLst/>
              <a:rect l="l" t="t" r="r" b="b"/>
              <a:pathLst>
                <a:path w="306705" h="201294">
                  <a:moveTo>
                    <a:pt x="153924" y="201167"/>
                  </a:moveTo>
                  <a:lnTo>
                    <a:pt x="0" y="201167"/>
                  </a:lnTo>
                  <a:lnTo>
                    <a:pt x="152400" y="0"/>
                  </a:lnTo>
                  <a:lnTo>
                    <a:pt x="306324" y="0"/>
                  </a:lnTo>
                  <a:lnTo>
                    <a:pt x="153924" y="201167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2042159" y="1758695"/>
              <a:ext cx="312420" cy="218440"/>
            </a:xfrm>
            <a:custGeom>
              <a:avLst/>
              <a:gdLst/>
              <a:ahLst/>
              <a:cxnLst/>
              <a:rect l="l" t="t" r="r" b="b"/>
              <a:pathLst>
                <a:path w="312419" h="218439">
                  <a:moveTo>
                    <a:pt x="156972" y="217931"/>
                  </a:moveTo>
                  <a:lnTo>
                    <a:pt x="3048" y="217931"/>
                  </a:lnTo>
                  <a:lnTo>
                    <a:pt x="0" y="205739"/>
                  </a:lnTo>
                  <a:lnTo>
                    <a:pt x="149352" y="3048"/>
                  </a:lnTo>
                  <a:lnTo>
                    <a:pt x="155448" y="0"/>
                  </a:lnTo>
                  <a:lnTo>
                    <a:pt x="155448" y="7619"/>
                  </a:lnTo>
                  <a:lnTo>
                    <a:pt x="311549" y="7619"/>
                  </a:lnTo>
                  <a:lnTo>
                    <a:pt x="312420" y="10667"/>
                  </a:lnTo>
                  <a:lnTo>
                    <a:pt x="310190" y="13715"/>
                  </a:lnTo>
                  <a:lnTo>
                    <a:pt x="155448" y="13715"/>
                  </a:lnTo>
                  <a:lnTo>
                    <a:pt x="16764" y="202691"/>
                  </a:lnTo>
                  <a:lnTo>
                    <a:pt x="171984" y="202691"/>
                  </a:lnTo>
                  <a:lnTo>
                    <a:pt x="163067" y="214883"/>
                  </a:lnTo>
                  <a:lnTo>
                    <a:pt x="156972" y="217931"/>
                  </a:lnTo>
                  <a:close/>
                </a:path>
                <a:path w="312419" h="218439">
                  <a:moveTo>
                    <a:pt x="309372" y="7619"/>
                  </a:moveTo>
                  <a:lnTo>
                    <a:pt x="155448" y="7619"/>
                  </a:lnTo>
                  <a:lnTo>
                    <a:pt x="155448" y="0"/>
                  </a:lnTo>
                  <a:lnTo>
                    <a:pt x="309372" y="0"/>
                  </a:lnTo>
                  <a:lnTo>
                    <a:pt x="309372" y="7619"/>
                  </a:lnTo>
                  <a:close/>
                </a:path>
                <a:path w="312419" h="218439">
                  <a:moveTo>
                    <a:pt x="311549" y="7619"/>
                  </a:moveTo>
                  <a:lnTo>
                    <a:pt x="309372" y="7619"/>
                  </a:lnTo>
                  <a:lnTo>
                    <a:pt x="309372" y="0"/>
                  </a:lnTo>
                  <a:lnTo>
                    <a:pt x="311549" y="7619"/>
                  </a:lnTo>
                  <a:close/>
                </a:path>
                <a:path w="312419" h="218439">
                  <a:moveTo>
                    <a:pt x="171984" y="202691"/>
                  </a:moveTo>
                  <a:lnTo>
                    <a:pt x="156972" y="202691"/>
                  </a:lnTo>
                  <a:lnTo>
                    <a:pt x="295655" y="13715"/>
                  </a:lnTo>
                  <a:lnTo>
                    <a:pt x="310190" y="13715"/>
                  </a:lnTo>
                  <a:lnTo>
                    <a:pt x="171984" y="202691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199131" y="1766315"/>
              <a:ext cx="152400" cy="330835"/>
            </a:xfrm>
            <a:custGeom>
              <a:avLst/>
              <a:gdLst/>
              <a:ahLst/>
              <a:cxnLst/>
              <a:rect l="l" t="t" r="r" b="b"/>
              <a:pathLst>
                <a:path w="152400" h="330835">
                  <a:moveTo>
                    <a:pt x="0" y="330708"/>
                  </a:moveTo>
                  <a:lnTo>
                    <a:pt x="0" y="201167"/>
                  </a:lnTo>
                  <a:lnTo>
                    <a:pt x="152400" y="0"/>
                  </a:lnTo>
                  <a:lnTo>
                    <a:pt x="152400" y="126491"/>
                  </a:lnTo>
                  <a:lnTo>
                    <a:pt x="0" y="33070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194559" y="1761743"/>
              <a:ext cx="163195" cy="338455"/>
            </a:xfrm>
            <a:custGeom>
              <a:avLst/>
              <a:gdLst/>
              <a:ahLst/>
              <a:cxnLst/>
              <a:rect l="l" t="t" r="r" b="b"/>
              <a:pathLst>
                <a:path w="163194" h="338455">
                  <a:moveTo>
                    <a:pt x="10668" y="338328"/>
                  </a:moveTo>
                  <a:lnTo>
                    <a:pt x="6096" y="335280"/>
                  </a:lnTo>
                  <a:lnTo>
                    <a:pt x="0" y="335280"/>
                  </a:lnTo>
                  <a:lnTo>
                    <a:pt x="0" y="205740"/>
                  </a:lnTo>
                  <a:lnTo>
                    <a:pt x="3048" y="202692"/>
                  </a:lnTo>
                  <a:lnTo>
                    <a:pt x="150876" y="0"/>
                  </a:lnTo>
                  <a:lnTo>
                    <a:pt x="163068" y="4572"/>
                  </a:lnTo>
                  <a:lnTo>
                    <a:pt x="163068" y="19812"/>
                  </a:lnTo>
                  <a:lnTo>
                    <a:pt x="150876" y="19812"/>
                  </a:lnTo>
                  <a:lnTo>
                    <a:pt x="13716" y="207264"/>
                  </a:lnTo>
                  <a:lnTo>
                    <a:pt x="13716" y="316992"/>
                  </a:lnTo>
                  <a:lnTo>
                    <a:pt x="26001" y="316992"/>
                  </a:lnTo>
                  <a:lnTo>
                    <a:pt x="13716" y="333756"/>
                  </a:lnTo>
                  <a:lnTo>
                    <a:pt x="13716" y="335280"/>
                  </a:lnTo>
                  <a:lnTo>
                    <a:pt x="4572" y="335280"/>
                  </a:lnTo>
                  <a:lnTo>
                    <a:pt x="10668" y="338328"/>
                  </a:lnTo>
                  <a:close/>
                </a:path>
                <a:path w="163194" h="338455">
                  <a:moveTo>
                    <a:pt x="26001" y="316992"/>
                  </a:moveTo>
                  <a:lnTo>
                    <a:pt x="13716" y="316992"/>
                  </a:lnTo>
                  <a:lnTo>
                    <a:pt x="150876" y="128016"/>
                  </a:lnTo>
                  <a:lnTo>
                    <a:pt x="150876" y="19812"/>
                  </a:lnTo>
                  <a:lnTo>
                    <a:pt x="163068" y="19812"/>
                  </a:lnTo>
                  <a:lnTo>
                    <a:pt x="163068" y="131064"/>
                  </a:lnTo>
                  <a:lnTo>
                    <a:pt x="155448" y="131064"/>
                  </a:lnTo>
                  <a:lnTo>
                    <a:pt x="160020" y="134112"/>
                  </a:lnTo>
                  <a:lnTo>
                    <a:pt x="26001" y="316992"/>
                  </a:lnTo>
                  <a:close/>
                </a:path>
                <a:path w="163194" h="338455">
                  <a:moveTo>
                    <a:pt x="160020" y="134112"/>
                  </a:moveTo>
                  <a:lnTo>
                    <a:pt x="156972" y="131064"/>
                  </a:lnTo>
                  <a:lnTo>
                    <a:pt x="163068" y="131064"/>
                  </a:lnTo>
                  <a:lnTo>
                    <a:pt x="160020" y="13411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73579" y="1960879"/>
              <a:ext cx="234696" cy="315975"/>
            </a:xfrm>
            <a:prstGeom prst="rect">
              <a:avLst/>
            </a:prstGeom>
          </p:spPr>
        </p:pic>
      </p:grpSp>
      <p:sp>
        <p:nvSpPr>
          <p:cNvPr id="55" name="object 55" descr=""/>
          <p:cNvSpPr txBox="1"/>
          <p:nvPr/>
        </p:nvSpPr>
        <p:spPr>
          <a:xfrm>
            <a:off x="4393182" y="1599662"/>
            <a:ext cx="3276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1F1A16"/>
                </a:solidFill>
                <a:latin typeface="Arial"/>
                <a:cs typeface="Arial"/>
              </a:rPr>
              <a:t>Clear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6" name="object 5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11979" y="1437132"/>
            <a:ext cx="242315" cy="182879"/>
          </a:xfrm>
          <a:prstGeom prst="rect">
            <a:avLst/>
          </a:prstGeom>
        </p:spPr>
      </p:pic>
      <p:sp>
        <p:nvSpPr>
          <p:cNvPr id="57" name="object 57" descr=""/>
          <p:cNvSpPr txBox="1"/>
          <p:nvPr/>
        </p:nvSpPr>
        <p:spPr>
          <a:xfrm>
            <a:off x="926079" y="260119"/>
            <a:ext cx="6188710" cy="1184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671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2.</a:t>
            </a:r>
            <a:r>
              <a:rPr dirty="0" sz="1500" spc="30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Counter</a:t>
            </a:r>
            <a:r>
              <a:rPr dirty="0" sz="1500" spc="3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30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05"/>
              </a:spcBef>
            </a:pP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43230" algn="l"/>
              </a:tabLst>
            </a:pPr>
            <a:r>
              <a:rPr dirty="0" sz="1100" spc="-25" b="1">
                <a:latin typeface="Arial"/>
                <a:cs typeface="Arial"/>
              </a:rPr>
              <a:t>2.2</a:t>
            </a:r>
            <a:r>
              <a:rPr dirty="0" sz="1100" b="1">
                <a:latin typeface="Arial"/>
                <a:cs typeface="Arial"/>
              </a:rPr>
              <a:t>	Daily</a:t>
            </a:r>
            <a:r>
              <a:rPr dirty="0" sz="1100" spc="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Production</a:t>
            </a:r>
            <a:r>
              <a:rPr dirty="0" sz="1100" spc="6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Record</a:t>
            </a:r>
            <a:r>
              <a:rPr dirty="0" sz="1100" spc="9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(16-bit</a:t>
            </a:r>
            <a:r>
              <a:rPr dirty="0" sz="1100" spc="6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Counting</a:t>
            </a:r>
            <a:r>
              <a:rPr dirty="0" sz="1100" spc="9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Up</a:t>
            </a:r>
            <a:r>
              <a:rPr dirty="0" sz="1100" spc="7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Latched</a:t>
            </a:r>
            <a:r>
              <a:rPr dirty="0" sz="1100" spc="10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Counter)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100">
              <a:latin typeface="Arial"/>
              <a:cs typeface="Arial"/>
            </a:endParaRPr>
          </a:p>
          <a:p>
            <a:pPr algn="ctr" marL="1045210">
              <a:lnSpc>
                <a:spcPct val="100000"/>
              </a:lnSpc>
            </a:pPr>
            <a:r>
              <a:rPr dirty="0" sz="950" spc="-25">
                <a:solidFill>
                  <a:srgbClr val="1F1A16"/>
                </a:solidFill>
                <a:latin typeface="Arial"/>
                <a:cs typeface="Arial"/>
              </a:rPr>
              <a:t>X1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4226052" y="1248155"/>
            <a:ext cx="1423670" cy="1887220"/>
            <a:chOff x="4226052" y="1248155"/>
            <a:chExt cx="1423670" cy="1887220"/>
          </a:xfrm>
        </p:grpSpPr>
        <p:pic>
          <p:nvPicPr>
            <p:cNvPr id="59" name="object 5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58028" y="3043427"/>
              <a:ext cx="91440" cy="91440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4730496" y="1795271"/>
              <a:ext cx="840105" cy="1248410"/>
            </a:xfrm>
            <a:custGeom>
              <a:avLst/>
              <a:gdLst/>
              <a:ahLst/>
              <a:cxnLst/>
              <a:rect l="l" t="t" r="r" b="b"/>
              <a:pathLst>
                <a:path w="840104" h="1248410">
                  <a:moveTo>
                    <a:pt x="374904" y="559308"/>
                  </a:moveTo>
                  <a:lnTo>
                    <a:pt x="329184" y="493776"/>
                  </a:lnTo>
                  <a:lnTo>
                    <a:pt x="234696" y="353568"/>
                  </a:lnTo>
                  <a:lnTo>
                    <a:pt x="124968" y="188976"/>
                  </a:lnTo>
                  <a:lnTo>
                    <a:pt x="0" y="0"/>
                  </a:lnTo>
                  <a:lnTo>
                    <a:pt x="374904" y="559308"/>
                  </a:lnTo>
                  <a:close/>
                </a:path>
                <a:path w="840104" h="1248410">
                  <a:moveTo>
                    <a:pt x="839724" y="1248156"/>
                  </a:moveTo>
                  <a:lnTo>
                    <a:pt x="374904" y="559308"/>
                  </a:lnTo>
                  <a:lnTo>
                    <a:pt x="420624" y="621792"/>
                  </a:lnTo>
                  <a:lnTo>
                    <a:pt x="509016" y="754380"/>
                  </a:lnTo>
                  <a:lnTo>
                    <a:pt x="606552" y="894588"/>
                  </a:lnTo>
                  <a:lnTo>
                    <a:pt x="839724" y="12481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4724400" y="1790699"/>
              <a:ext cx="361315" cy="530860"/>
            </a:xfrm>
            <a:custGeom>
              <a:avLst/>
              <a:gdLst/>
              <a:ahLst/>
              <a:cxnLst/>
              <a:rect l="l" t="t" r="r" b="b"/>
              <a:pathLst>
                <a:path w="361314" h="530860">
                  <a:moveTo>
                    <a:pt x="59423" y="71640"/>
                  </a:moveTo>
                  <a:lnTo>
                    <a:pt x="13716" y="0"/>
                  </a:lnTo>
                  <a:lnTo>
                    <a:pt x="0" y="7632"/>
                  </a:lnTo>
                  <a:lnTo>
                    <a:pt x="45707" y="79260"/>
                  </a:lnTo>
                  <a:lnTo>
                    <a:pt x="59423" y="71640"/>
                  </a:lnTo>
                  <a:close/>
                </a:path>
                <a:path w="361314" h="530860">
                  <a:moveTo>
                    <a:pt x="134099" y="182880"/>
                  </a:moveTo>
                  <a:lnTo>
                    <a:pt x="88379" y="114300"/>
                  </a:lnTo>
                  <a:lnTo>
                    <a:pt x="74663" y="121932"/>
                  </a:lnTo>
                  <a:lnTo>
                    <a:pt x="120396" y="192036"/>
                  </a:lnTo>
                  <a:lnTo>
                    <a:pt x="134099" y="182880"/>
                  </a:lnTo>
                  <a:close/>
                </a:path>
                <a:path w="361314" h="530860">
                  <a:moveTo>
                    <a:pt x="208775" y="294144"/>
                  </a:moveTo>
                  <a:lnTo>
                    <a:pt x="163055" y="225552"/>
                  </a:lnTo>
                  <a:lnTo>
                    <a:pt x="149339" y="234696"/>
                  </a:lnTo>
                  <a:lnTo>
                    <a:pt x="195059" y="306336"/>
                  </a:lnTo>
                  <a:lnTo>
                    <a:pt x="208775" y="294144"/>
                  </a:lnTo>
                  <a:close/>
                </a:path>
                <a:path w="361314" h="530860">
                  <a:moveTo>
                    <a:pt x="286512" y="406920"/>
                  </a:moveTo>
                  <a:lnTo>
                    <a:pt x="246875" y="352056"/>
                  </a:lnTo>
                  <a:lnTo>
                    <a:pt x="237744" y="336816"/>
                  </a:lnTo>
                  <a:lnTo>
                    <a:pt x="224028" y="345960"/>
                  </a:lnTo>
                  <a:lnTo>
                    <a:pt x="231648" y="361188"/>
                  </a:lnTo>
                  <a:lnTo>
                    <a:pt x="272796" y="417576"/>
                  </a:lnTo>
                  <a:lnTo>
                    <a:pt x="286512" y="406920"/>
                  </a:lnTo>
                  <a:close/>
                </a:path>
                <a:path w="361314" h="530860">
                  <a:moveTo>
                    <a:pt x="361175" y="518160"/>
                  </a:moveTo>
                  <a:lnTo>
                    <a:pt x="344411" y="492252"/>
                  </a:lnTo>
                  <a:lnTo>
                    <a:pt x="315455" y="449580"/>
                  </a:lnTo>
                  <a:lnTo>
                    <a:pt x="300228" y="458736"/>
                  </a:lnTo>
                  <a:lnTo>
                    <a:pt x="329171" y="501396"/>
                  </a:lnTo>
                  <a:lnTo>
                    <a:pt x="345948" y="530352"/>
                  </a:lnTo>
                  <a:lnTo>
                    <a:pt x="361175" y="51816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99304" y="2351532"/>
              <a:ext cx="64008" cy="80771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4226039" y="1248155"/>
              <a:ext cx="1351915" cy="1800225"/>
            </a:xfrm>
            <a:custGeom>
              <a:avLst/>
              <a:gdLst/>
              <a:ahLst/>
              <a:cxnLst/>
              <a:rect l="l" t="t" r="r" b="b"/>
              <a:pathLst>
                <a:path w="1351914" h="1800225">
                  <a:moveTo>
                    <a:pt x="19824" y="237744"/>
                  </a:moveTo>
                  <a:lnTo>
                    <a:pt x="7632" y="234696"/>
                  </a:lnTo>
                  <a:lnTo>
                    <a:pt x="3060" y="266700"/>
                  </a:lnTo>
                  <a:lnTo>
                    <a:pt x="0" y="295668"/>
                  </a:lnTo>
                  <a:lnTo>
                    <a:pt x="13716" y="295668"/>
                  </a:lnTo>
                  <a:lnTo>
                    <a:pt x="13716" y="266700"/>
                  </a:lnTo>
                  <a:lnTo>
                    <a:pt x="19824" y="237744"/>
                  </a:lnTo>
                  <a:close/>
                </a:path>
                <a:path w="1351914" h="1800225">
                  <a:moveTo>
                    <a:pt x="22872" y="367296"/>
                  </a:moveTo>
                  <a:lnTo>
                    <a:pt x="19824" y="352056"/>
                  </a:lnTo>
                  <a:lnTo>
                    <a:pt x="13728" y="324624"/>
                  </a:lnTo>
                  <a:lnTo>
                    <a:pt x="13728" y="309384"/>
                  </a:lnTo>
                  <a:lnTo>
                    <a:pt x="3060" y="309384"/>
                  </a:lnTo>
                  <a:lnTo>
                    <a:pt x="3060" y="326148"/>
                  </a:lnTo>
                  <a:lnTo>
                    <a:pt x="7632" y="355104"/>
                  </a:lnTo>
                  <a:lnTo>
                    <a:pt x="10680" y="370344"/>
                  </a:lnTo>
                  <a:lnTo>
                    <a:pt x="22872" y="367296"/>
                  </a:lnTo>
                  <a:close/>
                </a:path>
                <a:path w="1351914" h="1800225">
                  <a:moveTo>
                    <a:pt x="54876" y="152412"/>
                  </a:moveTo>
                  <a:lnTo>
                    <a:pt x="42684" y="146316"/>
                  </a:lnTo>
                  <a:lnTo>
                    <a:pt x="36588" y="155460"/>
                  </a:lnTo>
                  <a:lnTo>
                    <a:pt x="25920" y="179844"/>
                  </a:lnTo>
                  <a:lnTo>
                    <a:pt x="16776" y="201180"/>
                  </a:lnTo>
                  <a:lnTo>
                    <a:pt x="28968" y="204228"/>
                  </a:lnTo>
                  <a:lnTo>
                    <a:pt x="33540" y="185940"/>
                  </a:lnTo>
                  <a:lnTo>
                    <a:pt x="48780" y="160032"/>
                  </a:lnTo>
                  <a:lnTo>
                    <a:pt x="54876" y="152412"/>
                  </a:lnTo>
                  <a:close/>
                </a:path>
                <a:path w="1351914" h="1800225">
                  <a:moveTo>
                    <a:pt x="59436" y="449592"/>
                  </a:moveTo>
                  <a:lnTo>
                    <a:pt x="48768" y="429780"/>
                  </a:lnTo>
                  <a:lnTo>
                    <a:pt x="33528" y="403872"/>
                  </a:lnTo>
                  <a:lnTo>
                    <a:pt x="33528" y="397776"/>
                  </a:lnTo>
                  <a:lnTo>
                    <a:pt x="22860" y="403872"/>
                  </a:lnTo>
                  <a:lnTo>
                    <a:pt x="25908" y="409968"/>
                  </a:lnTo>
                  <a:lnTo>
                    <a:pt x="36576" y="435876"/>
                  </a:lnTo>
                  <a:lnTo>
                    <a:pt x="51816" y="458736"/>
                  </a:lnTo>
                  <a:lnTo>
                    <a:pt x="59436" y="449592"/>
                  </a:lnTo>
                  <a:close/>
                </a:path>
                <a:path w="1351914" h="1800225">
                  <a:moveTo>
                    <a:pt x="114300" y="80772"/>
                  </a:moveTo>
                  <a:lnTo>
                    <a:pt x="105156" y="71628"/>
                  </a:lnTo>
                  <a:lnTo>
                    <a:pt x="68580" y="108204"/>
                  </a:lnTo>
                  <a:lnTo>
                    <a:pt x="65532" y="114300"/>
                  </a:lnTo>
                  <a:lnTo>
                    <a:pt x="74676" y="123444"/>
                  </a:lnTo>
                  <a:lnTo>
                    <a:pt x="77724" y="117348"/>
                  </a:lnTo>
                  <a:lnTo>
                    <a:pt x="114300" y="80772"/>
                  </a:lnTo>
                  <a:close/>
                </a:path>
                <a:path w="1351914" h="1800225">
                  <a:moveTo>
                    <a:pt x="126504" y="518160"/>
                  </a:moveTo>
                  <a:lnTo>
                    <a:pt x="117360" y="513588"/>
                  </a:lnTo>
                  <a:lnTo>
                    <a:pt x="97548" y="495300"/>
                  </a:lnTo>
                  <a:lnTo>
                    <a:pt x="82308" y="478536"/>
                  </a:lnTo>
                  <a:lnTo>
                    <a:pt x="74688" y="487680"/>
                  </a:lnTo>
                  <a:lnTo>
                    <a:pt x="88404" y="504444"/>
                  </a:lnTo>
                  <a:lnTo>
                    <a:pt x="108216" y="521208"/>
                  </a:lnTo>
                  <a:lnTo>
                    <a:pt x="117360" y="527304"/>
                  </a:lnTo>
                  <a:lnTo>
                    <a:pt x="126504" y="518160"/>
                  </a:lnTo>
                  <a:close/>
                </a:path>
                <a:path w="1351914" h="1800225">
                  <a:moveTo>
                    <a:pt x="195072" y="35064"/>
                  </a:moveTo>
                  <a:lnTo>
                    <a:pt x="192024" y="22872"/>
                  </a:lnTo>
                  <a:lnTo>
                    <a:pt x="182880" y="25920"/>
                  </a:lnTo>
                  <a:lnTo>
                    <a:pt x="156972" y="36588"/>
                  </a:lnTo>
                  <a:lnTo>
                    <a:pt x="137160" y="48780"/>
                  </a:lnTo>
                  <a:lnTo>
                    <a:pt x="143256" y="59448"/>
                  </a:lnTo>
                  <a:lnTo>
                    <a:pt x="163068" y="48780"/>
                  </a:lnTo>
                  <a:lnTo>
                    <a:pt x="188976" y="35064"/>
                  </a:lnTo>
                  <a:lnTo>
                    <a:pt x="195072" y="35064"/>
                  </a:lnTo>
                  <a:close/>
                </a:path>
                <a:path w="1351914" h="1800225">
                  <a:moveTo>
                    <a:pt x="205752" y="562356"/>
                  </a:moveTo>
                  <a:lnTo>
                    <a:pt x="188988" y="556260"/>
                  </a:lnTo>
                  <a:lnTo>
                    <a:pt x="163080" y="544068"/>
                  </a:lnTo>
                  <a:lnTo>
                    <a:pt x="153936" y="539496"/>
                  </a:lnTo>
                  <a:lnTo>
                    <a:pt x="149364" y="547116"/>
                  </a:lnTo>
                  <a:lnTo>
                    <a:pt x="156984" y="553212"/>
                  </a:lnTo>
                  <a:lnTo>
                    <a:pt x="182892" y="566928"/>
                  </a:lnTo>
                  <a:lnTo>
                    <a:pt x="202704" y="573024"/>
                  </a:lnTo>
                  <a:lnTo>
                    <a:pt x="205752" y="562356"/>
                  </a:lnTo>
                  <a:close/>
                </a:path>
                <a:path w="1351914" h="1800225">
                  <a:moveTo>
                    <a:pt x="286512" y="3060"/>
                  </a:moveTo>
                  <a:lnTo>
                    <a:pt x="269748" y="3060"/>
                  </a:lnTo>
                  <a:lnTo>
                    <a:pt x="240792" y="9156"/>
                  </a:lnTo>
                  <a:lnTo>
                    <a:pt x="225552" y="10680"/>
                  </a:lnTo>
                  <a:lnTo>
                    <a:pt x="228600" y="22872"/>
                  </a:lnTo>
                  <a:lnTo>
                    <a:pt x="240792" y="19824"/>
                  </a:lnTo>
                  <a:lnTo>
                    <a:pt x="269748" y="13728"/>
                  </a:lnTo>
                  <a:lnTo>
                    <a:pt x="286512" y="13728"/>
                  </a:lnTo>
                  <a:lnTo>
                    <a:pt x="286512" y="3060"/>
                  </a:lnTo>
                  <a:close/>
                </a:path>
                <a:path w="1351914" h="1800225">
                  <a:moveTo>
                    <a:pt x="300240" y="576084"/>
                  </a:moveTo>
                  <a:lnTo>
                    <a:pt x="269760" y="576084"/>
                  </a:lnTo>
                  <a:lnTo>
                    <a:pt x="240792" y="569988"/>
                  </a:lnTo>
                  <a:lnTo>
                    <a:pt x="237756" y="582180"/>
                  </a:lnTo>
                  <a:lnTo>
                    <a:pt x="240792" y="585216"/>
                  </a:lnTo>
                  <a:lnTo>
                    <a:pt x="269760" y="588276"/>
                  </a:lnTo>
                  <a:lnTo>
                    <a:pt x="300240" y="589800"/>
                  </a:lnTo>
                  <a:lnTo>
                    <a:pt x="300240" y="576084"/>
                  </a:lnTo>
                  <a:close/>
                </a:path>
                <a:path w="1351914" h="1800225">
                  <a:moveTo>
                    <a:pt x="361200" y="9144"/>
                  </a:moveTo>
                  <a:lnTo>
                    <a:pt x="358140" y="9144"/>
                  </a:lnTo>
                  <a:lnTo>
                    <a:pt x="329184" y="3060"/>
                  </a:lnTo>
                  <a:lnTo>
                    <a:pt x="300240" y="0"/>
                  </a:lnTo>
                  <a:lnTo>
                    <a:pt x="300240" y="13716"/>
                  </a:lnTo>
                  <a:lnTo>
                    <a:pt x="329184" y="13716"/>
                  </a:lnTo>
                  <a:lnTo>
                    <a:pt x="358140" y="19812"/>
                  </a:lnTo>
                  <a:lnTo>
                    <a:pt x="361200" y="9144"/>
                  </a:lnTo>
                  <a:close/>
                </a:path>
                <a:path w="1351914" h="1800225">
                  <a:moveTo>
                    <a:pt x="371868" y="579132"/>
                  </a:moveTo>
                  <a:lnTo>
                    <a:pt x="368820" y="566940"/>
                  </a:lnTo>
                  <a:lnTo>
                    <a:pt x="358152" y="569988"/>
                  </a:lnTo>
                  <a:lnTo>
                    <a:pt x="329196" y="576084"/>
                  </a:lnTo>
                  <a:lnTo>
                    <a:pt x="312432" y="576084"/>
                  </a:lnTo>
                  <a:lnTo>
                    <a:pt x="312432" y="588276"/>
                  </a:lnTo>
                  <a:lnTo>
                    <a:pt x="329196" y="588276"/>
                  </a:lnTo>
                  <a:lnTo>
                    <a:pt x="358152" y="585228"/>
                  </a:lnTo>
                  <a:lnTo>
                    <a:pt x="371868" y="579132"/>
                  </a:lnTo>
                  <a:close/>
                </a:path>
                <a:path w="1351914" h="1800225">
                  <a:moveTo>
                    <a:pt x="449592" y="42684"/>
                  </a:moveTo>
                  <a:lnTo>
                    <a:pt x="440448" y="36588"/>
                  </a:lnTo>
                  <a:lnTo>
                    <a:pt x="414540" y="25920"/>
                  </a:lnTo>
                  <a:lnTo>
                    <a:pt x="394728" y="16776"/>
                  </a:lnTo>
                  <a:lnTo>
                    <a:pt x="391680" y="28968"/>
                  </a:lnTo>
                  <a:lnTo>
                    <a:pt x="409968" y="35064"/>
                  </a:lnTo>
                  <a:lnTo>
                    <a:pt x="435876" y="48780"/>
                  </a:lnTo>
                  <a:lnTo>
                    <a:pt x="443496" y="51828"/>
                  </a:lnTo>
                  <a:lnTo>
                    <a:pt x="449592" y="42684"/>
                  </a:lnTo>
                  <a:close/>
                </a:path>
                <a:path w="1351914" h="1800225">
                  <a:moveTo>
                    <a:pt x="461772" y="542544"/>
                  </a:moveTo>
                  <a:lnTo>
                    <a:pt x="455676" y="530352"/>
                  </a:lnTo>
                  <a:lnTo>
                    <a:pt x="435864" y="544068"/>
                  </a:lnTo>
                  <a:lnTo>
                    <a:pt x="409956" y="556260"/>
                  </a:lnTo>
                  <a:lnTo>
                    <a:pt x="403860" y="559308"/>
                  </a:lnTo>
                  <a:lnTo>
                    <a:pt x="406908" y="566928"/>
                  </a:lnTo>
                  <a:lnTo>
                    <a:pt x="414528" y="566928"/>
                  </a:lnTo>
                  <a:lnTo>
                    <a:pt x="440436" y="553212"/>
                  </a:lnTo>
                  <a:lnTo>
                    <a:pt x="461772" y="542544"/>
                  </a:lnTo>
                  <a:close/>
                </a:path>
                <a:path w="1351914" h="1800225">
                  <a:moveTo>
                    <a:pt x="524268" y="103632"/>
                  </a:moveTo>
                  <a:lnTo>
                    <a:pt x="510552" y="88392"/>
                  </a:lnTo>
                  <a:lnTo>
                    <a:pt x="489216" y="68580"/>
                  </a:lnTo>
                  <a:lnTo>
                    <a:pt x="481596" y="62484"/>
                  </a:lnTo>
                  <a:lnTo>
                    <a:pt x="472452" y="71628"/>
                  </a:lnTo>
                  <a:lnTo>
                    <a:pt x="481596" y="77724"/>
                  </a:lnTo>
                  <a:lnTo>
                    <a:pt x="501408" y="97536"/>
                  </a:lnTo>
                  <a:lnTo>
                    <a:pt x="515124" y="111252"/>
                  </a:lnTo>
                  <a:lnTo>
                    <a:pt x="524268" y="103632"/>
                  </a:lnTo>
                  <a:close/>
                </a:path>
                <a:path w="1351914" h="1800225">
                  <a:moveTo>
                    <a:pt x="533400" y="475488"/>
                  </a:moveTo>
                  <a:lnTo>
                    <a:pt x="524256" y="469392"/>
                  </a:lnTo>
                  <a:lnTo>
                    <a:pt x="521208" y="475488"/>
                  </a:lnTo>
                  <a:lnTo>
                    <a:pt x="501396" y="495300"/>
                  </a:lnTo>
                  <a:lnTo>
                    <a:pt x="484632" y="510540"/>
                  </a:lnTo>
                  <a:lnTo>
                    <a:pt x="492252" y="518160"/>
                  </a:lnTo>
                  <a:lnTo>
                    <a:pt x="510540" y="504444"/>
                  </a:lnTo>
                  <a:lnTo>
                    <a:pt x="530352" y="481584"/>
                  </a:lnTo>
                  <a:lnTo>
                    <a:pt x="533400" y="475488"/>
                  </a:lnTo>
                  <a:close/>
                </a:path>
                <a:path w="1351914" h="1800225">
                  <a:moveTo>
                    <a:pt x="576084" y="185928"/>
                  </a:moveTo>
                  <a:lnTo>
                    <a:pt x="560844" y="155448"/>
                  </a:lnTo>
                  <a:lnTo>
                    <a:pt x="547128" y="131064"/>
                  </a:lnTo>
                  <a:lnTo>
                    <a:pt x="537984" y="140208"/>
                  </a:lnTo>
                  <a:lnTo>
                    <a:pt x="550176" y="160020"/>
                  </a:lnTo>
                  <a:lnTo>
                    <a:pt x="563892" y="185928"/>
                  </a:lnTo>
                  <a:lnTo>
                    <a:pt x="563892" y="192024"/>
                  </a:lnTo>
                  <a:lnTo>
                    <a:pt x="576084" y="185928"/>
                  </a:lnTo>
                  <a:close/>
                </a:path>
                <a:path w="1351914" h="1800225">
                  <a:moveTo>
                    <a:pt x="582168" y="390156"/>
                  </a:moveTo>
                  <a:lnTo>
                    <a:pt x="569976" y="387108"/>
                  </a:lnTo>
                  <a:lnTo>
                    <a:pt x="563880" y="403872"/>
                  </a:lnTo>
                  <a:lnTo>
                    <a:pt x="550164" y="429780"/>
                  </a:lnTo>
                  <a:lnTo>
                    <a:pt x="544068" y="441972"/>
                  </a:lnTo>
                  <a:lnTo>
                    <a:pt x="556260" y="446544"/>
                  </a:lnTo>
                  <a:lnTo>
                    <a:pt x="560832" y="435876"/>
                  </a:lnTo>
                  <a:lnTo>
                    <a:pt x="573024" y="409968"/>
                  </a:lnTo>
                  <a:lnTo>
                    <a:pt x="582168" y="390156"/>
                  </a:lnTo>
                  <a:close/>
                </a:path>
                <a:path w="1351914" h="1800225">
                  <a:moveTo>
                    <a:pt x="595884" y="266700"/>
                  </a:moveTo>
                  <a:lnTo>
                    <a:pt x="589788" y="234696"/>
                  </a:lnTo>
                  <a:lnTo>
                    <a:pt x="586740" y="220980"/>
                  </a:lnTo>
                  <a:lnTo>
                    <a:pt x="576072" y="224028"/>
                  </a:lnTo>
                  <a:lnTo>
                    <a:pt x="579120" y="237744"/>
                  </a:lnTo>
                  <a:lnTo>
                    <a:pt x="583692" y="266700"/>
                  </a:lnTo>
                  <a:lnTo>
                    <a:pt x="583692" y="283464"/>
                  </a:lnTo>
                  <a:lnTo>
                    <a:pt x="595884" y="280416"/>
                  </a:lnTo>
                  <a:lnTo>
                    <a:pt x="595884" y="266700"/>
                  </a:lnTo>
                  <a:close/>
                </a:path>
                <a:path w="1351914" h="1800225">
                  <a:moveTo>
                    <a:pt x="598932" y="295668"/>
                  </a:moveTo>
                  <a:lnTo>
                    <a:pt x="583692" y="295668"/>
                  </a:lnTo>
                  <a:lnTo>
                    <a:pt x="583692" y="324612"/>
                  </a:lnTo>
                  <a:lnTo>
                    <a:pt x="579132" y="352044"/>
                  </a:lnTo>
                  <a:lnTo>
                    <a:pt x="589800" y="355104"/>
                  </a:lnTo>
                  <a:lnTo>
                    <a:pt x="595884" y="326136"/>
                  </a:lnTo>
                  <a:lnTo>
                    <a:pt x="598932" y="295668"/>
                  </a:lnTo>
                  <a:close/>
                </a:path>
                <a:path w="1351914" h="1800225">
                  <a:moveTo>
                    <a:pt x="1013472" y="1284744"/>
                  </a:moveTo>
                  <a:lnTo>
                    <a:pt x="964704" y="1216164"/>
                  </a:lnTo>
                  <a:lnTo>
                    <a:pt x="950988" y="1223772"/>
                  </a:lnTo>
                  <a:lnTo>
                    <a:pt x="999756" y="1295412"/>
                  </a:lnTo>
                  <a:lnTo>
                    <a:pt x="1013472" y="1284744"/>
                  </a:lnTo>
                  <a:close/>
                </a:path>
                <a:path w="1351914" h="1800225">
                  <a:moveTo>
                    <a:pt x="1088136" y="1395996"/>
                  </a:moveTo>
                  <a:lnTo>
                    <a:pt x="1042416" y="1327404"/>
                  </a:lnTo>
                  <a:lnTo>
                    <a:pt x="1028700" y="1336548"/>
                  </a:lnTo>
                  <a:lnTo>
                    <a:pt x="1077468" y="1408188"/>
                  </a:lnTo>
                  <a:lnTo>
                    <a:pt x="1088136" y="1395996"/>
                  </a:lnTo>
                  <a:close/>
                </a:path>
                <a:path w="1351914" h="1800225">
                  <a:moveTo>
                    <a:pt x="1165872" y="1510296"/>
                  </a:moveTo>
                  <a:lnTo>
                    <a:pt x="1117104" y="1438656"/>
                  </a:lnTo>
                  <a:lnTo>
                    <a:pt x="1106436" y="1447812"/>
                  </a:lnTo>
                  <a:lnTo>
                    <a:pt x="1152156" y="1519428"/>
                  </a:lnTo>
                  <a:lnTo>
                    <a:pt x="1165872" y="1510296"/>
                  </a:lnTo>
                  <a:close/>
                </a:path>
                <a:path w="1351914" h="1800225">
                  <a:moveTo>
                    <a:pt x="1240536" y="1623072"/>
                  </a:moveTo>
                  <a:lnTo>
                    <a:pt x="1226820" y="1600212"/>
                  </a:lnTo>
                  <a:lnTo>
                    <a:pt x="1194816" y="1551444"/>
                  </a:lnTo>
                  <a:lnTo>
                    <a:pt x="1179588" y="1562112"/>
                  </a:lnTo>
                  <a:lnTo>
                    <a:pt x="1211592" y="1607820"/>
                  </a:lnTo>
                  <a:lnTo>
                    <a:pt x="1226820" y="1630680"/>
                  </a:lnTo>
                  <a:lnTo>
                    <a:pt x="1240536" y="1623072"/>
                  </a:lnTo>
                  <a:close/>
                </a:path>
                <a:path w="1351914" h="1800225">
                  <a:moveTo>
                    <a:pt x="1315224" y="1734312"/>
                  </a:moveTo>
                  <a:lnTo>
                    <a:pt x="1269504" y="1665744"/>
                  </a:lnTo>
                  <a:lnTo>
                    <a:pt x="1254252" y="1674888"/>
                  </a:lnTo>
                  <a:lnTo>
                    <a:pt x="1299972" y="1743456"/>
                  </a:lnTo>
                  <a:lnTo>
                    <a:pt x="1315224" y="1734312"/>
                  </a:lnTo>
                  <a:close/>
                </a:path>
                <a:path w="1351914" h="1800225">
                  <a:moveTo>
                    <a:pt x="1351788" y="1789188"/>
                  </a:moveTo>
                  <a:lnTo>
                    <a:pt x="1344168" y="1776996"/>
                  </a:lnTo>
                  <a:lnTo>
                    <a:pt x="1328940" y="1786128"/>
                  </a:lnTo>
                  <a:lnTo>
                    <a:pt x="1338072" y="1799844"/>
                  </a:lnTo>
                  <a:lnTo>
                    <a:pt x="1351788" y="178918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4" name="object 6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22476" y="4021835"/>
            <a:ext cx="76200" cy="76200"/>
          </a:xfrm>
          <a:prstGeom prst="rect">
            <a:avLst/>
          </a:prstGeom>
        </p:spPr>
      </p:pic>
      <p:pic>
        <p:nvPicPr>
          <p:cNvPr id="65" name="object 6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2476" y="4703064"/>
            <a:ext cx="76200" cy="76200"/>
          </a:xfrm>
          <a:prstGeom prst="rect">
            <a:avLst/>
          </a:prstGeom>
        </p:spPr>
      </p:pic>
      <p:pic>
        <p:nvPicPr>
          <p:cNvPr id="66" name="object 66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22476" y="5155691"/>
            <a:ext cx="76200" cy="76200"/>
          </a:xfrm>
          <a:prstGeom prst="rect">
            <a:avLst/>
          </a:prstGeom>
        </p:spPr>
      </p:pic>
      <p:sp>
        <p:nvSpPr>
          <p:cNvPr id="67" name="object 67" descr=""/>
          <p:cNvSpPr txBox="1"/>
          <p:nvPr/>
        </p:nvSpPr>
        <p:spPr>
          <a:xfrm>
            <a:off x="926087" y="3661591"/>
            <a:ext cx="6166485" cy="21418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b="1">
                <a:latin typeface="Arial"/>
                <a:cs typeface="Arial"/>
              </a:rPr>
              <a:t>Control</a:t>
            </a:r>
            <a:r>
              <a:rPr dirty="0" sz="1050" spc="-6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Purpose:</a:t>
            </a:r>
            <a:endParaRPr sz="1050">
              <a:latin typeface="Arial"/>
              <a:cs typeface="Arial"/>
            </a:endParaRPr>
          </a:p>
          <a:p>
            <a:pPr marL="853440" marR="130810" indent="-5080">
              <a:lnSpc>
                <a:spcPct val="141900"/>
              </a:lnSpc>
              <a:spcBef>
                <a:spcPts val="580"/>
              </a:spcBef>
            </a:pP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production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line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may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20">
                <a:latin typeface="Arial"/>
                <a:cs typeface="Arial"/>
              </a:rPr>
              <a:t> powered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off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accidentally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turned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off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noon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break.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The </a:t>
            </a:r>
            <a:r>
              <a:rPr dirty="0" sz="1050" spc="-10">
                <a:latin typeface="Arial"/>
                <a:cs typeface="Arial"/>
              </a:rPr>
              <a:t>program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control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counter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retain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counted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number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resume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counting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after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power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again.</a:t>
            </a:r>
            <a:endParaRPr sz="1050">
              <a:latin typeface="Arial"/>
              <a:cs typeface="Arial"/>
            </a:endParaRPr>
          </a:p>
          <a:p>
            <a:pPr marL="853440" marR="5080" indent="-5080">
              <a:lnSpc>
                <a:spcPct val="140900"/>
              </a:lnSpc>
              <a:spcBef>
                <a:spcPts val="10"/>
              </a:spcBef>
            </a:pP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daily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production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reaches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500,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target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completed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indicator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remind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20">
                <a:latin typeface="Arial"/>
                <a:cs typeface="Arial"/>
              </a:rPr>
              <a:t> operator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keeping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record.</a:t>
            </a:r>
            <a:endParaRPr sz="1050">
              <a:latin typeface="Arial"/>
              <a:cs typeface="Arial"/>
            </a:endParaRPr>
          </a:p>
          <a:p>
            <a:pPr marL="853440" marR="189230" indent="-5080">
              <a:lnSpc>
                <a:spcPct val="141900"/>
              </a:lnSpc>
            </a:pPr>
            <a:r>
              <a:rPr dirty="0" sz="1050">
                <a:latin typeface="Arial"/>
                <a:cs typeface="Arial"/>
              </a:rPr>
              <a:t>Press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Clear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button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clear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history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records.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counter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start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counting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from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50">
                <a:latin typeface="Arial"/>
                <a:cs typeface="Arial"/>
              </a:rPr>
              <a:t>0 </a:t>
            </a:r>
            <a:r>
              <a:rPr dirty="0" sz="1050" spc="-10">
                <a:latin typeface="Arial"/>
                <a:cs typeface="Arial"/>
              </a:rPr>
              <a:t>again.</a:t>
            </a:r>
            <a:endParaRPr sz="105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1070"/>
              </a:spcBef>
            </a:pPr>
            <a:r>
              <a:rPr dirty="0" sz="1050" spc="-10" b="1">
                <a:latin typeface="Arial"/>
                <a:cs typeface="Arial"/>
              </a:rPr>
              <a:t>Devices: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68" name="object 68" descr=""/>
          <p:cNvGraphicFramePr>
            <a:graphicFrameLocks noGrp="1"/>
          </p:cNvGraphicFramePr>
          <p:nvPr/>
        </p:nvGraphicFramePr>
        <p:xfrm>
          <a:off x="1723644" y="5870447"/>
          <a:ext cx="533273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1394"/>
                <a:gridCol w="4247514"/>
              </a:tblGrid>
              <a:tr h="27749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Device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66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Function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66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0764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238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Photoelectric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sensor.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Once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detecting</a:t>
                      </a:r>
                      <a:r>
                        <a:rPr dirty="0" sz="900" spc="1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900" spc="1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products,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X0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ON.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238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36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Clear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button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36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00" spc="-20">
                          <a:latin typeface="Arial"/>
                          <a:cs typeface="Arial"/>
                        </a:rPr>
                        <a:t>C120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Counter: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16-bit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counting</a:t>
                      </a:r>
                      <a:r>
                        <a:rPr dirty="0" sz="900" spc="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up</a:t>
                      </a:r>
                      <a:r>
                        <a:rPr dirty="0" sz="900" spc="1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(latched)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238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Target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completed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indicator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238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50748" y="516636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56318" y="260119"/>
            <a:ext cx="2604135" cy="747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2.</a:t>
            </a:r>
            <a:r>
              <a:rPr dirty="0" sz="1500" spc="-1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Counter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Program: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072924" y="9696750"/>
            <a:ext cx="177165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37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36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50748" y="9677400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56362" y="9707380"/>
            <a:ext cx="19685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2-</a:t>
            </a:r>
            <a:r>
              <a:rPr dirty="0" sz="900" spc="-5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3791" y="1216152"/>
            <a:ext cx="5161787" cy="265785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1203" y="4351020"/>
            <a:ext cx="76200" cy="762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1203" y="4576571"/>
            <a:ext cx="76200" cy="762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51203" y="5030723"/>
            <a:ext cx="76200" cy="76200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656318" y="3990799"/>
            <a:ext cx="6190615" cy="16186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Program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Description:</a:t>
            </a:r>
            <a:endParaRPr sz="1050">
              <a:latin typeface="Arial"/>
              <a:cs typeface="Arial"/>
            </a:endParaRPr>
          </a:p>
          <a:p>
            <a:pPr marL="847725">
              <a:lnSpc>
                <a:spcPct val="100000"/>
              </a:lnSpc>
              <a:spcBef>
                <a:spcPts val="1105"/>
              </a:spcBef>
            </a:pP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latching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counter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demanded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situation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retaining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data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when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power-</a:t>
            </a:r>
            <a:r>
              <a:rPr dirty="0" sz="1050" spc="-20">
                <a:latin typeface="Arial"/>
                <a:cs typeface="Arial"/>
              </a:rPr>
              <a:t>off.</a:t>
            </a:r>
            <a:endParaRPr sz="1050">
              <a:latin typeface="Arial"/>
              <a:cs typeface="Arial"/>
            </a:endParaRPr>
          </a:p>
          <a:p>
            <a:pPr marL="852169" marR="21590" indent="-5080">
              <a:lnSpc>
                <a:spcPts val="1800"/>
              </a:lnSpc>
              <a:spcBef>
                <a:spcPts val="130"/>
              </a:spcBef>
            </a:pP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product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completed,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C120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count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time.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When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number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reaches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500, </a:t>
            </a:r>
            <a:r>
              <a:rPr dirty="0" sz="1050" spc="-10">
                <a:latin typeface="Arial"/>
                <a:cs typeface="Arial"/>
              </a:rPr>
              <a:t>target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completed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indicator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Y0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ON.</a:t>
            </a:r>
            <a:endParaRPr sz="1050">
              <a:latin typeface="Arial"/>
              <a:cs typeface="Arial"/>
            </a:endParaRPr>
          </a:p>
          <a:p>
            <a:pPr marL="847725">
              <a:lnSpc>
                <a:spcPct val="100000"/>
              </a:lnSpc>
              <a:spcBef>
                <a:spcPts val="365"/>
              </a:spcBef>
            </a:pP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different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series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DVP-</a:t>
            </a:r>
            <a:r>
              <a:rPr dirty="0" sz="1050">
                <a:latin typeface="Arial"/>
                <a:cs typeface="Arial"/>
              </a:rPr>
              <a:t>PLC,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setup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range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16-</a:t>
            </a:r>
            <a:r>
              <a:rPr dirty="0" sz="1050">
                <a:latin typeface="Arial"/>
                <a:cs typeface="Arial"/>
              </a:rPr>
              <a:t>bit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latching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counter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different.</a:t>
            </a:r>
            <a:r>
              <a:rPr dirty="0" sz="1050" spc="-20">
                <a:latin typeface="Arial"/>
                <a:cs typeface="Arial"/>
              </a:rPr>
              <a:t> C112</a:t>
            </a:r>
            <a:endParaRPr sz="1050">
              <a:latin typeface="Arial"/>
              <a:cs typeface="Arial"/>
            </a:endParaRPr>
          </a:p>
          <a:p>
            <a:pPr marL="852169" marR="211454">
              <a:lnSpc>
                <a:spcPct val="141900"/>
              </a:lnSpc>
            </a:pPr>
            <a:r>
              <a:rPr dirty="0" sz="1050">
                <a:latin typeface="Arial"/>
                <a:cs typeface="Arial"/>
              </a:rPr>
              <a:t>~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C127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ES/EX/SS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series,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C96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~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C199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SA/SX/SC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series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C100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~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C199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25">
                <a:latin typeface="Arial"/>
                <a:cs typeface="Arial"/>
              </a:rPr>
              <a:t> EH </a:t>
            </a:r>
            <a:r>
              <a:rPr dirty="0" sz="1050" spc="-10">
                <a:latin typeface="Arial"/>
                <a:cs typeface="Arial"/>
              </a:rPr>
              <a:t>series.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22019" y="516636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26079" y="260119"/>
            <a:ext cx="6188710" cy="8331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671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2.</a:t>
            </a:r>
            <a:r>
              <a:rPr dirty="0" sz="1500" spc="30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Counter</a:t>
            </a:r>
            <a:r>
              <a:rPr dirty="0" sz="1500" spc="3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30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05"/>
              </a:spcBef>
            </a:pP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43230" algn="l"/>
              </a:tabLst>
            </a:pPr>
            <a:r>
              <a:rPr dirty="0" sz="1100" spc="-25" b="1">
                <a:latin typeface="Arial"/>
                <a:cs typeface="Arial"/>
              </a:rPr>
              <a:t>2.3</a:t>
            </a:r>
            <a:r>
              <a:rPr dirty="0" sz="1100" b="1">
                <a:latin typeface="Arial"/>
                <a:cs typeface="Arial"/>
              </a:rPr>
              <a:t>	Products</a:t>
            </a:r>
            <a:r>
              <a:rPr dirty="0" sz="1100" spc="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Amount</a:t>
            </a:r>
            <a:r>
              <a:rPr dirty="0" sz="1100" spc="9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Calculation</a:t>
            </a:r>
            <a:r>
              <a:rPr dirty="0" sz="1100" spc="8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(32-bit</a:t>
            </a:r>
            <a:r>
              <a:rPr dirty="0" sz="1100" spc="8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Counting</a:t>
            </a:r>
            <a:r>
              <a:rPr dirty="0" sz="1100" spc="9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Up/Down</a:t>
            </a:r>
            <a:r>
              <a:rPr dirty="0" sz="1100" spc="9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Counter)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26088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8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22019" y="9677400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918439" y="9707380"/>
            <a:ext cx="19685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2-</a:t>
            </a:r>
            <a:r>
              <a:rPr dirty="0" sz="900" spc="-50">
                <a:latin typeface="Arial"/>
                <a:cs typeface="Arial"/>
              </a:rPr>
              <a:t>5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2337815" y="1248155"/>
            <a:ext cx="3366770" cy="1673860"/>
            <a:chOff x="2337815" y="1248155"/>
            <a:chExt cx="3366770" cy="1673860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25212" y="1679448"/>
              <a:ext cx="166116" cy="219455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5067300" y="1641348"/>
              <a:ext cx="29209" cy="26034"/>
            </a:xfrm>
            <a:custGeom>
              <a:avLst/>
              <a:gdLst/>
              <a:ahLst/>
              <a:cxnLst/>
              <a:rect l="l" t="t" r="r" b="b"/>
              <a:pathLst>
                <a:path w="29210" h="26035">
                  <a:moveTo>
                    <a:pt x="0" y="0"/>
                  </a:moveTo>
                  <a:lnTo>
                    <a:pt x="28955" y="25907"/>
                  </a:lnTo>
                </a:path>
              </a:pathLst>
            </a:custGeom>
            <a:ln w="4762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064251" y="1636775"/>
              <a:ext cx="36830" cy="33655"/>
            </a:xfrm>
            <a:custGeom>
              <a:avLst/>
              <a:gdLst/>
              <a:ahLst/>
              <a:cxnLst/>
              <a:rect l="l" t="t" r="r" b="b"/>
              <a:pathLst>
                <a:path w="36829" h="33655">
                  <a:moveTo>
                    <a:pt x="32003" y="33528"/>
                  </a:moveTo>
                  <a:lnTo>
                    <a:pt x="0" y="4572"/>
                  </a:lnTo>
                  <a:lnTo>
                    <a:pt x="3048" y="0"/>
                  </a:lnTo>
                  <a:lnTo>
                    <a:pt x="36576" y="28956"/>
                  </a:lnTo>
                  <a:lnTo>
                    <a:pt x="32003" y="33528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138928" y="1600199"/>
              <a:ext cx="15240" cy="52069"/>
            </a:xfrm>
            <a:custGeom>
              <a:avLst/>
              <a:gdLst/>
              <a:ahLst/>
              <a:cxnLst/>
              <a:rect l="l" t="t" r="r" b="b"/>
              <a:pathLst>
                <a:path w="15239" h="52069">
                  <a:moveTo>
                    <a:pt x="0" y="0"/>
                  </a:moveTo>
                  <a:lnTo>
                    <a:pt x="15239" y="51816"/>
                  </a:lnTo>
                </a:path>
              </a:pathLst>
            </a:custGeom>
            <a:ln w="4762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135880" y="1597151"/>
              <a:ext cx="21590" cy="59690"/>
            </a:xfrm>
            <a:custGeom>
              <a:avLst/>
              <a:gdLst/>
              <a:ahLst/>
              <a:cxnLst/>
              <a:rect l="l" t="t" r="r" b="b"/>
              <a:pathLst>
                <a:path w="21589" h="59689">
                  <a:moveTo>
                    <a:pt x="16764" y="59436"/>
                  </a:moveTo>
                  <a:lnTo>
                    <a:pt x="0" y="1524"/>
                  </a:lnTo>
                  <a:lnTo>
                    <a:pt x="6096" y="0"/>
                  </a:lnTo>
                  <a:lnTo>
                    <a:pt x="21335" y="56388"/>
                  </a:lnTo>
                  <a:lnTo>
                    <a:pt x="16764" y="59436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239512" y="1597151"/>
              <a:ext cx="22860" cy="55244"/>
            </a:xfrm>
            <a:custGeom>
              <a:avLst/>
              <a:gdLst/>
              <a:ahLst/>
              <a:cxnLst/>
              <a:rect l="l" t="t" r="r" b="b"/>
              <a:pathLst>
                <a:path w="22860" h="55244">
                  <a:moveTo>
                    <a:pt x="22859" y="0"/>
                  </a:moveTo>
                  <a:lnTo>
                    <a:pt x="0" y="54864"/>
                  </a:lnTo>
                </a:path>
              </a:pathLst>
            </a:custGeom>
            <a:ln w="4762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236464" y="1594103"/>
              <a:ext cx="30480" cy="62865"/>
            </a:xfrm>
            <a:custGeom>
              <a:avLst/>
              <a:gdLst/>
              <a:ahLst/>
              <a:cxnLst/>
              <a:rect l="l" t="t" r="r" b="b"/>
              <a:pathLst>
                <a:path w="30479" h="62864">
                  <a:moveTo>
                    <a:pt x="4571" y="62483"/>
                  </a:moveTo>
                  <a:lnTo>
                    <a:pt x="0" y="59436"/>
                  </a:lnTo>
                  <a:lnTo>
                    <a:pt x="24383" y="0"/>
                  </a:lnTo>
                  <a:lnTo>
                    <a:pt x="30480" y="1524"/>
                  </a:lnTo>
                  <a:lnTo>
                    <a:pt x="4571" y="62483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300471" y="1629155"/>
              <a:ext cx="27940" cy="26034"/>
            </a:xfrm>
            <a:custGeom>
              <a:avLst/>
              <a:gdLst/>
              <a:ahLst/>
              <a:cxnLst/>
              <a:rect l="l" t="t" r="r" b="b"/>
              <a:pathLst>
                <a:path w="27939" h="26035">
                  <a:moveTo>
                    <a:pt x="27432" y="0"/>
                  </a:moveTo>
                  <a:lnTo>
                    <a:pt x="0" y="25908"/>
                  </a:lnTo>
                </a:path>
              </a:pathLst>
            </a:custGeom>
            <a:ln w="4762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295900" y="1624583"/>
              <a:ext cx="36830" cy="35560"/>
            </a:xfrm>
            <a:custGeom>
              <a:avLst/>
              <a:gdLst/>
              <a:ahLst/>
              <a:cxnLst/>
              <a:rect l="l" t="t" r="r" b="b"/>
              <a:pathLst>
                <a:path w="36829" h="35560">
                  <a:moveTo>
                    <a:pt x="4571" y="35052"/>
                  </a:moveTo>
                  <a:lnTo>
                    <a:pt x="0" y="30479"/>
                  </a:lnTo>
                  <a:lnTo>
                    <a:pt x="33528" y="0"/>
                  </a:lnTo>
                  <a:lnTo>
                    <a:pt x="36576" y="4571"/>
                  </a:lnTo>
                  <a:lnTo>
                    <a:pt x="4571" y="35052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87396" y="1679448"/>
              <a:ext cx="147658" cy="219455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37815" y="1248155"/>
              <a:ext cx="3366515" cy="1673351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2526242" y="2283981"/>
            <a:ext cx="33274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>
                <a:solidFill>
                  <a:srgbClr val="1F1A16"/>
                </a:solidFill>
                <a:latin typeface="Arial"/>
                <a:cs typeface="Arial"/>
              </a:rPr>
              <a:t>Entry</a:t>
            </a:r>
            <a:endParaRPr sz="95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210027" y="2279396"/>
            <a:ext cx="24447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0">
                <a:solidFill>
                  <a:srgbClr val="1F1A16"/>
                </a:solidFill>
                <a:latin typeface="Arial"/>
                <a:cs typeface="Arial"/>
              </a:rPr>
              <a:t>Exit</a:t>
            </a:r>
            <a:endParaRPr sz="950">
              <a:latin typeface="Arial"/>
              <a:cs typeface="Arial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22476" y="3416808"/>
            <a:ext cx="76200" cy="76200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926087" y="3056600"/>
            <a:ext cx="6187440" cy="100774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b="1">
                <a:latin typeface="Arial"/>
                <a:cs typeface="Arial"/>
              </a:rPr>
              <a:t>Control</a:t>
            </a:r>
            <a:r>
              <a:rPr dirty="0" sz="1050" spc="-6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Purpose:</a:t>
            </a:r>
            <a:endParaRPr sz="1050">
              <a:latin typeface="Arial"/>
              <a:cs typeface="Arial"/>
            </a:endParaRPr>
          </a:p>
          <a:p>
            <a:pPr marL="853440" marR="5080" indent="-5080">
              <a:lnSpc>
                <a:spcPct val="141900"/>
              </a:lnSpc>
              <a:spcBef>
                <a:spcPts val="580"/>
              </a:spcBef>
            </a:pPr>
            <a:r>
              <a:rPr dirty="0" sz="1050">
                <a:latin typeface="Arial"/>
                <a:cs typeface="Arial"/>
              </a:rPr>
              <a:t>This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program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used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monitoring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product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amount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warehouse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by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photoelectric sensors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both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entry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and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exit.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amount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reaches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40,000,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alarm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enabled.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050" spc="-10" b="1">
                <a:latin typeface="Arial"/>
                <a:cs typeface="Arial"/>
              </a:rPr>
              <a:t>Devices: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23" name="object 23" descr=""/>
          <p:cNvGraphicFramePr>
            <a:graphicFrameLocks noGrp="1"/>
          </p:cNvGraphicFramePr>
          <p:nvPr/>
        </p:nvGraphicFramePr>
        <p:xfrm>
          <a:off x="1723644" y="4130802"/>
          <a:ext cx="5332730" cy="1464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7550"/>
                <a:gridCol w="4530725"/>
              </a:tblGrid>
              <a:tr h="27749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Device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66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Function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66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79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 marR="281305" indent="1270">
                        <a:lnSpc>
                          <a:spcPts val="1080"/>
                        </a:lnSpc>
                      </a:pPr>
                      <a:r>
                        <a:rPr dirty="0" sz="900">
                          <a:latin typeface="Arial"/>
                          <a:cs typeface="Arial"/>
                        </a:rPr>
                        <a:t>Photoelectric</a:t>
                      </a:r>
                      <a:r>
                        <a:rPr dirty="0" sz="900" spc="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sensors</a:t>
                      </a:r>
                      <a:r>
                        <a:rPr dirty="0" sz="900" spc="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monitoring</a:t>
                      </a:r>
                      <a:r>
                        <a:rPr dirty="0" sz="900" spc="1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incoming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goods.</a:t>
                      </a:r>
                      <a:r>
                        <a:rPr dirty="0" sz="900" spc="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X0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=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1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1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incoming detected.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67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X1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66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 marR="321310" indent="1270">
                        <a:lnSpc>
                          <a:spcPct val="100000"/>
                        </a:lnSpc>
                      </a:pPr>
                      <a:r>
                        <a:rPr dirty="0" sz="900">
                          <a:latin typeface="Arial"/>
                          <a:cs typeface="Arial"/>
                        </a:rPr>
                        <a:t>Photoelectric</a:t>
                      </a:r>
                      <a:r>
                        <a:rPr dirty="0" sz="900" spc="114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sensors</a:t>
                      </a:r>
                      <a:r>
                        <a:rPr dirty="0" sz="900" spc="1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9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monitoring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outgoing</a:t>
                      </a:r>
                      <a:r>
                        <a:rPr dirty="0" sz="900" spc="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goods.</a:t>
                      </a:r>
                      <a:r>
                        <a:rPr dirty="0" sz="9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X1</a:t>
                      </a:r>
                      <a:r>
                        <a:rPr dirty="0" sz="900" spc="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=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900" spc="1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when</a:t>
                      </a:r>
                      <a:r>
                        <a:rPr dirty="0" sz="900" spc="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outgoing detected.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M1216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Counting</a:t>
                      </a:r>
                      <a:r>
                        <a:rPr dirty="0" sz="900" spc="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mode</a:t>
                      </a:r>
                      <a:r>
                        <a:rPr dirty="0" sz="900" spc="1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900" spc="1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C216(ON:</a:t>
                      </a:r>
                      <a:r>
                        <a:rPr dirty="0" sz="900" spc="1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counting</a:t>
                      </a:r>
                      <a:r>
                        <a:rPr dirty="0" sz="900" spc="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down)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900" spc="-20">
                          <a:latin typeface="Arial"/>
                          <a:cs typeface="Arial"/>
                        </a:rPr>
                        <a:t>C216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238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32-bit</a:t>
                      </a:r>
                      <a:r>
                        <a:rPr dirty="0" sz="900" spc="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counting</a:t>
                      </a:r>
                      <a:r>
                        <a:rPr dirty="0" sz="900" spc="1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up/down</a:t>
                      </a:r>
                      <a:r>
                        <a:rPr dirty="0" sz="900" spc="1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counter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238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891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Y0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Alarm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50748" y="516636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56318" y="260119"/>
            <a:ext cx="2604135" cy="747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2.</a:t>
            </a:r>
            <a:r>
              <a:rPr dirty="0" sz="1500" spc="-1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Counter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Program: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072924" y="9696750"/>
            <a:ext cx="177165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37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36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50748" y="9677400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56362" y="9707380"/>
            <a:ext cx="19685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2-</a:t>
            </a:r>
            <a:r>
              <a:rPr dirty="0" sz="900" spc="-50">
                <a:latin typeface="Arial"/>
                <a:cs typeface="Arial"/>
              </a:rPr>
              <a:t>6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3791" y="1216152"/>
            <a:ext cx="5161788" cy="399897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1203" y="5690616"/>
            <a:ext cx="76200" cy="762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1203" y="6371844"/>
            <a:ext cx="76200" cy="7620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656318" y="5331919"/>
            <a:ext cx="6077585" cy="13900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Program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Description:</a:t>
            </a:r>
            <a:endParaRPr sz="1050">
              <a:latin typeface="Arial"/>
              <a:cs typeface="Arial"/>
            </a:endParaRPr>
          </a:p>
          <a:p>
            <a:pPr marL="852169" marR="5080" indent="-5080">
              <a:lnSpc>
                <a:spcPct val="141900"/>
              </a:lnSpc>
              <a:spcBef>
                <a:spcPts val="565"/>
              </a:spcBef>
            </a:pP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key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this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example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using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30">
                <a:latin typeface="Arial"/>
                <a:cs typeface="Arial"/>
              </a:rPr>
              <a:t>32-</a:t>
            </a:r>
            <a:r>
              <a:rPr dirty="0" sz="1050">
                <a:latin typeface="Arial"/>
                <a:cs typeface="Arial"/>
              </a:rPr>
              <a:t>bit</a:t>
            </a:r>
            <a:r>
              <a:rPr dirty="0" sz="1050" spc="-20">
                <a:latin typeface="Arial"/>
                <a:cs typeface="Arial"/>
              </a:rPr>
              <a:t> addition/subtraction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flag </a:t>
            </a:r>
            <a:r>
              <a:rPr dirty="0" sz="1050" spc="-10">
                <a:latin typeface="Arial"/>
                <a:cs typeface="Arial"/>
              </a:rPr>
              <a:t>M1216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control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the </a:t>
            </a:r>
            <a:r>
              <a:rPr dirty="0" sz="1050" spc="-10">
                <a:latin typeface="Arial"/>
                <a:cs typeface="Arial"/>
              </a:rPr>
              <a:t>counting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up/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down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C216.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When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X0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goes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from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OFF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M1216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OFF,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C216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will </a:t>
            </a:r>
            <a:r>
              <a:rPr dirty="0" sz="1050" spc="-10">
                <a:latin typeface="Arial"/>
                <a:cs typeface="Arial"/>
              </a:rPr>
              <a:t>count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up;</a:t>
            </a:r>
            <a:r>
              <a:rPr dirty="0" sz="1050" spc="-20">
                <a:latin typeface="Arial"/>
                <a:cs typeface="Arial"/>
              </a:rPr>
              <a:t> when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X1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goes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from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OFF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M1216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C216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count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down.</a:t>
            </a:r>
            <a:endParaRPr sz="1050">
              <a:latin typeface="Arial"/>
              <a:cs typeface="Arial"/>
            </a:endParaRPr>
          </a:p>
          <a:p>
            <a:pPr marL="852169" marR="185420" indent="-5080">
              <a:lnSpc>
                <a:spcPct val="140900"/>
              </a:lnSpc>
              <a:spcBef>
                <a:spcPts val="15"/>
              </a:spcBef>
            </a:pP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present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value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C216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reaches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40,000,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C216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ON,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and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alarm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Y0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be </a:t>
            </a:r>
            <a:r>
              <a:rPr dirty="0" sz="1050" spc="-10">
                <a:latin typeface="Arial"/>
                <a:cs typeface="Arial"/>
              </a:rPr>
              <a:t>enabled.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22019" y="516636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26079" y="260119"/>
            <a:ext cx="6188710" cy="8331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671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2.</a:t>
            </a:r>
            <a:r>
              <a:rPr dirty="0" sz="1500" spc="30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Counter</a:t>
            </a:r>
            <a:r>
              <a:rPr dirty="0" sz="1500" spc="3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305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05"/>
              </a:spcBef>
            </a:pP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43230" algn="l"/>
              </a:tabLst>
            </a:pPr>
            <a:r>
              <a:rPr dirty="0" sz="1100" spc="-25" b="1">
                <a:latin typeface="Arial"/>
                <a:cs typeface="Arial"/>
              </a:rPr>
              <a:t>2.4</a:t>
            </a:r>
            <a:r>
              <a:rPr dirty="0" sz="1100" b="1">
                <a:latin typeface="Arial"/>
                <a:cs typeface="Arial"/>
              </a:rPr>
              <a:t>	24-hour</a:t>
            </a:r>
            <a:r>
              <a:rPr dirty="0" sz="1100" spc="6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Clock</a:t>
            </a:r>
            <a:r>
              <a:rPr dirty="0" sz="1100" spc="5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Operated</a:t>
            </a:r>
            <a:r>
              <a:rPr dirty="0" sz="1100" spc="7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by</a:t>
            </a:r>
            <a:r>
              <a:rPr dirty="0" sz="1100" spc="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3</a:t>
            </a:r>
            <a:r>
              <a:rPr dirty="0" sz="1100" spc="5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Counters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26088" y="9696750"/>
            <a:ext cx="17125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9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18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22019" y="9677400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8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8" y="0"/>
                </a:lnTo>
                <a:lnTo>
                  <a:pt x="6198108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918439" y="9707380"/>
            <a:ext cx="19685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2-</a:t>
            </a:r>
            <a:r>
              <a:rPr dirty="0" sz="900" spc="-50">
                <a:latin typeface="Arial"/>
                <a:cs typeface="Arial"/>
              </a:rPr>
              <a:t>7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2974848" y="1249172"/>
            <a:ext cx="2092960" cy="789940"/>
            <a:chOff x="2974848" y="1249172"/>
            <a:chExt cx="2092960" cy="789940"/>
          </a:xfrm>
        </p:grpSpPr>
        <p:sp>
          <p:nvSpPr>
            <p:cNvPr id="8" name="object 8" descr=""/>
            <p:cNvSpPr/>
            <p:nvPr/>
          </p:nvSpPr>
          <p:spPr>
            <a:xfrm>
              <a:off x="2974848" y="1249184"/>
              <a:ext cx="2092960" cy="789940"/>
            </a:xfrm>
            <a:custGeom>
              <a:avLst/>
              <a:gdLst/>
              <a:ahLst/>
              <a:cxnLst/>
              <a:rect l="l" t="t" r="r" b="b"/>
              <a:pathLst>
                <a:path w="2092960" h="789939">
                  <a:moveTo>
                    <a:pt x="2092452" y="0"/>
                  </a:moveTo>
                  <a:lnTo>
                    <a:pt x="2078736" y="0"/>
                  </a:lnTo>
                  <a:lnTo>
                    <a:pt x="2078736" y="11430"/>
                  </a:lnTo>
                  <a:lnTo>
                    <a:pt x="2078736" y="775970"/>
                  </a:lnTo>
                  <a:lnTo>
                    <a:pt x="13716" y="775970"/>
                  </a:lnTo>
                  <a:lnTo>
                    <a:pt x="13716" y="11430"/>
                  </a:lnTo>
                  <a:lnTo>
                    <a:pt x="2078736" y="11430"/>
                  </a:lnTo>
                  <a:lnTo>
                    <a:pt x="2078736" y="0"/>
                  </a:lnTo>
                  <a:lnTo>
                    <a:pt x="0" y="0"/>
                  </a:lnTo>
                  <a:lnTo>
                    <a:pt x="0" y="11430"/>
                  </a:lnTo>
                  <a:lnTo>
                    <a:pt x="0" y="775970"/>
                  </a:lnTo>
                  <a:lnTo>
                    <a:pt x="0" y="784860"/>
                  </a:lnTo>
                  <a:lnTo>
                    <a:pt x="0" y="789940"/>
                  </a:lnTo>
                  <a:lnTo>
                    <a:pt x="2084832" y="789940"/>
                  </a:lnTo>
                  <a:lnTo>
                    <a:pt x="2092452" y="789940"/>
                  </a:lnTo>
                  <a:lnTo>
                    <a:pt x="2092452" y="785368"/>
                  </a:lnTo>
                  <a:lnTo>
                    <a:pt x="2084832" y="785368"/>
                  </a:lnTo>
                  <a:lnTo>
                    <a:pt x="2084832" y="784860"/>
                  </a:lnTo>
                  <a:lnTo>
                    <a:pt x="2092452" y="784860"/>
                  </a:lnTo>
                  <a:lnTo>
                    <a:pt x="2092452" y="776224"/>
                  </a:lnTo>
                  <a:lnTo>
                    <a:pt x="2092452" y="775970"/>
                  </a:lnTo>
                  <a:lnTo>
                    <a:pt x="2092452" y="11430"/>
                  </a:lnTo>
                  <a:lnTo>
                    <a:pt x="2092452" y="11163"/>
                  </a:lnTo>
                  <a:lnTo>
                    <a:pt x="2092452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034284" y="1298448"/>
              <a:ext cx="1976755" cy="685800"/>
            </a:xfrm>
            <a:custGeom>
              <a:avLst/>
              <a:gdLst/>
              <a:ahLst/>
              <a:cxnLst/>
              <a:rect l="l" t="t" r="r" b="b"/>
              <a:pathLst>
                <a:path w="1976754" h="685800">
                  <a:moveTo>
                    <a:pt x="1976628" y="685800"/>
                  </a:moveTo>
                  <a:lnTo>
                    <a:pt x="0" y="685800"/>
                  </a:lnTo>
                  <a:lnTo>
                    <a:pt x="0" y="0"/>
                  </a:lnTo>
                  <a:lnTo>
                    <a:pt x="1976628" y="0"/>
                  </a:lnTo>
                  <a:lnTo>
                    <a:pt x="1976628" y="68580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28188" y="1294142"/>
              <a:ext cx="1987550" cy="694690"/>
            </a:xfrm>
            <a:custGeom>
              <a:avLst/>
              <a:gdLst/>
              <a:ahLst/>
              <a:cxnLst/>
              <a:rect l="l" t="t" r="r" b="b"/>
              <a:pathLst>
                <a:path w="1987550" h="694689">
                  <a:moveTo>
                    <a:pt x="1987296" y="10414"/>
                  </a:moveTo>
                  <a:lnTo>
                    <a:pt x="1976628" y="10414"/>
                  </a:lnTo>
                  <a:lnTo>
                    <a:pt x="1976628" y="684022"/>
                  </a:lnTo>
                  <a:lnTo>
                    <a:pt x="1987296" y="684022"/>
                  </a:lnTo>
                  <a:lnTo>
                    <a:pt x="1987296" y="10414"/>
                  </a:lnTo>
                  <a:close/>
                </a:path>
                <a:path w="1987550" h="694689">
                  <a:moveTo>
                    <a:pt x="1987296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684530"/>
                  </a:lnTo>
                  <a:lnTo>
                    <a:pt x="0" y="689610"/>
                  </a:lnTo>
                  <a:lnTo>
                    <a:pt x="0" y="694690"/>
                  </a:lnTo>
                  <a:lnTo>
                    <a:pt x="1982724" y="694690"/>
                  </a:lnTo>
                  <a:lnTo>
                    <a:pt x="1987296" y="694690"/>
                  </a:lnTo>
                  <a:lnTo>
                    <a:pt x="1987296" y="690118"/>
                  </a:lnTo>
                  <a:lnTo>
                    <a:pt x="1982724" y="690118"/>
                  </a:lnTo>
                  <a:lnTo>
                    <a:pt x="1982724" y="689610"/>
                  </a:lnTo>
                  <a:lnTo>
                    <a:pt x="1987296" y="689610"/>
                  </a:lnTo>
                  <a:lnTo>
                    <a:pt x="1987296" y="684530"/>
                  </a:lnTo>
                  <a:lnTo>
                    <a:pt x="12192" y="684530"/>
                  </a:lnTo>
                  <a:lnTo>
                    <a:pt x="12192" y="10160"/>
                  </a:lnTo>
                  <a:lnTo>
                    <a:pt x="1987296" y="10160"/>
                  </a:lnTo>
                  <a:lnTo>
                    <a:pt x="1987296" y="0"/>
                  </a:lnTo>
                  <a:close/>
                </a:path>
              </a:pathLst>
            </a:custGeom>
            <a:solidFill>
              <a:srgbClr val="1F1A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2300" y="1395983"/>
              <a:ext cx="1697735" cy="487680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3225832" y="2126980"/>
            <a:ext cx="304165" cy="1574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60">
                <a:solidFill>
                  <a:srgbClr val="1F1A16"/>
                </a:solidFill>
                <a:latin typeface="Arial"/>
                <a:cs typeface="Arial"/>
              </a:rPr>
              <a:t>Hour</a:t>
            </a:r>
            <a:endParaRPr sz="850">
              <a:latin typeface="Arial"/>
              <a:cs typeface="Arial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4021835" y="1982724"/>
            <a:ext cx="12700" cy="161925"/>
          </a:xfrm>
          <a:custGeom>
            <a:avLst/>
            <a:gdLst/>
            <a:ahLst/>
            <a:cxnLst/>
            <a:rect l="l" t="t" r="r" b="b"/>
            <a:pathLst>
              <a:path w="12700" h="161925">
                <a:moveTo>
                  <a:pt x="12191" y="161543"/>
                </a:moveTo>
                <a:lnTo>
                  <a:pt x="0" y="161543"/>
                </a:lnTo>
                <a:lnTo>
                  <a:pt x="0" y="0"/>
                </a:lnTo>
                <a:lnTo>
                  <a:pt x="12191" y="0"/>
                </a:lnTo>
                <a:lnTo>
                  <a:pt x="12191" y="161543"/>
                </a:lnTo>
                <a:close/>
              </a:path>
            </a:pathLst>
          </a:custGeom>
          <a:solidFill>
            <a:srgbClr val="1F1A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3849158" y="2134588"/>
            <a:ext cx="417830" cy="1574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70">
                <a:solidFill>
                  <a:srgbClr val="1F1A16"/>
                </a:solidFill>
                <a:latin typeface="Arial"/>
                <a:cs typeface="Arial"/>
              </a:rPr>
              <a:t>Minute</a:t>
            </a:r>
            <a:endParaRPr sz="8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512075" y="2134588"/>
            <a:ext cx="466090" cy="1574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80">
                <a:solidFill>
                  <a:srgbClr val="1F1A16"/>
                </a:solidFill>
                <a:latin typeface="Arial"/>
                <a:cs typeface="Arial"/>
              </a:rPr>
              <a:t>Second</a:t>
            </a:r>
            <a:endParaRPr sz="850">
              <a:latin typeface="Arial"/>
              <a:cs typeface="Arial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3369564" y="1982736"/>
            <a:ext cx="1316990" cy="161925"/>
          </a:xfrm>
          <a:custGeom>
            <a:avLst/>
            <a:gdLst/>
            <a:ahLst/>
            <a:cxnLst/>
            <a:rect l="l" t="t" r="r" b="b"/>
            <a:pathLst>
              <a:path w="1316989" h="161925">
                <a:moveTo>
                  <a:pt x="13716" y="0"/>
                </a:moveTo>
                <a:lnTo>
                  <a:pt x="0" y="0"/>
                </a:lnTo>
                <a:lnTo>
                  <a:pt x="0" y="161544"/>
                </a:lnTo>
                <a:lnTo>
                  <a:pt x="13716" y="161544"/>
                </a:lnTo>
                <a:lnTo>
                  <a:pt x="13716" y="0"/>
                </a:lnTo>
                <a:close/>
              </a:path>
              <a:path w="1316989" h="161925">
                <a:moveTo>
                  <a:pt x="1316736" y="0"/>
                </a:moveTo>
                <a:lnTo>
                  <a:pt x="1304544" y="0"/>
                </a:lnTo>
                <a:lnTo>
                  <a:pt x="1304544" y="161544"/>
                </a:lnTo>
                <a:lnTo>
                  <a:pt x="1316736" y="161544"/>
                </a:lnTo>
                <a:lnTo>
                  <a:pt x="1316736" y="0"/>
                </a:lnTo>
                <a:close/>
              </a:path>
            </a:pathLst>
          </a:custGeom>
          <a:solidFill>
            <a:srgbClr val="1F1A1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2476" y="2753867"/>
            <a:ext cx="76200" cy="76200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926087" y="2393667"/>
            <a:ext cx="6190615" cy="7092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b="1">
                <a:latin typeface="Arial"/>
                <a:cs typeface="Arial"/>
              </a:rPr>
              <a:t>Control</a:t>
            </a:r>
            <a:r>
              <a:rPr dirty="0" sz="1050" spc="-6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Purpose:</a:t>
            </a:r>
            <a:endParaRPr sz="1050">
              <a:latin typeface="Arial"/>
              <a:cs typeface="Arial"/>
            </a:endParaRPr>
          </a:p>
          <a:p>
            <a:pPr marL="848994">
              <a:lnSpc>
                <a:spcPct val="100000"/>
              </a:lnSpc>
              <a:spcBef>
                <a:spcPts val="1105"/>
              </a:spcBef>
            </a:pPr>
            <a:r>
              <a:rPr dirty="0" sz="1050" spc="-10">
                <a:latin typeface="Arial"/>
                <a:cs typeface="Arial"/>
              </a:rPr>
              <a:t>Using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3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counters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together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with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flag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M1013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(1s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clock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pulse)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operate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24-hour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clock.</a:t>
            </a:r>
            <a:endParaRPr sz="105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505"/>
              </a:spcBef>
            </a:pPr>
            <a:r>
              <a:rPr dirty="0" sz="1050" spc="-10" b="1">
                <a:latin typeface="Arial"/>
                <a:cs typeface="Arial"/>
              </a:rPr>
              <a:t>Devices: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19" name="object 19" descr=""/>
          <p:cNvGraphicFramePr>
            <a:graphicFrameLocks noGrp="1"/>
          </p:cNvGraphicFramePr>
          <p:nvPr/>
        </p:nvGraphicFramePr>
        <p:xfrm>
          <a:off x="1723644" y="3092957"/>
          <a:ext cx="5332730" cy="1111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1394"/>
                <a:gridCol w="4247514"/>
              </a:tblGrid>
              <a:tr h="27813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Device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54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Function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54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070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C0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count</a:t>
                      </a:r>
                      <a:r>
                        <a:rPr dirty="0" sz="9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per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second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C1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238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count</a:t>
                      </a:r>
                      <a:r>
                        <a:rPr dirty="0" sz="9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per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minute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238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C2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count</a:t>
                      </a:r>
                      <a:r>
                        <a:rPr dirty="0" sz="9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per</a:t>
                      </a:r>
                      <a:r>
                        <a:rPr dirty="0" sz="9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hour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M1013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1s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clock</a:t>
                      </a:r>
                      <a:r>
                        <a:rPr dirty="0" sz="9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pulse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object 20" descr=""/>
          <p:cNvSpPr txBox="1"/>
          <p:nvPr/>
        </p:nvSpPr>
        <p:spPr>
          <a:xfrm>
            <a:off x="926087" y="4260561"/>
            <a:ext cx="1114425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latin typeface="Arial"/>
                <a:cs typeface="Arial"/>
              </a:rPr>
              <a:t>Control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Program: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5063" y="4654296"/>
            <a:ext cx="5163312" cy="4279391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6373" y="260119"/>
            <a:ext cx="260413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 i="1">
                <a:latin typeface="Arial"/>
                <a:cs typeface="Arial"/>
              </a:rPr>
              <a:t>2.</a:t>
            </a:r>
            <a:r>
              <a:rPr dirty="0" sz="1500" spc="-1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Counter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Design</a:t>
            </a:r>
            <a:r>
              <a:rPr dirty="0" sz="1500" spc="-20" b="1" i="1">
                <a:latin typeface="Arial"/>
                <a:cs typeface="Arial"/>
              </a:rPr>
              <a:t> </a:t>
            </a:r>
            <a:r>
              <a:rPr dirty="0" sz="1500" spc="-10" b="1" i="1"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50748" y="516636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1"/>
                </a:moveTo>
                <a:lnTo>
                  <a:pt x="0" y="27431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072924" y="9696750"/>
            <a:ext cx="177165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DVP-PLC</a:t>
            </a:r>
            <a:r>
              <a:rPr dirty="0" sz="900" spc="37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Application</a:t>
            </a:r>
            <a:r>
              <a:rPr dirty="0" sz="900" spc="36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Examples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50748" y="9677400"/>
            <a:ext cx="6198235" cy="27940"/>
          </a:xfrm>
          <a:custGeom>
            <a:avLst/>
            <a:gdLst/>
            <a:ahLst/>
            <a:cxnLst/>
            <a:rect l="l" t="t" r="r" b="b"/>
            <a:pathLst>
              <a:path w="6198234" h="27940">
                <a:moveTo>
                  <a:pt x="6198107" y="27432"/>
                </a:moveTo>
                <a:lnTo>
                  <a:pt x="0" y="27432"/>
                </a:lnTo>
                <a:lnTo>
                  <a:pt x="0" y="0"/>
                </a:lnTo>
                <a:lnTo>
                  <a:pt x="6198107" y="0"/>
                </a:lnTo>
                <a:lnTo>
                  <a:pt x="6198107" y="27432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56362" y="9707380"/>
            <a:ext cx="19685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latin typeface="Arial"/>
                <a:cs typeface="Arial"/>
              </a:rPr>
              <a:t>2-</a:t>
            </a:r>
            <a:r>
              <a:rPr dirty="0" sz="900" spc="-50">
                <a:latin typeface="Arial"/>
                <a:cs typeface="Arial"/>
              </a:rPr>
              <a:t>8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3791" y="845819"/>
            <a:ext cx="3784840" cy="82295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1203" y="2145792"/>
            <a:ext cx="76200" cy="762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2727" y="3576827"/>
            <a:ext cx="76200" cy="7620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656318" y="1787123"/>
            <a:ext cx="6190615" cy="2368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>
                <a:latin typeface="Arial"/>
                <a:cs typeface="Arial"/>
              </a:rPr>
              <a:t>Program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Description:</a:t>
            </a:r>
            <a:endParaRPr sz="1050">
              <a:latin typeface="Arial"/>
              <a:cs typeface="Arial"/>
            </a:endParaRPr>
          </a:p>
          <a:p>
            <a:pPr marL="852169" marR="5080" indent="-5080">
              <a:lnSpc>
                <a:spcPct val="141700"/>
              </a:lnSpc>
              <a:spcBef>
                <a:spcPts val="570"/>
              </a:spcBef>
            </a:pP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key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20">
                <a:latin typeface="Arial"/>
                <a:cs typeface="Arial"/>
              </a:rPr>
              <a:t> operating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-30">
                <a:latin typeface="Arial"/>
                <a:cs typeface="Arial"/>
              </a:rPr>
              <a:t> 24-</a:t>
            </a:r>
            <a:r>
              <a:rPr dirty="0" sz="1050">
                <a:latin typeface="Arial"/>
                <a:cs typeface="Arial"/>
              </a:rPr>
              <a:t>hour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clock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use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M1013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(1s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clock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pulse).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When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program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is </a:t>
            </a:r>
            <a:r>
              <a:rPr dirty="0" sz="1050" spc="-10">
                <a:latin typeface="Arial"/>
                <a:cs typeface="Arial"/>
              </a:rPr>
              <a:t>executed,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C0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count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once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per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second.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When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counted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number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reaches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60(1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minute), </a:t>
            </a:r>
            <a:r>
              <a:rPr dirty="0" sz="1050">
                <a:latin typeface="Arial"/>
                <a:cs typeface="Arial"/>
              </a:rPr>
              <a:t>C0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ON.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C1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count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once,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C0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reset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same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time;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similarly,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the </a:t>
            </a:r>
            <a:r>
              <a:rPr dirty="0" sz="1050" spc="-10">
                <a:latin typeface="Arial"/>
                <a:cs typeface="Arial"/>
              </a:rPr>
              <a:t>counted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number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C1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reaches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60(1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hour),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C1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ON.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C2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count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once,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C1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be</a:t>
            </a:r>
            <a:r>
              <a:rPr dirty="0" sz="1050" spc="50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reset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same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time.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Furthermore,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when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present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value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C2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reaches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24,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C2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be </a:t>
            </a:r>
            <a:r>
              <a:rPr dirty="0" sz="1050">
                <a:latin typeface="Arial"/>
                <a:cs typeface="Arial"/>
              </a:rPr>
              <a:t>reset,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and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24-</a:t>
            </a:r>
            <a:r>
              <a:rPr dirty="0" sz="1050" spc="-10">
                <a:latin typeface="Arial"/>
                <a:cs typeface="Arial"/>
              </a:rPr>
              <a:t>hour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counting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process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start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again.</a:t>
            </a:r>
            <a:endParaRPr sz="1050">
              <a:latin typeface="Arial"/>
              <a:cs typeface="Arial"/>
            </a:endParaRPr>
          </a:p>
          <a:p>
            <a:pPr marL="853440" marR="15240" indent="-5080">
              <a:lnSpc>
                <a:spcPct val="141900"/>
              </a:lnSpc>
              <a:spcBef>
                <a:spcPts val="550"/>
              </a:spcBef>
            </a:pP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24-</a:t>
            </a:r>
            <a:r>
              <a:rPr dirty="0" sz="1050" spc="-10">
                <a:latin typeface="Arial"/>
                <a:cs typeface="Arial"/>
              </a:rPr>
              <a:t>hour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clock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operates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by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using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C0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count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“second”,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C1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count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“minute”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C2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to </a:t>
            </a:r>
            <a:r>
              <a:rPr dirty="0" sz="1050" spc="-10">
                <a:latin typeface="Arial"/>
                <a:cs typeface="Arial"/>
              </a:rPr>
              <a:t>count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“hour.”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this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clock,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value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“second”,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“minute”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“hour”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read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by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C0,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C1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C2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correspondingly.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When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set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value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C2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12,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clock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12-</a:t>
            </a:r>
            <a:r>
              <a:rPr dirty="0" sz="1050" spc="-10">
                <a:latin typeface="Arial"/>
                <a:cs typeface="Arial"/>
              </a:rPr>
              <a:t>hour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clock.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1082" y="961164"/>
            <a:ext cx="5382260" cy="6838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32130" indent="-519430">
              <a:lnSpc>
                <a:spcPct val="100000"/>
              </a:lnSpc>
              <a:spcBef>
                <a:spcPts val="125"/>
              </a:spcBef>
              <a:buAutoNum type="arabicPeriod" startAt="6"/>
              <a:tabLst>
                <a:tab pos="532130" algn="l"/>
              </a:tabLst>
            </a:pPr>
            <a:r>
              <a:rPr dirty="0" sz="1550" spc="140">
                <a:latin typeface="Segoe UI Symbol"/>
                <a:cs typeface="Segoe UI Symbol"/>
              </a:rPr>
              <a:t>APPLICATION</a:t>
            </a:r>
            <a:r>
              <a:rPr dirty="0" sz="1550" spc="40">
                <a:latin typeface="Segoe UI Symbol"/>
                <a:cs typeface="Segoe UI Symbol"/>
              </a:rPr>
              <a:t> </a:t>
            </a:r>
            <a:r>
              <a:rPr dirty="0" sz="1550" spc="165">
                <a:latin typeface="Segoe UI Symbol"/>
                <a:cs typeface="Segoe UI Symbol"/>
              </a:rPr>
              <a:t>EXAMPLES</a:t>
            </a:r>
            <a:r>
              <a:rPr dirty="0" sz="1550" spc="45">
                <a:latin typeface="Segoe UI Symbol"/>
                <a:cs typeface="Segoe UI Symbol"/>
              </a:rPr>
              <a:t> </a:t>
            </a:r>
            <a:r>
              <a:rPr dirty="0" sz="1550" spc="120">
                <a:latin typeface="Segoe UI Symbol"/>
                <a:cs typeface="Segoe UI Symbol"/>
              </a:rPr>
              <a:t>OF</a:t>
            </a:r>
            <a:r>
              <a:rPr dirty="0" sz="1550" spc="45">
                <a:latin typeface="Segoe UI Symbol"/>
                <a:cs typeface="Segoe UI Symbol"/>
              </a:rPr>
              <a:t> </a:t>
            </a:r>
            <a:r>
              <a:rPr dirty="0" sz="1550" spc="135">
                <a:latin typeface="Segoe UI Symbol"/>
                <a:cs typeface="Segoe UI Symbol"/>
              </a:rPr>
              <a:t>BASIC</a:t>
            </a:r>
            <a:r>
              <a:rPr dirty="0" sz="1550" spc="45">
                <a:latin typeface="Segoe UI Symbol"/>
                <a:cs typeface="Segoe UI Symbol"/>
              </a:rPr>
              <a:t> </a:t>
            </a:r>
            <a:r>
              <a:rPr dirty="0" sz="1550" spc="50">
                <a:latin typeface="Segoe UI Symbol"/>
                <a:cs typeface="Segoe UI Symbol"/>
              </a:rPr>
              <a:t>COMMANDS</a:t>
            </a:r>
            <a:endParaRPr sz="1550">
              <a:latin typeface="Segoe UI Symbol"/>
              <a:cs typeface="Segoe UI Symbol"/>
            </a:endParaRPr>
          </a:p>
          <a:p>
            <a:pPr lvl="1" marL="237490" indent="-224790">
              <a:lnSpc>
                <a:spcPct val="100000"/>
              </a:lnSpc>
              <a:spcBef>
                <a:spcPts val="1430"/>
              </a:spcBef>
              <a:buSzPct val="48387"/>
              <a:buChar char="❑"/>
              <a:tabLst>
                <a:tab pos="237490" algn="l"/>
              </a:tabLst>
            </a:pPr>
            <a:r>
              <a:rPr dirty="0" sz="1550">
                <a:latin typeface="Segoe UI Symbol"/>
                <a:cs typeface="Segoe UI Symbol"/>
              </a:rPr>
              <a:t>Example</a:t>
            </a:r>
            <a:r>
              <a:rPr dirty="0" sz="1550" spc="45">
                <a:latin typeface="Segoe UI Symbol"/>
                <a:cs typeface="Segoe UI Symbol"/>
              </a:rPr>
              <a:t> </a:t>
            </a:r>
            <a:r>
              <a:rPr dirty="0" sz="1550" spc="180">
                <a:latin typeface="Segoe UI Symbol"/>
                <a:cs typeface="Segoe UI Symbol"/>
              </a:rPr>
              <a:t>:</a:t>
            </a:r>
            <a:r>
              <a:rPr dirty="0" sz="1550" spc="45">
                <a:latin typeface="Segoe UI Symbol"/>
                <a:cs typeface="Segoe UI Symbol"/>
              </a:rPr>
              <a:t> </a:t>
            </a:r>
            <a:r>
              <a:rPr dirty="0" sz="1550">
                <a:latin typeface="Segoe UI Symbol"/>
                <a:cs typeface="Segoe UI Symbol"/>
              </a:rPr>
              <a:t>Packaging</a:t>
            </a:r>
            <a:r>
              <a:rPr dirty="0" sz="1550" spc="50">
                <a:latin typeface="Segoe UI Symbol"/>
                <a:cs typeface="Segoe UI Symbol"/>
              </a:rPr>
              <a:t> </a:t>
            </a:r>
            <a:r>
              <a:rPr dirty="0" sz="1550" spc="55">
                <a:latin typeface="Segoe UI Symbol"/>
                <a:cs typeface="Segoe UI Symbol"/>
              </a:rPr>
              <a:t>Line</a:t>
            </a:r>
            <a:r>
              <a:rPr dirty="0" sz="1550" spc="45">
                <a:latin typeface="Segoe UI Symbol"/>
                <a:cs typeface="Segoe UI Symbol"/>
              </a:rPr>
              <a:t> </a:t>
            </a:r>
            <a:r>
              <a:rPr dirty="0" sz="1550" spc="-10">
                <a:latin typeface="Segoe UI Symbol"/>
                <a:cs typeface="Segoe UI Symbol"/>
              </a:rPr>
              <a:t>Control</a:t>
            </a:r>
            <a:endParaRPr sz="1550">
              <a:latin typeface="Segoe UI Symbol"/>
              <a:cs typeface="Segoe UI Symbo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296769" y="2934741"/>
            <a:ext cx="4997450" cy="4334510"/>
            <a:chOff x="1296769" y="2934741"/>
            <a:chExt cx="4997450" cy="4334510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40123" y="3178098"/>
              <a:ext cx="42146" cy="14881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2003" y="3321977"/>
              <a:ext cx="10244" cy="4935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02683" y="3356914"/>
              <a:ext cx="171356" cy="7933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02683" y="3630248"/>
              <a:ext cx="191346" cy="7934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96769" y="2934741"/>
              <a:ext cx="4962467" cy="4334395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6794983" y="9929452"/>
            <a:ext cx="292735" cy="1511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z="950">
                <a:latin typeface="Times New Roman"/>
                <a:cs typeface="Times New Roman"/>
              </a:rPr>
              <a:t>6-</a:t>
            </a:r>
            <a:r>
              <a:rPr dirty="0" sz="950" spc="-25">
                <a:latin typeface="Times New Roman"/>
                <a:cs typeface="Times New Roman"/>
              </a:rPr>
              <a:t>28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1082" y="961164"/>
            <a:ext cx="6412865" cy="12871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32130" indent="-519430">
              <a:lnSpc>
                <a:spcPct val="100000"/>
              </a:lnSpc>
              <a:spcBef>
                <a:spcPts val="125"/>
              </a:spcBef>
              <a:buAutoNum type="arabicPeriod" startAt="6"/>
              <a:tabLst>
                <a:tab pos="532130" algn="l"/>
              </a:tabLst>
            </a:pPr>
            <a:r>
              <a:rPr dirty="0" sz="1550" spc="140">
                <a:latin typeface="Segoe UI Symbol"/>
                <a:cs typeface="Segoe UI Symbol"/>
              </a:rPr>
              <a:t>APPLICATION</a:t>
            </a:r>
            <a:r>
              <a:rPr dirty="0" sz="1550" spc="40">
                <a:latin typeface="Segoe UI Symbol"/>
                <a:cs typeface="Segoe UI Symbol"/>
              </a:rPr>
              <a:t> </a:t>
            </a:r>
            <a:r>
              <a:rPr dirty="0" sz="1550" spc="165">
                <a:latin typeface="Segoe UI Symbol"/>
                <a:cs typeface="Segoe UI Symbol"/>
              </a:rPr>
              <a:t>EXAMPLES</a:t>
            </a:r>
            <a:r>
              <a:rPr dirty="0" sz="1550" spc="45">
                <a:latin typeface="Segoe UI Symbol"/>
                <a:cs typeface="Segoe UI Symbol"/>
              </a:rPr>
              <a:t> </a:t>
            </a:r>
            <a:r>
              <a:rPr dirty="0" sz="1550" spc="120">
                <a:latin typeface="Segoe UI Symbol"/>
                <a:cs typeface="Segoe UI Symbol"/>
              </a:rPr>
              <a:t>OF</a:t>
            </a:r>
            <a:r>
              <a:rPr dirty="0" sz="1550" spc="45">
                <a:latin typeface="Segoe UI Symbol"/>
                <a:cs typeface="Segoe UI Symbol"/>
              </a:rPr>
              <a:t> </a:t>
            </a:r>
            <a:r>
              <a:rPr dirty="0" sz="1550" spc="135">
                <a:latin typeface="Segoe UI Symbol"/>
                <a:cs typeface="Segoe UI Symbol"/>
              </a:rPr>
              <a:t>BASIC</a:t>
            </a:r>
            <a:r>
              <a:rPr dirty="0" sz="1550" spc="45">
                <a:latin typeface="Segoe UI Symbol"/>
                <a:cs typeface="Segoe UI Symbol"/>
              </a:rPr>
              <a:t> </a:t>
            </a:r>
            <a:r>
              <a:rPr dirty="0" sz="1550" spc="50">
                <a:latin typeface="Segoe UI Symbol"/>
                <a:cs typeface="Segoe UI Symbol"/>
              </a:rPr>
              <a:t>COMMANDS</a:t>
            </a:r>
            <a:endParaRPr sz="1550">
              <a:latin typeface="Segoe UI Symbol"/>
              <a:cs typeface="Segoe UI Symbol"/>
            </a:endParaRPr>
          </a:p>
          <a:p>
            <a:pPr lvl="1" marL="237490" indent="-224790">
              <a:lnSpc>
                <a:spcPct val="100000"/>
              </a:lnSpc>
              <a:spcBef>
                <a:spcPts val="1430"/>
              </a:spcBef>
              <a:buSzPct val="48387"/>
              <a:buChar char="❑"/>
              <a:tabLst>
                <a:tab pos="237490" algn="l"/>
              </a:tabLst>
            </a:pPr>
            <a:r>
              <a:rPr dirty="0" sz="1550" spc="-10">
                <a:latin typeface="Segoe UI Symbol"/>
                <a:cs typeface="Segoe UI Symbol"/>
              </a:rPr>
              <a:t>Operation</a:t>
            </a:r>
            <a:endParaRPr sz="1550">
              <a:latin typeface="Segoe UI Symbol"/>
              <a:cs typeface="Segoe UI Symbol"/>
            </a:endParaRPr>
          </a:p>
          <a:p>
            <a:pPr algn="just" marL="1362075" marR="5080">
              <a:lnSpc>
                <a:spcPct val="103600"/>
              </a:lnSpc>
              <a:spcBef>
                <a:spcPts val="25"/>
              </a:spcBef>
            </a:pP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229">
                <a:latin typeface="Times New Roman"/>
                <a:cs typeface="Times New Roman"/>
              </a:rPr>
              <a:t> </a:t>
            </a:r>
            <a:r>
              <a:rPr dirty="0" sz="950" spc="75">
                <a:latin typeface="Times New Roman"/>
                <a:cs typeface="Times New Roman"/>
              </a:rPr>
              <a:t>PBl</a:t>
            </a:r>
            <a:r>
              <a:rPr dirty="0" sz="950" spc="229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(START</a:t>
            </a:r>
            <a:r>
              <a:rPr dirty="0" sz="950" spc="229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Puzh</a:t>
            </a:r>
            <a:r>
              <a:rPr dirty="0" sz="950" spc="229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Botton)</a:t>
            </a:r>
            <a:r>
              <a:rPr dirty="0" sz="950" spc="2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229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prezzed,</a:t>
            </a:r>
            <a:r>
              <a:rPr dirty="0" sz="950" spc="2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229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box</a:t>
            </a:r>
            <a:r>
              <a:rPr dirty="0" sz="950" spc="2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conveyor</a:t>
            </a:r>
            <a:r>
              <a:rPr dirty="0" sz="950" spc="229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movez.</a:t>
            </a:r>
            <a:r>
              <a:rPr dirty="0" sz="950" spc="229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Upon</a:t>
            </a:r>
            <a:r>
              <a:rPr dirty="0" sz="950" spc="229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detection</a:t>
            </a:r>
            <a:r>
              <a:rPr dirty="0" sz="950" spc="229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229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box </a:t>
            </a:r>
            <a:r>
              <a:rPr dirty="0" sz="950">
                <a:latin typeface="Times New Roman"/>
                <a:cs typeface="Times New Roman"/>
              </a:rPr>
              <a:t>prezent,</a:t>
            </a:r>
            <a:r>
              <a:rPr dirty="0" sz="950" spc="25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2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box</a:t>
            </a:r>
            <a:r>
              <a:rPr dirty="0" sz="950" spc="2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conveyor</a:t>
            </a:r>
            <a:r>
              <a:rPr dirty="0" sz="950" spc="2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ztopz</a:t>
            </a:r>
            <a:r>
              <a:rPr dirty="0" sz="950" spc="2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2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2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Apple</a:t>
            </a:r>
            <a:r>
              <a:rPr dirty="0" sz="950" spc="25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conveyor</a:t>
            </a:r>
            <a:r>
              <a:rPr dirty="0" sz="950" spc="2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ztartz.</a:t>
            </a:r>
            <a:r>
              <a:rPr dirty="0" sz="950" spc="2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Part</a:t>
            </a:r>
            <a:r>
              <a:rPr dirty="0" sz="950" spc="2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zenzor</a:t>
            </a:r>
            <a:r>
              <a:rPr dirty="0" sz="950" spc="25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will</a:t>
            </a:r>
            <a:r>
              <a:rPr dirty="0" sz="950" spc="2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count</a:t>
            </a:r>
            <a:r>
              <a:rPr dirty="0" sz="950" spc="25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for</a:t>
            </a:r>
            <a:r>
              <a:rPr dirty="0" sz="950" spc="260">
                <a:latin typeface="Times New Roman"/>
                <a:cs typeface="Times New Roman"/>
              </a:rPr>
              <a:t> </a:t>
            </a:r>
            <a:r>
              <a:rPr dirty="0" sz="950" spc="90">
                <a:latin typeface="Times New Roman"/>
                <a:cs typeface="Times New Roman"/>
              </a:rPr>
              <a:t>l0 </a:t>
            </a:r>
            <a:r>
              <a:rPr dirty="0" sz="950">
                <a:latin typeface="Times New Roman"/>
                <a:cs typeface="Times New Roman"/>
              </a:rPr>
              <a:t>applez.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Apple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conveyor</a:t>
            </a:r>
            <a:r>
              <a:rPr dirty="0" sz="950" spc="15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ztopz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15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box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conveyor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ztartz</a:t>
            </a:r>
            <a:r>
              <a:rPr dirty="0" sz="950" spc="15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again.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Counter</a:t>
            </a:r>
            <a:r>
              <a:rPr dirty="0" sz="950" spc="15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will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rezet</a:t>
            </a:r>
            <a:r>
              <a:rPr dirty="0" sz="950" spc="15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operation </a:t>
            </a:r>
            <a:r>
              <a:rPr dirty="0" sz="950">
                <a:latin typeface="Times New Roman"/>
                <a:cs typeface="Times New Roman"/>
              </a:rPr>
              <a:t>repeatz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until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PB2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(STOP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Puzh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Button)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prezzed.</a:t>
            </a:r>
            <a:endParaRPr sz="950">
              <a:latin typeface="Times New Roman"/>
              <a:cs typeface="Times New Roman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1984298" y="2389962"/>
          <a:ext cx="2738120" cy="817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8070"/>
                <a:gridCol w="1574800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Segoe UI Symbol"/>
                          <a:cs typeface="Segoe UI Symbol"/>
                        </a:rPr>
                        <a:t>Input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Segoe UI Symbol"/>
                          <a:cs typeface="Segoe UI Symbol"/>
                        </a:rPr>
                        <a:t>Devices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START</a:t>
                      </a:r>
                      <a:r>
                        <a:rPr dirty="0" sz="9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Puzh</a:t>
                      </a:r>
                      <a:r>
                        <a:rPr dirty="0" sz="9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Button</a:t>
                      </a:r>
                      <a:r>
                        <a:rPr dirty="0" sz="9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(PBl)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45">
                          <a:latin typeface="Times New Roman"/>
                          <a:cs typeface="Times New Roman"/>
                        </a:rPr>
                        <a:t>0000l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STOP</a:t>
                      </a:r>
                      <a:r>
                        <a:rPr dirty="0" sz="9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Puzh</a:t>
                      </a:r>
                      <a:r>
                        <a:rPr dirty="0" sz="9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Button</a:t>
                      </a:r>
                      <a:r>
                        <a:rPr dirty="0" sz="9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(PB2)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114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114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Part</a:t>
                      </a:r>
                      <a:r>
                        <a:rPr dirty="0" sz="9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Prezent</a:t>
                      </a:r>
                      <a:r>
                        <a:rPr dirty="0" sz="9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40">
                          <a:latin typeface="Times New Roman"/>
                          <a:cs typeface="Times New Roman"/>
                        </a:rPr>
                        <a:t>(SEl)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Box</a:t>
                      </a:r>
                      <a:r>
                        <a:rPr dirty="0" sz="95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Prezent</a:t>
                      </a:r>
                      <a:r>
                        <a:rPr dirty="0" sz="95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(SE2)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4795964" y="2389962"/>
          <a:ext cx="2344420" cy="492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1100"/>
                <a:gridCol w="1068070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Segoe UI Symbol"/>
                          <a:cs typeface="Segoe UI Symbol"/>
                        </a:rPr>
                        <a:t>Output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327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Segoe UI Symbol"/>
                          <a:cs typeface="Segoe UI Symbol"/>
                        </a:rPr>
                        <a:t>Devices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40">
                          <a:latin typeface="Times New Roman"/>
                          <a:cs typeface="Times New Roman"/>
                        </a:rPr>
                        <a:t>0l000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Apple</a:t>
                      </a:r>
                      <a:r>
                        <a:rPr dirty="0" sz="9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Conveyor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85">
                          <a:latin typeface="Times New Roman"/>
                          <a:cs typeface="Times New Roman"/>
                        </a:rPr>
                        <a:t>0l00l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Box</a:t>
                      </a:r>
                      <a:r>
                        <a:rPr dirty="0" sz="95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Conveyor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1980717" y="3959318"/>
            <a:ext cx="337820" cy="15259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20">
                <a:latin typeface="Segoe UI Symbol"/>
                <a:cs typeface="Segoe UI Symbol"/>
              </a:rPr>
              <a:t>00000</a:t>
            </a:r>
            <a:endParaRPr sz="9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9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dirty="0" sz="950" spc="-20">
                <a:latin typeface="Segoe UI Symbol"/>
                <a:cs typeface="Segoe UI Symbol"/>
              </a:rPr>
              <a:t>00001</a:t>
            </a:r>
            <a:endParaRPr sz="9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9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dirty="0" sz="950" spc="-20">
                <a:latin typeface="Segoe UI Symbol"/>
                <a:cs typeface="Segoe UI Symbol"/>
              </a:rPr>
              <a:t>00002</a:t>
            </a:r>
            <a:endParaRPr sz="9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9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dirty="0" sz="950" spc="-20">
                <a:latin typeface="Segoe UI Symbol"/>
                <a:cs typeface="Segoe UI Symbol"/>
              </a:rPr>
              <a:t>00003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980716" y="5894345"/>
            <a:ext cx="475615" cy="6261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Segoe UI Symbol"/>
                <a:cs typeface="Segoe UI Symbol"/>
              </a:rPr>
              <a:t>20000</a:t>
            </a:r>
            <a:endParaRPr sz="9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9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dirty="0" sz="950" spc="-10">
                <a:latin typeface="Segoe UI Symbol"/>
                <a:cs typeface="Segoe UI Symbol"/>
              </a:rPr>
              <a:t>CNT010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980716" y="6944467"/>
            <a:ext cx="337820" cy="6261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20">
                <a:latin typeface="Segoe UI Symbol"/>
                <a:cs typeface="Segoe UI Symbol"/>
              </a:rPr>
              <a:t>01000</a:t>
            </a:r>
            <a:endParaRPr sz="9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9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dirty="0" sz="950" spc="-20">
                <a:latin typeface="Segoe UI Symbol"/>
                <a:cs typeface="Segoe UI Symbol"/>
              </a:rPr>
              <a:t>01001</a:t>
            </a:r>
            <a:endParaRPr sz="950">
              <a:latin typeface="Segoe UI Symbol"/>
              <a:cs typeface="Segoe UI Symbo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2544292" y="3851205"/>
            <a:ext cx="4471035" cy="3676015"/>
            <a:chOff x="2544292" y="3851205"/>
            <a:chExt cx="4471035" cy="3676015"/>
          </a:xfrm>
        </p:grpSpPr>
        <p:sp>
          <p:nvSpPr>
            <p:cNvPr id="14" name="object 14" descr=""/>
            <p:cNvSpPr/>
            <p:nvPr/>
          </p:nvSpPr>
          <p:spPr>
            <a:xfrm>
              <a:off x="5224564" y="5224373"/>
              <a:ext cx="1125855" cy="187960"/>
            </a:xfrm>
            <a:custGeom>
              <a:avLst/>
              <a:gdLst/>
              <a:ahLst/>
              <a:cxnLst/>
              <a:rect l="l" t="t" r="r" b="b"/>
              <a:pathLst>
                <a:path w="1125854" h="187960">
                  <a:moveTo>
                    <a:pt x="1125258" y="0"/>
                  </a:moveTo>
                  <a:lnTo>
                    <a:pt x="0" y="0"/>
                  </a:lnTo>
                  <a:lnTo>
                    <a:pt x="0" y="187528"/>
                  </a:lnTo>
                  <a:lnTo>
                    <a:pt x="1125258" y="187528"/>
                  </a:lnTo>
                  <a:lnTo>
                    <a:pt x="1125258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224564" y="5224373"/>
              <a:ext cx="1125855" cy="187960"/>
            </a:xfrm>
            <a:custGeom>
              <a:avLst/>
              <a:gdLst/>
              <a:ahLst/>
              <a:cxnLst/>
              <a:rect l="l" t="t" r="r" b="b"/>
              <a:pathLst>
                <a:path w="1125854" h="187960">
                  <a:moveTo>
                    <a:pt x="0" y="0"/>
                  </a:moveTo>
                  <a:lnTo>
                    <a:pt x="1125258" y="0"/>
                  </a:lnTo>
                  <a:lnTo>
                    <a:pt x="1125258" y="187528"/>
                  </a:lnTo>
                  <a:lnTo>
                    <a:pt x="0" y="187528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284575" y="5186794"/>
              <a:ext cx="1125855" cy="225425"/>
            </a:xfrm>
            <a:custGeom>
              <a:avLst/>
              <a:gdLst/>
              <a:ahLst/>
              <a:cxnLst/>
              <a:rect l="l" t="t" r="r" b="b"/>
              <a:pathLst>
                <a:path w="1125854" h="225425">
                  <a:moveTo>
                    <a:pt x="1125270" y="0"/>
                  </a:moveTo>
                  <a:lnTo>
                    <a:pt x="0" y="0"/>
                  </a:lnTo>
                  <a:lnTo>
                    <a:pt x="0" y="225132"/>
                  </a:lnTo>
                  <a:lnTo>
                    <a:pt x="1125270" y="225132"/>
                  </a:lnTo>
                  <a:lnTo>
                    <a:pt x="112527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284575" y="5186794"/>
              <a:ext cx="1125855" cy="225425"/>
            </a:xfrm>
            <a:custGeom>
              <a:avLst/>
              <a:gdLst/>
              <a:ahLst/>
              <a:cxnLst/>
              <a:rect l="l" t="t" r="r" b="b"/>
              <a:pathLst>
                <a:path w="1125854" h="225425">
                  <a:moveTo>
                    <a:pt x="0" y="0"/>
                  </a:moveTo>
                  <a:lnTo>
                    <a:pt x="1125270" y="0"/>
                  </a:lnTo>
                  <a:lnTo>
                    <a:pt x="1125270" y="225132"/>
                  </a:lnTo>
                  <a:lnTo>
                    <a:pt x="0" y="225132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562885" y="4080510"/>
              <a:ext cx="4443095" cy="0"/>
            </a:xfrm>
            <a:custGeom>
              <a:avLst/>
              <a:gdLst/>
              <a:ahLst/>
              <a:cxnLst/>
              <a:rect l="l" t="t" r="r" b="b"/>
              <a:pathLst>
                <a:path w="4443095" h="0">
                  <a:moveTo>
                    <a:pt x="0" y="0"/>
                  </a:moveTo>
                  <a:lnTo>
                    <a:pt x="4442599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778531" y="3855758"/>
              <a:ext cx="137160" cy="225425"/>
            </a:xfrm>
            <a:custGeom>
              <a:avLst/>
              <a:gdLst/>
              <a:ahLst/>
              <a:cxnLst/>
              <a:rect l="l" t="t" r="r" b="b"/>
              <a:pathLst>
                <a:path w="137160" h="225425">
                  <a:moveTo>
                    <a:pt x="136664" y="0"/>
                  </a:moveTo>
                  <a:lnTo>
                    <a:pt x="0" y="0"/>
                  </a:lnTo>
                  <a:lnTo>
                    <a:pt x="0" y="225132"/>
                  </a:lnTo>
                  <a:lnTo>
                    <a:pt x="136664" y="225132"/>
                  </a:lnTo>
                  <a:lnTo>
                    <a:pt x="13666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778531" y="3855758"/>
              <a:ext cx="137160" cy="225425"/>
            </a:xfrm>
            <a:custGeom>
              <a:avLst/>
              <a:gdLst/>
              <a:ahLst/>
              <a:cxnLst/>
              <a:rect l="l" t="t" r="r" b="b"/>
              <a:pathLst>
                <a:path w="137160" h="225425">
                  <a:moveTo>
                    <a:pt x="0" y="0"/>
                  </a:moveTo>
                  <a:lnTo>
                    <a:pt x="136664" y="0"/>
                  </a:lnTo>
                  <a:lnTo>
                    <a:pt x="136664" y="225132"/>
                  </a:lnTo>
                  <a:lnTo>
                    <a:pt x="0" y="225132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544292" y="4530382"/>
              <a:ext cx="4471035" cy="2975610"/>
            </a:xfrm>
            <a:custGeom>
              <a:avLst/>
              <a:gdLst/>
              <a:ahLst/>
              <a:cxnLst/>
              <a:rect l="l" t="t" r="r" b="b"/>
              <a:pathLst>
                <a:path w="4471034" h="2975609">
                  <a:moveTo>
                    <a:pt x="18592" y="0"/>
                  </a:moveTo>
                  <a:lnTo>
                    <a:pt x="4461192" y="0"/>
                  </a:lnTo>
                </a:path>
                <a:path w="4471034" h="2975609">
                  <a:moveTo>
                    <a:pt x="18592" y="431279"/>
                  </a:moveTo>
                  <a:lnTo>
                    <a:pt x="4461192" y="431279"/>
                  </a:lnTo>
                </a:path>
                <a:path w="4471034" h="2975609">
                  <a:moveTo>
                    <a:pt x="18592" y="881164"/>
                  </a:moveTo>
                  <a:lnTo>
                    <a:pt x="4461192" y="881164"/>
                  </a:lnTo>
                </a:path>
                <a:path w="4471034" h="2975609">
                  <a:moveTo>
                    <a:pt x="28079" y="1466189"/>
                  </a:moveTo>
                  <a:lnTo>
                    <a:pt x="4470679" y="1466189"/>
                  </a:lnTo>
                </a:path>
                <a:path w="4471034" h="2975609">
                  <a:moveTo>
                    <a:pt x="0" y="1934667"/>
                  </a:moveTo>
                  <a:lnTo>
                    <a:pt x="4442206" y="1934667"/>
                  </a:lnTo>
                </a:path>
                <a:path w="4471034" h="2975609">
                  <a:moveTo>
                    <a:pt x="9105" y="2515514"/>
                  </a:moveTo>
                  <a:lnTo>
                    <a:pt x="4451692" y="2515514"/>
                  </a:lnTo>
                </a:path>
                <a:path w="4471034" h="2975609">
                  <a:moveTo>
                    <a:pt x="18592" y="2975267"/>
                  </a:moveTo>
                  <a:lnTo>
                    <a:pt x="4461192" y="2975267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770543" y="4085818"/>
              <a:ext cx="13335" cy="1301115"/>
            </a:xfrm>
            <a:custGeom>
              <a:avLst/>
              <a:gdLst/>
              <a:ahLst/>
              <a:cxnLst/>
              <a:rect l="l" t="t" r="r" b="b"/>
              <a:pathLst>
                <a:path w="13335" h="1301114">
                  <a:moveTo>
                    <a:pt x="9118" y="1296098"/>
                  </a:moveTo>
                  <a:lnTo>
                    <a:pt x="8750" y="1294206"/>
                  </a:lnTo>
                  <a:lnTo>
                    <a:pt x="7607" y="1292694"/>
                  </a:lnTo>
                  <a:lnTo>
                    <a:pt x="6083" y="1291551"/>
                  </a:lnTo>
                  <a:lnTo>
                    <a:pt x="4178" y="1291170"/>
                  </a:lnTo>
                  <a:lnTo>
                    <a:pt x="2273" y="1291551"/>
                  </a:lnTo>
                  <a:lnTo>
                    <a:pt x="1130" y="1292694"/>
                  </a:lnTo>
                  <a:lnTo>
                    <a:pt x="381" y="1294206"/>
                  </a:lnTo>
                  <a:lnTo>
                    <a:pt x="0" y="1296098"/>
                  </a:lnTo>
                  <a:lnTo>
                    <a:pt x="381" y="1298003"/>
                  </a:lnTo>
                  <a:lnTo>
                    <a:pt x="1130" y="1299527"/>
                  </a:lnTo>
                  <a:lnTo>
                    <a:pt x="2273" y="1300657"/>
                  </a:lnTo>
                  <a:lnTo>
                    <a:pt x="4178" y="1301038"/>
                  </a:lnTo>
                  <a:lnTo>
                    <a:pt x="6083" y="1300657"/>
                  </a:lnTo>
                  <a:lnTo>
                    <a:pt x="7607" y="1299527"/>
                  </a:lnTo>
                  <a:lnTo>
                    <a:pt x="8750" y="1298003"/>
                  </a:lnTo>
                  <a:lnTo>
                    <a:pt x="9118" y="1296098"/>
                  </a:lnTo>
                  <a:close/>
                </a:path>
                <a:path w="13335" h="1301114">
                  <a:moveTo>
                    <a:pt x="9118" y="1277505"/>
                  </a:moveTo>
                  <a:lnTo>
                    <a:pt x="8750" y="1275981"/>
                  </a:lnTo>
                  <a:lnTo>
                    <a:pt x="7607" y="1274470"/>
                  </a:lnTo>
                  <a:lnTo>
                    <a:pt x="6083" y="1273327"/>
                  </a:lnTo>
                  <a:lnTo>
                    <a:pt x="4178" y="1272946"/>
                  </a:lnTo>
                  <a:lnTo>
                    <a:pt x="2654" y="1273327"/>
                  </a:lnTo>
                  <a:lnTo>
                    <a:pt x="1511" y="1274470"/>
                  </a:lnTo>
                  <a:lnTo>
                    <a:pt x="381" y="1275981"/>
                  </a:lnTo>
                  <a:lnTo>
                    <a:pt x="0" y="1277505"/>
                  </a:lnTo>
                  <a:lnTo>
                    <a:pt x="381" y="1279410"/>
                  </a:lnTo>
                  <a:lnTo>
                    <a:pt x="1511" y="1280922"/>
                  </a:lnTo>
                  <a:lnTo>
                    <a:pt x="2654" y="1282065"/>
                  </a:lnTo>
                  <a:lnTo>
                    <a:pt x="4178" y="1282446"/>
                  </a:lnTo>
                  <a:lnTo>
                    <a:pt x="6083" y="1282065"/>
                  </a:lnTo>
                  <a:lnTo>
                    <a:pt x="7607" y="1280922"/>
                  </a:lnTo>
                  <a:lnTo>
                    <a:pt x="8750" y="1279410"/>
                  </a:lnTo>
                  <a:lnTo>
                    <a:pt x="9118" y="1277505"/>
                  </a:lnTo>
                  <a:close/>
                </a:path>
                <a:path w="13335" h="1301114">
                  <a:moveTo>
                    <a:pt x="9118" y="1259281"/>
                  </a:moveTo>
                  <a:lnTo>
                    <a:pt x="8750" y="1257388"/>
                  </a:lnTo>
                  <a:lnTo>
                    <a:pt x="7607" y="1255864"/>
                  </a:lnTo>
                  <a:lnTo>
                    <a:pt x="6083" y="1254721"/>
                  </a:lnTo>
                  <a:lnTo>
                    <a:pt x="4559" y="1254340"/>
                  </a:lnTo>
                  <a:lnTo>
                    <a:pt x="2654" y="1254721"/>
                  </a:lnTo>
                  <a:lnTo>
                    <a:pt x="1511" y="1255864"/>
                  </a:lnTo>
                  <a:lnTo>
                    <a:pt x="381" y="1257388"/>
                  </a:lnTo>
                  <a:lnTo>
                    <a:pt x="0" y="1259281"/>
                  </a:lnTo>
                  <a:lnTo>
                    <a:pt x="381" y="1261186"/>
                  </a:lnTo>
                  <a:lnTo>
                    <a:pt x="1511" y="1262697"/>
                  </a:lnTo>
                  <a:lnTo>
                    <a:pt x="2654" y="1263840"/>
                  </a:lnTo>
                  <a:lnTo>
                    <a:pt x="4559" y="1264208"/>
                  </a:lnTo>
                  <a:lnTo>
                    <a:pt x="6083" y="1263840"/>
                  </a:lnTo>
                  <a:lnTo>
                    <a:pt x="7607" y="1262697"/>
                  </a:lnTo>
                  <a:lnTo>
                    <a:pt x="8750" y="1261186"/>
                  </a:lnTo>
                  <a:lnTo>
                    <a:pt x="9118" y="1259281"/>
                  </a:lnTo>
                  <a:close/>
                </a:path>
                <a:path w="13335" h="1301114">
                  <a:moveTo>
                    <a:pt x="9118" y="1240675"/>
                  </a:moveTo>
                  <a:lnTo>
                    <a:pt x="8750" y="1238783"/>
                  </a:lnTo>
                  <a:lnTo>
                    <a:pt x="7988" y="1237640"/>
                  </a:lnTo>
                  <a:lnTo>
                    <a:pt x="6464" y="1236497"/>
                  </a:lnTo>
                  <a:lnTo>
                    <a:pt x="4559" y="1236116"/>
                  </a:lnTo>
                  <a:lnTo>
                    <a:pt x="2654" y="1236497"/>
                  </a:lnTo>
                  <a:lnTo>
                    <a:pt x="381" y="1238783"/>
                  </a:lnTo>
                  <a:lnTo>
                    <a:pt x="0" y="1240675"/>
                  </a:lnTo>
                  <a:lnTo>
                    <a:pt x="381" y="1242580"/>
                  </a:lnTo>
                  <a:lnTo>
                    <a:pt x="1511" y="1244092"/>
                  </a:lnTo>
                  <a:lnTo>
                    <a:pt x="2654" y="1245235"/>
                  </a:lnTo>
                  <a:lnTo>
                    <a:pt x="4559" y="1245616"/>
                  </a:lnTo>
                  <a:lnTo>
                    <a:pt x="6464" y="1245235"/>
                  </a:lnTo>
                  <a:lnTo>
                    <a:pt x="7988" y="1244092"/>
                  </a:lnTo>
                  <a:lnTo>
                    <a:pt x="8750" y="1242580"/>
                  </a:lnTo>
                  <a:lnTo>
                    <a:pt x="9118" y="1240675"/>
                  </a:lnTo>
                  <a:close/>
                </a:path>
                <a:path w="13335" h="1301114">
                  <a:moveTo>
                    <a:pt x="9118" y="1222451"/>
                  </a:moveTo>
                  <a:lnTo>
                    <a:pt x="8750" y="1220558"/>
                  </a:lnTo>
                  <a:lnTo>
                    <a:pt x="7988" y="1219047"/>
                  </a:lnTo>
                  <a:lnTo>
                    <a:pt x="6464" y="1217904"/>
                  </a:lnTo>
                  <a:lnTo>
                    <a:pt x="4559" y="1217523"/>
                  </a:lnTo>
                  <a:lnTo>
                    <a:pt x="2654" y="1217904"/>
                  </a:lnTo>
                  <a:lnTo>
                    <a:pt x="1511" y="1219047"/>
                  </a:lnTo>
                  <a:lnTo>
                    <a:pt x="381" y="1220558"/>
                  </a:lnTo>
                  <a:lnTo>
                    <a:pt x="0" y="1222451"/>
                  </a:lnTo>
                  <a:lnTo>
                    <a:pt x="381" y="1224356"/>
                  </a:lnTo>
                  <a:lnTo>
                    <a:pt x="2654" y="1226629"/>
                  </a:lnTo>
                  <a:lnTo>
                    <a:pt x="4559" y="1227010"/>
                  </a:lnTo>
                  <a:lnTo>
                    <a:pt x="6464" y="1226629"/>
                  </a:lnTo>
                  <a:lnTo>
                    <a:pt x="7988" y="1225499"/>
                  </a:lnTo>
                  <a:lnTo>
                    <a:pt x="8750" y="1224356"/>
                  </a:lnTo>
                  <a:lnTo>
                    <a:pt x="9118" y="1222451"/>
                  </a:lnTo>
                  <a:close/>
                </a:path>
                <a:path w="13335" h="1301114">
                  <a:moveTo>
                    <a:pt x="9118" y="1203858"/>
                  </a:moveTo>
                  <a:lnTo>
                    <a:pt x="8750" y="1201953"/>
                  </a:lnTo>
                  <a:lnTo>
                    <a:pt x="7988" y="1200429"/>
                  </a:lnTo>
                  <a:lnTo>
                    <a:pt x="6464" y="1199299"/>
                  </a:lnTo>
                  <a:lnTo>
                    <a:pt x="4559" y="1198918"/>
                  </a:lnTo>
                  <a:lnTo>
                    <a:pt x="2654" y="1199299"/>
                  </a:lnTo>
                  <a:lnTo>
                    <a:pt x="1511" y="1200429"/>
                  </a:lnTo>
                  <a:lnTo>
                    <a:pt x="381" y="1201953"/>
                  </a:lnTo>
                  <a:lnTo>
                    <a:pt x="0" y="1203858"/>
                  </a:lnTo>
                  <a:lnTo>
                    <a:pt x="381" y="1205750"/>
                  </a:lnTo>
                  <a:lnTo>
                    <a:pt x="1511" y="1207274"/>
                  </a:lnTo>
                  <a:lnTo>
                    <a:pt x="2654" y="1208405"/>
                  </a:lnTo>
                  <a:lnTo>
                    <a:pt x="4559" y="1208786"/>
                  </a:lnTo>
                  <a:lnTo>
                    <a:pt x="6464" y="1208405"/>
                  </a:lnTo>
                  <a:lnTo>
                    <a:pt x="7988" y="1207274"/>
                  </a:lnTo>
                  <a:lnTo>
                    <a:pt x="8750" y="1205750"/>
                  </a:lnTo>
                  <a:lnTo>
                    <a:pt x="9118" y="1203858"/>
                  </a:lnTo>
                  <a:close/>
                </a:path>
                <a:path w="13335" h="1301114">
                  <a:moveTo>
                    <a:pt x="9499" y="1185252"/>
                  </a:moveTo>
                  <a:lnTo>
                    <a:pt x="9118" y="1183728"/>
                  </a:lnTo>
                  <a:lnTo>
                    <a:pt x="7988" y="1182217"/>
                  </a:lnTo>
                  <a:lnTo>
                    <a:pt x="6464" y="1181074"/>
                  </a:lnTo>
                  <a:lnTo>
                    <a:pt x="4559" y="1180693"/>
                  </a:lnTo>
                  <a:lnTo>
                    <a:pt x="2654" y="1181074"/>
                  </a:lnTo>
                  <a:lnTo>
                    <a:pt x="1511" y="1182217"/>
                  </a:lnTo>
                  <a:lnTo>
                    <a:pt x="749" y="1183728"/>
                  </a:lnTo>
                  <a:lnTo>
                    <a:pt x="381" y="1185252"/>
                  </a:lnTo>
                  <a:lnTo>
                    <a:pt x="749" y="1187145"/>
                  </a:lnTo>
                  <a:lnTo>
                    <a:pt x="1511" y="1188669"/>
                  </a:lnTo>
                  <a:lnTo>
                    <a:pt x="2654" y="1189799"/>
                  </a:lnTo>
                  <a:lnTo>
                    <a:pt x="4559" y="1190180"/>
                  </a:lnTo>
                  <a:lnTo>
                    <a:pt x="6464" y="1189799"/>
                  </a:lnTo>
                  <a:lnTo>
                    <a:pt x="7988" y="1188669"/>
                  </a:lnTo>
                  <a:lnTo>
                    <a:pt x="9118" y="1187145"/>
                  </a:lnTo>
                  <a:lnTo>
                    <a:pt x="9499" y="1185252"/>
                  </a:lnTo>
                  <a:close/>
                </a:path>
                <a:path w="13335" h="1301114">
                  <a:moveTo>
                    <a:pt x="9499" y="1167028"/>
                  </a:moveTo>
                  <a:lnTo>
                    <a:pt x="9118" y="1165136"/>
                  </a:lnTo>
                  <a:lnTo>
                    <a:pt x="7988" y="1163612"/>
                  </a:lnTo>
                  <a:lnTo>
                    <a:pt x="6464" y="1162469"/>
                  </a:lnTo>
                  <a:lnTo>
                    <a:pt x="4559" y="1162088"/>
                  </a:lnTo>
                  <a:lnTo>
                    <a:pt x="2654" y="1162469"/>
                  </a:lnTo>
                  <a:lnTo>
                    <a:pt x="1511" y="1163612"/>
                  </a:lnTo>
                  <a:lnTo>
                    <a:pt x="749" y="1165136"/>
                  </a:lnTo>
                  <a:lnTo>
                    <a:pt x="381" y="1167028"/>
                  </a:lnTo>
                  <a:lnTo>
                    <a:pt x="749" y="1168920"/>
                  </a:lnTo>
                  <a:lnTo>
                    <a:pt x="1511" y="1170444"/>
                  </a:lnTo>
                  <a:lnTo>
                    <a:pt x="2654" y="1171587"/>
                  </a:lnTo>
                  <a:lnTo>
                    <a:pt x="6464" y="1171587"/>
                  </a:lnTo>
                  <a:lnTo>
                    <a:pt x="7988" y="1170444"/>
                  </a:lnTo>
                  <a:lnTo>
                    <a:pt x="9118" y="1168920"/>
                  </a:lnTo>
                  <a:lnTo>
                    <a:pt x="9499" y="1167028"/>
                  </a:lnTo>
                  <a:close/>
                </a:path>
                <a:path w="13335" h="1301114">
                  <a:moveTo>
                    <a:pt x="9499" y="1148422"/>
                  </a:moveTo>
                  <a:lnTo>
                    <a:pt x="9118" y="1146530"/>
                  </a:lnTo>
                  <a:lnTo>
                    <a:pt x="7988" y="1145006"/>
                  </a:lnTo>
                  <a:lnTo>
                    <a:pt x="6464" y="1144244"/>
                  </a:lnTo>
                  <a:lnTo>
                    <a:pt x="4559" y="1143876"/>
                  </a:lnTo>
                  <a:lnTo>
                    <a:pt x="3035" y="1144244"/>
                  </a:lnTo>
                  <a:lnTo>
                    <a:pt x="1892" y="1145006"/>
                  </a:lnTo>
                  <a:lnTo>
                    <a:pt x="749" y="1146530"/>
                  </a:lnTo>
                  <a:lnTo>
                    <a:pt x="381" y="1148422"/>
                  </a:lnTo>
                  <a:lnTo>
                    <a:pt x="749" y="1150327"/>
                  </a:lnTo>
                  <a:lnTo>
                    <a:pt x="1892" y="1151839"/>
                  </a:lnTo>
                  <a:lnTo>
                    <a:pt x="3035" y="1152982"/>
                  </a:lnTo>
                  <a:lnTo>
                    <a:pt x="4559" y="1153363"/>
                  </a:lnTo>
                  <a:lnTo>
                    <a:pt x="6464" y="1152982"/>
                  </a:lnTo>
                  <a:lnTo>
                    <a:pt x="7988" y="1151839"/>
                  </a:lnTo>
                  <a:lnTo>
                    <a:pt x="9118" y="1150327"/>
                  </a:lnTo>
                  <a:lnTo>
                    <a:pt x="9499" y="1148422"/>
                  </a:lnTo>
                  <a:close/>
                </a:path>
                <a:path w="13335" h="1301114">
                  <a:moveTo>
                    <a:pt x="9499" y="1130198"/>
                  </a:moveTo>
                  <a:lnTo>
                    <a:pt x="9118" y="1128306"/>
                  </a:lnTo>
                  <a:lnTo>
                    <a:pt x="7988" y="1126782"/>
                  </a:lnTo>
                  <a:lnTo>
                    <a:pt x="6464" y="1125639"/>
                  </a:lnTo>
                  <a:lnTo>
                    <a:pt x="4940" y="1125270"/>
                  </a:lnTo>
                  <a:lnTo>
                    <a:pt x="3035" y="1125639"/>
                  </a:lnTo>
                  <a:lnTo>
                    <a:pt x="1892" y="1126782"/>
                  </a:lnTo>
                  <a:lnTo>
                    <a:pt x="749" y="1128306"/>
                  </a:lnTo>
                  <a:lnTo>
                    <a:pt x="381" y="1130198"/>
                  </a:lnTo>
                  <a:lnTo>
                    <a:pt x="749" y="1131722"/>
                  </a:lnTo>
                  <a:lnTo>
                    <a:pt x="1892" y="1133246"/>
                  </a:lnTo>
                  <a:lnTo>
                    <a:pt x="3035" y="1134376"/>
                  </a:lnTo>
                  <a:lnTo>
                    <a:pt x="4940" y="1134757"/>
                  </a:lnTo>
                  <a:lnTo>
                    <a:pt x="6464" y="1134376"/>
                  </a:lnTo>
                  <a:lnTo>
                    <a:pt x="7988" y="1133246"/>
                  </a:lnTo>
                  <a:lnTo>
                    <a:pt x="9118" y="1131722"/>
                  </a:lnTo>
                  <a:lnTo>
                    <a:pt x="9499" y="1130198"/>
                  </a:lnTo>
                  <a:close/>
                </a:path>
                <a:path w="13335" h="1301114">
                  <a:moveTo>
                    <a:pt x="9499" y="1111605"/>
                  </a:moveTo>
                  <a:lnTo>
                    <a:pt x="9118" y="1109700"/>
                  </a:lnTo>
                  <a:lnTo>
                    <a:pt x="8369" y="1108176"/>
                  </a:lnTo>
                  <a:lnTo>
                    <a:pt x="6845" y="1107046"/>
                  </a:lnTo>
                  <a:lnTo>
                    <a:pt x="4940" y="1106665"/>
                  </a:lnTo>
                  <a:lnTo>
                    <a:pt x="3035" y="1107046"/>
                  </a:lnTo>
                  <a:lnTo>
                    <a:pt x="1892" y="1108176"/>
                  </a:lnTo>
                  <a:lnTo>
                    <a:pt x="749" y="1109700"/>
                  </a:lnTo>
                  <a:lnTo>
                    <a:pt x="381" y="1111605"/>
                  </a:lnTo>
                  <a:lnTo>
                    <a:pt x="749" y="1113497"/>
                  </a:lnTo>
                  <a:lnTo>
                    <a:pt x="1892" y="1115009"/>
                  </a:lnTo>
                  <a:lnTo>
                    <a:pt x="3035" y="1116152"/>
                  </a:lnTo>
                  <a:lnTo>
                    <a:pt x="4940" y="1116533"/>
                  </a:lnTo>
                  <a:lnTo>
                    <a:pt x="6845" y="1116152"/>
                  </a:lnTo>
                  <a:lnTo>
                    <a:pt x="8369" y="1115009"/>
                  </a:lnTo>
                  <a:lnTo>
                    <a:pt x="9118" y="1113497"/>
                  </a:lnTo>
                  <a:lnTo>
                    <a:pt x="9499" y="1111605"/>
                  </a:lnTo>
                  <a:close/>
                </a:path>
                <a:path w="13335" h="1301114">
                  <a:moveTo>
                    <a:pt x="9499" y="1093000"/>
                  </a:moveTo>
                  <a:lnTo>
                    <a:pt x="9118" y="1091476"/>
                  </a:lnTo>
                  <a:lnTo>
                    <a:pt x="8369" y="1089964"/>
                  </a:lnTo>
                  <a:lnTo>
                    <a:pt x="6845" y="1088821"/>
                  </a:lnTo>
                  <a:lnTo>
                    <a:pt x="4940" y="1088440"/>
                  </a:lnTo>
                  <a:lnTo>
                    <a:pt x="3035" y="1088821"/>
                  </a:lnTo>
                  <a:lnTo>
                    <a:pt x="1892" y="1089964"/>
                  </a:lnTo>
                  <a:lnTo>
                    <a:pt x="749" y="1091476"/>
                  </a:lnTo>
                  <a:lnTo>
                    <a:pt x="381" y="1093000"/>
                  </a:lnTo>
                  <a:lnTo>
                    <a:pt x="749" y="1094892"/>
                  </a:lnTo>
                  <a:lnTo>
                    <a:pt x="1892" y="1096416"/>
                  </a:lnTo>
                  <a:lnTo>
                    <a:pt x="3035" y="1097546"/>
                  </a:lnTo>
                  <a:lnTo>
                    <a:pt x="4940" y="1097927"/>
                  </a:lnTo>
                  <a:lnTo>
                    <a:pt x="6845" y="1097546"/>
                  </a:lnTo>
                  <a:lnTo>
                    <a:pt x="8369" y="1096416"/>
                  </a:lnTo>
                  <a:lnTo>
                    <a:pt x="9118" y="1094892"/>
                  </a:lnTo>
                  <a:lnTo>
                    <a:pt x="9499" y="1093000"/>
                  </a:lnTo>
                  <a:close/>
                </a:path>
                <a:path w="13335" h="1301114">
                  <a:moveTo>
                    <a:pt x="9499" y="1074775"/>
                  </a:moveTo>
                  <a:lnTo>
                    <a:pt x="9118" y="1072870"/>
                  </a:lnTo>
                  <a:lnTo>
                    <a:pt x="8369" y="1071359"/>
                  </a:lnTo>
                  <a:lnTo>
                    <a:pt x="6845" y="1070216"/>
                  </a:lnTo>
                  <a:lnTo>
                    <a:pt x="4940" y="1069835"/>
                  </a:lnTo>
                  <a:lnTo>
                    <a:pt x="3035" y="1070216"/>
                  </a:lnTo>
                  <a:lnTo>
                    <a:pt x="1892" y="1071359"/>
                  </a:lnTo>
                  <a:lnTo>
                    <a:pt x="749" y="1072870"/>
                  </a:lnTo>
                  <a:lnTo>
                    <a:pt x="381" y="1074775"/>
                  </a:lnTo>
                  <a:lnTo>
                    <a:pt x="749" y="1076667"/>
                  </a:lnTo>
                  <a:lnTo>
                    <a:pt x="1892" y="1078191"/>
                  </a:lnTo>
                  <a:lnTo>
                    <a:pt x="3035" y="1078953"/>
                  </a:lnTo>
                  <a:lnTo>
                    <a:pt x="4940" y="1079334"/>
                  </a:lnTo>
                  <a:lnTo>
                    <a:pt x="6845" y="1078953"/>
                  </a:lnTo>
                  <a:lnTo>
                    <a:pt x="8369" y="1078191"/>
                  </a:lnTo>
                  <a:lnTo>
                    <a:pt x="9118" y="1076667"/>
                  </a:lnTo>
                  <a:lnTo>
                    <a:pt x="9499" y="1074775"/>
                  </a:lnTo>
                  <a:close/>
                </a:path>
                <a:path w="13335" h="1301114">
                  <a:moveTo>
                    <a:pt x="9880" y="1056170"/>
                  </a:moveTo>
                  <a:lnTo>
                    <a:pt x="9499" y="1054277"/>
                  </a:lnTo>
                  <a:lnTo>
                    <a:pt x="8369" y="1052753"/>
                  </a:lnTo>
                  <a:lnTo>
                    <a:pt x="6845" y="1051991"/>
                  </a:lnTo>
                  <a:lnTo>
                    <a:pt x="4940" y="1051610"/>
                  </a:lnTo>
                  <a:lnTo>
                    <a:pt x="3035" y="1051991"/>
                  </a:lnTo>
                  <a:lnTo>
                    <a:pt x="1892" y="1052753"/>
                  </a:lnTo>
                  <a:lnTo>
                    <a:pt x="1130" y="1054277"/>
                  </a:lnTo>
                  <a:lnTo>
                    <a:pt x="749" y="1056170"/>
                  </a:lnTo>
                  <a:lnTo>
                    <a:pt x="1130" y="1058075"/>
                  </a:lnTo>
                  <a:lnTo>
                    <a:pt x="1892" y="1059586"/>
                  </a:lnTo>
                  <a:lnTo>
                    <a:pt x="3035" y="1060729"/>
                  </a:lnTo>
                  <a:lnTo>
                    <a:pt x="4940" y="1061110"/>
                  </a:lnTo>
                  <a:lnTo>
                    <a:pt x="6845" y="1060729"/>
                  </a:lnTo>
                  <a:lnTo>
                    <a:pt x="8369" y="1059586"/>
                  </a:lnTo>
                  <a:lnTo>
                    <a:pt x="9499" y="1058075"/>
                  </a:lnTo>
                  <a:lnTo>
                    <a:pt x="9880" y="1056170"/>
                  </a:lnTo>
                  <a:close/>
                </a:path>
                <a:path w="13335" h="1301114">
                  <a:moveTo>
                    <a:pt x="9880" y="1037945"/>
                  </a:moveTo>
                  <a:lnTo>
                    <a:pt x="9499" y="1036053"/>
                  </a:lnTo>
                  <a:lnTo>
                    <a:pt x="8369" y="1034529"/>
                  </a:lnTo>
                  <a:lnTo>
                    <a:pt x="6845" y="1033386"/>
                  </a:lnTo>
                  <a:lnTo>
                    <a:pt x="4940" y="1033018"/>
                  </a:lnTo>
                  <a:lnTo>
                    <a:pt x="3035" y="1033386"/>
                  </a:lnTo>
                  <a:lnTo>
                    <a:pt x="1892" y="1034529"/>
                  </a:lnTo>
                  <a:lnTo>
                    <a:pt x="1130" y="1036053"/>
                  </a:lnTo>
                  <a:lnTo>
                    <a:pt x="749" y="1037945"/>
                  </a:lnTo>
                  <a:lnTo>
                    <a:pt x="1130" y="1039469"/>
                  </a:lnTo>
                  <a:lnTo>
                    <a:pt x="1892" y="1040980"/>
                  </a:lnTo>
                  <a:lnTo>
                    <a:pt x="3035" y="1042123"/>
                  </a:lnTo>
                  <a:lnTo>
                    <a:pt x="4940" y="1042504"/>
                  </a:lnTo>
                  <a:lnTo>
                    <a:pt x="6845" y="1042123"/>
                  </a:lnTo>
                  <a:lnTo>
                    <a:pt x="8369" y="1040980"/>
                  </a:lnTo>
                  <a:lnTo>
                    <a:pt x="9499" y="1039469"/>
                  </a:lnTo>
                  <a:lnTo>
                    <a:pt x="9880" y="1037945"/>
                  </a:lnTo>
                  <a:close/>
                </a:path>
                <a:path w="13335" h="1301114">
                  <a:moveTo>
                    <a:pt x="9880" y="1019340"/>
                  </a:moveTo>
                  <a:lnTo>
                    <a:pt x="9499" y="1017447"/>
                  </a:lnTo>
                  <a:lnTo>
                    <a:pt x="8369" y="1015936"/>
                  </a:lnTo>
                  <a:lnTo>
                    <a:pt x="6845" y="1014793"/>
                  </a:lnTo>
                  <a:lnTo>
                    <a:pt x="4940" y="1014412"/>
                  </a:lnTo>
                  <a:lnTo>
                    <a:pt x="3035" y="1014793"/>
                  </a:lnTo>
                  <a:lnTo>
                    <a:pt x="1892" y="1015936"/>
                  </a:lnTo>
                  <a:lnTo>
                    <a:pt x="1130" y="1017447"/>
                  </a:lnTo>
                  <a:lnTo>
                    <a:pt x="749" y="1019340"/>
                  </a:lnTo>
                  <a:lnTo>
                    <a:pt x="1130" y="1021245"/>
                  </a:lnTo>
                  <a:lnTo>
                    <a:pt x="1892" y="1022769"/>
                  </a:lnTo>
                  <a:lnTo>
                    <a:pt x="3035" y="1023899"/>
                  </a:lnTo>
                  <a:lnTo>
                    <a:pt x="4940" y="1024280"/>
                  </a:lnTo>
                  <a:lnTo>
                    <a:pt x="6845" y="1023899"/>
                  </a:lnTo>
                  <a:lnTo>
                    <a:pt x="8369" y="1022769"/>
                  </a:lnTo>
                  <a:lnTo>
                    <a:pt x="9499" y="1021245"/>
                  </a:lnTo>
                  <a:lnTo>
                    <a:pt x="9880" y="1019340"/>
                  </a:lnTo>
                  <a:close/>
                </a:path>
                <a:path w="13335" h="1301114">
                  <a:moveTo>
                    <a:pt x="9880" y="1000747"/>
                  </a:moveTo>
                  <a:lnTo>
                    <a:pt x="9499" y="999223"/>
                  </a:lnTo>
                  <a:lnTo>
                    <a:pt x="8369" y="997699"/>
                  </a:lnTo>
                  <a:lnTo>
                    <a:pt x="6845" y="996569"/>
                  </a:lnTo>
                  <a:lnTo>
                    <a:pt x="4940" y="996188"/>
                  </a:lnTo>
                  <a:lnTo>
                    <a:pt x="3416" y="996569"/>
                  </a:lnTo>
                  <a:lnTo>
                    <a:pt x="1892" y="997699"/>
                  </a:lnTo>
                  <a:lnTo>
                    <a:pt x="1130" y="999223"/>
                  </a:lnTo>
                  <a:lnTo>
                    <a:pt x="749" y="1000747"/>
                  </a:lnTo>
                  <a:lnTo>
                    <a:pt x="1130" y="1002639"/>
                  </a:lnTo>
                  <a:lnTo>
                    <a:pt x="1892" y="1004163"/>
                  </a:lnTo>
                  <a:lnTo>
                    <a:pt x="3416" y="1005293"/>
                  </a:lnTo>
                  <a:lnTo>
                    <a:pt x="4940" y="1005674"/>
                  </a:lnTo>
                  <a:lnTo>
                    <a:pt x="6845" y="1005293"/>
                  </a:lnTo>
                  <a:lnTo>
                    <a:pt x="8369" y="1004163"/>
                  </a:lnTo>
                  <a:lnTo>
                    <a:pt x="9499" y="1002639"/>
                  </a:lnTo>
                  <a:lnTo>
                    <a:pt x="9880" y="1000747"/>
                  </a:lnTo>
                  <a:close/>
                </a:path>
                <a:path w="13335" h="1301114">
                  <a:moveTo>
                    <a:pt x="9880" y="982522"/>
                  </a:moveTo>
                  <a:lnTo>
                    <a:pt x="9499" y="980617"/>
                  </a:lnTo>
                  <a:lnTo>
                    <a:pt x="8750" y="979106"/>
                  </a:lnTo>
                  <a:lnTo>
                    <a:pt x="7226" y="977963"/>
                  </a:lnTo>
                  <a:lnTo>
                    <a:pt x="5321" y="977582"/>
                  </a:lnTo>
                  <a:lnTo>
                    <a:pt x="3416" y="977963"/>
                  </a:lnTo>
                  <a:lnTo>
                    <a:pt x="1892" y="979106"/>
                  </a:lnTo>
                  <a:lnTo>
                    <a:pt x="1130" y="980617"/>
                  </a:lnTo>
                  <a:lnTo>
                    <a:pt x="749" y="982522"/>
                  </a:lnTo>
                  <a:lnTo>
                    <a:pt x="1130" y="984415"/>
                  </a:lnTo>
                  <a:lnTo>
                    <a:pt x="1892" y="985939"/>
                  </a:lnTo>
                  <a:lnTo>
                    <a:pt x="3416" y="986701"/>
                  </a:lnTo>
                  <a:lnTo>
                    <a:pt x="5321" y="987069"/>
                  </a:lnTo>
                  <a:lnTo>
                    <a:pt x="7226" y="986701"/>
                  </a:lnTo>
                  <a:lnTo>
                    <a:pt x="8750" y="985939"/>
                  </a:lnTo>
                  <a:lnTo>
                    <a:pt x="9499" y="984415"/>
                  </a:lnTo>
                  <a:lnTo>
                    <a:pt x="9880" y="982522"/>
                  </a:lnTo>
                  <a:close/>
                </a:path>
                <a:path w="13335" h="1301114">
                  <a:moveTo>
                    <a:pt x="9880" y="963917"/>
                  </a:moveTo>
                  <a:lnTo>
                    <a:pt x="9499" y="962025"/>
                  </a:lnTo>
                  <a:lnTo>
                    <a:pt x="8750" y="960501"/>
                  </a:lnTo>
                  <a:lnTo>
                    <a:pt x="7226" y="959739"/>
                  </a:lnTo>
                  <a:lnTo>
                    <a:pt x="5321" y="959358"/>
                  </a:lnTo>
                  <a:lnTo>
                    <a:pt x="3416" y="959739"/>
                  </a:lnTo>
                  <a:lnTo>
                    <a:pt x="1892" y="960501"/>
                  </a:lnTo>
                  <a:lnTo>
                    <a:pt x="1130" y="962025"/>
                  </a:lnTo>
                  <a:lnTo>
                    <a:pt x="749" y="963917"/>
                  </a:lnTo>
                  <a:lnTo>
                    <a:pt x="1130" y="965822"/>
                  </a:lnTo>
                  <a:lnTo>
                    <a:pt x="1892" y="967333"/>
                  </a:lnTo>
                  <a:lnTo>
                    <a:pt x="3416" y="968476"/>
                  </a:lnTo>
                  <a:lnTo>
                    <a:pt x="5321" y="968857"/>
                  </a:lnTo>
                  <a:lnTo>
                    <a:pt x="7226" y="968476"/>
                  </a:lnTo>
                  <a:lnTo>
                    <a:pt x="8750" y="967333"/>
                  </a:lnTo>
                  <a:lnTo>
                    <a:pt x="9499" y="965822"/>
                  </a:lnTo>
                  <a:lnTo>
                    <a:pt x="9880" y="963917"/>
                  </a:lnTo>
                  <a:close/>
                </a:path>
                <a:path w="13335" h="1301114">
                  <a:moveTo>
                    <a:pt x="9880" y="945692"/>
                  </a:moveTo>
                  <a:lnTo>
                    <a:pt x="9499" y="943800"/>
                  </a:lnTo>
                  <a:lnTo>
                    <a:pt x="8750" y="942276"/>
                  </a:lnTo>
                  <a:lnTo>
                    <a:pt x="7226" y="941146"/>
                  </a:lnTo>
                  <a:lnTo>
                    <a:pt x="5321" y="940765"/>
                  </a:lnTo>
                  <a:lnTo>
                    <a:pt x="3416" y="941146"/>
                  </a:lnTo>
                  <a:lnTo>
                    <a:pt x="1892" y="942276"/>
                  </a:lnTo>
                  <a:lnTo>
                    <a:pt x="1130" y="943800"/>
                  </a:lnTo>
                  <a:lnTo>
                    <a:pt x="749" y="945692"/>
                  </a:lnTo>
                  <a:lnTo>
                    <a:pt x="1130" y="947216"/>
                  </a:lnTo>
                  <a:lnTo>
                    <a:pt x="1892" y="948728"/>
                  </a:lnTo>
                  <a:lnTo>
                    <a:pt x="3416" y="949871"/>
                  </a:lnTo>
                  <a:lnTo>
                    <a:pt x="5321" y="950252"/>
                  </a:lnTo>
                  <a:lnTo>
                    <a:pt x="7226" y="949871"/>
                  </a:lnTo>
                  <a:lnTo>
                    <a:pt x="8750" y="948728"/>
                  </a:lnTo>
                  <a:lnTo>
                    <a:pt x="9499" y="947216"/>
                  </a:lnTo>
                  <a:lnTo>
                    <a:pt x="9880" y="945692"/>
                  </a:lnTo>
                  <a:close/>
                </a:path>
                <a:path w="13335" h="1301114">
                  <a:moveTo>
                    <a:pt x="10261" y="927087"/>
                  </a:moveTo>
                  <a:lnTo>
                    <a:pt x="9880" y="925195"/>
                  </a:lnTo>
                  <a:lnTo>
                    <a:pt x="8750" y="923671"/>
                  </a:lnTo>
                  <a:lnTo>
                    <a:pt x="7226" y="922540"/>
                  </a:lnTo>
                  <a:lnTo>
                    <a:pt x="5321" y="922159"/>
                  </a:lnTo>
                  <a:lnTo>
                    <a:pt x="3416" y="922540"/>
                  </a:lnTo>
                  <a:lnTo>
                    <a:pt x="1892" y="923671"/>
                  </a:lnTo>
                  <a:lnTo>
                    <a:pt x="1511" y="925195"/>
                  </a:lnTo>
                  <a:lnTo>
                    <a:pt x="1130" y="927087"/>
                  </a:lnTo>
                  <a:lnTo>
                    <a:pt x="1511" y="928992"/>
                  </a:lnTo>
                  <a:lnTo>
                    <a:pt x="1892" y="930516"/>
                  </a:lnTo>
                  <a:lnTo>
                    <a:pt x="3416" y="931265"/>
                  </a:lnTo>
                  <a:lnTo>
                    <a:pt x="5321" y="931646"/>
                  </a:lnTo>
                  <a:lnTo>
                    <a:pt x="7226" y="931265"/>
                  </a:lnTo>
                  <a:lnTo>
                    <a:pt x="8750" y="930516"/>
                  </a:lnTo>
                  <a:lnTo>
                    <a:pt x="9499" y="928992"/>
                  </a:lnTo>
                  <a:lnTo>
                    <a:pt x="10261" y="927087"/>
                  </a:lnTo>
                  <a:close/>
                </a:path>
                <a:path w="13335" h="1301114">
                  <a:moveTo>
                    <a:pt x="10261" y="908494"/>
                  </a:moveTo>
                  <a:lnTo>
                    <a:pt x="9880" y="906970"/>
                  </a:lnTo>
                  <a:lnTo>
                    <a:pt x="8750" y="905446"/>
                  </a:lnTo>
                  <a:lnTo>
                    <a:pt x="7226" y="904316"/>
                  </a:lnTo>
                  <a:lnTo>
                    <a:pt x="5321" y="903935"/>
                  </a:lnTo>
                  <a:lnTo>
                    <a:pt x="3416" y="904316"/>
                  </a:lnTo>
                  <a:lnTo>
                    <a:pt x="1892" y="905446"/>
                  </a:lnTo>
                  <a:lnTo>
                    <a:pt x="1130" y="908494"/>
                  </a:lnTo>
                  <a:lnTo>
                    <a:pt x="1511" y="910386"/>
                  </a:lnTo>
                  <a:lnTo>
                    <a:pt x="1892" y="911910"/>
                  </a:lnTo>
                  <a:lnTo>
                    <a:pt x="3416" y="913041"/>
                  </a:lnTo>
                  <a:lnTo>
                    <a:pt x="5321" y="913422"/>
                  </a:lnTo>
                  <a:lnTo>
                    <a:pt x="7226" y="913041"/>
                  </a:lnTo>
                  <a:lnTo>
                    <a:pt x="8750" y="911910"/>
                  </a:lnTo>
                  <a:lnTo>
                    <a:pt x="9880" y="910386"/>
                  </a:lnTo>
                  <a:lnTo>
                    <a:pt x="10261" y="908494"/>
                  </a:lnTo>
                  <a:close/>
                </a:path>
                <a:path w="13335" h="1301114">
                  <a:moveTo>
                    <a:pt x="10261" y="890270"/>
                  </a:moveTo>
                  <a:lnTo>
                    <a:pt x="9880" y="888365"/>
                  </a:lnTo>
                  <a:lnTo>
                    <a:pt x="8750" y="886853"/>
                  </a:lnTo>
                  <a:lnTo>
                    <a:pt x="7226" y="885710"/>
                  </a:lnTo>
                  <a:lnTo>
                    <a:pt x="5321" y="885329"/>
                  </a:lnTo>
                  <a:lnTo>
                    <a:pt x="3416" y="885710"/>
                  </a:lnTo>
                  <a:lnTo>
                    <a:pt x="1892" y="886853"/>
                  </a:lnTo>
                  <a:lnTo>
                    <a:pt x="1511" y="888365"/>
                  </a:lnTo>
                  <a:lnTo>
                    <a:pt x="1130" y="890270"/>
                  </a:lnTo>
                  <a:lnTo>
                    <a:pt x="1511" y="892162"/>
                  </a:lnTo>
                  <a:lnTo>
                    <a:pt x="1892" y="893686"/>
                  </a:lnTo>
                  <a:lnTo>
                    <a:pt x="3416" y="894448"/>
                  </a:lnTo>
                  <a:lnTo>
                    <a:pt x="5321" y="894829"/>
                  </a:lnTo>
                  <a:lnTo>
                    <a:pt x="7226" y="894448"/>
                  </a:lnTo>
                  <a:lnTo>
                    <a:pt x="8750" y="893686"/>
                  </a:lnTo>
                  <a:lnTo>
                    <a:pt x="9880" y="892162"/>
                  </a:lnTo>
                  <a:lnTo>
                    <a:pt x="10261" y="890270"/>
                  </a:lnTo>
                  <a:close/>
                </a:path>
                <a:path w="13335" h="1301114">
                  <a:moveTo>
                    <a:pt x="10261" y="871664"/>
                  </a:moveTo>
                  <a:lnTo>
                    <a:pt x="9880" y="869772"/>
                  </a:lnTo>
                  <a:lnTo>
                    <a:pt x="8750" y="868248"/>
                  </a:lnTo>
                  <a:lnTo>
                    <a:pt x="7226" y="867105"/>
                  </a:lnTo>
                  <a:lnTo>
                    <a:pt x="3797" y="867105"/>
                  </a:lnTo>
                  <a:lnTo>
                    <a:pt x="2273" y="868248"/>
                  </a:lnTo>
                  <a:lnTo>
                    <a:pt x="1511" y="869772"/>
                  </a:lnTo>
                  <a:lnTo>
                    <a:pt x="1130" y="871664"/>
                  </a:lnTo>
                  <a:lnTo>
                    <a:pt x="1511" y="873556"/>
                  </a:lnTo>
                  <a:lnTo>
                    <a:pt x="2273" y="875080"/>
                  </a:lnTo>
                  <a:lnTo>
                    <a:pt x="3797" y="876223"/>
                  </a:lnTo>
                  <a:lnTo>
                    <a:pt x="5321" y="876604"/>
                  </a:lnTo>
                  <a:lnTo>
                    <a:pt x="7226" y="876223"/>
                  </a:lnTo>
                  <a:lnTo>
                    <a:pt x="8750" y="875080"/>
                  </a:lnTo>
                  <a:lnTo>
                    <a:pt x="9880" y="873556"/>
                  </a:lnTo>
                  <a:lnTo>
                    <a:pt x="10261" y="871664"/>
                  </a:lnTo>
                  <a:close/>
                </a:path>
                <a:path w="13335" h="1301114">
                  <a:moveTo>
                    <a:pt x="10261" y="853440"/>
                  </a:moveTo>
                  <a:lnTo>
                    <a:pt x="9880" y="851547"/>
                  </a:lnTo>
                  <a:lnTo>
                    <a:pt x="8750" y="850023"/>
                  </a:lnTo>
                  <a:lnTo>
                    <a:pt x="7226" y="848880"/>
                  </a:lnTo>
                  <a:lnTo>
                    <a:pt x="5702" y="848512"/>
                  </a:lnTo>
                  <a:lnTo>
                    <a:pt x="3797" y="848880"/>
                  </a:lnTo>
                  <a:lnTo>
                    <a:pt x="2273" y="850023"/>
                  </a:lnTo>
                  <a:lnTo>
                    <a:pt x="1511" y="851547"/>
                  </a:lnTo>
                  <a:lnTo>
                    <a:pt x="1130" y="853440"/>
                  </a:lnTo>
                  <a:lnTo>
                    <a:pt x="1511" y="854964"/>
                  </a:lnTo>
                  <a:lnTo>
                    <a:pt x="2273" y="856475"/>
                  </a:lnTo>
                  <a:lnTo>
                    <a:pt x="3797" y="857618"/>
                  </a:lnTo>
                  <a:lnTo>
                    <a:pt x="5702" y="857999"/>
                  </a:lnTo>
                  <a:lnTo>
                    <a:pt x="7226" y="857618"/>
                  </a:lnTo>
                  <a:lnTo>
                    <a:pt x="8750" y="856475"/>
                  </a:lnTo>
                  <a:lnTo>
                    <a:pt x="9880" y="854964"/>
                  </a:lnTo>
                  <a:lnTo>
                    <a:pt x="10261" y="853440"/>
                  </a:lnTo>
                  <a:close/>
                </a:path>
                <a:path w="13335" h="1301114">
                  <a:moveTo>
                    <a:pt x="10261" y="834834"/>
                  </a:moveTo>
                  <a:lnTo>
                    <a:pt x="9880" y="832942"/>
                  </a:lnTo>
                  <a:lnTo>
                    <a:pt x="9118" y="831418"/>
                  </a:lnTo>
                  <a:lnTo>
                    <a:pt x="7607" y="830287"/>
                  </a:lnTo>
                  <a:lnTo>
                    <a:pt x="5702" y="829906"/>
                  </a:lnTo>
                  <a:lnTo>
                    <a:pt x="3797" y="830287"/>
                  </a:lnTo>
                  <a:lnTo>
                    <a:pt x="2273" y="831418"/>
                  </a:lnTo>
                  <a:lnTo>
                    <a:pt x="1511" y="832942"/>
                  </a:lnTo>
                  <a:lnTo>
                    <a:pt x="1130" y="834834"/>
                  </a:lnTo>
                  <a:lnTo>
                    <a:pt x="1511" y="836739"/>
                  </a:lnTo>
                  <a:lnTo>
                    <a:pt x="2273" y="838250"/>
                  </a:lnTo>
                  <a:lnTo>
                    <a:pt x="3797" y="839393"/>
                  </a:lnTo>
                  <a:lnTo>
                    <a:pt x="5702" y="839774"/>
                  </a:lnTo>
                  <a:lnTo>
                    <a:pt x="7607" y="839393"/>
                  </a:lnTo>
                  <a:lnTo>
                    <a:pt x="9118" y="838250"/>
                  </a:lnTo>
                  <a:lnTo>
                    <a:pt x="9880" y="836739"/>
                  </a:lnTo>
                  <a:lnTo>
                    <a:pt x="10261" y="834834"/>
                  </a:lnTo>
                  <a:close/>
                </a:path>
                <a:path w="13335" h="1301114">
                  <a:moveTo>
                    <a:pt x="10261" y="816241"/>
                  </a:moveTo>
                  <a:lnTo>
                    <a:pt x="9880" y="814336"/>
                  </a:lnTo>
                  <a:lnTo>
                    <a:pt x="9118" y="813193"/>
                  </a:lnTo>
                  <a:lnTo>
                    <a:pt x="7607" y="812063"/>
                  </a:lnTo>
                  <a:lnTo>
                    <a:pt x="5702" y="811682"/>
                  </a:lnTo>
                  <a:lnTo>
                    <a:pt x="3797" y="812063"/>
                  </a:lnTo>
                  <a:lnTo>
                    <a:pt x="2273" y="813193"/>
                  </a:lnTo>
                  <a:lnTo>
                    <a:pt x="1511" y="814336"/>
                  </a:lnTo>
                  <a:lnTo>
                    <a:pt x="1130" y="816241"/>
                  </a:lnTo>
                  <a:lnTo>
                    <a:pt x="1511" y="818134"/>
                  </a:lnTo>
                  <a:lnTo>
                    <a:pt x="2273" y="819658"/>
                  </a:lnTo>
                  <a:lnTo>
                    <a:pt x="3797" y="820788"/>
                  </a:lnTo>
                  <a:lnTo>
                    <a:pt x="5702" y="821169"/>
                  </a:lnTo>
                  <a:lnTo>
                    <a:pt x="7607" y="820788"/>
                  </a:lnTo>
                  <a:lnTo>
                    <a:pt x="9118" y="819658"/>
                  </a:lnTo>
                  <a:lnTo>
                    <a:pt x="9880" y="818134"/>
                  </a:lnTo>
                  <a:lnTo>
                    <a:pt x="10261" y="816241"/>
                  </a:lnTo>
                  <a:close/>
                </a:path>
                <a:path w="13335" h="1301114">
                  <a:moveTo>
                    <a:pt x="10629" y="798017"/>
                  </a:moveTo>
                  <a:lnTo>
                    <a:pt x="10261" y="796112"/>
                  </a:lnTo>
                  <a:lnTo>
                    <a:pt x="9118" y="794600"/>
                  </a:lnTo>
                  <a:lnTo>
                    <a:pt x="7607" y="793457"/>
                  </a:lnTo>
                  <a:lnTo>
                    <a:pt x="5702" y="793076"/>
                  </a:lnTo>
                  <a:lnTo>
                    <a:pt x="3797" y="793457"/>
                  </a:lnTo>
                  <a:lnTo>
                    <a:pt x="2273" y="794600"/>
                  </a:lnTo>
                  <a:lnTo>
                    <a:pt x="1892" y="796112"/>
                  </a:lnTo>
                  <a:lnTo>
                    <a:pt x="1511" y="798017"/>
                  </a:lnTo>
                  <a:lnTo>
                    <a:pt x="1892" y="799909"/>
                  </a:lnTo>
                  <a:lnTo>
                    <a:pt x="2273" y="801052"/>
                  </a:lnTo>
                  <a:lnTo>
                    <a:pt x="3797" y="801814"/>
                  </a:lnTo>
                  <a:lnTo>
                    <a:pt x="5702" y="802195"/>
                  </a:lnTo>
                  <a:lnTo>
                    <a:pt x="7607" y="801814"/>
                  </a:lnTo>
                  <a:lnTo>
                    <a:pt x="9118" y="801052"/>
                  </a:lnTo>
                  <a:lnTo>
                    <a:pt x="9880" y="799909"/>
                  </a:lnTo>
                  <a:lnTo>
                    <a:pt x="10629" y="798017"/>
                  </a:lnTo>
                  <a:close/>
                </a:path>
                <a:path w="13335" h="1301114">
                  <a:moveTo>
                    <a:pt x="10629" y="779411"/>
                  </a:moveTo>
                  <a:lnTo>
                    <a:pt x="10261" y="777506"/>
                  </a:lnTo>
                  <a:lnTo>
                    <a:pt x="9118" y="775995"/>
                  </a:lnTo>
                  <a:lnTo>
                    <a:pt x="7607" y="774852"/>
                  </a:lnTo>
                  <a:lnTo>
                    <a:pt x="5702" y="774471"/>
                  </a:lnTo>
                  <a:lnTo>
                    <a:pt x="3797" y="774852"/>
                  </a:lnTo>
                  <a:lnTo>
                    <a:pt x="2273" y="775995"/>
                  </a:lnTo>
                  <a:lnTo>
                    <a:pt x="1892" y="777506"/>
                  </a:lnTo>
                  <a:lnTo>
                    <a:pt x="1511" y="779411"/>
                  </a:lnTo>
                  <a:lnTo>
                    <a:pt x="1892" y="781304"/>
                  </a:lnTo>
                  <a:lnTo>
                    <a:pt x="2273" y="782828"/>
                  </a:lnTo>
                  <a:lnTo>
                    <a:pt x="3797" y="783971"/>
                  </a:lnTo>
                  <a:lnTo>
                    <a:pt x="5702" y="784352"/>
                  </a:lnTo>
                  <a:lnTo>
                    <a:pt x="7607" y="783971"/>
                  </a:lnTo>
                  <a:lnTo>
                    <a:pt x="9118" y="782828"/>
                  </a:lnTo>
                  <a:lnTo>
                    <a:pt x="10261" y="781304"/>
                  </a:lnTo>
                  <a:lnTo>
                    <a:pt x="10629" y="779411"/>
                  </a:lnTo>
                  <a:close/>
                </a:path>
                <a:path w="13335" h="1301114">
                  <a:moveTo>
                    <a:pt x="10629" y="761187"/>
                  </a:moveTo>
                  <a:lnTo>
                    <a:pt x="10261" y="759294"/>
                  </a:lnTo>
                  <a:lnTo>
                    <a:pt x="9118" y="757770"/>
                  </a:lnTo>
                  <a:lnTo>
                    <a:pt x="7607" y="756627"/>
                  </a:lnTo>
                  <a:lnTo>
                    <a:pt x="5702" y="756246"/>
                  </a:lnTo>
                  <a:lnTo>
                    <a:pt x="3797" y="756627"/>
                  </a:lnTo>
                  <a:lnTo>
                    <a:pt x="2273" y="757770"/>
                  </a:lnTo>
                  <a:lnTo>
                    <a:pt x="1892" y="759294"/>
                  </a:lnTo>
                  <a:lnTo>
                    <a:pt x="1511" y="761187"/>
                  </a:lnTo>
                  <a:lnTo>
                    <a:pt x="2273" y="764222"/>
                  </a:lnTo>
                  <a:lnTo>
                    <a:pt x="3797" y="765365"/>
                  </a:lnTo>
                  <a:lnTo>
                    <a:pt x="5702" y="765746"/>
                  </a:lnTo>
                  <a:lnTo>
                    <a:pt x="7607" y="765365"/>
                  </a:lnTo>
                  <a:lnTo>
                    <a:pt x="9118" y="764222"/>
                  </a:lnTo>
                  <a:lnTo>
                    <a:pt x="10261" y="762711"/>
                  </a:lnTo>
                  <a:lnTo>
                    <a:pt x="10629" y="761187"/>
                  </a:lnTo>
                  <a:close/>
                </a:path>
                <a:path w="13335" h="1301114">
                  <a:moveTo>
                    <a:pt x="10629" y="742581"/>
                  </a:moveTo>
                  <a:lnTo>
                    <a:pt x="10261" y="740689"/>
                  </a:lnTo>
                  <a:lnTo>
                    <a:pt x="9118" y="739165"/>
                  </a:lnTo>
                  <a:lnTo>
                    <a:pt x="7607" y="738035"/>
                  </a:lnTo>
                  <a:lnTo>
                    <a:pt x="5702" y="737654"/>
                  </a:lnTo>
                  <a:lnTo>
                    <a:pt x="4178" y="738035"/>
                  </a:lnTo>
                  <a:lnTo>
                    <a:pt x="2654" y="739165"/>
                  </a:lnTo>
                  <a:lnTo>
                    <a:pt x="1892" y="740689"/>
                  </a:lnTo>
                  <a:lnTo>
                    <a:pt x="1511" y="742581"/>
                  </a:lnTo>
                  <a:lnTo>
                    <a:pt x="1892" y="744486"/>
                  </a:lnTo>
                  <a:lnTo>
                    <a:pt x="2654" y="745998"/>
                  </a:lnTo>
                  <a:lnTo>
                    <a:pt x="4178" y="747141"/>
                  </a:lnTo>
                  <a:lnTo>
                    <a:pt x="5702" y="747522"/>
                  </a:lnTo>
                  <a:lnTo>
                    <a:pt x="7607" y="747141"/>
                  </a:lnTo>
                  <a:lnTo>
                    <a:pt x="9118" y="745998"/>
                  </a:lnTo>
                  <a:lnTo>
                    <a:pt x="10261" y="744486"/>
                  </a:lnTo>
                  <a:lnTo>
                    <a:pt x="10629" y="742581"/>
                  </a:lnTo>
                  <a:close/>
                </a:path>
                <a:path w="13335" h="1301114">
                  <a:moveTo>
                    <a:pt x="10629" y="723976"/>
                  </a:moveTo>
                  <a:lnTo>
                    <a:pt x="10261" y="722083"/>
                  </a:lnTo>
                  <a:lnTo>
                    <a:pt x="9118" y="720940"/>
                  </a:lnTo>
                  <a:lnTo>
                    <a:pt x="7607" y="719810"/>
                  </a:lnTo>
                  <a:lnTo>
                    <a:pt x="6083" y="719429"/>
                  </a:lnTo>
                  <a:lnTo>
                    <a:pt x="4178" y="719810"/>
                  </a:lnTo>
                  <a:lnTo>
                    <a:pt x="2654" y="720940"/>
                  </a:lnTo>
                  <a:lnTo>
                    <a:pt x="1892" y="722083"/>
                  </a:lnTo>
                  <a:lnTo>
                    <a:pt x="1511" y="723976"/>
                  </a:lnTo>
                  <a:lnTo>
                    <a:pt x="1892" y="725881"/>
                  </a:lnTo>
                  <a:lnTo>
                    <a:pt x="2654" y="727405"/>
                  </a:lnTo>
                  <a:lnTo>
                    <a:pt x="4178" y="728535"/>
                  </a:lnTo>
                  <a:lnTo>
                    <a:pt x="6083" y="728916"/>
                  </a:lnTo>
                  <a:lnTo>
                    <a:pt x="7607" y="728535"/>
                  </a:lnTo>
                  <a:lnTo>
                    <a:pt x="9118" y="727405"/>
                  </a:lnTo>
                  <a:lnTo>
                    <a:pt x="10261" y="725881"/>
                  </a:lnTo>
                  <a:lnTo>
                    <a:pt x="10629" y="723976"/>
                  </a:lnTo>
                  <a:close/>
                </a:path>
                <a:path w="13335" h="1301114">
                  <a:moveTo>
                    <a:pt x="10629" y="705764"/>
                  </a:moveTo>
                  <a:lnTo>
                    <a:pt x="10261" y="703859"/>
                  </a:lnTo>
                  <a:lnTo>
                    <a:pt x="9499" y="702348"/>
                  </a:lnTo>
                  <a:lnTo>
                    <a:pt x="7988" y="701205"/>
                  </a:lnTo>
                  <a:lnTo>
                    <a:pt x="6083" y="700824"/>
                  </a:lnTo>
                  <a:lnTo>
                    <a:pt x="4178" y="701205"/>
                  </a:lnTo>
                  <a:lnTo>
                    <a:pt x="2654" y="702348"/>
                  </a:lnTo>
                  <a:lnTo>
                    <a:pt x="1892" y="703859"/>
                  </a:lnTo>
                  <a:lnTo>
                    <a:pt x="1511" y="705764"/>
                  </a:lnTo>
                  <a:lnTo>
                    <a:pt x="1892" y="707656"/>
                  </a:lnTo>
                  <a:lnTo>
                    <a:pt x="2654" y="708799"/>
                  </a:lnTo>
                  <a:lnTo>
                    <a:pt x="4178" y="709942"/>
                  </a:lnTo>
                  <a:lnTo>
                    <a:pt x="6083" y="710311"/>
                  </a:lnTo>
                  <a:lnTo>
                    <a:pt x="7988" y="709942"/>
                  </a:lnTo>
                  <a:lnTo>
                    <a:pt x="9499" y="708799"/>
                  </a:lnTo>
                  <a:lnTo>
                    <a:pt x="10261" y="707656"/>
                  </a:lnTo>
                  <a:lnTo>
                    <a:pt x="10629" y="705764"/>
                  </a:lnTo>
                  <a:close/>
                </a:path>
                <a:path w="13335" h="1301114">
                  <a:moveTo>
                    <a:pt x="10629" y="687158"/>
                  </a:moveTo>
                  <a:lnTo>
                    <a:pt x="10261" y="685253"/>
                  </a:lnTo>
                  <a:lnTo>
                    <a:pt x="9499" y="683742"/>
                  </a:lnTo>
                  <a:lnTo>
                    <a:pt x="7988" y="682599"/>
                  </a:lnTo>
                  <a:lnTo>
                    <a:pt x="6083" y="682218"/>
                  </a:lnTo>
                  <a:lnTo>
                    <a:pt x="4178" y="682599"/>
                  </a:lnTo>
                  <a:lnTo>
                    <a:pt x="2654" y="683742"/>
                  </a:lnTo>
                  <a:lnTo>
                    <a:pt x="1892" y="685253"/>
                  </a:lnTo>
                  <a:lnTo>
                    <a:pt x="1511" y="687158"/>
                  </a:lnTo>
                  <a:lnTo>
                    <a:pt x="1892" y="689051"/>
                  </a:lnTo>
                  <a:lnTo>
                    <a:pt x="2654" y="690575"/>
                  </a:lnTo>
                  <a:lnTo>
                    <a:pt x="4178" y="691718"/>
                  </a:lnTo>
                  <a:lnTo>
                    <a:pt x="6083" y="692086"/>
                  </a:lnTo>
                  <a:lnTo>
                    <a:pt x="7988" y="691718"/>
                  </a:lnTo>
                  <a:lnTo>
                    <a:pt x="9499" y="690575"/>
                  </a:lnTo>
                  <a:lnTo>
                    <a:pt x="10261" y="689051"/>
                  </a:lnTo>
                  <a:lnTo>
                    <a:pt x="10629" y="687158"/>
                  </a:lnTo>
                  <a:close/>
                </a:path>
                <a:path w="13335" h="1301114">
                  <a:moveTo>
                    <a:pt x="10629" y="668553"/>
                  </a:moveTo>
                  <a:lnTo>
                    <a:pt x="10261" y="667042"/>
                  </a:lnTo>
                  <a:lnTo>
                    <a:pt x="9499" y="665518"/>
                  </a:lnTo>
                  <a:lnTo>
                    <a:pt x="7988" y="664375"/>
                  </a:lnTo>
                  <a:lnTo>
                    <a:pt x="6083" y="663994"/>
                  </a:lnTo>
                  <a:lnTo>
                    <a:pt x="4178" y="664375"/>
                  </a:lnTo>
                  <a:lnTo>
                    <a:pt x="2654" y="665518"/>
                  </a:lnTo>
                  <a:lnTo>
                    <a:pt x="1892" y="667042"/>
                  </a:lnTo>
                  <a:lnTo>
                    <a:pt x="1511" y="668553"/>
                  </a:lnTo>
                  <a:lnTo>
                    <a:pt x="1892" y="670458"/>
                  </a:lnTo>
                  <a:lnTo>
                    <a:pt x="2654" y="671969"/>
                  </a:lnTo>
                  <a:lnTo>
                    <a:pt x="4178" y="673112"/>
                  </a:lnTo>
                  <a:lnTo>
                    <a:pt x="6083" y="673493"/>
                  </a:lnTo>
                  <a:lnTo>
                    <a:pt x="7988" y="673112"/>
                  </a:lnTo>
                  <a:lnTo>
                    <a:pt x="9499" y="671969"/>
                  </a:lnTo>
                  <a:lnTo>
                    <a:pt x="10261" y="670458"/>
                  </a:lnTo>
                  <a:lnTo>
                    <a:pt x="10629" y="668553"/>
                  </a:lnTo>
                  <a:close/>
                </a:path>
                <a:path w="13335" h="1301114">
                  <a:moveTo>
                    <a:pt x="11010" y="650328"/>
                  </a:moveTo>
                  <a:lnTo>
                    <a:pt x="10629" y="648436"/>
                  </a:lnTo>
                  <a:lnTo>
                    <a:pt x="9499" y="646912"/>
                  </a:lnTo>
                  <a:lnTo>
                    <a:pt x="7988" y="645782"/>
                  </a:lnTo>
                  <a:lnTo>
                    <a:pt x="6083" y="645401"/>
                  </a:lnTo>
                  <a:lnTo>
                    <a:pt x="4178" y="645782"/>
                  </a:lnTo>
                  <a:lnTo>
                    <a:pt x="2654" y="646912"/>
                  </a:lnTo>
                  <a:lnTo>
                    <a:pt x="1892" y="648436"/>
                  </a:lnTo>
                  <a:lnTo>
                    <a:pt x="1892" y="652233"/>
                  </a:lnTo>
                  <a:lnTo>
                    <a:pt x="2654" y="653745"/>
                  </a:lnTo>
                  <a:lnTo>
                    <a:pt x="4178" y="654888"/>
                  </a:lnTo>
                  <a:lnTo>
                    <a:pt x="6083" y="655269"/>
                  </a:lnTo>
                  <a:lnTo>
                    <a:pt x="7988" y="654888"/>
                  </a:lnTo>
                  <a:lnTo>
                    <a:pt x="9499" y="653745"/>
                  </a:lnTo>
                  <a:lnTo>
                    <a:pt x="10629" y="652233"/>
                  </a:lnTo>
                  <a:lnTo>
                    <a:pt x="11010" y="650328"/>
                  </a:lnTo>
                  <a:close/>
                </a:path>
                <a:path w="13335" h="1301114">
                  <a:moveTo>
                    <a:pt x="11010" y="631723"/>
                  </a:moveTo>
                  <a:lnTo>
                    <a:pt x="10629" y="629831"/>
                  </a:lnTo>
                  <a:lnTo>
                    <a:pt x="9499" y="628688"/>
                  </a:lnTo>
                  <a:lnTo>
                    <a:pt x="7988" y="627557"/>
                  </a:lnTo>
                  <a:lnTo>
                    <a:pt x="6083" y="627176"/>
                  </a:lnTo>
                  <a:lnTo>
                    <a:pt x="4178" y="627557"/>
                  </a:lnTo>
                  <a:lnTo>
                    <a:pt x="2654" y="628688"/>
                  </a:lnTo>
                  <a:lnTo>
                    <a:pt x="1892" y="629831"/>
                  </a:lnTo>
                  <a:lnTo>
                    <a:pt x="1892" y="633628"/>
                  </a:lnTo>
                  <a:lnTo>
                    <a:pt x="2654" y="635152"/>
                  </a:lnTo>
                  <a:lnTo>
                    <a:pt x="4178" y="636282"/>
                  </a:lnTo>
                  <a:lnTo>
                    <a:pt x="6083" y="636663"/>
                  </a:lnTo>
                  <a:lnTo>
                    <a:pt x="7988" y="636282"/>
                  </a:lnTo>
                  <a:lnTo>
                    <a:pt x="9499" y="635152"/>
                  </a:lnTo>
                  <a:lnTo>
                    <a:pt x="10629" y="633628"/>
                  </a:lnTo>
                  <a:lnTo>
                    <a:pt x="11010" y="631723"/>
                  </a:lnTo>
                  <a:close/>
                </a:path>
                <a:path w="13335" h="1301114">
                  <a:moveTo>
                    <a:pt x="11010" y="613511"/>
                  </a:moveTo>
                  <a:lnTo>
                    <a:pt x="10629" y="611606"/>
                  </a:lnTo>
                  <a:lnTo>
                    <a:pt x="9499" y="610095"/>
                  </a:lnTo>
                  <a:lnTo>
                    <a:pt x="7988" y="608952"/>
                  </a:lnTo>
                  <a:lnTo>
                    <a:pt x="6083" y="608571"/>
                  </a:lnTo>
                  <a:lnTo>
                    <a:pt x="4559" y="608952"/>
                  </a:lnTo>
                  <a:lnTo>
                    <a:pt x="3035" y="610095"/>
                  </a:lnTo>
                  <a:lnTo>
                    <a:pt x="1892" y="611606"/>
                  </a:lnTo>
                  <a:lnTo>
                    <a:pt x="1892" y="615403"/>
                  </a:lnTo>
                  <a:lnTo>
                    <a:pt x="3035" y="616546"/>
                  </a:lnTo>
                  <a:lnTo>
                    <a:pt x="4559" y="617677"/>
                  </a:lnTo>
                  <a:lnTo>
                    <a:pt x="6083" y="618058"/>
                  </a:lnTo>
                  <a:lnTo>
                    <a:pt x="7988" y="617677"/>
                  </a:lnTo>
                  <a:lnTo>
                    <a:pt x="9499" y="616546"/>
                  </a:lnTo>
                  <a:lnTo>
                    <a:pt x="10629" y="615403"/>
                  </a:lnTo>
                  <a:lnTo>
                    <a:pt x="11010" y="613511"/>
                  </a:lnTo>
                  <a:close/>
                </a:path>
                <a:path w="13335" h="1301114">
                  <a:moveTo>
                    <a:pt x="11010" y="594906"/>
                  </a:moveTo>
                  <a:lnTo>
                    <a:pt x="10629" y="593001"/>
                  </a:lnTo>
                  <a:lnTo>
                    <a:pt x="9499" y="591489"/>
                  </a:lnTo>
                  <a:lnTo>
                    <a:pt x="7988" y="590346"/>
                  </a:lnTo>
                  <a:lnTo>
                    <a:pt x="6464" y="589965"/>
                  </a:lnTo>
                  <a:lnTo>
                    <a:pt x="4559" y="590346"/>
                  </a:lnTo>
                  <a:lnTo>
                    <a:pt x="3035" y="591489"/>
                  </a:lnTo>
                  <a:lnTo>
                    <a:pt x="1892" y="593001"/>
                  </a:lnTo>
                  <a:lnTo>
                    <a:pt x="1892" y="596798"/>
                  </a:lnTo>
                  <a:lnTo>
                    <a:pt x="3035" y="598322"/>
                  </a:lnTo>
                  <a:lnTo>
                    <a:pt x="4559" y="599452"/>
                  </a:lnTo>
                  <a:lnTo>
                    <a:pt x="6464" y="599833"/>
                  </a:lnTo>
                  <a:lnTo>
                    <a:pt x="7988" y="599452"/>
                  </a:lnTo>
                  <a:lnTo>
                    <a:pt x="9499" y="598322"/>
                  </a:lnTo>
                  <a:lnTo>
                    <a:pt x="10629" y="596798"/>
                  </a:lnTo>
                  <a:lnTo>
                    <a:pt x="11010" y="594906"/>
                  </a:lnTo>
                  <a:close/>
                </a:path>
                <a:path w="13335" h="1301114">
                  <a:moveTo>
                    <a:pt x="11010" y="576300"/>
                  </a:moveTo>
                  <a:lnTo>
                    <a:pt x="10629" y="574776"/>
                  </a:lnTo>
                  <a:lnTo>
                    <a:pt x="9880" y="573265"/>
                  </a:lnTo>
                  <a:lnTo>
                    <a:pt x="8369" y="572122"/>
                  </a:lnTo>
                  <a:lnTo>
                    <a:pt x="6464" y="571741"/>
                  </a:lnTo>
                  <a:lnTo>
                    <a:pt x="4559" y="572122"/>
                  </a:lnTo>
                  <a:lnTo>
                    <a:pt x="3035" y="573265"/>
                  </a:lnTo>
                  <a:lnTo>
                    <a:pt x="1892" y="574776"/>
                  </a:lnTo>
                  <a:lnTo>
                    <a:pt x="1892" y="578192"/>
                  </a:lnTo>
                  <a:lnTo>
                    <a:pt x="3035" y="579716"/>
                  </a:lnTo>
                  <a:lnTo>
                    <a:pt x="4559" y="580859"/>
                  </a:lnTo>
                  <a:lnTo>
                    <a:pt x="6464" y="581240"/>
                  </a:lnTo>
                  <a:lnTo>
                    <a:pt x="8369" y="580859"/>
                  </a:lnTo>
                  <a:lnTo>
                    <a:pt x="9880" y="579716"/>
                  </a:lnTo>
                  <a:lnTo>
                    <a:pt x="10629" y="578192"/>
                  </a:lnTo>
                  <a:lnTo>
                    <a:pt x="11010" y="576300"/>
                  </a:lnTo>
                  <a:close/>
                </a:path>
                <a:path w="13335" h="1301114">
                  <a:moveTo>
                    <a:pt x="11010" y="558076"/>
                  </a:moveTo>
                  <a:lnTo>
                    <a:pt x="10629" y="556183"/>
                  </a:lnTo>
                  <a:lnTo>
                    <a:pt x="9880" y="554659"/>
                  </a:lnTo>
                  <a:lnTo>
                    <a:pt x="8369" y="553516"/>
                  </a:lnTo>
                  <a:lnTo>
                    <a:pt x="6464" y="553148"/>
                  </a:lnTo>
                  <a:lnTo>
                    <a:pt x="4559" y="553516"/>
                  </a:lnTo>
                  <a:lnTo>
                    <a:pt x="3035" y="554659"/>
                  </a:lnTo>
                  <a:lnTo>
                    <a:pt x="1892" y="556183"/>
                  </a:lnTo>
                  <a:lnTo>
                    <a:pt x="1892" y="559981"/>
                  </a:lnTo>
                  <a:lnTo>
                    <a:pt x="3035" y="561492"/>
                  </a:lnTo>
                  <a:lnTo>
                    <a:pt x="4559" y="562635"/>
                  </a:lnTo>
                  <a:lnTo>
                    <a:pt x="8369" y="562635"/>
                  </a:lnTo>
                  <a:lnTo>
                    <a:pt x="9880" y="561492"/>
                  </a:lnTo>
                  <a:lnTo>
                    <a:pt x="10629" y="559981"/>
                  </a:lnTo>
                  <a:lnTo>
                    <a:pt x="11010" y="558076"/>
                  </a:lnTo>
                  <a:close/>
                </a:path>
                <a:path w="13335" h="1301114">
                  <a:moveTo>
                    <a:pt x="11010" y="539483"/>
                  </a:moveTo>
                  <a:lnTo>
                    <a:pt x="10629" y="537578"/>
                  </a:lnTo>
                  <a:lnTo>
                    <a:pt x="9880" y="536435"/>
                  </a:lnTo>
                  <a:lnTo>
                    <a:pt x="8369" y="535292"/>
                  </a:lnTo>
                  <a:lnTo>
                    <a:pt x="6464" y="534924"/>
                  </a:lnTo>
                  <a:lnTo>
                    <a:pt x="4559" y="535292"/>
                  </a:lnTo>
                  <a:lnTo>
                    <a:pt x="3035" y="536435"/>
                  </a:lnTo>
                  <a:lnTo>
                    <a:pt x="1892" y="537578"/>
                  </a:lnTo>
                  <a:lnTo>
                    <a:pt x="1892" y="541375"/>
                  </a:lnTo>
                  <a:lnTo>
                    <a:pt x="3035" y="542886"/>
                  </a:lnTo>
                  <a:lnTo>
                    <a:pt x="4559" y="544029"/>
                  </a:lnTo>
                  <a:lnTo>
                    <a:pt x="6464" y="544410"/>
                  </a:lnTo>
                  <a:lnTo>
                    <a:pt x="8369" y="544029"/>
                  </a:lnTo>
                  <a:lnTo>
                    <a:pt x="9880" y="542886"/>
                  </a:lnTo>
                  <a:lnTo>
                    <a:pt x="10629" y="541375"/>
                  </a:lnTo>
                  <a:lnTo>
                    <a:pt x="11010" y="539483"/>
                  </a:lnTo>
                  <a:close/>
                </a:path>
                <a:path w="13335" h="1301114">
                  <a:moveTo>
                    <a:pt x="11379" y="521246"/>
                  </a:moveTo>
                  <a:lnTo>
                    <a:pt x="11010" y="519353"/>
                  </a:lnTo>
                  <a:lnTo>
                    <a:pt x="9880" y="517842"/>
                  </a:lnTo>
                  <a:lnTo>
                    <a:pt x="8369" y="516699"/>
                  </a:lnTo>
                  <a:lnTo>
                    <a:pt x="6464" y="516318"/>
                  </a:lnTo>
                  <a:lnTo>
                    <a:pt x="4559" y="516699"/>
                  </a:lnTo>
                  <a:lnTo>
                    <a:pt x="3035" y="517842"/>
                  </a:lnTo>
                  <a:lnTo>
                    <a:pt x="2273" y="519353"/>
                  </a:lnTo>
                  <a:lnTo>
                    <a:pt x="1892" y="521246"/>
                  </a:lnTo>
                  <a:lnTo>
                    <a:pt x="2273" y="523151"/>
                  </a:lnTo>
                  <a:lnTo>
                    <a:pt x="3035" y="524294"/>
                  </a:lnTo>
                  <a:lnTo>
                    <a:pt x="4559" y="525424"/>
                  </a:lnTo>
                  <a:lnTo>
                    <a:pt x="6464" y="525805"/>
                  </a:lnTo>
                  <a:lnTo>
                    <a:pt x="8369" y="525424"/>
                  </a:lnTo>
                  <a:lnTo>
                    <a:pt x="9880" y="524294"/>
                  </a:lnTo>
                  <a:lnTo>
                    <a:pt x="11010" y="523151"/>
                  </a:lnTo>
                  <a:lnTo>
                    <a:pt x="11379" y="521246"/>
                  </a:lnTo>
                  <a:close/>
                </a:path>
                <a:path w="13335" h="1301114">
                  <a:moveTo>
                    <a:pt x="11379" y="502653"/>
                  </a:moveTo>
                  <a:lnTo>
                    <a:pt x="11010" y="500748"/>
                  </a:lnTo>
                  <a:lnTo>
                    <a:pt x="9880" y="499237"/>
                  </a:lnTo>
                  <a:lnTo>
                    <a:pt x="8369" y="498094"/>
                  </a:lnTo>
                  <a:lnTo>
                    <a:pt x="6464" y="497713"/>
                  </a:lnTo>
                  <a:lnTo>
                    <a:pt x="4559" y="498094"/>
                  </a:lnTo>
                  <a:lnTo>
                    <a:pt x="3035" y="499237"/>
                  </a:lnTo>
                  <a:lnTo>
                    <a:pt x="2273" y="500748"/>
                  </a:lnTo>
                  <a:lnTo>
                    <a:pt x="1892" y="502653"/>
                  </a:lnTo>
                  <a:lnTo>
                    <a:pt x="2273" y="504545"/>
                  </a:lnTo>
                  <a:lnTo>
                    <a:pt x="3035" y="506069"/>
                  </a:lnTo>
                  <a:lnTo>
                    <a:pt x="4559" y="507212"/>
                  </a:lnTo>
                  <a:lnTo>
                    <a:pt x="6464" y="507580"/>
                  </a:lnTo>
                  <a:lnTo>
                    <a:pt x="8369" y="507212"/>
                  </a:lnTo>
                  <a:lnTo>
                    <a:pt x="9880" y="506069"/>
                  </a:lnTo>
                  <a:lnTo>
                    <a:pt x="11010" y="504545"/>
                  </a:lnTo>
                  <a:lnTo>
                    <a:pt x="11379" y="502653"/>
                  </a:lnTo>
                  <a:close/>
                </a:path>
                <a:path w="13335" h="1301114">
                  <a:moveTo>
                    <a:pt x="11379" y="484047"/>
                  </a:moveTo>
                  <a:lnTo>
                    <a:pt x="11010" y="482523"/>
                  </a:lnTo>
                  <a:lnTo>
                    <a:pt x="9880" y="481012"/>
                  </a:lnTo>
                  <a:lnTo>
                    <a:pt x="8369" y="479869"/>
                  </a:lnTo>
                  <a:lnTo>
                    <a:pt x="6464" y="479488"/>
                  </a:lnTo>
                  <a:lnTo>
                    <a:pt x="4940" y="479869"/>
                  </a:lnTo>
                  <a:lnTo>
                    <a:pt x="3416" y="481012"/>
                  </a:lnTo>
                  <a:lnTo>
                    <a:pt x="2273" y="482523"/>
                  </a:lnTo>
                  <a:lnTo>
                    <a:pt x="1892" y="484047"/>
                  </a:lnTo>
                  <a:lnTo>
                    <a:pt x="2273" y="485952"/>
                  </a:lnTo>
                  <a:lnTo>
                    <a:pt x="3416" y="487464"/>
                  </a:lnTo>
                  <a:lnTo>
                    <a:pt x="4940" y="488607"/>
                  </a:lnTo>
                  <a:lnTo>
                    <a:pt x="6464" y="488988"/>
                  </a:lnTo>
                  <a:lnTo>
                    <a:pt x="8369" y="488607"/>
                  </a:lnTo>
                  <a:lnTo>
                    <a:pt x="9880" y="487464"/>
                  </a:lnTo>
                  <a:lnTo>
                    <a:pt x="11010" y="485952"/>
                  </a:lnTo>
                  <a:lnTo>
                    <a:pt x="11379" y="484047"/>
                  </a:lnTo>
                  <a:close/>
                </a:path>
                <a:path w="13335" h="1301114">
                  <a:moveTo>
                    <a:pt x="11379" y="465823"/>
                  </a:moveTo>
                  <a:lnTo>
                    <a:pt x="11010" y="463931"/>
                  </a:lnTo>
                  <a:lnTo>
                    <a:pt x="9880" y="462407"/>
                  </a:lnTo>
                  <a:lnTo>
                    <a:pt x="8369" y="461264"/>
                  </a:lnTo>
                  <a:lnTo>
                    <a:pt x="6845" y="460883"/>
                  </a:lnTo>
                  <a:lnTo>
                    <a:pt x="4940" y="461264"/>
                  </a:lnTo>
                  <a:lnTo>
                    <a:pt x="3416" y="462407"/>
                  </a:lnTo>
                  <a:lnTo>
                    <a:pt x="2273" y="463931"/>
                  </a:lnTo>
                  <a:lnTo>
                    <a:pt x="1892" y="465823"/>
                  </a:lnTo>
                  <a:lnTo>
                    <a:pt x="2273" y="467715"/>
                  </a:lnTo>
                  <a:lnTo>
                    <a:pt x="3416" y="469239"/>
                  </a:lnTo>
                  <a:lnTo>
                    <a:pt x="4940" y="470001"/>
                  </a:lnTo>
                  <a:lnTo>
                    <a:pt x="6845" y="470382"/>
                  </a:lnTo>
                  <a:lnTo>
                    <a:pt x="8369" y="470001"/>
                  </a:lnTo>
                  <a:lnTo>
                    <a:pt x="9880" y="469239"/>
                  </a:lnTo>
                  <a:lnTo>
                    <a:pt x="11010" y="467715"/>
                  </a:lnTo>
                  <a:lnTo>
                    <a:pt x="11379" y="465823"/>
                  </a:lnTo>
                  <a:close/>
                </a:path>
                <a:path w="13335" h="1301114">
                  <a:moveTo>
                    <a:pt x="11379" y="447217"/>
                  </a:moveTo>
                  <a:lnTo>
                    <a:pt x="11010" y="445325"/>
                  </a:lnTo>
                  <a:lnTo>
                    <a:pt x="10261" y="443801"/>
                  </a:lnTo>
                  <a:lnTo>
                    <a:pt x="8750" y="443052"/>
                  </a:lnTo>
                  <a:lnTo>
                    <a:pt x="6845" y="442671"/>
                  </a:lnTo>
                  <a:lnTo>
                    <a:pt x="4940" y="443052"/>
                  </a:lnTo>
                  <a:lnTo>
                    <a:pt x="3416" y="443801"/>
                  </a:lnTo>
                  <a:lnTo>
                    <a:pt x="2273" y="445325"/>
                  </a:lnTo>
                  <a:lnTo>
                    <a:pt x="1892" y="447217"/>
                  </a:lnTo>
                  <a:lnTo>
                    <a:pt x="2273" y="449122"/>
                  </a:lnTo>
                  <a:lnTo>
                    <a:pt x="3416" y="450634"/>
                  </a:lnTo>
                  <a:lnTo>
                    <a:pt x="4940" y="451777"/>
                  </a:lnTo>
                  <a:lnTo>
                    <a:pt x="6845" y="452158"/>
                  </a:lnTo>
                  <a:lnTo>
                    <a:pt x="8750" y="451777"/>
                  </a:lnTo>
                  <a:lnTo>
                    <a:pt x="10261" y="450634"/>
                  </a:lnTo>
                  <a:lnTo>
                    <a:pt x="11010" y="449122"/>
                  </a:lnTo>
                  <a:lnTo>
                    <a:pt x="11379" y="447217"/>
                  </a:lnTo>
                  <a:close/>
                </a:path>
                <a:path w="13335" h="1301114">
                  <a:moveTo>
                    <a:pt x="11379" y="428993"/>
                  </a:moveTo>
                  <a:lnTo>
                    <a:pt x="11010" y="427101"/>
                  </a:lnTo>
                  <a:lnTo>
                    <a:pt x="10261" y="425589"/>
                  </a:lnTo>
                  <a:lnTo>
                    <a:pt x="8750" y="424446"/>
                  </a:lnTo>
                  <a:lnTo>
                    <a:pt x="6845" y="424065"/>
                  </a:lnTo>
                  <a:lnTo>
                    <a:pt x="4940" y="424446"/>
                  </a:lnTo>
                  <a:lnTo>
                    <a:pt x="3416" y="425589"/>
                  </a:lnTo>
                  <a:lnTo>
                    <a:pt x="2273" y="427101"/>
                  </a:lnTo>
                  <a:lnTo>
                    <a:pt x="1892" y="428993"/>
                  </a:lnTo>
                  <a:lnTo>
                    <a:pt x="2273" y="430517"/>
                  </a:lnTo>
                  <a:lnTo>
                    <a:pt x="3416" y="432041"/>
                  </a:lnTo>
                  <a:lnTo>
                    <a:pt x="4940" y="433171"/>
                  </a:lnTo>
                  <a:lnTo>
                    <a:pt x="6845" y="433552"/>
                  </a:lnTo>
                  <a:lnTo>
                    <a:pt x="8750" y="433171"/>
                  </a:lnTo>
                  <a:lnTo>
                    <a:pt x="10261" y="432041"/>
                  </a:lnTo>
                  <a:lnTo>
                    <a:pt x="11010" y="430517"/>
                  </a:lnTo>
                  <a:lnTo>
                    <a:pt x="11379" y="428993"/>
                  </a:lnTo>
                  <a:close/>
                </a:path>
                <a:path w="13335" h="1301114">
                  <a:moveTo>
                    <a:pt x="11379" y="410400"/>
                  </a:moveTo>
                  <a:lnTo>
                    <a:pt x="11010" y="408495"/>
                  </a:lnTo>
                  <a:lnTo>
                    <a:pt x="10261" y="406984"/>
                  </a:lnTo>
                  <a:lnTo>
                    <a:pt x="8750" y="405841"/>
                  </a:lnTo>
                  <a:lnTo>
                    <a:pt x="6845" y="405460"/>
                  </a:lnTo>
                  <a:lnTo>
                    <a:pt x="4940" y="405841"/>
                  </a:lnTo>
                  <a:lnTo>
                    <a:pt x="3416" y="406984"/>
                  </a:lnTo>
                  <a:lnTo>
                    <a:pt x="2273" y="408495"/>
                  </a:lnTo>
                  <a:lnTo>
                    <a:pt x="1892" y="410400"/>
                  </a:lnTo>
                  <a:lnTo>
                    <a:pt x="2273" y="412292"/>
                  </a:lnTo>
                  <a:lnTo>
                    <a:pt x="3416" y="413816"/>
                  </a:lnTo>
                  <a:lnTo>
                    <a:pt x="4940" y="414947"/>
                  </a:lnTo>
                  <a:lnTo>
                    <a:pt x="6845" y="415328"/>
                  </a:lnTo>
                  <a:lnTo>
                    <a:pt x="8750" y="414947"/>
                  </a:lnTo>
                  <a:lnTo>
                    <a:pt x="10261" y="413816"/>
                  </a:lnTo>
                  <a:lnTo>
                    <a:pt x="11010" y="412292"/>
                  </a:lnTo>
                  <a:lnTo>
                    <a:pt x="11379" y="410400"/>
                  </a:lnTo>
                  <a:close/>
                </a:path>
                <a:path w="13335" h="1301114">
                  <a:moveTo>
                    <a:pt x="11760" y="391795"/>
                  </a:moveTo>
                  <a:lnTo>
                    <a:pt x="11379" y="390271"/>
                  </a:lnTo>
                  <a:lnTo>
                    <a:pt x="10261" y="388759"/>
                  </a:lnTo>
                  <a:lnTo>
                    <a:pt x="8750" y="387616"/>
                  </a:lnTo>
                  <a:lnTo>
                    <a:pt x="6845" y="387235"/>
                  </a:lnTo>
                  <a:lnTo>
                    <a:pt x="4940" y="387616"/>
                  </a:lnTo>
                  <a:lnTo>
                    <a:pt x="3416" y="388759"/>
                  </a:lnTo>
                  <a:lnTo>
                    <a:pt x="2654" y="390271"/>
                  </a:lnTo>
                  <a:lnTo>
                    <a:pt x="2273" y="391795"/>
                  </a:lnTo>
                  <a:lnTo>
                    <a:pt x="2654" y="393687"/>
                  </a:lnTo>
                  <a:lnTo>
                    <a:pt x="3416" y="395211"/>
                  </a:lnTo>
                  <a:lnTo>
                    <a:pt x="4940" y="396354"/>
                  </a:lnTo>
                  <a:lnTo>
                    <a:pt x="6845" y="396722"/>
                  </a:lnTo>
                  <a:lnTo>
                    <a:pt x="8750" y="396354"/>
                  </a:lnTo>
                  <a:lnTo>
                    <a:pt x="10261" y="395211"/>
                  </a:lnTo>
                  <a:lnTo>
                    <a:pt x="11379" y="393687"/>
                  </a:lnTo>
                  <a:lnTo>
                    <a:pt x="11760" y="391795"/>
                  </a:lnTo>
                  <a:close/>
                </a:path>
                <a:path w="13335" h="1301114">
                  <a:moveTo>
                    <a:pt x="11760" y="373570"/>
                  </a:moveTo>
                  <a:lnTo>
                    <a:pt x="11379" y="371678"/>
                  </a:lnTo>
                  <a:lnTo>
                    <a:pt x="10261" y="370154"/>
                  </a:lnTo>
                  <a:lnTo>
                    <a:pt x="8750" y="369023"/>
                  </a:lnTo>
                  <a:lnTo>
                    <a:pt x="6845" y="368642"/>
                  </a:lnTo>
                  <a:lnTo>
                    <a:pt x="4940" y="369023"/>
                  </a:lnTo>
                  <a:lnTo>
                    <a:pt x="3416" y="370154"/>
                  </a:lnTo>
                  <a:lnTo>
                    <a:pt x="2654" y="371678"/>
                  </a:lnTo>
                  <a:lnTo>
                    <a:pt x="2273" y="373570"/>
                  </a:lnTo>
                  <a:lnTo>
                    <a:pt x="2654" y="375462"/>
                  </a:lnTo>
                  <a:lnTo>
                    <a:pt x="3416" y="376986"/>
                  </a:lnTo>
                  <a:lnTo>
                    <a:pt x="4940" y="377748"/>
                  </a:lnTo>
                  <a:lnTo>
                    <a:pt x="6845" y="378129"/>
                  </a:lnTo>
                  <a:lnTo>
                    <a:pt x="8750" y="377748"/>
                  </a:lnTo>
                  <a:lnTo>
                    <a:pt x="10261" y="376986"/>
                  </a:lnTo>
                  <a:lnTo>
                    <a:pt x="11379" y="375462"/>
                  </a:lnTo>
                  <a:lnTo>
                    <a:pt x="11760" y="373570"/>
                  </a:lnTo>
                  <a:close/>
                </a:path>
                <a:path w="13335" h="1301114">
                  <a:moveTo>
                    <a:pt x="11760" y="354965"/>
                  </a:moveTo>
                  <a:lnTo>
                    <a:pt x="11379" y="353072"/>
                  </a:lnTo>
                  <a:lnTo>
                    <a:pt x="10261" y="351548"/>
                  </a:lnTo>
                  <a:lnTo>
                    <a:pt x="8750" y="350786"/>
                  </a:lnTo>
                  <a:lnTo>
                    <a:pt x="6845" y="350418"/>
                  </a:lnTo>
                  <a:lnTo>
                    <a:pt x="4940" y="350786"/>
                  </a:lnTo>
                  <a:lnTo>
                    <a:pt x="3416" y="351548"/>
                  </a:lnTo>
                  <a:lnTo>
                    <a:pt x="2654" y="353072"/>
                  </a:lnTo>
                  <a:lnTo>
                    <a:pt x="2273" y="354965"/>
                  </a:lnTo>
                  <a:lnTo>
                    <a:pt x="2654" y="356870"/>
                  </a:lnTo>
                  <a:lnTo>
                    <a:pt x="3416" y="358394"/>
                  </a:lnTo>
                  <a:lnTo>
                    <a:pt x="4940" y="359524"/>
                  </a:lnTo>
                  <a:lnTo>
                    <a:pt x="6845" y="359905"/>
                  </a:lnTo>
                  <a:lnTo>
                    <a:pt x="8750" y="359524"/>
                  </a:lnTo>
                  <a:lnTo>
                    <a:pt x="10261" y="358394"/>
                  </a:lnTo>
                  <a:lnTo>
                    <a:pt x="11379" y="356870"/>
                  </a:lnTo>
                  <a:lnTo>
                    <a:pt x="11760" y="354965"/>
                  </a:lnTo>
                  <a:close/>
                </a:path>
                <a:path w="13335" h="1301114">
                  <a:moveTo>
                    <a:pt x="11760" y="336753"/>
                  </a:moveTo>
                  <a:lnTo>
                    <a:pt x="11379" y="334848"/>
                  </a:lnTo>
                  <a:lnTo>
                    <a:pt x="10261" y="333324"/>
                  </a:lnTo>
                  <a:lnTo>
                    <a:pt x="8750" y="332193"/>
                  </a:lnTo>
                  <a:lnTo>
                    <a:pt x="6845" y="331812"/>
                  </a:lnTo>
                  <a:lnTo>
                    <a:pt x="5321" y="332193"/>
                  </a:lnTo>
                  <a:lnTo>
                    <a:pt x="3797" y="333324"/>
                  </a:lnTo>
                  <a:lnTo>
                    <a:pt x="2654" y="334848"/>
                  </a:lnTo>
                  <a:lnTo>
                    <a:pt x="2273" y="336753"/>
                  </a:lnTo>
                  <a:lnTo>
                    <a:pt x="2654" y="338264"/>
                  </a:lnTo>
                  <a:lnTo>
                    <a:pt x="3797" y="339775"/>
                  </a:lnTo>
                  <a:lnTo>
                    <a:pt x="5321" y="340918"/>
                  </a:lnTo>
                  <a:lnTo>
                    <a:pt x="6845" y="341299"/>
                  </a:lnTo>
                  <a:lnTo>
                    <a:pt x="8750" y="340918"/>
                  </a:lnTo>
                  <a:lnTo>
                    <a:pt x="10261" y="339775"/>
                  </a:lnTo>
                  <a:lnTo>
                    <a:pt x="11379" y="338264"/>
                  </a:lnTo>
                  <a:lnTo>
                    <a:pt x="11760" y="336753"/>
                  </a:lnTo>
                  <a:close/>
                </a:path>
                <a:path w="13335" h="1301114">
                  <a:moveTo>
                    <a:pt x="11760" y="318147"/>
                  </a:moveTo>
                  <a:lnTo>
                    <a:pt x="11379" y="316242"/>
                  </a:lnTo>
                  <a:lnTo>
                    <a:pt x="10629" y="314731"/>
                  </a:lnTo>
                  <a:lnTo>
                    <a:pt x="9118" y="313588"/>
                  </a:lnTo>
                  <a:lnTo>
                    <a:pt x="7226" y="313207"/>
                  </a:lnTo>
                  <a:lnTo>
                    <a:pt x="5321" y="313588"/>
                  </a:lnTo>
                  <a:lnTo>
                    <a:pt x="3797" y="314731"/>
                  </a:lnTo>
                  <a:lnTo>
                    <a:pt x="2654" y="316242"/>
                  </a:lnTo>
                  <a:lnTo>
                    <a:pt x="2273" y="318147"/>
                  </a:lnTo>
                  <a:lnTo>
                    <a:pt x="2654" y="320040"/>
                  </a:lnTo>
                  <a:lnTo>
                    <a:pt x="3797" y="321564"/>
                  </a:lnTo>
                  <a:lnTo>
                    <a:pt x="5321" y="322694"/>
                  </a:lnTo>
                  <a:lnTo>
                    <a:pt x="7226" y="323075"/>
                  </a:lnTo>
                  <a:lnTo>
                    <a:pt x="9118" y="322694"/>
                  </a:lnTo>
                  <a:lnTo>
                    <a:pt x="10629" y="321564"/>
                  </a:lnTo>
                  <a:lnTo>
                    <a:pt x="11379" y="320040"/>
                  </a:lnTo>
                  <a:lnTo>
                    <a:pt x="11760" y="318147"/>
                  </a:lnTo>
                  <a:close/>
                </a:path>
                <a:path w="13335" h="1301114">
                  <a:moveTo>
                    <a:pt x="11760" y="299542"/>
                  </a:moveTo>
                  <a:lnTo>
                    <a:pt x="11379" y="298018"/>
                  </a:lnTo>
                  <a:lnTo>
                    <a:pt x="10629" y="296506"/>
                  </a:lnTo>
                  <a:lnTo>
                    <a:pt x="9118" y="295363"/>
                  </a:lnTo>
                  <a:lnTo>
                    <a:pt x="7226" y="294982"/>
                  </a:lnTo>
                  <a:lnTo>
                    <a:pt x="5321" y="295363"/>
                  </a:lnTo>
                  <a:lnTo>
                    <a:pt x="3797" y="296506"/>
                  </a:lnTo>
                  <a:lnTo>
                    <a:pt x="2654" y="298018"/>
                  </a:lnTo>
                  <a:lnTo>
                    <a:pt x="2273" y="299542"/>
                  </a:lnTo>
                  <a:lnTo>
                    <a:pt x="2654" y="301434"/>
                  </a:lnTo>
                  <a:lnTo>
                    <a:pt x="3797" y="302958"/>
                  </a:lnTo>
                  <a:lnTo>
                    <a:pt x="5321" y="304101"/>
                  </a:lnTo>
                  <a:lnTo>
                    <a:pt x="7226" y="304482"/>
                  </a:lnTo>
                  <a:lnTo>
                    <a:pt x="9118" y="304101"/>
                  </a:lnTo>
                  <a:lnTo>
                    <a:pt x="10629" y="302958"/>
                  </a:lnTo>
                  <a:lnTo>
                    <a:pt x="11379" y="301434"/>
                  </a:lnTo>
                  <a:lnTo>
                    <a:pt x="11760" y="299542"/>
                  </a:lnTo>
                  <a:close/>
                </a:path>
                <a:path w="13335" h="1301114">
                  <a:moveTo>
                    <a:pt x="11760" y="281317"/>
                  </a:moveTo>
                  <a:lnTo>
                    <a:pt x="11379" y="279412"/>
                  </a:lnTo>
                  <a:lnTo>
                    <a:pt x="10629" y="277901"/>
                  </a:lnTo>
                  <a:lnTo>
                    <a:pt x="9118" y="276758"/>
                  </a:lnTo>
                  <a:lnTo>
                    <a:pt x="7226" y="276377"/>
                  </a:lnTo>
                  <a:lnTo>
                    <a:pt x="5321" y="276758"/>
                  </a:lnTo>
                  <a:lnTo>
                    <a:pt x="3797" y="277901"/>
                  </a:lnTo>
                  <a:lnTo>
                    <a:pt x="2654" y="279412"/>
                  </a:lnTo>
                  <a:lnTo>
                    <a:pt x="2273" y="281317"/>
                  </a:lnTo>
                  <a:lnTo>
                    <a:pt x="2654" y="283222"/>
                  </a:lnTo>
                  <a:lnTo>
                    <a:pt x="3797" y="284734"/>
                  </a:lnTo>
                  <a:lnTo>
                    <a:pt x="5321" y="285496"/>
                  </a:lnTo>
                  <a:lnTo>
                    <a:pt x="7226" y="285877"/>
                  </a:lnTo>
                  <a:lnTo>
                    <a:pt x="9118" y="285496"/>
                  </a:lnTo>
                  <a:lnTo>
                    <a:pt x="10629" y="284734"/>
                  </a:lnTo>
                  <a:lnTo>
                    <a:pt x="11379" y="283222"/>
                  </a:lnTo>
                  <a:lnTo>
                    <a:pt x="11760" y="281317"/>
                  </a:lnTo>
                  <a:close/>
                </a:path>
                <a:path w="13335" h="1301114">
                  <a:moveTo>
                    <a:pt x="12141" y="262712"/>
                  </a:moveTo>
                  <a:lnTo>
                    <a:pt x="11760" y="260819"/>
                  </a:lnTo>
                  <a:lnTo>
                    <a:pt x="10629" y="259295"/>
                  </a:lnTo>
                  <a:lnTo>
                    <a:pt x="9118" y="258533"/>
                  </a:lnTo>
                  <a:lnTo>
                    <a:pt x="7226" y="258152"/>
                  </a:lnTo>
                  <a:lnTo>
                    <a:pt x="5321" y="258533"/>
                  </a:lnTo>
                  <a:lnTo>
                    <a:pt x="3797" y="259295"/>
                  </a:lnTo>
                  <a:lnTo>
                    <a:pt x="3035" y="260819"/>
                  </a:lnTo>
                  <a:lnTo>
                    <a:pt x="2654" y="262712"/>
                  </a:lnTo>
                  <a:lnTo>
                    <a:pt x="3035" y="264617"/>
                  </a:lnTo>
                  <a:lnTo>
                    <a:pt x="3797" y="266128"/>
                  </a:lnTo>
                  <a:lnTo>
                    <a:pt x="5321" y="266890"/>
                  </a:lnTo>
                  <a:lnTo>
                    <a:pt x="7226" y="267271"/>
                  </a:lnTo>
                  <a:lnTo>
                    <a:pt x="9118" y="266890"/>
                  </a:lnTo>
                  <a:lnTo>
                    <a:pt x="10629" y="266128"/>
                  </a:lnTo>
                  <a:lnTo>
                    <a:pt x="11379" y="264617"/>
                  </a:lnTo>
                  <a:lnTo>
                    <a:pt x="12141" y="262712"/>
                  </a:lnTo>
                  <a:close/>
                </a:path>
                <a:path w="13335" h="1301114">
                  <a:moveTo>
                    <a:pt x="12141" y="244487"/>
                  </a:moveTo>
                  <a:lnTo>
                    <a:pt x="11760" y="242595"/>
                  </a:lnTo>
                  <a:lnTo>
                    <a:pt x="10629" y="241071"/>
                  </a:lnTo>
                  <a:lnTo>
                    <a:pt x="9118" y="239941"/>
                  </a:lnTo>
                  <a:lnTo>
                    <a:pt x="7226" y="239560"/>
                  </a:lnTo>
                  <a:lnTo>
                    <a:pt x="5321" y="239941"/>
                  </a:lnTo>
                  <a:lnTo>
                    <a:pt x="3797" y="241071"/>
                  </a:lnTo>
                  <a:lnTo>
                    <a:pt x="3035" y="242595"/>
                  </a:lnTo>
                  <a:lnTo>
                    <a:pt x="2654" y="244487"/>
                  </a:lnTo>
                  <a:lnTo>
                    <a:pt x="3035" y="246011"/>
                  </a:lnTo>
                  <a:lnTo>
                    <a:pt x="3797" y="247523"/>
                  </a:lnTo>
                  <a:lnTo>
                    <a:pt x="5321" y="248666"/>
                  </a:lnTo>
                  <a:lnTo>
                    <a:pt x="7226" y="249047"/>
                  </a:lnTo>
                  <a:lnTo>
                    <a:pt x="9118" y="248666"/>
                  </a:lnTo>
                  <a:lnTo>
                    <a:pt x="10629" y="247523"/>
                  </a:lnTo>
                  <a:lnTo>
                    <a:pt x="11760" y="246011"/>
                  </a:lnTo>
                  <a:lnTo>
                    <a:pt x="12141" y="244487"/>
                  </a:lnTo>
                  <a:close/>
                </a:path>
                <a:path w="13335" h="1301114">
                  <a:moveTo>
                    <a:pt x="12141" y="225882"/>
                  </a:moveTo>
                  <a:lnTo>
                    <a:pt x="11760" y="223989"/>
                  </a:lnTo>
                  <a:lnTo>
                    <a:pt x="10629" y="222465"/>
                  </a:lnTo>
                  <a:lnTo>
                    <a:pt x="9118" y="221335"/>
                  </a:lnTo>
                  <a:lnTo>
                    <a:pt x="7226" y="220954"/>
                  </a:lnTo>
                  <a:lnTo>
                    <a:pt x="5321" y="221335"/>
                  </a:lnTo>
                  <a:lnTo>
                    <a:pt x="3797" y="222465"/>
                  </a:lnTo>
                  <a:lnTo>
                    <a:pt x="3035" y="223989"/>
                  </a:lnTo>
                  <a:lnTo>
                    <a:pt x="2654" y="225882"/>
                  </a:lnTo>
                  <a:lnTo>
                    <a:pt x="3035" y="227787"/>
                  </a:lnTo>
                  <a:lnTo>
                    <a:pt x="3797" y="229311"/>
                  </a:lnTo>
                  <a:lnTo>
                    <a:pt x="5321" y="230454"/>
                  </a:lnTo>
                  <a:lnTo>
                    <a:pt x="7226" y="230822"/>
                  </a:lnTo>
                  <a:lnTo>
                    <a:pt x="9118" y="230454"/>
                  </a:lnTo>
                  <a:lnTo>
                    <a:pt x="10629" y="229311"/>
                  </a:lnTo>
                  <a:lnTo>
                    <a:pt x="11760" y="227787"/>
                  </a:lnTo>
                  <a:lnTo>
                    <a:pt x="12141" y="225882"/>
                  </a:lnTo>
                  <a:close/>
                </a:path>
                <a:path w="13335" h="1301114">
                  <a:moveTo>
                    <a:pt x="12141" y="207289"/>
                  </a:moveTo>
                  <a:lnTo>
                    <a:pt x="11760" y="205384"/>
                  </a:lnTo>
                  <a:lnTo>
                    <a:pt x="10629" y="204254"/>
                  </a:lnTo>
                  <a:lnTo>
                    <a:pt x="9118" y="203111"/>
                  </a:lnTo>
                  <a:lnTo>
                    <a:pt x="7226" y="202730"/>
                  </a:lnTo>
                  <a:lnTo>
                    <a:pt x="5702" y="203111"/>
                  </a:lnTo>
                  <a:lnTo>
                    <a:pt x="4178" y="204254"/>
                  </a:lnTo>
                  <a:lnTo>
                    <a:pt x="3035" y="205384"/>
                  </a:lnTo>
                  <a:lnTo>
                    <a:pt x="2654" y="207289"/>
                  </a:lnTo>
                  <a:lnTo>
                    <a:pt x="3035" y="209194"/>
                  </a:lnTo>
                  <a:lnTo>
                    <a:pt x="4178" y="210705"/>
                  </a:lnTo>
                  <a:lnTo>
                    <a:pt x="5702" y="211848"/>
                  </a:lnTo>
                  <a:lnTo>
                    <a:pt x="7226" y="212229"/>
                  </a:lnTo>
                  <a:lnTo>
                    <a:pt x="9118" y="211848"/>
                  </a:lnTo>
                  <a:lnTo>
                    <a:pt x="10629" y="210705"/>
                  </a:lnTo>
                  <a:lnTo>
                    <a:pt x="11760" y="209194"/>
                  </a:lnTo>
                  <a:lnTo>
                    <a:pt x="12141" y="207289"/>
                  </a:lnTo>
                  <a:close/>
                </a:path>
                <a:path w="13335" h="1301114">
                  <a:moveTo>
                    <a:pt x="12141" y="189064"/>
                  </a:moveTo>
                  <a:lnTo>
                    <a:pt x="11760" y="187172"/>
                  </a:lnTo>
                  <a:lnTo>
                    <a:pt x="10629" y="185648"/>
                  </a:lnTo>
                  <a:lnTo>
                    <a:pt x="9118" y="184505"/>
                  </a:lnTo>
                  <a:lnTo>
                    <a:pt x="7607" y="184124"/>
                  </a:lnTo>
                  <a:lnTo>
                    <a:pt x="5702" y="184505"/>
                  </a:lnTo>
                  <a:lnTo>
                    <a:pt x="4178" y="185648"/>
                  </a:lnTo>
                  <a:lnTo>
                    <a:pt x="3035" y="187172"/>
                  </a:lnTo>
                  <a:lnTo>
                    <a:pt x="2654" y="189064"/>
                  </a:lnTo>
                  <a:lnTo>
                    <a:pt x="3035" y="190957"/>
                  </a:lnTo>
                  <a:lnTo>
                    <a:pt x="4178" y="192481"/>
                  </a:lnTo>
                  <a:lnTo>
                    <a:pt x="5702" y="193243"/>
                  </a:lnTo>
                  <a:lnTo>
                    <a:pt x="7607" y="193624"/>
                  </a:lnTo>
                  <a:lnTo>
                    <a:pt x="9118" y="193243"/>
                  </a:lnTo>
                  <a:lnTo>
                    <a:pt x="10629" y="192481"/>
                  </a:lnTo>
                  <a:lnTo>
                    <a:pt x="11760" y="190957"/>
                  </a:lnTo>
                  <a:lnTo>
                    <a:pt x="12141" y="189064"/>
                  </a:lnTo>
                  <a:close/>
                </a:path>
                <a:path w="13335" h="1301114">
                  <a:moveTo>
                    <a:pt x="12141" y="170459"/>
                  </a:moveTo>
                  <a:lnTo>
                    <a:pt x="11760" y="168567"/>
                  </a:lnTo>
                  <a:lnTo>
                    <a:pt x="11010" y="167043"/>
                  </a:lnTo>
                  <a:lnTo>
                    <a:pt x="9499" y="165912"/>
                  </a:lnTo>
                  <a:lnTo>
                    <a:pt x="5702" y="165912"/>
                  </a:lnTo>
                  <a:lnTo>
                    <a:pt x="4178" y="167043"/>
                  </a:lnTo>
                  <a:lnTo>
                    <a:pt x="3035" y="168567"/>
                  </a:lnTo>
                  <a:lnTo>
                    <a:pt x="2654" y="170459"/>
                  </a:lnTo>
                  <a:lnTo>
                    <a:pt x="3035" y="172351"/>
                  </a:lnTo>
                  <a:lnTo>
                    <a:pt x="4178" y="173875"/>
                  </a:lnTo>
                  <a:lnTo>
                    <a:pt x="5702" y="175018"/>
                  </a:lnTo>
                  <a:lnTo>
                    <a:pt x="7607" y="175399"/>
                  </a:lnTo>
                  <a:lnTo>
                    <a:pt x="9499" y="175018"/>
                  </a:lnTo>
                  <a:lnTo>
                    <a:pt x="11010" y="173875"/>
                  </a:lnTo>
                  <a:lnTo>
                    <a:pt x="11760" y="172351"/>
                  </a:lnTo>
                  <a:lnTo>
                    <a:pt x="12141" y="170459"/>
                  </a:lnTo>
                  <a:close/>
                </a:path>
                <a:path w="13335" h="1301114">
                  <a:moveTo>
                    <a:pt x="12141" y="152234"/>
                  </a:moveTo>
                  <a:lnTo>
                    <a:pt x="11760" y="150342"/>
                  </a:lnTo>
                  <a:lnTo>
                    <a:pt x="11010" y="148818"/>
                  </a:lnTo>
                  <a:lnTo>
                    <a:pt x="9499" y="147688"/>
                  </a:lnTo>
                  <a:lnTo>
                    <a:pt x="7607" y="147307"/>
                  </a:lnTo>
                  <a:lnTo>
                    <a:pt x="5702" y="147688"/>
                  </a:lnTo>
                  <a:lnTo>
                    <a:pt x="4178" y="148818"/>
                  </a:lnTo>
                  <a:lnTo>
                    <a:pt x="3035" y="150342"/>
                  </a:lnTo>
                  <a:lnTo>
                    <a:pt x="2654" y="152234"/>
                  </a:lnTo>
                  <a:lnTo>
                    <a:pt x="3035" y="153758"/>
                  </a:lnTo>
                  <a:lnTo>
                    <a:pt x="4178" y="155282"/>
                  </a:lnTo>
                  <a:lnTo>
                    <a:pt x="5702" y="156413"/>
                  </a:lnTo>
                  <a:lnTo>
                    <a:pt x="7607" y="156794"/>
                  </a:lnTo>
                  <a:lnTo>
                    <a:pt x="9499" y="156413"/>
                  </a:lnTo>
                  <a:lnTo>
                    <a:pt x="11010" y="155282"/>
                  </a:lnTo>
                  <a:lnTo>
                    <a:pt x="11760" y="153758"/>
                  </a:lnTo>
                  <a:lnTo>
                    <a:pt x="12141" y="152234"/>
                  </a:lnTo>
                  <a:close/>
                </a:path>
                <a:path w="13335" h="1301114">
                  <a:moveTo>
                    <a:pt x="12522" y="133642"/>
                  </a:moveTo>
                  <a:lnTo>
                    <a:pt x="12141" y="131737"/>
                  </a:lnTo>
                  <a:lnTo>
                    <a:pt x="11010" y="130213"/>
                  </a:lnTo>
                  <a:lnTo>
                    <a:pt x="9499" y="129082"/>
                  </a:lnTo>
                  <a:lnTo>
                    <a:pt x="7607" y="128701"/>
                  </a:lnTo>
                  <a:lnTo>
                    <a:pt x="5702" y="129082"/>
                  </a:lnTo>
                  <a:lnTo>
                    <a:pt x="4178" y="130213"/>
                  </a:lnTo>
                  <a:lnTo>
                    <a:pt x="3416" y="131737"/>
                  </a:lnTo>
                  <a:lnTo>
                    <a:pt x="3035" y="133642"/>
                  </a:lnTo>
                  <a:lnTo>
                    <a:pt x="3416" y="135534"/>
                  </a:lnTo>
                  <a:lnTo>
                    <a:pt x="4178" y="137058"/>
                  </a:lnTo>
                  <a:lnTo>
                    <a:pt x="5702" y="137807"/>
                  </a:lnTo>
                  <a:lnTo>
                    <a:pt x="7607" y="138188"/>
                  </a:lnTo>
                  <a:lnTo>
                    <a:pt x="9499" y="137807"/>
                  </a:lnTo>
                  <a:lnTo>
                    <a:pt x="11010" y="137058"/>
                  </a:lnTo>
                  <a:lnTo>
                    <a:pt x="11760" y="135534"/>
                  </a:lnTo>
                  <a:lnTo>
                    <a:pt x="12522" y="133642"/>
                  </a:lnTo>
                  <a:close/>
                </a:path>
                <a:path w="13335" h="1301114">
                  <a:moveTo>
                    <a:pt x="12522" y="115036"/>
                  </a:moveTo>
                  <a:lnTo>
                    <a:pt x="12141" y="113131"/>
                  </a:lnTo>
                  <a:lnTo>
                    <a:pt x="11010" y="112001"/>
                  </a:lnTo>
                  <a:lnTo>
                    <a:pt x="9499" y="110858"/>
                  </a:lnTo>
                  <a:lnTo>
                    <a:pt x="7607" y="110477"/>
                  </a:lnTo>
                  <a:lnTo>
                    <a:pt x="5702" y="110858"/>
                  </a:lnTo>
                  <a:lnTo>
                    <a:pt x="4178" y="112001"/>
                  </a:lnTo>
                  <a:lnTo>
                    <a:pt x="3416" y="113131"/>
                  </a:lnTo>
                  <a:lnTo>
                    <a:pt x="3035" y="115036"/>
                  </a:lnTo>
                  <a:lnTo>
                    <a:pt x="3416" y="116928"/>
                  </a:lnTo>
                  <a:lnTo>
                    <a:pt x="4178" y="118452"/>
                  </a:lnTo>
                  <a:lnTo>
                    <a:pt x="5702" y="119583"/>
                  </a:lnTo>
                  <a:lnTo>
                    <a:pt x="7607" y="119964"/>
                  </a:lnTo>
                  <a:lnTo>
                    <a:pt x="9499" y="119583"/>
                  </a:lnTo>
                  <a:lnTo>
                    <a:pt x="11010" y="118452"/>
                  </a:lnTo>
                  <a:lnTo>
                    <a:pt x="12141" y="116928"/>
                  </a:lnTo>
                  <a:lnTo>
                    <a:pt x="12522" y="115036"/>
                  </a:lnTo>
                  <a:close/>
                </a:path>
                <a:path w="13335" h="1301114">
                  <a:moveTo>
                    <a:pt x="12522" y="96812"/>
                  </a:moveTo>
                  <a:lnTo>
                    <a:pt x="12141" y="94919"/>
                  </a:lnTo>
                  <a:lnTo>
                    <a:pt x="11010" y="93395"/>
                  </a:lnTo>
                  <a:lnTo>
                    <a:pt x="9499" y="92252"/>
                  </a:lnTo>
                  <a:lnTo>
                    <a:pt x="7607" y="91884"/>
                  </a:lnTo>
                  <a:lnTo>
                    <a:pt x="5702" y="92252"/>
                  </a:lnTo>
                  <a:lnTo>
                    <a:pt x="4178" y="93395"/>
                  </a:lnTo>
                  <a:lnTo>
                    <a:pt x="3416" y="94919"/>
                  </a:lnTo>
                  <a:lnTo>
                    <a:pt x="3035" y="96812"/>
                  </a:lnTo>
                  <a:lnTo>
                    <a:pt x="3416" y="98704"/>
                  </a:lnTo>
                  <a:lnTo>
                    <a:pt x="4178" y="99860"/>
                  </a:lnTo>
                  <a:lnTo>
                    <a:pt x="5702" y="100990"/>
                  </a:lnTo>
                  <a:lnTo>
                    <a:pt x="7607" y="101384"/>
                  </a:lnTo>
                  <a:lnTo>
                    <a:pt x="9499" y="100990"/>
                  </a:lnTo>
                  <a:lnTo>
                    <a:pt x="11010" y="99860"/>
                  </a:lnTo>
                  <a:lnTo>
                    <a:pt x="12141" y="98704"/>
                  </a:lnTo>
                  <a:lnTo>
                    <a:pt x="12522" y="96812"/>
                  </a:lnTo>
                  <a:close/>
                </a:path>
                <a:path w="13335" h="1301114">
                  <a:moveTo>
                    <a:pt x="12522" y="78206"/>
                  </a:moveTo>
                  <a:lnTo>
                    <a:pt x="12141" y="76314"/>
                  </a:lnTo>
                  <a:lnTo>
                    <a:pt x="11010" y="74790"/>
                  </a:lnTo>
                  <a:lnTo>
                    <a:pt x="9499" y="73660"/>
                  </a:lnTo>
                  <a:lnTo>
                    <a:pt x="7607" y="73291"/>
                  </a:lnTo>
                  <a:lnTo>
                    <a:pt x="6083" y="73660"/>
                  </a:lnTo>
                  <a:lnTo>
                    <a:pt x="4559" y="74790"/>
                  </a:lnTo>
                  <a:lnTo>
                    <a:pt x="3416" y="76314"/>
                  </a:lnTo>
                  <a:lnTo>
                    <a:pt x="3035" y="78206"/>
                  </a:lnTo>
                  <a:lnTo>
                    <a:pt x="3416" y="80111"/>
                  </a:lnTo>
                  <a:lnTo>
                    <a:pt x="4559" y="81622"/>
                  </a:lnTo>
                  <a:lnTo>
                    <a:pt x="6083" y="82765"/>
                  </a:lnTo>
                  <a:lnTo>
                    <a:pt x="7607" y="83146"/>
                  </a:lnTo>
                  <a:lnTo>
                    <a:pt x="9499" y="82765"/>
                  </a:lnTo>
                  <a:lnTo>
                    <a:pt x="11010" y="81622"/>
                  </a:lnTo>
                  <a:lnTo>
                    <a:pt x="12141" y="80111"/>
                  </a:lnTo>
                  <a:lnTo>
                    <a:pt x="12522" y="78206"/>
                  </a:lnTo>
                  <a:close/>
                </a:path>
                <a:path w="13335" h="1301114">
                  <a:moveTo>
                    <a:pt x="12522" y="59994"/>
                  </a:moveTo>
                  <a:lnTo>
                    <a:pt x="12141" y="58102"/>
                  </a:lnTo>
                  <a:lnTo>
                    <a:pt x="11010" y="56565"/>
                  </a:lnTo>
                  <a:lnTo>
                    <a:pt x="9499" y="55422"/>
                  </a:lnTo>
                  <a:lnTo>
                    <a:pt x="7988" y="55041"/>
                  </a:lnTo>
                  <a:lnTo>
                    <a:pt x="6083" y="55422"/>
                  </a:lnTo>
                  <a:lnTo>
                    <a:pt x="4559" y="56565"/>
                  </a:lnTo>
                  <a:lnTo>
                    <a:pt x="3416" y="58102"/>
                  </a:lnTo>
                  <a:lnTo>
                    <a:pt x="3035" y="59994"/>
                  </a:lnTo>
                  <a:lnTo>
                    <a:pt x="3416" y="61518"/>
                  </a:lnTo>
                  <a:lnTo>
                    <a:pt x="4559" y="63042"/>
                  </a:lnTo>
                  <a:lnTo>
                    <a:pt x="6083" y="64160"/>
                  </a:lnTo>
                  <a:lnTo>
                    <a:pt x="7988" y="64541"/>
                  </a:lnTo>
                  <a:lnTo>
                    <a:pt x="9499" y="64160"/>
                  </a:lnTo>
                  <a:lnTo>
                    <a:pt x="11010" y="63042"/>
                  </a:lnTo>
                  <a:lnTo>
                    <a:pt x="12141" y="61518"/>
                  </a:lnTo>
                  <a:lnTo>
                    <a:pt x="12522" y="59994"/>
                  </a:lnTo>
                  <a:close/>
                </a:path>
                <a:path w="13335" h="1301114">
                  <a:moveTo>
                    <a:pt x="12522" y="41376"/>
                  </a:moveTo>
                  <a:lnTo>
                    <a:pt x="12141" y="39484"/>
                  </a:lnTo>
                  <a:lnTo>
                    <a:pt x="11379" y="37973"/>
                  </a:lnTo>
                  <a:lnTo>
                    <a:pt x="9880" y="36842"/>
                  </a:lnTo>
                  <a:lnTo>
                    <a:pt x="7988" y="36449"/>
                  </a:lnTo>
                  <a:lnTo>
                    <a:pt x="6083" y="36842"/>
                  </a:lnTo>
                  <a:lnTo>
                    <a:pt x="4559" y="37973"/>
                  </a:lnTo>
                  <a:lnTo>
                    <a:pt x="3416" y="39484"/>
                  </a:lnTo>
                  <a:lnTo>
                    <a:pt x="3035" y="41376"/>
                  </a:lnTo>
                  <a:lnTo>
                    <a:pt x="3416" y="43281"/>
                  </a:lnTo>
                  <a:lnTo>
                    <a:pt x="4559" y="44792"/>
                  </a:lnTo>
                  <a:lnTo>
                    <a:pt x="6083" y="45948"/>
                  </a:lnTo>
                  <a:lnTo>
                    <a:pt x="7988" y="46316"/>
                  </a:lnTo>
                  <a:lnTo>
                    <a:pt x="9880" y="45948"/>
                  </a:lnTo>
                  <a:lnTo>
                    <a:pt x="11379" y="44792"/>
                  </a:lnTo>
                  <a:lnTo>
                    <a:pt x="12141" y="43281"/>
                  </a:lnTo>
                  <a:lnTo>
                    <a:pt x="12522" y="41376"/>
                  </a:lnTo>
                  <a:close/>
                </a:path>
                <a:path w="13335" h="1301114">
                  <a:moveTo>
                    <a:pt x="12522" y="22771"/>
                  </a:moveTo>
                  <a:lnTo>
                    <a:pt x="12141" y="20878"/>
                  </a:lnTo>
                  <a:lnTo>
                    <a:pt x="11379" y="19748"/>
                  </a:lnTo>
                  <a:lnTo>
                    <a:pt x="9880" y="18605"/>
                  </a:lnTo>
                  <a:lnTo>
                    <a:pt x="7988" y="18224"/>
                  </a:lnTo>
                  <a:lnTo>
                    <a:pt x="6083" y="18605"/>
                  </a:lnTo>
                  <a:lnTo>
                    <a:pt x="4559" y="19748"/>
                  </a:lnTo>
                  <a:lnTo>
                    <a:pt x="3416" y="20878"/>
                  </a:lnTo>
                  <a:lnTo>
                    <a:pt x="3035" y="22771"/>
                  </a:lnTo>
                  <a:lnTo>
                    <a:pt x="3416" y="24676"/>
                  </a:lnTo>
                  <a:lnTo>
                    <a:pt x="4559" y="26200"/>
                  </a:lnTo>
                  <a:lnTo>
                    <a:pt x="6083" y="27343"/>
                  </a:lnTo>
                  <a:lnTo>
                    <a:pt x="7988" y="27724"/>
                  </a:lnTo>
                  <a:lnTo>
                    <a:pt x="9880" y="27343"/>
                  </a:lnTo>
                  <a:lnTo>
                    <a:pt x="11379" y="26200"/>
                  </a:lnTo>
                  <a:lnTo>
                    <a:pt x="12141" y="24676"/>
                  </a:lnTo>
                  <a:lnTo>
                    <a:pt x="12522" y="22771"/>
                  </a:lnTo>
                  <a:close/>
                </a:path>
                <a:path w="13335" h="1301114">
                  <a:moveTo>
                    <a:pt x="12903" y="4559"/>
                  </a:moveTo>
                  <a:lnTo>
                    <a:pt x="12141" y="2654"/>
                  </a:lnTo>
                  <a:lnTo>
                    <a:pt x="11379" y="1143"/>
                  </a:lnTo>
                  <a:lnTo>
                    <a:pt x="9880" y="393"/>
                  </a:lnTo>
                  <a:lnTo>
                    <a:pt x="7988" y="0"/>
                  </a:lnTo>
                  <a:lnTo>
                    <a:pt x="6083" y="393"/>
                  </a:lnTo>
                  <a:lnTo>
                    <a:pt x="4559" y="1143"/>
                  </a:lnTo>
                  <a:lnTo>
                    <a:pt x="3797" y="2654"/>
                  </a:lnTo>
                  <a:lnTo>
                    <a:pt x="3416" y="4559"/>
                  </a:lnTo>
                  <a:lnTo>
                    <a:pt x="3035" y="4559"/>
                  </a:lnTo>
                  <a:lnTo>
                    <a:pt x="3416" y="6464"/>
                  </a:lnTo>
                  <a:lnTo>
                    <a:pt x="4559" y="7607"/>
                  </a:lnTo>
                  <a:lnTo>
                    <a:pt x="6083" y="8724"/>
                  </a:lnTo>
                  <a:lnTo>
                    <a:pt x="7988" y="9131"/>
                  </a:lnTo>
                  <a:lnTo>
                    <a:pt x="9880" y="8724"/>
                  </a:lnTo>
                  <a:lnTo>
                    <a:pt x="11379" y="7607"/>
                  </a:lnTo>
                  <a:lnTo>
                    <a:pt x="12141" y="6464"/>
                  </a:lnTo>
                  <a:lnTo>
                    <a:pt x="12522" y="4559"/>
                  </a:lnTo>
                  <a:lnTo>
                    <a:pt x="12903" y="45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766377" y="5376989"/>
              <a:ext cx="13335" cy="1467485"/>
            </a:xfrm>
            <a:custGeom>
              <a:avLst/>
              <a:gdLst/>
              <a:ahLst/>
              <a:cxnLst/>
              <a:rect l="l" t="t" r="r" b="b"/>
              <a:pathLst>
                <a:path w="13335" h="1467484">
                  <a:moveTo>
                    <a:pt x="2654" y="590727"/>
                  </a:moveTo>
                  <a:lnTo>
                    <a:pt x="2286" y="590727"/>
                  </a:lnTo>
                  <a:lnTo>
                    <a:pt x="2286" y="600227"/>
                  </a:lnTo>
                  <a:lnTo>
                    <a:pt x="2654" y="600227"/>
                  </a:lnTo>
                  <a:lnTo>
                    <a:pt x="2654" y="590727"/>
                  </a:lnTo>
                  <a:close/>
                </a:path>
                <a:path w="13335" h="1467484">
                  <a:moveTo>
                    <a:pt x="2654" y="572122"/>
                  </a:moveTo>
                  <a:lnTo>
                    <a:pt x="2286" y="572122"/>
                  </a:lnTo>
                  <a:lnTo>
                    <a:pt x="2286" y="581609"/>
                  </a:lnTo>
                  <a:lnTo>
                    <a:pt x="2654" y="581609"/>
                  </a:lnTo>
                  <a:lnTo>
                    <a:pt x="2654" y="572122"/>
                  </a:lnTo>
                  <a:close/>
                </a:path>
                <a:path w="13335" h="1467484">
                  <a:moveTo>
                    <a:pt x="9105" y="1462773"/>
                  </a:moveTo>
                  <a:lnTo>
                    <a:pt x="8724" y="1460868"/>
                  </a:lnTo>
                  <a:lnTo>
                    <a:pt x="7581" y="1459357"/>
                  </a:lnTo>
                  <a:lnTo>
                    <a:pt x="6057" y="1458214"/>
                  </a:lnTo>
                  <a:lnTo>
                    <a:pt x="4546" y="1457833"/>
                  </a:lnTo>
                  <a:lnTo>
                    <a:pt x="2654" y="1458214"/>
                  </a:lnTo>
                  <a:lnTo>
                    <a:pt x="1143" y="1459357"/>
                  </a:lnTo>
                  <a:lnTo>
                    <a:pt x="381" y="1460868"/>
                  </a:lnTo>
                  <a:lnTo>
                    <a:pt x="0" y="1462773"/>
                  </a:lnTo>
                  <a:lnTo>
                    <a:pt x="381" y="1464678"/>
                  </a:lnTo>
                  <a:lnTo>
                    <a:pt x="1143" y="1466176"/>
                  </a:lnTo>
                  <a:lnTo>
                    <a:pt x="2654" y="1466938"/>
                  </a:lnTo>
                  <a:lnTo>
                    <a:pt x="4546" y="1467319"/>
                  </a:lnTo>
                  <a:lnTo>
                    <a:pt x="6057" y="1466938"/>
                  </a:lnTo>
                  <a:lnTo>
                    <a:pt x="7581" y="1466176"/>
                  </a:lnTo>
                  <a:lnTo>
                    <a:pt x="8724" y="1464678"/>
                  </a:lnTo>
                  <a:lnTo>
                    <a:pt x="9105" y="1462773"/>
                  </a:lnTo>
                  <a:close/>
                </a:path>
                <a:path w="13335" h="1467484">
                  <a:moveTo>
                    <a:pt x="9105" y="1444167"/>
                  </a:moveTo>
                  <a:lnTo>
                    <a:pt x="8724" y="1442275"/>
                  </a:lnTo>
                  <a:lnTo>
                    <a:pt x="7581" y="1441132"/>
                  </a:lnTo>
                  <a:lnTo>
                    <a:pt x="6057" y="1439989"/>
                  </a:lnTo>
                  <a:lnTo>
                    <a:pt x="4546" y="1439608"/>
                  </a:lnTo>
                  <a:lnTo>
                    <a:pt x="3035" y="1439989"/>
                  </a:lnTo>
                  <a:lnTo>
                    <a:pt x="1524" y="1441132"/>
                  </a:lnTo>
                  <a:lnTo>
                    <a:pt x="381" y="1442275"/>
                  </a:lnTo>
                  <a:lnTo>
                    <a:pt x="0" y="1444167"/>
                  </a:lnTo>
                  <a:lnTo>
                    <a:pt x="381" y="1446060"/>
                  </a:lnTo>
                  <a:lnTo>
                    <a:pt x="1524" y="1447584"/>
                  </a:lnTo>
                  <a:lnTo>
                    <a:pt x="3035" y="1448346"/>
                  </a:lnTo>
                  <a:lnTo>
                    <a:pt x="4546" y="1448727"/>
                  </a:lnTo>
                  <a:lnTo>
                    <a:pt x="6057" y="1448346"/>
                  </a:lnTo>
                  <a:lnTo>
                    <a:pt x="7581" y="1447584"/>
                  </a:lnTo>
                  <a:lnTo>
                    <a:pt x="8724" y="1446060"/>
                  </a:lnTo>
                  <a:lnTo>
                    <a:pt x="9105" y="1444167"/>
                  </a:lnTo>
                  <a:close/>
                </a:path>
                <a:path w="13335" h="1467484">
                  <a:moveTo>
                    <a:pt x="9105" y="1425943"/>
                  </a:moveTo>
                  <a:lnTo>
                    <a:pt x="8724" y="1424038"/>
                  </a:lnTo>
                  <a:lnTo>
                    <a:pt x="7581" y="1422527"/>
                  </a:lnTo>
                  <a:lnTo>
                    <a:pt x="6057" y="1421396"/>
                  </a:lnTo>
                  <a:lnTo>
                    <a:pt x="4914" y="1421015"/>
                  </a:lnTo>
                  <a:lnTo>
                    <a:pt x="3035" y="1421396"/>
                  </a:lnTo>
                  <a:lnTo>
                    <a:pt x="1524" y="1422527"/>
                  </a:lnTo>
                  <a:lnTo>
                    <a:pt x="381" y="1424038"/>
                  </a:lnTo>
                  <a:lnTo>
                    <a:pt x="0" y="1425943"/>
                  </a:lnTo>
                  <a:lnTo>
                    <a:pt x="381" y="1427835"/>
                  </a:lnTo>
                  <a:lnTo>
                    <a:pt x="1524" y="1428978"/>
                  </a:lnTo>
                  <a:lnTo>
                    <a:pt x="3035" y="1429740"/>
                  </a:lnTo>
                  <a:lnTo>
                    <a:pt x="4914" y="1430121"/>
                  </a:lnTo>
                  <a:lnTo>
                    <a:pt x="6057" y="1429740"/>
                  </a:lnTo>
                  <a:lnTo>
                    <a:pt x="7581" y="1428978"/>
                  </a:lnTo>
                  <a:lnTo>
                    <a:pt x="8724" y="1427835"/>
                  </a:lnTo>
                  <a:lnTo>
                    <a:pt x="9105" y="1425943"/>
                  </a:lnTo>
                  <a:close/>
                </a:path>
                <a:path w="13335" h="1467484">
                  <a:moveTo>
                    <a:pt x="9105" y="1407337"/>
                  </a:moveTo>
                  <a:lnTo>
                    <a:pt x="8724" y="1405445"/>
                  </a:lnTo>
                  <a:lnTo>
                    <a:pt x="7962" y="1403921"/>
                  </a:lnTo>
                  <a:lnTo>
                    <a:pt x="6438" y="1402778"/>
                  </a:lnTo>
                  <a:lnTo>
                    <a:pt x="4914" y="1402397"/>
                  </a:lnTo>
                  <a:lnTo>
                    <a:pt x="3035" y="1402778"/>
                  </a:lnTo>
                  <a:lnTo>
                    <a:pt x="1524" y="1403921"/>
                  </a:lnTo>
                  <a:lnTo>
                    <a:pt x="381" y="1405445"/>
                  </a:lnTo>
                  <a:lnTo>
                    <a:pt x="0" y="1407337"/>
                  </a:lnTo>
                  <a:lnTo>
                    <a:pt x="381" y="1409242"/>
                  </a:lnTo>
                  <a:lnTo>
                    <a:pt x="1524" y="1410766"/>
                  </a:lnTo>
                  <a:lnTo>
                    <a:pt x="3035" y="1411516"/>
                  </a:lnTo>
                  <a:lnTo>
                    <a:pt x="4914" y="1411897"/>
                  </a:lnTo>
                  <a:lnTo>
                    <a:pt x="6438" y="1411516"/>
                  </a:lnTo>
                  <a:lnTo>
                    <a:pt x="7962" y="1410766"/>
                  </a:lnTo>
                  <a:lnTo>
                    <a:pt x="8724" y="1409242"/>
                  </a:lnTo>
                  <a:lnTo>
                    <a:pt x="9105" y="1407337"/>
                  </a:lnTo>
                  <a:close/>
                </a:path>
                <a:path w="13335" h="1467484">
                  <a:moveTo>
                    <a:pt x="9105" y="1388745"/>
                  </a:moveTo>
                  <a:lnTo>
                    <a:pt x="8724" y="1387221"/>
                  </a:lnTo>
                  <a:lnTo>
                    <a:pt x="7962" y="1385697"/>
                  </a:lnTo>
                  <a:lnTo>
                    <a:pt x="6438" y="1384566"/>
                  </a:lnTo>
                  <a:lnTo>
                    <a:pt x="4914" y="1384185"/>
                  </a:lnTo>
                  <a:lnTo>
                    <a:pt x="3035" y="1384566"/>
                  </a:lnTo>
                  <a:lnTo>
                    <a:pt x="1524" y="1385697"/>
                  </a:lnTo>
                  <a:lnTo>
                    <a:pt x="381" y="1387221"/>
                  </a:lnTo>
                  <a:lnTo>
                    <a:pt x="0" y="1388745"/>
                  </a:lnTo>
                  <a:lnTo>
                    <a:pt x="381" y="1390637"/>
                  </a:lnTo>
                  <a:lnTo>
                    <a:pt x="1524" y="1392148"/>
                  </a:lnTo>
                  <a:lnTo>
                    <a:pt x="3035" y="1392910"/>
                  </a:lnTo>
                  <a:lnTo>
                    <a:pt x="4914" y="1393291"/>
                  </a:lnTo>
                  <a:lnTo>
                    <a:pt x="6438" y="1392910"/>
                  </a:lnTo>
                  <a:lnTo>
                    <a:pt x="7962" y="1392148"/>
                  </a:lnTo>
                  <a:lnTo>
                    <a:pt x="8724" y="1390637"/>
                  </a:lnTo>
                  <a:lnTo>
                    <a:pt x="9105" y="1388745"/>
                  </a:lnTo>
                  <a:close/>
                </a:path>
                <a:path w="13335" h="1467484">
                  <a:moveTo>
                    <a:pt x="9105" y="1370507"/>
                  </a:moveTo>
                  <a:lnTo>
                    <a:pt x="8724" y="1368628"/>
                  </a:lnTo>
                  <a:lnTo>
                    <a:pt x="7962" y="1367104"/>
                  </a:lnTo>
                  <a:lnTo>
                    <a:pt x="6438" y="1365961"/>
                  </a:lnTo>
                  <a:lnTo>
                    <a:pt x="4914" y="1365580"/>
                  </a:lnTo>
                  <a:lnTo>
                    <a:pt x="3035" y="1365961"/>
                  </a:lnTo>
                  <a:lnTo>
                    <a:pt x="1524" y="1367104"/>
                  </a:lnTo>
                  <a:lnTo>
                    <a:pt x="381" y="1368628"/>
                  </a:lnTo>
                  <a:lnTo>
                    <a:pt x="0" y="1370507"/>
                  </a:lnTo>
                  <a:lnTo>
                    <a:pt x="381" y="1372412"/>
                  </a:lnTo>
                  <a:lnTo>
                    <a:pt x="1524" y="1373936"/>
                  </a:lnTo>
                  <a:lnTo>
                    <a:pt x="3035" y="1374698"/>
                  </a:lnTo>
                  <a:lnTo>
                    <a:pt x="4914" y="1375067"/>
                  </a:lnTo>
                  <a:lnTo>
                    <a:pt x="6438" y="1374698"/>
                  </a:lnTo>
                  <a:lnTo>
                    <a:pt x="7962" y="1373936"/>
                  </a:lnTo>
                  <a:lnTo>
                    <a:pt x="8724" y="1372412"/>
                  </a:lnTo>
                  <a:lnTo>
                    <a:pt x="9105" y="1370507"/>
                  </a:lnTo>
                  <a:close/>
                </a:path>
                <a:path w="13335" h="1467484">
                  <a:moveTo>
                    <a:pt x="9486" y="1351915"/>
                  </a:moveTo>
                  <a:lnTo>
                    <a:pt x="9105" y="1350010"/>
                  </a:lnTo>
                  <a:lnTo>
                    <a:pt x="7962" y="1348867"/>
                  </a:lnTo>
                  <a:lnTo>
                    <a:pt x="6438" y="1347736"/>
                  </a:lnTo>
                  <a:lnTo>
                    <a:pt x="4914" y="1347368"/>
                  </a:lnTo>
                  <a:lnTo>
                    <a:pt x="3035" y="1347736"/>
                  </a:lnTo>
                  <a:lnTo>
                    <a:pt x="1524" y="1348867"/>
                  </a:lnTo>
                  <a:lnTo>
                    <a:pt x="762" y="1350010"/>
                  </a:lnTo>
                  <a:lnTo>
                    <a:pt x="381" y="1351915"/>
                  </a:lnTo>
                  <a:lnTo>
                    <a:pt x="762" y="1353807"/>
                  </a:lnTo>
                  <a:lnTo>
                    <a:pt x="1524" y="1355331"/>
                  </a:lnTo>
                  <a:lnTo>
                    <a:pt x="3035" y="1356093"/>
                  </a:lnTo>
                  <a:lnTo>
                    <a:pt x="4914" y="1356474"/>
                  </a:lnTo>
                  <a:lnTo>
                    <a:pt x="6438" y="1356093"/>
                  </a:lnTo>
                  <a:lnTo>
                    <a:pt x="7962" y="1355331"/>
                  </a:lnTo>
                  <a:lnTo>
                    <a:pt x="9105" y="1353807"/>
                  </a:lnTo>
                  <a:lnTo>
                    <a:pt x="9486" y="1351915"/>
                  </a:lnTo>
                  <a:close/>
                </a:path>
                <a:path w="13335" h="1467484">
                  <a:moveTo>
                    <a:pt x="9486" y="1333690"/>
                  </a:moveTo>
                  <a:lnTo>
                    <a:pt x="9105" y="1331798"/>
                  </a:lnTo>
                  <a:lnTo>
                    <a:pt x="7962" y="1330274"/>
                  </a:lnTo>
                  <a:lnTo>
                    <a:pt x="6438" y="1329131"/>
                  </a:lnTo>
                  <a:lnTo>
                    <a:pt x="4914" y="1328750"/>
                  </a:lnTo>
                  <a:lnTo>
                    <a:pt x="3035" y="1329131"/>
                  </a:lnTo>
                  <a:lnTo>
                    <a:pt x="1524" y="1330274"/>
                  </a:lnTo>
                  <a:lnTo>
                    <a:pt x="762" y="1331798"/>
                  </a:lnTo>
                  <a:lnTo>
                    <a:pt x="381" y="1333690"/>
                  </a:lnTo>
                  <a:lnTo>
                    <a:pt x="762" y="1335595"/>
                  </a:lnTo>
                  <a:lnTo>
                    <a:pt x="1524" y="1336725"/>
                  </a:lnTo>
                  <a:lnTo>
                    <a:pt x="3035" y="1337487"/>
                  </a:lnTo>
                  <a:lnTo>
                    <a:pt x="4914" y="1337868"/>
                  </a:lnTo>
                  <a:lnTo>
                    <a:pt x="6438" y="1337487"/>
                  </a:lnTo>
                  <a:lnTo>
                    <a:pt x="7962" y="1336725"/>
                  </a:lnTo>
                  <a:lnTo>
                    <a:pt x="9105" y="1335595"/>
                  </a:lnTo>
                  <a:lnTo>
                    <a:pt x="9486" y="1333690"/>
                  </a:lnTo>
                  <a:close/>
                </a:path>
                <a:path w="13335" h="1467484">
                  <a:moveTo>
                    <a:pt x="9486" y="1315097"/>
                  </a:moveTo>
                  <a:lnTo>
                    <a:pt x="9105" y="1313192"/>
                  </a:lnTo>
                  <a:lnTo>
                    <a:pt x="7962" y="1311668"/>
                  </a:lnTo>
                  <a:lnTo>
                    <a:pt x="6438" y="1310538"/>
                  </a:lnTo>
                  <a:lnTo>
                    <a:pt x="4914" y="1310157"/>
                  </a:lnTo>
                  <a:lnTo>
                    <a:pt x="3416" y="1310538"/>
                  </a:lnTo>
                  <a:lnTo>
                    <a:pt x="1905" y="1311668"/>
                  </a:lnTo>
                  <a:lnTo>
                    <a:pt x="762" y="1313192"/>
                  </a:lnTo>
                  <a:lnTo>
                    <a:pt x="381" y="1315097"/>
                  </a:lnTo>
                  <a:lnTo>
                    <a:pt x="762" y="1316977"/>
                  </a:lnTo>
                  <a:lnTo>
                    <a:pt x="1905" y="1318501"/>
                  </a:lnTo>
                  <a:lnTo>
                    <a:pt x="3416" y="1319263"/>
                  </a:lnTo>
                  <a:lnTo>
                    <a:pt x="4914" y="1319644"/>
                  </a:lnTo>
                  <a:lnTo>
                    <a:pt x="6438" y="1319263"/>
                  </a:lnTo>
                  <a:lnTo>
                    <a:pt x="7962" y="1318501"/>
                  </a:lnTo>
                  <a:lnTo>
                    <a:pt x="9105" y="1316977"/>
                  </a:lnTo>
                  <a:lnTo>
                    <a:pt x="9486" y="1315097"/>
                  </a:lnTo>
                  <a:close/>
                </a:path>
                <a:path w="13335" h="1467484">
                  <a:moveTo>
                    <a:pt x="9486" y="1296479"/>
                  </a:moveTo>
                  <a:lnTo>
                    <a:pt x="9105" y="1294968"/>
                  </a:lnTo>
                  <a:lnTo>
                    <a:pt x="7962" y="1293456"/>
                  </a:lnTo>
                  <a:lnTo>
                    <a:pt x="6438" y="1292313"/>
                  </a:lnTo>
                  <a:lnTo>
                    <a:pt x="5295" y="1291932"/>
                  </a:lnTo>
                  <a:lnTo>
                    <a:pt x="3416" y="1292313"/>
                  </a:lnTo>
                  <a:lnTo>
                    <a:pt x="1905" y="1293456"/>
                  </a:lnTo>
                  <a:lnTo>
                    <a:pt x="762" y="1294968"/>
                  </a:lnTo>
                  <a:lnTo>
                    <a:pt x="381" y="1296479"/>
                  </a:lnTo>
                  <a:lnTo>
                    <a:pt x="762" y="1298384"/>
                  </a:lnTo>
                  <a:lnTo>
                    <a:pt x="1905" y="1299895"/>
                  </a:lnTo>
                  <a:lnTo>
                    <a:pt x="3416" y="1300657"/>
                  </a:lnTo>
                  <a:lnTo>
                    <a:pt x="5295" y="1301038"/>
                  </a:lnTo>
                  <a:lnTo>
                    <a:pt x="6438" y="1300657"/>
                  </a:lnTo>
                  <a:lnTo>
                    <a:pt x="7962" y="1299895"/>
                  </a:lnTo>
                  <a:lnTo>
                    <a:pt x="9105" y="1298384"/>
                  </a:lnTo>
                  <a:lnTo>
                    <a:pt x="9486" y="1296479"/>
                  </a:lnTo>
                  <a:close/>
                </a:path>
                <a:path w="13335" h="1467484">
                  <a:moveTo>
                    <a:pt x="9486" y="1278267"/>
                  </a:moveTo>
                  <a:lnTo>
                    <a:pt x="9105" y="1276362"/>
                  </a:lnTo>
                  <a:lnTo>
                    <a:pt x="8343" y="1274838"/>
                  </a:lnTo>
                  <a:lnTo>
                    <a:pt x="6819" y="1273695"/>
                  </a:lnTo>
                  <a:lnTo>
                    <a:pt x="5295" y="1273327"/>
                  </a:lnTo>
                  <a:lnTo>
                    <a:pt x="3416" y="1273695"/>
                  </a:lnTo>
                  <a:lnTo>
                    <a:pt x="1905" y="1274838"/>
                  </a:lnTo>
                  <a:lnTo>
                    <a:pt x="762" y="1276362"/>
                  </a:lnTo>
                  <a:lnTo>
                    <a:pt x="381" y="1278267"/>
                  </a:lnTo>
                  <a:lnTo>
                    <a:pt x="762" y="1280160"/>
                  </a:lnTo>
                  <a:lnTo>
                    <a:pt x="1905" y="1281684"/>
                  </a:lnTo>
                  <a:lnTo>
                    <a:pt x="3416" y="1282446"/>
                  </a:lnTo>
                  <a:lnTo>
                    <a:pt x="5295" y="1282827"/>
                  </a:lnTo>
                  <a:lnTo>
                    <a:pt x="6819" y="1282446"/>
                  </a:lnTo>
                  <a:lnTo>
                    <a:pt x="8343" y="1281684"/>
                  </a:lnTo>
                  <a:lnTo>
                    <a:pt x="9105" y="1280160"/>
                  </a:lnTo>
                  <a:lnTo>
                    <a:pt x="9486" y="1278267"/>
                  </a:lnTo>
                  <a:close/>
                </a:path>
                <a:path w="13335" h="1467484">
                  <a:moveTo>
                    <a:pt x="9486" y="1259662"/>
                  </a:moveTo>
                  <a:lnTo>
                    <a:pt x="9105" y="1257757"/>
                  </a:lnTo>
                  <a:lnTo>
                    <a:pt x="8343" y="1256245"/>
                  </a:lnTo>
                  <a:lnTo>
                    <a:pt x="6819" y="1255483"/>
                  </a:lnTo>
                  <a:lnTo>
                    <a:pt x="5295" y="1255102"/>
                  </a:lnTo>
                  <a:lnTo>
                    <a:pt x="3416" y="1255483"/>
                  </a:lnTo>
                  <a:lnTo>
                    <a:pt x="1905" y="1256245"/>
                  </a:lnTo>
                  <a:lnTo>
                    <a:pt x="762" y="1257757"/>
                  </a:lnTo>
                  <a:lnTo>
                    <a:pt x="381" y="1259662"/>
                  </a:lnTo>
                  <a:lnTo>
                    <a:pt x="762" y="1261567"/>
                  </a:lnTo>
                  <a:lnTo>
                    <a:pt x="1905" y="1263078"/>
                  </a:lnTo>
                  <a:lnTo>
                    <a:pt x="3416" y="1263827"/>
                  </a:lnTo>
                  <a:lnTo>
                    <a:pt x="5295" y="1264208"/>
                  </a:lnTo>
                  <a:lnTo>
                    <a:pt x="6819" y="1263827"/>
                  </a:lnTo>
                  <a:lnTo>
                    <a:pt x="8343" y="1263078"/>
                  </a:lnTo>
                  <a:lnTo>
                    <a:pt x="9105" y="1261567"/>
                  </a:lnTo>
                  <a:lnTo>
                    <a:pt x="9486" y="1259662"/>
                  </a:lnTo>
                  <a:close/>
                </a:path>
                <a:path w="13335" h="1467484">
                  <a:moveTo>
                    <a:pt x="9486" y="1241437"/>
                  </a:moveTo>
                  <a:lnTo>
                    <a:pt x="9105" y="1239545"/>
                  </a:lnTo>
                  <a:lnTo>
                    <a:pt x="8343" y="1238021"/>
                  </a:lnTo>
                  <a:lnTo>
                    <a:pt x="6819" y="1236878"/>
                  </a:lnTo>
                  <a:lnTo>
                    <a:pt x="5295" y="1236497"/>
                  </a:lnTo>
                  <a:lnTo>
                    <a:pt x="3416" y="1236878"/>
                  </a:lnTo>
                  <a:lnTo>
                    <a:pt x="1905" y="1238021"/>
                  </a:lnTo>
                  <a:lnTo>
                    <a:pt x="762" y="1239545"/>
                  </a:lnTo>
                  <a:lnTo>
                    <a:pt x="381" y="1241437"/>
                  </a:lnTo>
                  <a:lnTo>
                    <a:pt x="762" y="1242949"/>
                  </a:lnTo>
                  <a:lnTo>
                    <a:pt x="1905" y="1244473"/>
                  </a:lnTo>
                  <a:lnTo>
                    <a:pt x="3416" y="1245235"/>
                  </a:lnTo>
                  <a:lnTo>
                    <a:pt x="5295" y="1245616"/>
                  </a:lnTo>
                  <a:lnTo>
                    <a:pt x="6819" y="1245235"/>
                  </a:lnTo>
                  <a:lnTo>
                    <a:pt x="8343" y="1244473"/>
                  </a:lnTo>
                  <a:lnTo>
                    <a:pt x="9105" y="1242949"/>
                  </a:lnTo>
                  <a:lnTo>
                    <a:pt x="9486" y="1241437"/>
                  </a:lnTo>
                  <a:close/>
                </a:path>
                <a:path w="13335" h="1467484">
                  <a:moveTo>
                    <a:pt x="9867" y="1222832"/>
                  </a:moveTo>
                  <a:lnTo>
                    <a:pt x="9486" y="1220927"/>
                  </a:lnTo>
                  <a:lnTo>
                    <a:pt x="8343" y="1219415"/>
                  </a:lnTo>
                  <a:lnTo>
                    <a:pt x="6819" y="1218285"/>
                  </a:lnTo>
                  <a:lnTo>
                    <a:pt x="5295" y="1217904"/>
                  </a:lnTo>
                  <a:lnTo>
                    <a:pt x="3416" y="1218285"/>
                  </a:lnTo>
                  <a:lnTo>
                    <a:pt x="1905" y="1219415"/>
                  </a:lnTo>
                  <a:lnTo>
                    <a:pt x="1143" y="1220927"/>
                  </a:lnTo>
                  <a:lnTo>
                    <a:pt x="762" y="1222832"/>
                  </a:lnTo>
                  <a:lnTo>
                    <a:pt x="1143" y="1224737"/>
                  </a:lnTo>
                  <a:lnTo>
                    <a:pt x="1905" y="1226248"/>
                  </a:lnTo>
                  <a:lnTo>
                    <a:pt x="3416" y="1227010"/>
                  </a:lnTo>
                  <a:lnTo>
                    <a:pt x="5295" y="1227391"/>
                  </a:lnTo>
                  <a:lnTo>
                    <a:pt x="6819" y="1227010"/>
                  </a:lnTo>
                  <a:lnTo>
                    <a:pt x="8343" y="1226248"/>
                  </a:lnTo>
                  <a:lnTo>
                    <a:pt x="9486" y="1224737"/>
                  </a:lnTo>
                  <a:lnTo>
                    <a:pt x="9867" y="1222832"/>
                  </a:lnTo>
                  <a:close/>
                </a:path>
                <a:path w="13335" h="1467484">
                  <a:moveTo>
                    <a:pt x="9867" y="1204226"/>
                  </a:moveTo>
                  <a:lnTo>
                    <a:pt x="9486" y="1202715"/>
                  </a:lnTo>
                  <a:lnTo>
                    <a:pt x="8343" y="1201191"/>
                  </a:lnTo>
                  <a:lnTo>
                    <a:pt x="6819" y="1200048"/>
                  </a:lnTo>
                  <a:lnTo>
                    <a:pt x="5295" y="1199667"/>
                  </a:lnTo>
                  <a:lnTo>
                    <a:pt x="3416" y="1200048"/>
                  </a:lnTo>
                  <a:lnTo>
                    <a:pt x="1905" y="1201191"/>
                  </a:lnTo>
                  <a:lnTo>
                    <a:pt x="1143" y="1202715"/>
                  </a:lnTo>
                  <a:lnTo>
                    <a:pt x="762" y="1204226"/>
                  </a:lnTo>
                  <a:lnTo>
                    <a:pt x="1143" y="1206131"/>
                  </a:lnTo>
                  <a:lnTo>
                    <a:pt x="1905" y="1207655"/>
                  </a:lnTo>
                  <a:lnTo>
                    <a:pt x="3416" y="1208417"/>
                  </a:lnTo>
                  <a:lnTo>
                    <a:pt x="5295" y="1208798"/>
                  </a:lnTo>
                  <a:lnTo>
                    <a:pt x="6819" y="1208417"/>
                  </a:lnTo>
                  <a:lnTo>
                    <a:pt x="8343" y="1207655"/>
                  </a:lnTo>
                  <a:lnTo>
                    <a:pt x="9486" y="1206131"/>
                  </a:lnTo>
                  <a:lnTo>
                    <a:pt x="9867" y="1204226"/>
                  </a:lnTo>
                  <a:close/>
                </a:path>
                <a:path w="13335" h="1467484">
                  <a:moveTo>
                    <a:pt x="9867" y="1186014"/>
                  </a:moveTo>
                  <a:lnTo>
                    <a:pt x="9486" y="1184109"/>
                  </a:lnTo>
                  <a:lnTo>
                    <a:pt x="8343" y="1182585"/>
                  </a:lnTo>
                  <a:lnTo>
                    <a:pt x="6819" y="1181455"/>
                  </a:lnTo>
                  <a:lnTo>
                    <a:pt x="5295" y="1181074"/>
                  </a:lnTo>
                  <a:lnTo>
                    <a:pt x="3416" y="1181455"/>
                  </a:lnTo>
                  <a:lnTo>
                    <a:pt x="1905" y="1182585"/>
                  </a:lnTo>
                  <a:lnTo>
                    <a:pt x="1143" y="1184109"/>
                  </a:lnTo>
                  <a:lnTo>
                    <a:pt x="762" y="1186014"/>
                  </a:lnTo>
                  <a:lnTo>
                    <a:pt x="1143" y="1187907"/>
                  </a:lnTo>
                  <a:lnTo>
                    <a:pt x="1905" y="1189418"/>
                  </a:lnTo>
                  <a:lnTo>
                    <a:pt x="3416" y="1190180"/>
                  </a:lnTo>
                  <a:lnTo>
                    <a:pt x="6819" y="1190180"/>
                  </a:lnTo>
                  <a:lnTo>
                    <a:pt x="8343" y="1189418"/>
                  </a:lnTo>
                  <a:lnTo>
                    <a:pt x="9486" y="1187907"/>
                  </a:lnTo>
                  <a:lnTo>
                    <a:pt x="9867" y="1186014"/>
                  </a:lnTo>
                  <a:close/>
                </a:path>
                <a:path w="13335" h="1467484">
                  <a:moveTo>
                    <a:pt x="9867" y="1167396"/>
                  </a:moveTo>
                  <a:lnTo>
                    <a:pt x="9486" y="1165517"/>
                  </a:lnTo>
                  <a:lnTo>
                    <a:pt x="8343" y="1163993"/>
                  </a:lnTo>
                  <a:lnTo>
                    <a:pt x="6819" y="1163231"/>
                  </a:lnTo>
                  <a:lnTo>
                    <a:pt x="5295" y="1162850"/>
                  </a:lnTo>
                  <a:lnTo>
                    <a:pt x="3797" y="1163231"/>
                  </a:lnTo>
                  <a:lnTo>
                    <a:pt x="2286" y="1163993"/>
                  </a:lnTo>
                  <a:lnTo>
                    <a:pt x="1143" y="1165517"/>
                  </a:lnTo>
                  <a:lnTo>
                    <a:pt x="762" y="1167396"/>
                  </a:lnTo>
                  <a:lnTo>
                    <a:pt x="1143" y="1169301"/>
                  </a:lnTo>
                  <a:lnTo>
                    <a:pt x="2286" y="1170825"/>
                  </a:lnTo>
                  <a:lnTo>
                    <a:pt x="3797" y="1171575"/>
                  </a:lnTo>
                  <a:lnTo>
                    <a:pt x="5295" y="1171956"/>
                  </a:lnTo>
                  <a:lnTo>
                    <a:pt x="6819" y="1171575"/>
                  </a:lnTo>
                  <a:lnTo>
                    <a:pt x="8343" y="1170825"/>
                  </a:lnTo>
                  <a:lnTo>
                    <a:pt x="9486" y="1169301"/>
                  </a:lnTo>
                  <a:lnTo>
                    <a:pt x="9867" y="1167396"/>
                  </a:lnTo>
                  <a:close/>
                </a:path>
                <a:path w="13335" h="1467484">
                  <a:moveTo>
                    <a:pt x="9867" y="1149184"/>
                  </a:moveTo>
                  <a:lnTo>
                    <a:pt x="9486" y="1147279"/>
                  </a:lnTo>
                  <a:lnTo>
                    <a:pt x="8724" y="1145755"/>
                  </a:lnTo>
                  <a:lnTo>
                    <a:pt x="7200" y="1144638"/>
                  </a:lnTo>
                  <a:lnTo>
                    <a:pt x="5676" y="1144257"/>
                  </a:lnTo>
                  <a:lnTo>
                    <a:pt x="3797" y="1144638"/>
                  </a:lnTo>
                  <a:lnTo>
                    <a:pt x="2286" y="1145755"/>
                  </a:lnTo>
                  <a:lnTo>
                    <a:pt x="1143" y="1147279"/>
                  </a:lnTo>
                  <a:lnTo>
                    <a:pt x="762" y="1149184"/>
                  </a:lnTo>
                  <a:lnTo>
                    <a:pt x="1143" y="1150708"/>
                  </a:lnTo>
                  <a:lnTo>
                    <a:pt x="2286" y="1152220"/>
                  </a:lnTo>
                  <a:lnTo>
                    <a:pt x="3797" y="1152982"/>
                  </a:lnTo>
                  <a:lnTo>
                    <a:pt x="5676" y="1153363"/>
                  </a:lnTo>
                  <a:lnTo>
                    <a:pt x="7200" y="1152982"/>
                  </a:lnTo>
                  <a:lnTo>
                    <a:pt x="8724" y="1152220"/>
                  </a:lnTo>
                  <a:lnTo>
                    <a:pt x="9486" y="1150708"/>
                  </a:lnTo>
                  <a:lnTo>
                    <a:pt x="9867" y="1149184"/>
                  </a:lnTo>
                  <a:close/>
                </a:path>
                <a:path w="13335" h="1467484">
                  <a:moveTo>
                    <a:pt x="9867" y="1130579"/>
                  </a:moveTo>
                  <a:lnTo>
                    <a:pt x="9486" y="1128687"/>
                  </a:lnTo>
                  <a:lnTo>
                    <a:pt x="8724" y="1127163"/>
                  </a:lnTo>
                  <a:lnTo>
                    <a:pt x="7200" y="1126020"/>
                  </a:lnTo>
                  <a:lnTo>
                    <a:pt x="5676" y="1125639"/>
                  </a:lnTo>
                  <a:lnTo>
                    <a:pt x="3797" y="1126020"/>
                  </a:lnTo>
                  <a:lnTo>
                    <a:pt x="2286" y="1127163"/>
                  </a:lnTo>
                  <a:lnTo>
                    <a:pt x="1143" y="1128687"/>
                  </a:lnTo>
                  <a:lnTo>
                    <a:pt x="762" y="1130579"/>
                  </a:lnTo>
                  <a:lnTo>
                    <a:pt x="1143" y="1132484"/>
                  </a:lnTo>
                  <a:lnTo>
                    <a:pt x="2286" y="1134008"/>
                  </a:lnTo>
                  <a:lnTo>
                    <a:pt x="3797" y="1134757"/>
                  </a:lnTo>
                  <a:lnTo>
                    <a:pt x="5676" y="1135126"/>
                  </a:lnTo>
                  <a:lnTo>
                    <a:pt x="7200" y="1134757"/>
                  </a:lnTo>
                  <a:lnTo>
                    <a:pt x="8724" y="1134008"/>
                  </a:lnTo>
                  <a:lnTo>
                    <a:pt x="9486" y="1132484"/>
                  </a:lnTo>
                  <a:lnTo>
                    <a:pt x="9867" y="1130579"/>
                  </a:lnTo>
                  <a:close/>
                </a:path>
                <a:path w="13335" h="1467484">
                  <a:moveTo>
                    <a:pt x="9867" y="1111986"/>
                  </a:moveTo>
                  <a:lnTo>
                    <a:pt x="9486" y="1110462"/>
                  </a:lnTo>
                  <a:lnTo>
                    <a:pt x="8724" y="1108938"/>
                  </a:lnTo>
                  <a:lnTo>
                    <a:pt x="7200" y="1107795"/>
                  </a:lnTo>
                  <a:lnTo>
                    <a:pt x="5676" y="1107427"/>
                  </a:lnTo>
                  <a:lnTo>
                    <a:pt x="3797" y="1107795"/>
                  </a:lnTo>
                  <a:lnTo>
                    <a:pt x="2286" y="1108938"/>
                  </a:lnTo>
                  <a:lnTo>
                    <a:pt x="1143" y="1110462"/>
                  </a:lnTo>
                  <a:lnTo>
                    <a:pt x="762" y="1111986"/>
                  </a:lnTo>
                  <a:lnTo>
                    <a:pt x="1143" y="1113866"/>
                  </a:lnTo>
                  <a:lnTo>
                    <a:pt x="2286" y="1115390"/>
                  </a:lnTo>
                  <a:lnTo>
                    <a:pt x="3797" y="1116152"/>
                  </a:lnTo>
                  <a:lnTo>
                    <a:pt x="5676" y="1116533"/>
                  </a:lnTo>
                  <a:lnTo>
                    <a:pt x="7200" y="1116152"/>
                  </a:lnTo>
                  <a:lnTo>
                    <a:pt x="8724" y="1115390"/>
                  </a:lnTo>
                  <a:lnTo>
                    <a:pt x="9486" y="1113866"/>
                  </a:lnTo>
                  <a:lnTo>
                    <a:pt x="9867" y="1111986"/>
                  </a:lnTo>
                  <a:close/>
                </a:path>
                <a:path w="13335" h="1467484">
                  <a:moveTo>
                    <a:pt x="10248" y="1093749"/>
                  </a:moveTo>
                  <a:lnTo>
                    <a:pt x="9867" y="1091857"/>
                  </a:lnTo>
                  <a:lnTo>
                    <a:pt x="8724" y="1090345"/>
                  </a:lnTo>
                  <a:lnTo>
                    <a:pt x="7200" y="1089202"/>
                  </a:lnTo>
                  <a:lnTo>
                    <a:pt x="5676" y="1088821"/>
                  </a:lnTo>
                  <a:lnTo>
                    <a:pt x="3797" y="1089202"/>
                  </a:lnTo>
                  <a:lnTo>
                    <a:pt x="2286" y="1090345"/>
                  </a:lnTo>
                  <a:lnTo>
                    <a:pt x="1524" y="1091857"/>
                  </a:lnTo>
                  <a:lnTo>
                    <a:pt x="1143" y="1093749"/>
                  </a:lnTo>
                  <a:lnTo>
                    <a:pt x="1524" y="1095654"/>
                  </a:lnTo>
                  <a:lnTo>
                    <a:pt x="2286" y="1097165"/>
                  </a:lnTo>
                  <a:lnTo>
                    <a:pt x="3797" y="1097546"/>
                  </a:lnTo>
                  <a:lnTo>
                    <a:pt x="5676" y="1097927"/>
                  </a:lnTo>
                  <a:lnTo>
                    <a:pt x="8724" y="1097165"/>
                  </a:lnTo>
                  <a:lnTo>
                    <a:pt x="9486" y="1095654"/>
                  </a:lnTo>
                  <a:lnTo>
                    <a:pt x="10248" y="1093749"/>
                  </a:lnTo>
                  <a:close/>
                </a:path>
                <a:path w="13335" h="1467484">
                  <a:moveTo>
                    <a:pt x="10248" y="1075156"/>
                  </a:moveTo>
                  <a:lnTo>
                    <a:pt x="9867" y="1073251"/>
                  </a:lnTo>
                  <a:lnTo>
                    <a:pt x="8724" y="1071727"/>
                  </a:lnTo>
                  <a:lnTo>
                    <a:pt x="7200" y="1070965"/>
                  </a:lnTo>
                  <a:lnTo>
                    <a:pt x="5676" y="1070597"/>
                  </a:lnTo>
                  <a:lnTo>
                    <a:pt x="3797" y="1070965"/>
                  </a:lnTo>
                  <a:lnTo>
                    <a:pt x="2286" y="1071727"/>
                  </a:lnTo>
                  <a:lnTo>
                    <a:pt x="1524" y="1073251"/>
                  </a:lnTo>
                  <a:lnTo>
                    <a:pt x="1143" y="1075156"/>
                  </a:lnTo>
                  <a:lnTo>
                    <a:pt x="1524" y="1077048"/>
                  </a:lnTo>
                  <a:lnTo>
                    <a:pt x="2286" y="1078572"/>
                  </a:lnTo>
                  <a:lnTo>
                    <a:pt x="3797" y="1079715"/>
                  </a:lnTo>
                  <a:lnTo>
                    <a:pt x="5676" y="1080096"/>
                  </a:lnTo>
                  <a:lnTo>
                    <a:pt x="7200" y="1079715"/>
                  </a:lnTo>
                  <a:lnTo>
                    <a:pt x="8724" y="1078572"/>
                  </a:lnTo>
                  <a:lnTo>
                    <a:pt x="9867" y="1077048"/>
                  </a:lnTo>
                  <a:lnTo>
                    <a:pt x="10248" y="1075156"/>
                  </a:lnTo>
                  <a:close/>
                </a:path>
                <a:path w="13335" h="1467484">
                  <a:moveTo>
                    <a:pt x="10248" y="1056932"/>
                  </a:moveTo>
                  <a:lnTo>
                    <a:pt x="9867" y="1055027"/>
                  </a:lnTo>
                  <a:lnTo>
                    <a:pt x="8724" y="1053515"/>
                  </a:lnTo>
                  <a:lnTo>
                    <a:pt x="7200" y="1052372"/>
                  </a:lnTo>
                  <a:lnTo>
                    <a:pt x="5676" y="1051991"/>
                  </a:lnTo>
                  <a:lnTo>
                    <a:pt x="3797" y="1052372"/>
                  </a:lnTo>
                  <a:lnTo>
                    <a:pt x="2286" y="1053515"/>
                  </a:lnTo>
                  <a:lnTo>
                    <a:pt x="1524" y="1055027"/>
                  </a:lnTo>
                  <a:lnTo>
                    <a:pt x="1143" y="1056932"/>
                  </a:lnTo>
                  <a:lnTo>
                    <a:pt x="1524" y="1058456"/>
                  </a:lnTo>
                  <a:lnTo>
                    <a:pt x="2286" y="1059967"/>
                  </a:lnTo>
                  <a:lnTo>
                    <a:pt x="3797" y="1061097"/>
                  </a:lnTo>
                  <a:lnTo>
                    <a:pt x="5676" y="1061478"/>
                  </a:lnTo>
                  <a:lnTo>
                    <a:pt x="7200" y="1061097"/>
                  </a:lnTo>
                  <a:lnTo>
                    <a:pt x="8724" y="1059967"/>
                  </a:lnTo>
                  <a:lnTo>
                    <a:pt x="9867" y="1058456"/>
                  </a:lnTo>
                  <a:lnTo>
                    <a:pt x="10248" y="1056932"/>
                  </a:lnTo>
                  <a:close/>
                </a:path>
                <a:path w="13335" h="1467484">
                  <a:moveTo>
                    <a:pt x="10248" y="1038326"/>
                  </a:moveTo>
                  <a:lnTo>
                    <a:pt x="9867" y="1036434"/>
                  </a:lnTo>
                  <a:lnTo>
                    <a:pt x="8724" y="1034910"/>
                  </a:lnTo>
                  <a:lnTo>
                    <a:pt x="7200" y="1033767"/>
                  </a:lnTo>
                  <a:lnTo>
                    <a:pt x="5676" y="1033386"/>
                  </a:lnTo>
                  <a:lnTo>
                    <a:pt x="4165" y="1033767"/>
                  </a:lnTo>
                  <a:lnTo>
                    <a:pt x="2654" y="1034910"/>
                  </a:lnTo>
                  <a:lnTo>
                    <a:pt x="1524" y="1036434"/>
                  </a:lnTo>
                  <a:lnTo>
                    <a:pt x="1143" y="1038326"/>
                  </a:lnTo>
                  <a:lnTo>
                    <a:pt x="1524" y="1040218"/>
                  </a:lnTo>
                  <a:lnTo>
                    <a:pt x="2654" y="1041742"/>
                  </a:lnTo>
                  <a:lnTo>
                    <a:pt x="4165" y="1042885"/>
                  </a:lnTo>
                  <a:lnTo>
                    <a:pt x="5676" y="1043266"/>
                  </a:lnTo>
                  <a:lnTo>
                    <a:pt x="7200" y="1042885"/>
                  </a:lnTo>
                  <a:lnTo>
                    <a:pt x="8724" y="1041742"/>
                  </a:lnTo>
                  <a:lnTo>
                    <a:pt x="9867" y="1040218"/>
                  </a:lnTo>
                  <a:lnTo>
                    <a:pt x="10248" y="1038326"/>
                  </a:lnTo>
                  <a:close/>
                </a:path>
                <a:path w="13335" h="1467484">
                  <a:moveTo>
                    <a:pt x="10248" y="1019721"/>
                  </a:moveTo>
                  <a:lnTo>
                    <a:pt x="9867" y="1018197"/>
                  </a:lnTo>
                  <a:lnTo>
                    <a:pt x="8724" y="1016698"/>
                  </a:lnTo>
                  <a:lnTo>
                    <a:pt x="7200" y="1015555"/>
                  </a:lnTo>
                  <a:lnTo>
                    <a:pt x="6057" y="1015174"/>
                  </a:lnTo>
                  <a:lnTo>
                    <a:pt x="4165" y="1015555"/>
                  </a:lnTo>
                  <a:lnTo>
                    <a:pt x="2654" y="1016698"/>
                  </a:lnTo>
                  <a:lnTo>
                    <a:pt x="1524" y="1018197"/>
                  </a:lnTo>
                  <a:lnTo>
                    <a:pt x="1143" y="1019721"/>
                  </a:lnTo>
                  <a:lnTo>
                    <a:pt x="1524" y="1021626"/>
                  </a:lnTo>
                  <a:lnTo>
                    <a:pt x="2654" y="1023137"/>
                  </a:lnTo>
                  <a:lnTo>
                    <a:pt x="4165" y="1024280"/>
                  </a:lnTo>
                  <a:lnTo>
                    <a:pt x="6057" y="1024661"/>
                  </a:lnTo>
                  <a:lnTo>
                    <a:pt x="7200" y="1024280"/>
                  </a:lnTo>
                  <a:lnTo>
                    <a:pt x="8724" y="1023137"/>
                  </a:lnTo>
                  <a:lnTo>
                    <a:pt x="9867" y="1021626"/>
                  </a:lnTo>
                  <a:lnTo>
                    <a:pt x="10248" y="1019721"/>
                  </a:lnTo>
                  <a:close/>
                </a:path>
                <a:path w="13335" h="1467484">
                  <a:moveTo>
                    <a:pt x="10248" y="1001496"/>
                  </a:moveTo>
                  <a:lnTo>
                    <a:pt x="9867" y="999604"/>
                  </a:lnTo>
                  <a:lnTo>
                    <a:pt x="9105" y="998080"/>
                  </a:lnTo>
                  <a:lnTo>
                    <a:pt x="7581" y="996937"/>
                  </a:lnTo>
                  <a:lnTo>
                    <a:pt x="6057" y="996556"/>
                  </a:lnTo>
                  <a:lnTo>
                    <a:pt x="4165" y="996937"/>
                  </a:lnTo>
                  <a:lnTo>
                    <a:pt x="2654" y="998080"/>
                  </a:lnTo>
                  <a:lnTo>
                    <a:pt x="1524" y="999604"/>
                  </a:lnTo>
                  <a:lnTo>
                    <a:pt x="1143" y="1001496"/>
                  </a:lnTo>
                  <a:lnTo>
                    <a:pt x="1524" y="1003401"/>
                  </a:lnTo>
                  <a:lnTo>
                    <a:pt x="2654" y="1004925"/>
                  </a:lnTo>
                  <a:lnTo>
                    <a:pt x="4165" y="1005687"/>
                  </a:lnTo>
                  <a:lnTo>
                    <a:pt x="6057" y="1006068"/>
                  </a:lnTo>
                  <a:lnTo>
                    <a:pt x="7581" y="1005687"/>
                  </a:lnTo>
                  <a:lnTo>
                    <a:pt x="9105" y="1004925"/>
                  </a:lnTo>
                  <a:lnTo>
                    <a:pt x="9867" y="1003401"/>
                  </a:lnTo>
                  <a:lnTo>
                    <a:pt x="10248" y="1001496"/>
                  </a:lnTo>
                  <a:close/>
                </a:path>
                <a:path w="13335" h="1467484">
                  <a:moveTo>
                    <a:pt x="10248" y="982903"/>
                  </a:moveTo>
                  <a:lnTo>
                    <a:pt x="9867" y="980998"/>
                  </a:lnTo>
                  <a:lnTo>
                    <a:pt x="9105" y="979487"/>
                  </a:lnTo>
                  <a:lnTo>
                    <a:pt x="7581" y="978344"/>
                  </a:lnTo>
                  <a:lnTo>
                    <a:pt x="4165" y="978344"/>
                  </a:lnTo>
                  <a:lnTo>
                    <a:pt x="2654" y="979487"/>
                  </a:lnTo>
                  <a:lnTo>
                    <a:pt x="1524" y="980998"/>
                  </a:lnTo>
                  <a:lnTo>
                    <a:pt x="1143" y="982903"/>
                  </a:lnTo>
                  <a:lnTo>
                    <a:pt x="1524" y="984808"/>
                  </a:lnTo>
                  <a:lnTo>
                    <a:pt x="2654" y="986307"/>
                  </a:lnTo>
                  <a:lnTo>
                    <a:pt x="4165" y="987450"/>
                  </a:lnTo>
                  <a:lnTo>
                    <a:pt x="6057" y="987831"/>
                  </a:lnTo>
                  <a:lnTo>
                    <a:pt x="7581" y="987450"/>
                  </a:lnTo>
                  <a:lnTo>
                    <a:pt x="9105" y="986307"/>
                  </a:lnTo>
                  <a:lnTo>
                    <a:pt x="9867" y="984808"/>
                  </a:lnTo>
                  <a:lnTo>
                    <a:pt x="10248" y="982903"/>
                  </a:lnTo>
                  <a:close/>
                </a:path>
                <a:path w="13335" h="1467484">
                  <a:moveTo>
                    <a:pt x="10629" y="964666"/>
                  </a:moveTo>
                  <a:lnTo>
                    <a:pt x="10248" y="962787"/>
                  </a:lnTo>
                  <a:lnTo>
                    <a:pt x="9105" y="961263"/>
                  </a:lnTo>
                  <a:lnTo>
                    <a:pt x="7581" y="960120"/>
                  </a:lnTo>
                  <a:lnTo>
                    <a:pt x="6057" y="959739"/>
                  </a:lnTo>
                  <a:lnTo>
                    <a:pt x="4165" y="960120"/>
                  </a:lnTo>
                  <a:lnTo>
                    <a:pt x="2654" y="961263"/>
                  </a:lnTo>
                  <a:lnTo>
                    <a:pt x="1905" y="962787"/>
                  </a:lnTo>
                  <a:lnTo>
                    <a:pt x="1524" y="964666"/>
                  </a:lnTo>
                  <a:lnTo>
                    <a:pt x="1905" y="966190"/>
                  </a:lnTo>
                  <a:lnTo>
                    <a:pt x="2654" y="967714"/>
                  </a:lnTo>
                  <a:lnTo>
                    <a:pt x="4165" y="968476"/>
                  </a:lnTo>
                  <a:lnTo>
                    <a:pt x="6057" y="968857"/>
                  </a:lnTo>
                  <a:lnTo>
                    <a:pt x="7581" y="968476"/>
                  </a:lnTo>
                  <a:lnTo>
                    <a:pt x="9105" y="967714"/>
                  </a:lnTo>
                  <a:lnTo>
                    <a:pt x="10629" y="964666"/>
                  </a:lnTo>
                  <a:close/>
                </a:path>
                <a:path w="13335" h="1467484">
                  <a:moveTo>
                    <a:pt x="10629" y="946073"/>
                  </a:moveTo>
                  <a:lnTo>
                    <a:pt x="10248" y="944168"/>
                  </a:lnTo>
                  <a:lnTo>
                    <a:pt x="9105" y="942644"/>
                  </a:lnTo>
                  <a:lnTo>
                    <a:pt x="7581" y="941527"/>
                  </a:lnTo>
                  <a:lnTo>
                    <a:pt x="6057" y="941146"/>
                  </a:lnTo>
                  <a:lnTo>
                    <a:pt x="4165" y="941527"/>
                  </a:lnTo>
                  <a:lnTo>
                    <a:pt x="2654" y="942644"/>
                  </a:lnTo>
                  <a:lnTo>
                    <a:pt x="1905" y="944168"/>
                  </a:lnTo>
                  <a:lnTo>
                    <a:pt x="1524" y="946073"/>
                  </a:lnTo>
                  <a:lnTo>
                    <a:pt x="1905" y="947978"/>
                  </a:lnTo>
                  <a:lnTo>
                    <a:pt x="2654" y="949490"/>
                  </a:lnTo>
                  <a:lnTo>
                    <a:pt x="4165" y="950633"/>
                  </a:lnTo>
                  <a:lnTo>
                    <a:pt x="6057" y="951014"/>
                  </a:lnTo>
                  <a:lnTo>
                    <a:pt x="7581" y="950633"/>
                  </a:lnTo>
                  <a:lnTo>
                    <a:pt x="9105" y="949490"/>
                  </a:lnTo>
                  <a:lnTo>
                    <a:pt x="10248" y="947978"/>
                  </a:lnTo>
                  <a:lnTo>
                    <a:pt x="10629" y="946073"/>
                  </a:lnTo>
                  <a:close/>
                </a:path>
                <a:path w="13335" h="1467484">
                  <a:moveTo>
                    <a:pt x="10629" y="927468"/>
                  </a:moveTo>
                  <a:lnTo>
                    <a:pt x="10248" y="925576"/>
                  </a:lnTo>
                  <a:lnTo>
                    <a:pt x="9105" y="924433"/>
                  </a:lnTo>
                  <a:lnTo>
                    <a:pt x="7581" y="923290"/>
                  </a:lnTo>
                  <a:lnTo>
                    <a:pt x="6057" y="922909"/>
                  </a:lnTo>
                  <a:lnTo>
                    <a:pt x="4165" y="923290"/>
                  </a:lnTo>
                  <a:lnTo>
                    <a:pt x="2654" y="924433"/>
                  </a:lnTo>
                  <a:lnTo>
                    <a:pt x="1905" y="925576"/>
                  </a:lnTo>
                  <a:lnTo>
                    <a:pt x="1524" y="927468"/>
                  </a:lnTo>
                  <a:lnTo>
                    <a:pt x="1905" y="929373"/>
                  </a:lnTo>
                  <a:lnTo>
                    <a:pt x="2654" y="930897"/>
                  </a:lnTo>
                  <a:lnTo>
                    <a:pt x="4165" y="932014"/>
                  </a:lnTo>
                  <a:lnTo>
                    <a:pt x="6057" y="932395"/>
                  </a:lnTo>
                  <a:lnTo>
                    <a:pt x="7581" y="932014"/>
                  </a:lnTo>
                  <a:lnTo>
                    <a:pt x="9105" y="930897"/>
                  </a:lnTo>
                  <a:lnTo>
                    <a:pt x="10248" y="929373"/>
                  </a:lnTo>
                  <a:lnTo>
                    <a:pt x="10629" y="927468"/>
                  </a:lnTo>
                  <a:close/>
                </a:path>
                <a:path w="13335" h="1467484">
                  <a:moveTo>
                    <a:pt x="10629" y="909256"/>
                  </a:moveTo>
                  <a:lnTo>
                    <a:pt x="10248" y="907351"/>
                  </a:lnTo>
                  <a:lnTo>
                    <a:pt x="9105" y="905827"/>
                  </a:lnTo>
                  <a:lnTo>
                    <a:pt x="7581" y="904697"/>
                  </a:lnTo>
                  <a:lnTo>
                    <a:pt x="6057" y="904316"/>
                  </a:lnTo>
                  <a:lnTo>
                    <a:pt x="4546" y="904697"/>
                  </a:lnTo>
                  <a:lnTo>
                    <a:pt x="3035" y="905827"/>
                  </a:lnTo>
                  <a:lnTo>
                    <a:pt x="1905" y="907351"/>
                  </a:lnTo>
                  <a:lnTo>
                    <a:pt x="1524" y="909256"/>
                  </a:lnTo>
                  <a:lnTo>
                    <a:pt x="1905" y="911136"/>
                  </a:lnTo>
                  <a:lnTo>
                    <a:pt x="3035" y="912279"/>
                  </a:lnTo>
                  <a:lnTo>
                    <a:pt x="4546" y="913422"/>
                  </a:lnTo>
                  <a:lnTo>
                    <a:pt x="6057" y="913803"/>
                  </a:lnTo>
                  <a:lnTo>
                    <a:pt x="7581" y="913422"/>
                  </a:lnTo>
                  <a:lnTo>
                    <a:pt x="9105" y="912279"/>
                  </a:lnTo>
                  <a:lnTo>
                    <a:pt x="10248" y="911136"/>
                  </a:lnTo>
                  <a:lnTo>
                    <a:pt x="10629" y="909256"/>
                  </a:lnTo>
                  <a:close/>
                </a:path>
                <a:path w="13335" h="1467484">
                  <a:moveTo>
                    <a:pt x="10629" y="890638"/>
                  </a:moveTo>
                  <a:lnTo>
                    <a:pt x="10248" y="888758"/>
                  </a:lnTo>
                  <a:lnTo>
                    <a:pt x="9105" y="887234"/>
                  </a:lnTo>
                  <a:lnTo>
                    <a:pt x="7581" y="886091"/>
                  </a:lnTo>
                  <a:lnTo>
                    <a:pt x="6057" y="885710"/>
                  </a:lnTo>
                  <a:lnTo>
                    <a:pt x="4546" y="886091"/>
                  </a:lnTo>
                  <a:lnTo>
                    <a:pt x="3035" y="887234"/>
                  </a:lnTo>
                  <a:lnTo>
                    <a:pt x="1905" y="888758"/>
                  </a:lnTo>
                  <a:lnTo>
                    <a:pt x="1524" y="890638"/>
                  </a:lnTo>
                  <a:lnTo>
                    <a:pt x="1905" y="892543"/>
                  </a:lnTo>
                  <a:lnTo>
                    <a:pt x="3035" y="894067"/>
                  </a:lnTo>
                  <a:lnTo>
                    <a:pt x="4546" y="895197"/>
                  </a:lnTo>
                  <a:lnTo>
                    <a:pt x="6057" y="895578"/>
                  </a:lnTo>
                  <a:lnTo>
                    <a:pt x="7581" y="895197"/>
                  </a:lnTo>
                  <a:lnTo>
                    <a:pt x="9105" y="894067"/>
                  </a:lnTo>
                  <a:lnTo>
                    <a:pt x="10248" y="892543"/>
                  </a:lnTo>
                  <a:lnTo>
                    <a:pt x="10629" y="890638"/>
                  </a:lnTo>
                  <a:close/>
                </a:path>
                <a:path w="13335" h="1467484">
                  <a:moveTo>
                    <a:pt x="10629" y="872426"/>
                  </a:moveTo>
                  <a:lnTo>
                    <a:pt x="10248" y="870521"/>
                  </a:lnTo>
                  <a:lnTo>
                    <a:pt x="9486" y="868997"/>
                  </a:lnTo>
                  <a:lnTo>
                    <a:pt x="7962" y="867867"/>
                  </a:lnTo>
                  <a:lnTo>
                    <a:pt x="6057" y="867498"/>
                  </a:lnTo>
                  <a:lnTo>
                    <a:pt x="4546" y="867867"/>
                  </a:lnTo>
                  <a:lnTo>
                    <a:pt x="3035" y="868997"/>
                  </a:lnTo>
                  <a:lnTo>
                    <a:pt x="1905" y="870521"/>
                  </a:lnTo>
                  <a:lnTo>
                    <a:pt x="1524" y="872426"/>
                  </a:lnTo>
                  <a:lnTo>
                    <a:pt x="1905" y="873937"/>
                  </a:lnTo>
                  <a:lnTo>
                    <a:pt x="3035" y="875461"/>
                  </a:lnTo>
                  <a:lnTo>
                    <a:pt x="4546" y="876604"/>
                  </a:lnTo>
                  <a:lnTo>
                    <a:pt x="6057" y="876985"/>
                  </a:lnTo>
                  <a:lnTo>
                    <a:pt x="7962" y="876604"/>
                  </a:lnTo>
                  <a:lnTo>
                    <a:pt x="9486" y="875461"/>
                  </a:lnTo>
                  <a:lnTo>
                    <a:pt x="10248" y="873937"/>
                  </a:lnTo>
                  <a:lnTo>
                    <a:pt x="10629" y="872426"/>
                  </a:lnTo>
                  <a:close/>
                </a:path>
                <a:path w="13335" h="1467484">
                  <a:moveTo>
                    <a:pt x="10629" y="853821"/>
                  </a:moveTo>
                  <a:lnTo>
                    <a:pt x="10248" y="851916"/>
                  </a:lnTo>
                  <a:lnTo>
                    <a:pt x="9486" y="850404"/>
                  </a:lnTo>
                  <a:lnTo>
                    <a:pt x="7962" y="849261"/>
                  </a:lnTo>
                  <a:lnTo>
                    <a:pt x="6057" y="848880"/>
                  </a:lnTo>
                  <a:lnTo>
                    <a:pt x="4546" y="849261"/>
                  </a:lnTo>
                  <a:lnTo>
                    <a:pt x="3035" y="850404"/>
                  </a:lnTo>
                  <a:lnTo>
                    <a:pt x="1905" y="851916"/>
                  </a:lnTo>
                  <a:lnTo>
                    <a:pt x="1524" y="853821"/>
                  </a:lnTo>
                  <a:lnTo>
                    <a:pt x="1905" y="855726"/>
                  </a:lnTo>
                  <a:lnTo>
                    <a:pt x="3035" y="857237"/>
                  </a:lnTo>
                  <a:lnTo>
                    <a:pt x="4546" y="858367"/>
                  </a:lnTo>
                  <a:lnTo>
                    <a:pt x="6057" y="858748"/>
                  </a:lnTo>
                  <a:lnTo>
                    <a:pt x="7962" y="858367"/>
                  </a:lnTo>
                  <a:lnTo>
                    <a:pt x="9486" y="857237"/>
                  </a:lnTo>
                  <a:lnTo>
                    <a:pt x="10248" y="855726"/>
                  </a:lnTo>
                  <a:lnTo>
                    <a:pt x="10629" y="853821"/>
                  </a:lnTo>
                  <a:close/>
                </a:path>
                <a:path w="13335" h="1467484">
                  <a:moveTo>
                    <a:pt x="11010" y="835228"/>
                  </a:moveTo>
                  <a:lnTo>
                    <a:pt x="10629" y="833323"/>
                  </a:lnTo>
                  <a:lnTo>
                    <a:pt x="9486" y="832180"/>
                  </a:lnTo>
                  <a:lnTo>
                    <a:pt x="7962" y="831037"/>
                  </a:lnTo>
                  <a:lnTo>
                    <a:pt x="6057" y="830656"/>
                  </a:lnTo>
                  <a:lnTo>
                    <a:pt x="4546" y="831037"/>
                  </a:lnTo>
                  <a:lnTo>
                    <a:pt x="3035" y="832180"/>
                  </a:lnTo>
                  <a:lnTo>
                    <a:pt x="2286" y="833323"/>
                  </a:lnTo>
                  <a:lnTo>
                    <a:pt x="1905" y="835228"/>
                  </a:lnTo>
                  <a:lnTo>
                    <a:pt x="2286" y="837107"/>
                  </a:lnTo>
                  <a:lnTo>
                    <a:pt x="3035" y="838631"/>
                  </a:lnTo>
                  <a:lnTo>
                    <a:pt x="4546" y="839393"/>
                  </a:lnTo>
                  <a:lnTo>
                    <a:pt x="6057" y="839774"/>
                  </a:lnTo>
                  <a:lnTo>
                    <a:pt x="7962" y="839393"/>
                  </a:lnTo>
                  <a:lnTo>
                    <a:pt x="9486" y="838631"/>
                  </a:lnTo>
                  <a:lnTo>
                    <a:pt x="10248" y="837107"/>
                  </a:lnTo>
                  <a:lnTo>
                    <a:pt x="11010" y="835228"/>
                  </a:lnTo>
                  <a:close/>
                </a:path>
                <a:path w="13335" h="1467484">
                  <a:moveTo>
                    <a:pt x="11010" y="816991"/>
                  </a:moveTo>
                  <a:lnTo>
                    <a:pt x="10629" y="815086"/>
                  </a:lnTo>
                  <a:lnTo>
                    <a:pt x="9486" y="813587"/>
                  </a:lnTo>
                  <a:lnTo>
                    <a:pt x="7962" y="812444"/>
                  </a:lnTo>
                  <a:lnTo>
                    <a:pt x="6057" y="812063"/>
                  </a:lnTo>
                  <a:lnTo>
                    <a:pt x="4546" y="812444"/>
                  </a:lnTo>
                  <a:lnTo>
                    <a:pt x="3035" y="813587"/>
                  </a:lnTo>
                  <a:lnTo>
                    <a:pt x="2286" y="815086"/>
                  </a:lnTo>
                  <a:lnTo>
                    <a:pt x="1905" y="816991"/>
                  </a:lnTo>
                  <a:lnTo>
                    <a:pt x="2286" y="818896"/>
                  </a:lnTo>
                  <a:lnTo>
                    <a:pt x="3035" y="820026"/>
                  </a:lnTo>
                  <a:lnTo>
                    <a:pt x="4546" y="821169"/>
                  </a:lnTo>
                  <a:lnTo>
                    <a:pt x="6057" y="821550"/>
                  </a:lnTo>
                  <a:lnTo>
                    <a:pt x="7962" y="821169"/>
                  </a:lnTo>
                  <a:lnTo>
                    <a:pt x="9486" y="820026"/>
                  </a:lnTo>
                  <a:lnTo>
                    <a:pt x="10629" y="818896"/>
                  </a:lnTo>
                  <a:lnTo>
                    <a:pt x="11010" y="816991"/>
                  </a:lnTo>
                  <a:close/>
                </a:path>
                <a:path w="13335" h="1467484">
                  <a:moveTo>
                    <a:pt x="11010" y="798398"/>
                  </a:moveTo>
                  <a:lnTo>
                    <a:pt x="10629" y="796493"/>
                  </a:lnTo>
                  <a:lnTo>
                    <a:pt x="9486" y="794969"/>
                  </a:lnTo>
                  <a:lnTo>
                    <a:pt x="7962" y="793826"/>
                  </a:lnTo>
                  <a:lnTo>
                    <a:pt x="6057" y="793445"/>
                  </a:lnTo>
                  <a:lnTo>
                    <a:pt x="4546" y="793826"/>
                  </a:lnTo>
                  <a:lnTo>
                    <a:pt x="3035" y="794969"/>
                  </a:lnTo>
                  <a:lnTo>
                    <a:pt x="2286" y="796493"/>
                  </a:lnTo>
                  <a:lnTo>
                    <a:pt x="1905" y="798398"/>
                  </a:lnTo>
                  <a:lnTo>
                    <a:pt x="2286" y="800290"/>
                  </a:lnTo>
                  <a:lnTo>
                    <a:pt x="3035" y="801814"/>
                  </a:lnTo>
                  <a:lnTo>
                    <a:pt x="4546" y="802957"/>
                  </a:lnTo>
                  <a:lnTo>
                    <a:pt x="6057" y="803338"/>
                  </a:lnTo>
                  <a:lnTo>
                    <a:pt x="7962" y="802957"/>
                  </a:lnTo>
                  <a:lnTo>
                    <a:pt x="9486" y="801814"/>
                  </a:lnTo>
                  <a:lnTo>
                    <a:pt x="10629" y="800290"/>
                  </a:lnTo>
                  <a:lnTo>
                    <a:pt x="11010" y="798398"/>
                  </a:lnTo>
                  <a:close/>
                </a:path>
                <a:path w="13335" h="1467484">
                  <a:moveTo>
                    <a:pt x="11010" y="780173"/>
                  </a:moveTo>
                  <a:lnTo>
                    <a:pt x="10629" y="778268"/>
                  </a:lnTo>
                  <a:lnTo>
                    <a:pt x="9486" y="776757"/>
                  </a:lnTo>
                  <a:lnTo>
                    <a:pt x="7962" y="775614"/>
                  </a:lnTo>
                  <a:lnTo>
                    <a:pt x="6057" y="775233"/>
                  </a:lnTo>
                  <a:lnTo>
                    <a:pt x="4914" y="775614"/>
                  </a:lnTo>
                  <a:lnTo>
                    <a:pt x="3416" y="776757"/>
                  </a:lnTo>
                  <a:lnTo>
                    <a:pt x="2286" y="778268"/>
                  </a:lnTo>
                  <a:lnTo>
                    <a:pt x="1905" y="780173"/>
                  </a:lnTo>
                  <a:lnTo>
                    <a:pt x="2286" y="781697"/>
                  </a:lnTo>
                  <a:lnTo>
                    <a:pt x="3416" y="783196"/>
                  </a:lnTo>
                  <a:lnTo>
                    <a:pt x="4914" y="784339"/>
                  </a:lnTo>
                  <a:lnTo>
                    <a:pt x="6057" y="784720"/>
                  </a:lnTo>
                  <a:lnTo>
                    <a:pt x="7962" y="784339"/>
                  </a:lnTo>
                  <a:lnTo>
                    <a:pt x="9486" y="783196"/>
                  </a:lnTo>
                  <a:lnTo>
                    <a:pt x="10629" y="781697"/>
                  </a:lnTo>
                  <a:lnTo>
                    <a:pt x="11010" y="780173"/>
                  </a:lnTo>
                  <a:close/>
                </a:path>
                <a:path w="13335" h="1467484">
                  <a:moveTo>
                    <a:pt x="11010" y="761555"/>
                  </a:moveTo>
                  <a:lnTo>
                    <a:pt x="10629" y="759675"/>
                  </a:lnTo>
                  <a:lnTo>
                    <a:pt x="9486" y="758151"/>
                  </a:lnTo>
                  <a:lnTo>
                    <a:pt x="7962" y="757008"/>
                  </a:lnTo>
                  <a:lnTo>
                    <a:pt x="6438" y="756627"/>
                  </a:lnTo>
                  <a:lnTo>
                    <a:pt x="4914" y="757008"/>
                  </a:lnTo>
                  <a:lnTo>
                    <a:pt x="3416" y="758151"/>
                  </a:lnTo>
                  <a:lnTo>
                    <a:pt x="2286" y="759675"/>
                  </a:lnTo>
                  <a:lnTo>
                    <a:pt x="1905" y="761555"/>
                  </a:lnTo>
                  <a:lnTo>
                    <a:pt x="2286" y="763460"/>
                  </a:lnTo>
                  <a:lnTo>
                    <a:pt x="3416" y="764984"/>
                  </a:lnTo>
                  <a:lnTo>
                    <a:pt x="4914" y="766127"/>
                  </a:lnTo>
                  <a:lnTo>
                    <a:pt x="6438" y="766508"/>
                  </a:lnTo>
                  <a:lnTo>
                    <a:pt x="7962" y="766127"/>
                  </a:lnTo>
                  <a:lnTo>
                    <a:pt x="9486" y="764984"/>
                  </a:lnTo>
                  <a:lnTo>
                    <a:pt x="10629" y="763460"/>
                  </a:lnTo>
                  <a:lnTo>
                    <a:pt x="11010" y="761555"/>
                  </a:lnTo>
                  <a:close/>
                </a:path>
                <a:path w="13335" h="1467484">
                  <a:moveTo>
                    <a:pt x="11010" y="742962"/>
                  </a:moveTo>
                  <a:lnTo>
                    <a:pt x="10629" y="741057"/>
                  </a:lnTo>
                  <a:lnTo>
                    <a:pt x="9867" y="739927"/>
                  </a:lnTo>
                  <a:lnTo>
                    <a:pt x="8343" y="738797"/>
                  </a:lnTo>
                  <a:lnTo>
                    <a:pt x="6438" y="738416"/>
                  </a:lnTo>
                  <a:lnTo>
                    <a:pt x="4914" y="738797"/>
                  </a:lnTo>
                  <a:lnTo>
                    <a:pt x="3416" y="739927"/>
                  </a:lnTo>
                  <a:lnTo>
                    <a:pt x="2286" y="741057"/>
                  </a:lnTo>
                  <a:lnTo>
                    <a:pt x="1905" y="742962"/>
                  </a:lnTo>
                  <a:lnTo>
                    <a:pt x="2286" y="744867"/>
                  </a:lnTo>
                  <a:lnTo>
                    <a:pt x="3416" y="746379"/>
                  </a:lnTo>
                  <a:lnTo>
                    <a:pt x="4914" y="747522"/>
                  </a:lnTo>
                  <a:lnTo>
                    <a:pt x="6438" y="747903"/>
                  </a:lnTo>
                  <a:lnTo>
                    <a:pt x="8343" y="747522"/>
                  </a:lnTo>
                  <a:lnTo>
                    <a:pt x="9867" y="746379"/>
                  </a:lnTo>
                  <a:lnTo>
                    <a:pt x="10629" y="744867"/>
                  </a:lnTo>
                  <a:lnTo>
                    <a:pt x="11010" y="742962"/>
                  </a:lnTo>
                  <a:close/>
                </a:path>
                <a:path w="13335" h="1467484">
                  <a:moveTo>
                    <a:pt x="11010" y="724738"/>
                  </a:moveTo>
                  <a:lnTo>
                    <a:pt x="10629" y="722845"/>
                  </a:lnTo>
                  <a:lnTo>
                    <a:pt x="9867" y="721321"/>
                  </a:lnTo>
                  <a:lnTo>
                    <a:pt x="8343" y="720178"/>
                  </a:lnTo>
                  <a:lnTo>
                    <a:pt x="6438" y="719797"/>
                  </a:lnTo>
                  <a:lnTo>
                    <a:pt x="4914" y="720178"/>
                  </a:lnTo>
                  <a:lnTo>
                    <a:pt x="3416" y="721321"/>
                  </a:lnTo>
                  <a:lnTo>
                    <a:pt x="2286" y="722845"/>
                  </a:lnTo>
                  <a:lnTo>
                    <a:pt x="1905" y="724738"/>
                  </a:lnTo>
                  <a:lnTo>
                    <a:pt x="2286" y="726643"/>
                  </a:lnTo>
                  <a:lnTo>
                    <a:pt x="3416" y="727786"/>
                  </a:lnTo>
                  <a:lnTo>
                    <a:pt x="4914" y="728929"/>
                  </a:lnTo>
                  <a:lnTo>
                    <a:pt x="6438" y="729297"/>
                  </a:lnTo>
                  <a:lnTo>
                    <a:pt x="8343" y="728929"/>
                  </a:lnTo>
                  <a:lnTo>
                    <a:pt x="9867" y="727786"/>
                  </a:lnTo>
                  <a:lnTo>
                    <a:pt x="10629" y="726643"/>
                  </a:lnTo>
                  <a:lnTo>
                    <a:pt x="11010" y="724738"/>
                  </a:lnTo>
                  <a:close/>
                </a:path>
                <a:path w="13335" h="1467484">
                  <a:moveTo>
                    <a:pt x="11010" y="706145"/>
                  </a:moveTo>
                  <a:lnTo>
                    <a:pt x="10629" y="704240"/>
                  </a:lnTo>
                  <a:lnTo>
                    <a:pt x="9867" y="702716"/>
                  </a:lnTo>
                  <a:lnTo>
                    <a:pt x="8343" y="701586"/>
                  </a:lnTo>
                  <a:lnTo>
                    <a:pt x="6438" y="701205"/>
                  </a:lnTo>
                  <a:lnTo>
                    <a:pt x="4914" y="701586"/>
                  </a:lnTo>
                  <a:lnTo>
                    <a:pt x="3416" y="702716"/>
                  </a:lnTo>
                  <a:lnTo>
                    <a:pt x="2286" y="704240"/>
                  </a:lnTo>
                  <a:lnTo>
                    <a:pt x="1905" y="706145"/>
                  </a:lnTo>
                  <a:lnTo>
                    <a:pt x="2286" y="708025"/>
                  </a:lnTo>
                  <a:lnTo>
                    <a:pt x="3416" y="709549"/>
                  </a:lnTo>
                  <a:lnTo>
                    <a:pt x="4914" y="710692"/>
                  </a:lnTo>
                  <a:lnTo>
                    <a:pt x="6438" y="711073"/>
                  </a:lnTo>
                  <a:lnTo>
                    <a:pt x="8343" y="710692"/>
                  </a:lnTo>
                  <a:lnTo>
                    <a:pt x="9867" y="709549"/>
                  </a:lnTo>
                  <a:lnTo>
                    <a:pt x="10629" y="708025"/>
                  </a:lnTo>
                  <a:lnTo>
                    <a:pt x="11010" y="706145"/>
                  </a:lnTo>
                  <a:close/>
                </a:path>
                <a:path w="13335" h="1467484">
                  <a:moveTo>
                    <a:pt x="11391" y="687527"/>
                  </a:moveTo>
                  <a:lnTo>
                    <a:pt x="11010" y="686028"/>
                  </a:lnTo>
                  <a:lnTo>
                    <a:pt x="9867" y="684504"/>
                  </a:lnTo>
                  <a:lnTo>
                    <a:pt x="8343" y="683361"/>
                  </a:lnTo>
                  <a:lnTo>
                    <a:pt x="6438" y="682980"/>
                  </a:lnTo>
                  <a:lnTo>
                    <a:pt x="4914" y="683361"/>
                  </a:lnTo>
                  <a:lnTo>
                    <a:pt x="3416" y="684504"/>
                  </a:lnTo>
                  <a:lnTo>
                    <a:pt x="2654" y="686028"/>
                  </a:lnTo>
                  <a:lnTo>
                    <a:pt x="2286" y="687527"/>
                  </a:lnTo>
                  <a:lnTo>
                    <a:pt x="2654" y="689432"/>
                  </a:lnTo>
                  <a:lnTo>
                    <a:pt x="3416" y="690956"/>
                  </a:lnTo>
                  <a:lnTo>
                    <a:pt x="4914" y="692086"/>
                  </a:lnTo>
                  <a:lnTo>
                    <a:pt x="6438" y="692467"/>
                  </a:lnTo>
                  <a:lnTo>
                    <a:pt x="8343" y="692086"/>
                  </a:lnTo>
                  <a:lnTo>
                    <a:pt x="9867" y="690956"/>
                  </a:lnTo>
                  <a:lnTo>
                    <a:pt x="11010" y="689432"/>
                  </a:lnTo>
                  <a:lnTo>
                    <a:pt x="11391" y="687527"/>
                  </a:lnTo>
                  <a:close/>
                </a:path>
                <a:path w="13335" h="1467484">
                  <a:moveTo>
                    <a:pt x="11391" y="669315"/>
                  </a:moveTo>
                  <a:lnTo>
                    <a:pt x="11010" y="667410"/>
                  </a:lnTo>
                  <a:lnTo>
                    <a:pt x="9867" y="665886"/>
                  </a:lnTo>
                  <a:lnTo>
                    <a:pt x="8343" y="664756"/>
                  </a:lnTo>
                  <a:lnTo>
                    <a:pt x="6438" y="664387"/>
                  </a:lnTo>
                  <a:lnTo>
                    <a:pt x="4914" y="664756"/>
                  </a:lnTo>
                  <a:lnTo>
                    <a:pt x="3416" y="665886"/>
                  </a:lnTo>
                  <a:lnTo>
                    <a:pt x="2654" y="667410"/>
                  </a:lnTo>
                  <a:lnTo>
                    <a:pt x="2286" y="669315"/>
                  </a:lnTo>
                  <a:lnTo>
                    <a:pt x="2654" y="671207"/>
                  </a:lnTo>
                  <a:lnTo>
                    <a:pt x="3416" y="672731"/>
                  </a:lnTo>
                  <a:lnTo>
                    <a:pt x="4914" y="673874"/>
                  </a:lnTo>
                  <a:lnTo>
                    <a:pt x="6438" y="674255"/>
                  </a:lnTo>
                  <a:lnTo>
                    <a:pt x="8343" y="673874"/>
                  </a:lnTo>
                  <a:lnTo>
                    <a:pt x="9867" y="672731"/>
                  </a:lnTo>
                  <a:lnTo>
                    <a:pt x="11010" y="671207"/>
                  </a:lnTo>
                  <a:lnTo>
                    <a:pt x="11391" y="669315"/>
                  </a:lnTo>
                  <a:close/>
                </a:path>
                <a:path w="13335" h="1467484">
                  <a:moveTo>
                    <a:pt x="11391" y="650709"/>
                  </a:moveTo>
                  <a:lnTo>
                    <a:pt x="11010" y="648817"/>
                  </a:lnTo>
                  <a:lnTo>
                    <a:pt x="9867" y="647674"/>
                  </a:lnTo>
                  <a:lnTo>
                    <a:pt x="8343" y="646531"/>
                  </a:lnTo>
                  <a:lnTo>
                    <a:pt x="6438" y="646150"/>
                  </a:lnTo>
                  <a:lnTo>
                    <a:pt x="5295" y="646531"/>
                  </a:lnTo>
                  <a:lnTo>
                    <a:pt x="3797" y="647674"/>
                  </a:lnTo>
                  <a:lnTo>
                    <a:pt x="2654" y="648817"/>
                  </a:lnTo>
                  <a:lnTo>
                    <a:pt x="2286" y="650709"/>
                  </a:lnTo>
                  <a:lnTo>
                    <a:pt x="2654" y="652614"/>
                  </a:lnTo>
                  <a:lnTo>
                    <a:pt x="3797" y="654138"/>
                  </a:lnTo>
                  <a:lnTo>
                    <a:pt x="5295" y="655256"/>
                  </a:lnTo>
                  <a:lnTo>
                    <a:pt x="6438" y="655637"/>
                  </a:lnTo>
                  <a:lnTo>
                    <a:pt x="8343" y="655256"/>
                  </a:lnTo>
                  <a:lnTo>
                    <a:pt x="9867" y="654138"/>
                  </a:lnTo>
                  <a:lnTo>
                    <a:pt x="11010" y="652614"/>
                  </a:lnTo>
                  <a:lnTo>
                    <a:pt x="11391" y="650709"/>
                  </a:lnTo>
                  <a:close/>
                </a:path>
                <a:path w="13335" h="1467484">
                  <a:moveTo>
                    <a:pt x="11391" y="632498"/>
                  </a:moveTo>
                  <a:lnTo>
                    <a:pt x="11010" y="630593"/>
                  </a:lnTo>
                  <a:lnTo>
                    <a:pt x="9867" y="629069"/>
                  </a:lnTo>
                  <a:lnTo>
                    <a:pt x="8343" y="627926"/>
                  </a:lnTo>
                  <a:lnTo>
                    <a:pt x="6819" y="627557"/>
                  </a:lnTo>
                  <a:lnTo>
                    <a:pt x="5295" y="627926"/>
                  </a:lnTo>
                  <a:lnTo>
                    <a:pt x="3797" y="629069"/>
                  </a:lnTo>
                  <a:lnTo>
                    <a:pt x="2654" y="630593"/>
                  </a:lnTo>
                  <a:lnTo>
                    <a:pt x="2286" y="632498"/>
                  </a:lnTo>
                  <a:lnTo>
                    <a:pt x="2654" y="634377"/>
                  </a:lnTo>
                  <a:lnTo>
                    <a:pt x="3797" y="635520"/>
                  </a:lnTo>
                  <a:lnTo>
                    <a:pt x="5295" y="636663"/>
                  </a:lnTo>
                  <a:lnTo>
                    <a:pt x="6819" y="637044"/>
                  </a:lnTo>
                  <a:lnTo>
                    <a:pt x="8343" y="636663"/>
                  </a:lnTo>
                  <a:lnTo>
                    <a:pt x="9867" y="635520"/>
                  </a:lnTo>
                  <a:lnTo>
                    <a:pt x="11010" y="634377"/>
                  </a:lnTo>
                  <a:lnTo>
                    <a:pt x="11391" y="632498"/>
                  </a:lnTo>
                  <a:close/>
                </a:path>
                <a:path w="13335" h="1467484">
                  <a:moveTo>
                    <a:pt x="11391" y="613879"/>
                  </a:moveTo>
                  <a:lnTo>
                    <a:pt x="11010" y="611974"/>
                  </a:lnTo>
                  <a:lnTo>
                    <a:pt x="10248" y="610476"/>
                  </a:lnTo>
                  <a:lnTo>
                    <a:pt x="8724" y="609333"/>
                  </a:lnTo>
                  <a:lnTo>
                    <a:pt x="6819" y="608952"/>
                  </a:lnTo>
                  <a:lnTo>
                    <a:pt x="5295" y="609333"/>
                  </a:lnTo>
                  <a:lnTo>
                    <a:pt x="3797" y="610476"/>
                  </a:lnTo>
                  <a:lnTo>
                    <a:pt x="2654" y="611974"/>
                  </a:lnTo>
                  <a:lnTo>
                    <a:pt x="2286" y="613879"/>
                  </a:lnTo>
                  <a:lnTo>
                    <a:pt x="2654" y="615784"/>
                  </a:lnTo>
                  <a:lnTo>
                    <a:pt x="3797" y="617296"/>
                  </a:lnTo>
                  <a:lnTo>
                    <a:pt x="5295" y="618439"/>
                  </a:lnTo>
                  <a:lnTo>
                    <a:pt x="6819" y="618820"/>
                  </a:lnTo>
                  <a:lnTo>
                    <a:pt x="8724" y="618439"/>
                  </a:lnTo>
                  <a:lnTo>
                    <a:pt x="10248" y="617296"/>
                  </a:lnTo>
                  <a:lnTo>
                    <a:pt x="11010" y="615784"/>
                  </a:lnTo>
                  <a:lnTo>
                    <a:pt x="11391" y="613879"/>
                  </a:lnTo>
                  <a:close/>
                </a:path>
                <a:path w="13335" h="1467484">
                  <a:moveTo>
                    <a:pt x="12153" y="392557"/>
                  </a:moveTo>
                  <a:lnTo>
                    <a:pt x="11772" y="390652"/>
                  </a:lnTo>
                  <a:lnTo>
                    <a:pt x="10629" y="389128"/>
                  </a:lnTo>
                  <a:lnTo>
                    <a:pt x="9105" y="387997"/>
                  </a:lnTo>
                  <a:lnTo>
                    <a:pt x="7200" y="387616"/>
                  </a:lnTo>
                  <a:lnTo>
                    <a:pt x="5676" y="387997"/>
                  </a:lnTo>
                  <a:lnTo>
                    <a:pt x="4165" y="389128"/>
                  </a:lnTo>
                  <a:lnTo>
                    <a:pt x="3416" y="390652"/>
                  </a:lnTo>
                  <a:lnTo>
                    <a:pt x="3035" y="392557"/>
                  </a:lnTo>
                  <a:lnTo>
                    <a:pt x="3416" y="394449"/>
                  </a:lnTo>
                  <a:lnTo>
                    <a:pt x="4165" y="395973"/>
                  </a:lnTo>
                  <a:lnTo>
                    <a:pt x="5676" y="396735"/>
                  </a:lnTo>
                  <a:lnTo>
                    <a:pt x="7200" y="397116"/>
                  </a:lnTo>
                  <a:lnTo>
                    <a:pt x="9105" y="396735"/>
                  </a:lnTo>
                  <a:lnTo>
                    <a:pt x="10629" y="395973"/>
                  </a:lnTo>
                  <a:lnTo>
                    <a:pt x="11772" y="394449"/>
                  </a:lnTo>
                  <a:lnTo>
                    <a:pt x="12153" y="392557"/>
                  </a:lnTo>
                  <a:close/>
                </a:path>
                <a:path w="13335" h="1467484">
                  <a:moveTo>
                    <a:pt x="12153" y="373951"/>
                  </a:moveTo>
                  <a:lnTo>
                    <a:pt x="11772" y="372046"/>
                  </a:lnTo>
                  <a:lnTo>
                    <a:pt x="10629" y="370535"/>
                  </a:lnTo>
                  <a:lnTo>
                    <a:pt x="9105" y="369773"/>
                  </a:lnTo>
                  <a:lnTo>
                    <a:pt x="7200" y="369392"/>
                  </a:lnTo>
                  <a:lnTo>
                    <a:pt x="6057" y="369773"/>
                  </a:lnTo>
                  <a:lnTo>
                    <a:pt x="4546" y="370535"/>
                  </a:lnTo>
                  <a:lnTo>
                    <a:pt x="3416" y="372046"/>
                  </a:lnTo>
                  <a:lnTo>
                    <a:pt x="3035" y="373951"/>
                  </a:lnTo>
                  <a:lnTo>
                    <a:pt x="3416" y="375856"/>
                  </a:lnTo>
                  <a:lnTo>
                    <a:pt x="4546" y="377367"/>
                  </a:lnTo>
                  <a:lnTo>
                    <a:pt x="6057" y="378498"/>
                  </a:lnTo>
                  <a:lnTo>
                    <a:pt x="7200" y="378879"/>
                  </a:lnTo>
                  <a:lnTo>
                    <a:pt x="9105" y="378498"/>
                  </a:lnTo>
                  <a:lnTo>
                    <a:pt x="10629" y="377367"/>
                  </a:lnTo>
                  <a:lnTo>
                    <a:pt x="11772" y="375856"/>
                  </a:lnTo>
                  <a:lnTo>
                    <a:pt x="12153" y="373951"/>
                  </a:lnTo>
                  <a:close/>
                </a:path>
                <a:path w="13335" h="1467484">
                  <a:moveTo>
                    <a:pt x="12153" y="355727"/>
                  </a:moveTo>
                  <a:lnTo>
                    <a:pt x="11772" y="353834"/>
                  </a:lnTo>
                  <a:lnTo>
                    <a:pt x="10629" y="352310"/>
                  </a:lnTo>
                  <a:lnTo>
                    <a:pt x="9105" y="351167"/>
                  </a:lnTo>
                  <a:lnTo>
                    <a:pt x="7581" y="350786"/>
                  </a:lnTo>
                  <a:lnTo>
                    <a:pt x="6057" y="351167"/>
                  </a:lnTo>
                  <a:lnTo>
                    <a:pt x="4546" y="352310"/>
                  </a:lnTo>
                  <a:lnTo>
                    <a:pt x="3416" y="353834"/>
                  </a:lnTo>
                  <a:lnTo>
                    <a:pt x="3035" y="355727"/>
                  </a:lnTo>
                  <a:lnTo>
                    <a:pt x="3416" y="357238"/>
                  </a:lnTo>
                  <a:lnTo>
                    <a:pt x="4546" y="358762"/>
                  </a:lnTo>
                  <a:lnTo>
                    <a:pt x="6057" y="359905"/>
                  </a:lnTo>
                  <a:lnTo>
                    <a:pt x="7581" y="360286"/>
                  </a:lnTo>
                  <a:lnTo>
                    <a:pt x="9105" y="359905"/>
                  </a:lnTo>
                  <a:lnTo>
                    <a:pt x="10629" y="358762"/>
                  </a:lnTo>
                  <a:lnTo>
                    <a:pt x="11772" y="357238"/>
                  </a:lnTo>
                  <a:lnTo>
                    <a:pt x="12153" y="355727"/>
                  </a:lnTo>
                  <a:close/>
                </a:path>
                <a:path w="13335" h="1467484">
                  <a:moveTo>
                    <a:pt x="12153" y="337121"/>
                  </a:moveTo>
                  <a:lnTo>
                    <a:pt x="11772" y="335229"/>
                  </a:lnTo>
                  <a:lnTo>
                    <a:pt x="11010" y="333705"/>
                  </a:lnTo>
                  <a:lnTo>
                    <a:pt x="9486" y="332574"/>
                  </a:lnTo>
                  <a:lnTo>
                    <a:pt x="7581" y="332193"/>
                  </a:lnTo>
                  <a:lnTo>
                    <a:pt x="6057" y="332574"/>
                  </a:lnTo>
                  <a:lnTo>
                    <a:pt x="4546" y="333705"/>
                  </a:lnTo>
                  <a:lnTo>
                    <a:pt x="3416" y="335229"/>
                  </a:lnTo>
                  <a:lnTo>
                    <a:pt x="3035" y="337121"/>
                  </a:lnTo>
                  <a:lnTo>
                    <a:pt x="3416" y="339026"/>
                  </a:lnTo>
                  <a:lnTo>
                    <a:pt x="4546" y="340537"/>
                  </a:lnTo>
                  <a:lnTo>
                    <a:pt x="6057" y="341680"/>
                  </a:lnTo>
                  <a:lnTo>
                    <a:pt x="7581" y="342061"/>
                  </a:lnTo>
                  <a:lnTo>
                    <a:pt x="9486" y="341680"/>
                  </a:lnTo>
                  <a:lnTo>
                    <a:pt x="11010" y="340537"/>
                  </a:lnTo>
                  <a:lnTo>
                    <a:pt x="11772" y="339026"/>
                  </a:lnTo>
                  <a:lnTo>
                    <a:pt x="12153" y="337121"/>
                  </a:lnTo>
                  <a:close/>
                </a:path>
                <a:path w="13335" h="1467484">
                  <a:moveTo>
                    <a:pt x="12153" y="318516"/>
                  </a:moveTo>
                  <a:lnTo>
                    <a:pt x="11772" y="317004"/>
                  </a:lnTo>
                  <a:lnTo>
                    <a:pt x="11010" y="315480"/>
                  </a:lnTo>
                  <a:lnTo>
                    <a:pt x="9486" y="314337"/>
                  </a:lnTo>
                  <a:lnTo>
                    <a:pt x="7581" y="313956"/>
                  </a:lnTo>
                  <a:lnTo>
                    <a:pt x="6057" y="314337"/>
                  </a:lnTo>
                  <a:lnTo>
                    <a:pt x="4546" y="315480"/>
                  </a:lnTo>
                  <a:lnTo>
                    <a:pt x="3416" y="317004"/>
                  </a:lnTo>
                  <a:lnTo>
                    <a:pt x="3035" y="318516"/>
                  </a:lnTo>
                  <a:lnTo>
                    <a:pt x="3416" y="320421"/>
                  </a:lnTo>
                  <a:lnTo>
                    <a:pt x="4546" y="321945"/>
                  </a:lnTo>
                  <a:lnTo>
                    <a:pt x="6057" y="323088"/>
                  </a:lnTo>
                  <a:lnTo>
                    <a:pt x="7581" y="323456"/>
                  </a:lnTo>
                  <a:lnTo>
                    <a:pt x="9486" y="323088"/>
                  </a:lnTo>
                  <a:lnTo>
                    <a:pt x="11010" y="321945"/>
                  </a:lnTo>
                  <a:lnTo>
                    <a:pt x="11772" y="320421"/>
                  </a:lnTo>
                  <a:lnTo>
                    <a:pt x="12153" y="318516"/>
                  </a:lnTo>
                  <a:close/>
                </a:path>
                <a:path w="13335" h="1467484">
                  <a:moveTo>
                    <a:pt x="12534" y="300304"/>
                  </a:moveTo>
                  <a:lnTo>
                    <a:pt x="12153" y="298399"/>
                  </a:lnTo>
                  <a:lnTo>
                    <a:pt x="11010" y="296887"/>
                  </a:lnTo>
                  <a:lnTo>
                    <a:pt x="9486" y="295744"/>
                  </a:lnTo>
                  <a:lnTo>
                    <a:pt x="7581" y="295363"/>
                  </a:lnTo>
                  <a:lnTo>
                    <a:pt x="6057" y="295744"/>
                  </a:lnTo>
                  <a:lnTo>
                    <a:pt x="4546" y="296887"/>
                  </a:lnTo>
                  <a:lnTo>
                    <a:pt x="3797" y="298399"/>
                  </a:lnTo>
                  <a:lnTo>
                    <a:pt x="3416" y="300304"/>
                  </a:lnTo>
                  <a:lnTo>
                    <a:pt x="3797" y="302196"/>
                  </a:lnTo>
                  <a:lnTo>
                    <a:pt x="4546" y="303707"/>
                  </a:lnTo>
                  <a:lnTo>
                    <a:pt x="7581" y="304469"/>
                  </a:lnTo>
                  <a:lnTo>
                    <a:pt x="9486" y="304088"/>
                  </a:lnTo>
                  <a:lnTo>
                    <a:pt x="11010" y="303707"/>
                  </a:lnTo>
                  <a:lnTo>
                    <a:pt x="11772" y="302196"/>
                  </a:lnTo>
                  <a:lnTo>
                    <a:pt x="12534" y="300304"/>
                  </a:lnTo>
                  <a:close/>
                </a:path>
                <a:path w="13335" h="1467484">
                  <a:moveTo>
                    <a:pt x="12534" y="281686"/>
                  </a:moveTo>
                  <a:lnTo>
                    <a:pt x="12153" y="279806"/>
                  </a:lnTo>
                  <a:lnTo>
                    <a:pt x="11010" y="278282"/>
                  </a:lnTo>
                  <a:lnTo>
                    <a:pt x="9486" y="277139"/>
                  </a:lnTo>
                  <a:lnTo>
                    <a:pt x="6057" y="277139"/>
                  </a:lnTo>
                  <a:lnTo>
                    <a:pt x="4546" y="278282"/>
                  </a:lnTo>
                  <a:lnTo>
                    <a:pt x="3797" y="279806"/>
                  </a:lnTo>
                  <a:lnTo>
                    <a:pt x="3416" y="281686"/>
                  </a:lnTo>
                  <a:lnTo>
                    <a:pt x="3797" y="283591"/>
                  </a:lnTo>
                  <a:lnTo>
                    <a:pt x="4546" y="285115"/>
                  </a:lnTo>
                  <a:lnTo>
                    <a:pt x="6057" y="286245"/>
                  </a:lnTo>
                  <a:lnTo>
                    <a:pt x="7581" y="286626"/>
                  </a:lnTo>
                  <a:lnTo>
                    <a:pt x="9486" y="286245"/>
                  </a:lnTo>
                  <a:lnTo>
                    <a:pt x="11010" y="285115"/>
                  </a:lnTo>
                  <a:lnTo>
                    <a:pt x="12153" y="283591"/>
                  </a:lnTo>
                  <a:lnTo>
                    <a:pt x="12534" y="281686"/>
                  </a:lnTo>
                  <a:close/>
                </a:path>
                <a:path w="13335" h="1467484">
                  <a:moveTo>
                    <a:pt x="12534" y="263474"/>
                  </a:moveTo>
                  <a:lnTo>
                    <a:pt x="12153" y="261569"/>
                  </a:lnTo>
                  <a:lnTo>
                    <a:pt x="11010" y="260057"/>
                  </a:lnTo>
                  <a:lnTo>
                    <a:pt x="9486" y="258927"/>
                  </a:lnTo>
                  <a:lnTo>
                    <a:pt x="7581" y="258546"/>
                  </a:lnTo>
                  <a:lnTo>
                    <a:pt x="6057" y="258927"/>
                  </a:lnTo>
                  <a:lnTo>
                    <a:pt x="4546" y="260057"/>
                  </a:lnTo>
                  <a:lnTo>
                    <a:pt x="3797" y="261569"/>
                  </a:lnTo>
                  <a:lnTo>
                    <a:pt x="3416" y="263474"/>
                  </a:lnTo>
                  <a:lnTo>
                    <a:pt x="3797" y="264985"/>
                  </a:lnTo>
                  <a:lnTo>
                    <a:pt x="4546" y="266509"/>
                  </a:lnTo>
                  <a:lnTo>
                    <a:pt x="6057" y="267652"/>
                  </a:lnTo>
                  <a:lnTo>
                    <a:pt x="7581" y="268033"/>
                  </a:lnTo>
                  <a:lnTo>
                    <a:pt x="9486" y="267652"/>
                  </a:lnTo>
                  <a:lnTo>
                    <a:pt x="11010" y="266509"/>
                  </a:lnTo>
                  <a:lnTo>
                    <a:pt x="12153" y="264985"/>
                  </a:lnTo>
                  <a:lnTo>
                    <a:pt x="12534" y="263474"/>
                  </a:lnTo>
                  <a:close/>
                </a:path>
                <a:path w="13335" h="1467484">
                  <a:moveTo>
                    <a:pt x="12534" y="244868"/>
                  </a:moveTo>
                  <a:lnTo>
                    <a:pt x="12153" y="242976"/>
                  </a:lnTo>
                  <a:lnTo>
                    <a:pt x="11010" y="241452"/>
                  </a:lnTo>
                  <a:lnTo>
                    <a:pt x="9486" y="240309"/>
                  </a:lnTo>
                  <a:lnTo>
                    <a:pt x="7581" y="239928"/>
                  </a:lnTo>
                  <a:lnTo>
                    <a:pt x="6057" y="240309"/>
                  </a:lnTo>
                  <a:lnTo>
                    <a:pt x="4914" y="241452"/>
                  </a:lnTo>
                  <a:lnTo>
                    <a:pt x="3797" y="242976"/>
                  </a:lnTo>
                  <a:lnTo>
                    <a:pt x="3416" y="244868"/>
                  </a:lnTo>
                  <a:lnTo>
                    <a:pt x="3797" y="246773"/>
                  </a:lnTo>
                  <a:lnTo>
                    <a:pt x="4914" y="248285"/>
                  </a:lnTo>
                  <a:lnTo>
                    <a:pt x="6057" y="249428"/>
                  </a:lnTo>
                  <a:lnTo>
                    <a:pt x="7581" y="249809"/>
                  </a:lnTo>
                  <a:lnTo>
                    <a:pt x="9486" y="249428"/>
                  </a:lnTo>
                  <a:lnTo>
                    <a:pt x="11010" y="248285"/>
                  </a:lnTo>
                  <a:lnTo>
                    <a:pt x="12153" y="246773"/>
                  </a:lnTo>
                  <a:lnTo>
                    <a:pt x="12534" y="244868"/>
                  </a:lnTo>
                  <a:close/>
                </a:path>
                <a:path w="13335" h="1467484">
                  <a:moveTo>
                    <a:pt x="12534" y="226275"/>
                  </a:moveTo>
                  <a:lnTo>
                    <a:pt x="12153" y="224370"/>
                  </a:lnTo>
                  <a:lnTo>
                    <a:pt x="11010" y="223227"/>
                  </a:lnTo>
                  <a:lnTo>
                    <a:pt x="9486" y="222097"/>
                  </a:lnTo>
                  <a:lnTo>
                    <a:pt x="7962" y="221716"/>
                  </a:lnTo>
                  <a:lnTo>
                    <a:pt x="6057" y="222097"/>
                  </a:lnTo>
                  <a:lnTo>
                    <a:pt x="3797" y="224370"/>
                  </a:lnTo>
                  <a:lnTo>
                    <a:pt x="3416" y="226275"/>
                  </a:lnTo>
                  <a:lnTo>
                    <a:pt x="3797" y="228168"/>
                  </a:lnTo>
                  <a:lnTo>
                    <a:pt x="4914" y="229679"/>
                  </a:lnTo>
                  <a:lnTo>
                    <a:pt x="6057" y="230822"/>
                  </a:lnTo>
                  <a:lnTo>
                    <a:pt x="7962" y="231203"/>
                  </a:lnTo>
                  <a:lnTo>
                    <a:pt x="9486" y="230822"/>
                  </a:lnTo>
                  <a:lnTo>
                    <a:pt x="11010" y="229679"/>
                  </a:lnTo>
                  <a:lnTo>
                    <a:pt x="12153" y="228168"/>
                  </a:lnTo>
                  <a:lnTo>
                    <a:pt x="12534" y="226275"/>
                  </a:lnTo>
                  <a:close/>
                </a:path>
                <a:path w="13335" h="1467484">
                  <a:moveTo>
                    <a:pt x="12534" y="208038"/>
                  </a:moveTo>
                  <a:lnTo>
                    <a:pt x="12153" y="206146"/>
                  </a:lnTo>
                  <a:lnTo>
                    <a:pt x="11391" y="204635"/>
                  </a:lnTo>
                  <a:lnTo>
                    <a:pt x="9867" y="203492"/>
                  </a:lnTo>
                  <a:lnTo>
                    <a:pt x="7962" y="203111"/>
                  </a:lnTo>
                  <a:lnTo>
                    <a:pt x="6057" y="203492"/>
                  </a:lnTo>
                  <a:lnTo>
                    <a:pt x="4914" y="204635"/>
                  </a:lnTo>
                  <a:lnTo>
                    <a:pt x="3797" y="206146"/>
                  </a:lnTo>
                  <a:lnTo>
                    <a:pt x="3416" y="208038"/>
                  </a:lnTo>
                  <a:lnTo>
                    <a:pt x="3797" y="209943"/>
                  </a:lnTo>
                  <a:lnTo>
                    <a:pt x="6057" y="212217"/>
                  </a:lnTo>
                  <a:lnTo>
                    <a:pt x="7962" y="212598"/>
                  </a:lnTo>
                  <a:lnTo>
                    <a:pt x="9867" y="212217"/>
                  </a:lnTo>
                  <a:lnTo>
                    <a:pt x="11391" y="211086"/>
                  </a:lnTo>
                  <a:lnTo>
                    <a:pt x="12153" y="209943"/>
                  </a:lnTo>
                  <a:lnTo>
                    <a:pt x="12534" y="208038"/>
                  </a:lnTo>
                  <a:close/>
                </a:path>
                <a:path w="13335" h="1467484">
                  <a:moveTo>
                    <a:pt x="12534" y="189445"/>
                  </a:moveTo>
                  <a:lnTo>
                    <a:pt x="12153" y="187540"/>
                  </a:lnTo>
                  <a:lnTo>
                    <a:pt x="11391" y="186029"/>
                  </a:lnTo>
                  <a:lnTo>
                    <a:pt x="9867" y="184886"/>
                  </a:lnTo>
                  <a:lnTo>
                    <a:pt x="7962" y="184505"/>
                  </a:lnTo>
                  <a:lnTo>
                    <a:pt x="6057" y="184886"/>
                  </a:lnTo>
                  <a:lnTo>
                    <a:pt x="4914" y="186029"/>
                  </a:lnTo>
                  <a:lnTo>
                    <a:pt x="3797" y="187540"/>
                  </a:lnTo>
                  <a:lnTo>
                    <a:pt x="3416" y="189445"/>
                  </a:lnTo>
                  <a:lnTo>
                    <a:pt x="3797" y="191338"/>
                  </a:lnTo>
                  <a:lnTo>
                    <a:pt x="4914" y="192862"/>
                  </a:lnTo>
                  <a:lnTo>
                    <a:pt x="6057" y="194005"/>
                  </a:lnTo>
                  <a:lnTo>
                    <a:pt x="7962" y="194386"/>
                  </a:lnTo>
                  <a:lnTo>
                    <a:pt x="9867" y="194005"/>
                  </a:lnTo>
                  <a:lnTo>
                    <a:pt x="11391" y="192862"/>
                  </a:lnTo>
                  <a:lnTo>
                    <a:pt x="12153" y="191338"/>
                  </a:lnTo>
                  <a:lnTo>
                    <a:pt x="12534" y="189445"/>
                  </a:lnTo>
                  <a:close/>
                </a:path>
                <a:path w="13335" h="1467484">
                  <a:moveTo>
                    <a:pt x="12915" y="171221"/>
                  </a:moveTo>
                  <a:lnTo>
                    <a:pt x="12534" y="169316"/>
                  </a:lnTo>
                  <a:lnTo>
                    <a:pt x="11391" y="167805"/>
                  </a:lnTo>
                  <a:lnTo>
                    <a:pt x="9867" y="166662"/>
                  </a:lnTo>
                  <a:lnTo>
                    <a:pt x="7962" y="166281"/>
                  </a:lnTo>
                  <a:lnTo>
                    <a:pt x="6057" y="166662"/>
                  </a:lnTo>
                  <a:lnTo>
                    <a:pt x="4914" y="167805"/>
                  </a:lnTo>
                  <a:lnTo>
                    <a:pt x="4165" y="169316"/>
                  </a:lnTo>
                  <a:lnTo>
                    <a:pt x="3797" y="171221"/>
                  </a:lnTo>
                  <a:lnTo>
                    <a:pt x="4165" y="172745"/>
                  </a:lnTo>
                  <a:lnTo>
                    <a:pt x="4914" y="174256"/>
                  </a:lnTo>
                  <a:lnTo>
                    <a:pt x="6057" y="175018"/>
                  </a:lnTo>
                  <a:lnTo>
                    <a:pt x="7962" y="175387"/>
                  </a:lnTo>
                  <a:lnTo>
                    <a:pt x="9867" y="175018"/>
                  </a:lnTo>
                  <a:lnTo>
                    <a:pt x="11391" y="174256"/>
                  </a:lnTo>
                  <a:lnTo>
                    <a:pt x="12915" y="171221"/>
                  </a:lnTo>
                  <a:close/>
                </a:path>
                <a:path w="13335" h="1467484">
                  <a:moveTo>
                    <a:pt x="12915" y="152615"/>
                  </a:moveTo>
                  <a:lnTo>
                    <a:pt x="12534" y="150723"/>
                  </a:lnTo>
                  <a:lnTo>
                    <a:pt x="11391" y="149199"/>
                  </a:lnTo>
                  <a:lnTo>
                    <a:pt x="9867" y="148056"/>
                  </a:lnTo>
                  <a:lnTo>
                    <a:pt x="7962" y="147675"/>
                  </a:lnTo>
                  <a:lnTo>
                    <a:pt x="6057" y="148056"/>
                  </a:lnTo>
                  <a:lnTo>
                    <a:pt x="4914" y="149199"/>
                  </a:lnTo>
                  <a:lnTo>
                    <a:pt x="4165" y="150723"/>
                  </a:lnTo>
                  <a:lnTo>
                    <a:pt x="3797" y="152615"/>
                  </a:lnTo>
                  <a:lnTo>
                    <a:pt x="4165" y="154508"/>
                  </a:lnTo>
                  <a:lnTo>
                    <a:pt x="4914" y="156032"/>
                  </a:lnTo>
                  <a:lnTo>
                    <a:pt x="6057" y="157175"/>
                  </a:lnTo>
                  <a:lnTo>
                    <a:pt x="7962" y="157556"/>
                  </a:lnTo>
                  <a:lnTo>
                    <a:pt x="9867" y="157175"/>
                  </a:lnTo>
                  <a:lnTo>
                    <a:pt x="11391" y="156032"/>
                  </a:lnTo>
                  <a:lnTo>
                    <a:pt x="12534" y="154508"/>
                  </a:lnTo>
                  <a:lnTo>
                    <a:pt x="12915" y="152615"/>
                  </a:lnTo>
                  <a:close/>
                </a:path>
                <a:path w="13335" h="1467484">
                  <a:moveTo>
                    <a:pt x="12915" y="134010"/>
                  </a:moveTo>
                  <a:lnTo>
                    <a:pt x="12534" y="132118"/>
                  </a:lnTo>
                  <a:lnTo>
                    <a:pt x="11391" y="130975"/>
                  </a:lnTo>
                  <a:lnTo>
                    <a:pt x="9867" y="129844"/>
                  </a:lnTo>
                  <a:lnTo>
                    <a:pt x="7962" y="129463"/>
                  </a:lnTo>
                  <a:lnTo>
                    <a:pt x="6057" y="129844"/>
                  </a:lnTo>
                  <a:lnTo>
                    <a:pt x="4914" y="130975"/>
                  </a:lnTo>
                  <a:lnTo>
                    <a:pt x="4165" y="132118"/>
                  </a:lnTo>
                  <a:lnTo>
                    <a:pt x="3797" y="134010"/>
                  </a:lnTo>
                  <a:lnTo>
                    <a:pt x="4165" y="135915"/>
                  </a:lnTo>
                  <a:lnTo>
                    <a:pt x="4914" y="137426"/>
                  </a:lnTo>
                  <a:lnTo>
                    <a:pt x="6057" y="138569"/>
                  </a:lnTo>
                  <a:lnTo>
                    <a:pt x="7962" y="138950"/>
                  </a:lnTo>
                  <a:lnTo>
                    <a:pt x="9867" y="138569"/>
                  </a:lnTo>
                  <a:lnTo>
                    <a:pt x="11391" y="137426"/>
                  </a:lnTo>
                  <a:lnTo>
                    <a:pt x="12534" y="135915"/>
                  </a:lnTo>
                  <a:lnTo>
                    <a:pt x="12915" y="134010"/>
                  </a:lnTo>
                  <a:close/>
                </a:path>
                <a:path w="13335" h="1467484">
                  <a:moveTo>
                    <a:pt x="12915" y="115798"/>
                  </a:moveTo>
                  <a:lnTo>
                    <a:pt x="12534" y="113893"/>
                  </a:lnTo>
                  <a:lnTo>
                    <a:pt x="11391" y="112369"/>
                  </a:lnTo>
                  <a:lnTo>
                    <a:pt x="9867" y="111239"/>
                  </a:lnTo>
                  <a:lnTo>
                    <a:pt x="7962" y="110858"/>
                  </a:lnTo>
                  <a:lnTo>
                    <a:pt x="6438" y="111239"/>
                  </a:lnTo>
                  <a:lnTo>
                    <a:pt x="5295" y="112369"/>
                  </a:lnTo>
                  <a:lnTo>
                    <a:pt x="4165" y="113893"/>
                  </a:lnTo>
                  <a:lnTo>
                    <a:pt x="3797" y="115798"/>
                  </a:lnTo>
                  <a:lnTo>
                    <a:pt x="4165" y="117690"/>
                  </a:lnTo>
                  <a:lnTo>
                    <a:pt x="6438" y="119976"/>
                  </a:lnTo>
                  <a:lnTo>
                    <a:pt x="7962" y="120345"/>
                  </a:lnTo>
                  <a:lnTo>
                    <a:pt x="9867" y="119976"/>
                  </a:lnTo>
                  <a:lnTo>
                    <a:pt x="11391" y="118833"/>
                  </a:lnTo>
                  <a:lnTo>
                    <a:pt x="12534" y="117690"/>
                  </a:lnTo>
                  <a:lnTo>
                    <a:pt x="12915" y="115798"/>
                  </a:lnTo>
                  <a:close/>
                </a:path>
                <a:path w="13335" h="1467484">
                  <a:moveTo>
                    <a:pt x="12915" y="97193"/>
                  </a:moveTo>
                  <a:lnTo>
                    <a:pt x="12534" y="95288"/>
                  </a:lnTo>
                  <a:lnTo>
                    <a:pt x="11391" y="93776"/>
                  </a:lnTo>
                  <a:lnTo>
                    <a:pt x="9867" y="92633"/>
                  </a:lnTo>
                  <a:lnTo>
                    <a:pt x="8343" y="92252"/>
                  </a:lnTo>
                  <a:lnTo>
                    <a:pt x="6438" y="92633"/>
                  </a:lnTo>
                  <a:lnTo>
                    <a:pt x="5295" y="93776"/>
                  </a:lnTo>
                  <a:lnTo>
                    <a:pt x="4165" y="95288"/>
                  </a:lnTo>
                  <a:lnTo>
                    <a:pt x="3797" y="97193"/>
                  </a:lnTo>
                  <a:lnTo>
                    <a:pt x="4165" y="99085"/>
                  </a:lnTo>
                  <a:lnTo>
                    <a:pt x="5295" y="100596"/>
                  </a:lnTo>
                  <a:lnTo>
                    <a:pt x="6438" y="101739"/>
                  </a:lnTo>
                  <a:lnTo>
                    <a:pt x="8343" y="102120"/>
                  </a:lnTo>
                  <a:lnTo>
                    <a:pt x="9867" y="101739"/>
                  </a:lnTo>
                  <a:lnTo>
                    <a:pt x="11391" y="100596"/>
                  </a:lnTo>
                  <a:lnTo>
                    <a:pt x="12534" y="99085"/>
                  </a:lnTo>
                  <a:lnTo>
                    <a:pt x="12915" y="97193"/>
                  </a:lnTo>
                  <a:close/>
                </a:path>
                <a:path w="13335" h="1467484">
                  <a:moveTo>
                    <a:pt x="12915" y="78587"/>
                  </a:moveTo>
                  <a:lnTo>
                    <a:pt x="12534" y="77076"/>
                  </a:lnTo>
                  <a:lnTo>
                    <a:pt x="11772" y="75552"/>
                  </a:lnTo>
                  <a:lnTo>
                    <a:pt x="10248" y="74409"/>
                  </a:lnTo>
                  <a:lnTo>
                    <a:pt x="8343" y="74028"/>
                  </a:lnTo>
                  <a:lnTo>
                    <a:pt x="6438" y="74409"/>
                  </a:lnTo>
                  <a:lnTo>
                    <a:pt x="5295" y="75552"/>
                  </a:lnTo>
                  <a:lnTo>
                    <a:pt x="4165" y="77076"/>
                  </a:lnTo>
                  <a:lnTo>
                    <a:pt x="3797" y="78587"/>
                  </a:lnTo>
                  <a:lnTo>
                    <a:pt x="4165" y="80479"/>
                  </a:lnTo>
                  <a:lnTo>
                    <a:pt x="5295" y="82003"/>
                  </a:lnTo>
                  <a:lnTo>
                    <a:pt x="6438" y="83146"/>
                  </a:lnTo>
                  <a:lnTo>
                    <a:pt x="8343" y="83515"/>
                  </a:lnTo>
                  <a:lnTo>
                    <a:pt x="10248" y="83146"/>
                  </a:lnTo>
                  <a:lnTo>
                    <a:pt x="11772" y="82003"/>
                  </a:lnTo>
                  <a:lnTo>
                    <a:pt x="12534" y="80479"/>
                  </a:lnTo>
                  <a:lnTo>
                    <a:pt x="12915" y="78587"/>
                  </a:lnTo>
                  <a:close/>
                </a:path>
                <a:path w="13335" h="1467484">
                  <a:moveTo>
                    <a:pt x="12915" y="60363"/>
                  </a:moveTo>
                  <a:lnTo>
                    <a:pt x="12534" y="58458"/>
                  </a:lnTo>
                  <a:lnTo>
                    <a:pt x="11772" y="56946"/>
                  </a:lnTo>
                  <a:lnTo>
                    <a:pt x="10248" y="55816"/>
                  </a:lnTo>
                  <a:lnTo>
                    <a:pt x="8343" y="55435"/>
                  </a:lnTo>
                  <a:lnTo>
                    <a:pt x="6438" y="55816"/>
                  </a:lnTo>
                  <a:lnTo>
                    <a:pt x="5295" y="56946"/>
                  </a:lnTo>
                  <a:lnTo>
                    <a:pt x="4165" y="58458"/>
                  </a:lnTo>
                  <a:lnTo>
                    <a:pt x="3797" y="60363"/>
                  </a:lnTo>
                  <a:lnTo>
                    <a:pt x="4165" y="62268"/>
                  </a:lnTo>
                  <a:lnTo>
                    <a:pt x="5295" y="63779"/>
                  </a:lnTo>
                  <a:lnTo>
                    <a:pt x="6438" y="64922"/>
                  </a:lnTo>
                  <a:lnTo>
                    <a:pt x="8343" y="65303"/>
                  </a:lnTo>
                  <a:lnTo>
                    <a:pt x="10248" y="64922"/>
                  </a:lnTo>
                  <a:lnTo>
                    <a:pt x="11772" y="63779"/>
                  </a:lnTo>
                  <a:lnTo>
                    <a:pt x="12534" y="62268"/>
                  </a:lnTo>
                  <a:lnTo>
                    <a:pt x="12915" y="60363"/>
                  </a:lnTo>
                  <a:close/>
                </a:path>
                <a:path w="13335" h="1467484">
                  <a:moveTo>
                    <a:pt x="12915" y="41757"/>
                  </a:moveTo>
                  <a:lnTo>
                    <a:pt x="12534" y="39865"/>
                  </a:lnTo>
                  <a:lnTo>
                    <a:pt x="11772" y="38722"/>
                  </a:lnTo>
                  <a:lnTo>
                    <a:pt x="10248" y="37579"/>
                  </a:lnTo>
                  <a:lnTo>
                    <a:pt x="8343" y="37198"/>
                  </a:lnTo>
                  <a:lnTo>
                    <a:pt x="6438" y="37579"/>
                  </a:lnTo>
                  <a:lnTo>
                    <a:pt x="4165" y="39865"/>
                  </a:lnTo>
                  <a:lnTo>
                    <a:pt x="3797" y="41757"/>
                  </a:lnTo>
                  <a:lnTo>
                    <a:pt x="4165" y="43662"/>
                  </a:lnTo>
                  <a:lnTo>
                    <a:pt x="5295" y="45186"/>
                  </a:lnTo>
                  <a:lnTo>
                    <a:pt x="6438" y="46316"/>
                  </a:lnTo>
                  <a:lnTo>
                    <a:pt x="8343" y="46697"/>
                  </a:lnTo>
                  <a:lnTo>
                    <a:pt x="10248" y="46316"/>
                  </a:lnTo>
                  <a:lnTo>
                    <a:pt x="11772" y="45186"/>
                  </a:lnTo>
                  <a:lnTo>
                    <a:pt x="12534" y="43662"/>
                  </a:lnTo>
                  <a:lnTo>
                    <a:pt x="12915" y="41757"/>
                  </a:lnTo>
                  <a:close/>
                </a:path>
                <a:path w="13335" h="1467484">
                  <a:moveTo>
                    <a:pt x="13284" y="23545"/>
                  </a:moveTo>
                  <a:lnTo>
                    <a:pt x="12915" y="21640"/>
                  </a:lnTo>
                  <a:lnTo>
                    <a:pt x="11772" y="20116"/>
                  </a:lnTo>
                  <a:lnTo>
                    <a:pt x="10248" y="18986"/>
                  </a:lnTo>
                  <a:lnTo>
                    <a:pt x="8343" y="18605"/>
                  </a:lnTo>
                  <a:lnTo>
                    <a:pt x="6438" y="18986"/>
                  </a:lnTo>
                  <a:lnTo>
                    <a:pt x="5295" y="20116"/>
                  </a:lnTo>
                  <a:lnTo>
                    <a:pt x="4546" y="21640"/>
                  </a:lnTo>
                  <a:lnTo>
                    <a:pt x="4165" y="23545"/>
                  </a:lnTo>
                  <a:lnTo>
                    <a:pt x="4546" y="25438"/>
                  </a:lnTo>
                  <a:lnTo>
                    <a:pt x="5295" y="26568"/>
                  </a:lnTo>
                  <a:lnTo>
                    <a:pt x="6438" y="27711"/>
                  </a:lnTo>
                  <a:lnTo>
                    <a:pt x="8343" y="28092"/>
                  </a:lnTo>
                  <a:lnTo>
                    <a:pt x="10248" y="27711"/>
                  </a:lnTo>
                  <a:lnTo>
                    <a:pt x="11772" y="26568"/>
                  </a:lnTo>
                  <a:lnTo>
                    <a:pt x="12915" y="25438"/>
                  </a:lnTo>
                  <a:lnTo>
                    <a:pt x="13284" y="23545"/>
                  </a:lnTo>
                  <a:close/>
                </a:path>
                <a:path w="13335" h="1467484">
                  <a:moveTo>
                    <a:pt x="13284" y="4927"/>
                  </a:moveTo>
                  <a:lnTo>
                    <a:pt x="12915" y="3035"/>
                  </a:lnTo>
                  <a:lnTo>
                    <a:pt x="11772" y="1524"/>
                  </a:lnTo>
                  <a:lnTo>
                    <a:pt x="10248" y="381"/>
                  </a:lnTo>
                  <a:lnTo>
                    <a:pt x="8343" y="0"/>
                  </a:lnTo>
                  <a:lnTo>
                    <a:pt x="6438" y="381"/>
                  </a:lnTo>
                  <a:lnTo>
                    <a:pt x="5295" y="1524"/>
                  </a:lnTo>
                  <a:lnTo>
                    <a:pt x="4546" y="3035"/>
                  </a:lnTo>
                  <a:lnTo>
                    <a:pt x="4165" y="4927"/>
                  </a:lnTo>
                  <a:lnTo>
                    <a:pt x="4546" y="6832"/>
                  </a:lnTo>
                  <a:lnTo>
                    <a:pt x="5295" y="8356"/>
                  </a:lnTo>
                  <a:lnTo>
                    <a:pt x="6438" y="9486"/>
                  </a:lnTo>
                  <a:lnTo>
                    <a:pt x="8343" y="9867"/>
                  </a:lnTo>
                  <a:lnTo>
                    <a:pt x="10248" y="9486"/>
                  </a:lnTo>
                  <a:lnTo>
                    <a:pt x="11772" y="8356"/>
                  </a:lnTo>
                  <a:lnTo>
                    <a:pt x="12915" y="6832"/>
                  </a:lnTo>
                  <a:lnTo>
                    <a:pt x="13284" y="49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764472" y="6834822"/>
              <a:ext cx="11430" cy="692150"/>
            </a:xfrm>
            <a:custGeom>
              <a:avLst/>
              <a:gdLst/>
              <a:ahLst/>
              <a:cxnLst/>
              <a:rect l="l" t="t" r="r" b="b"/>
              <a:pathLst>
                <a:path w="11430" h="692150">
                  <a:moveTo>
                    <a:pt x="4559" y="645782"/>
                  </a:moveTo>
                  <a:lnTo>
                    <a:pt x="0" y="645782"/>
                  </a:lnTo>
                  <a:lnTo>
                    <a:pt x="0" y="655269"/>
                  </a:lnTo>
                  <a:lnTo>
                    <a:pt x="4559" y="655269"/>
                  </a:lnTo>
                  <a:lnTo>
                    <a:pt x="4559" y="645782"/>
                  </a:lnTo>
                  <a:close/>
                </a:path>
                <a:path w="11430" h="692150">
                  <a:moveTo>
                    <a:pt x="4559" y="627557"/>
                  </a:moveTo>
                  <a:lnTo>
                    <a:pt x="0" y="627557"/>
                  </a:lnTo>
                  <a:lnTo>
                    <a:pt x="0" y="636663"/>
                  </a:lnTo>
                  <a:lnTo>
                    <a:pt x="4559" y="636663"/>
                  </a:lnTo>
                  <a:lnTo>
                    <a:pt x="4559" y="627557"/>
                  </a:lnTo>
                  <a:close/>
                </a:path>
                <a:path w="11430" h="692150">
                  <a:moveTo>
                    <a:pt x="4559" y="608952"/>
                  </a:moveTo>
                  <a:lnTo>
                    <a:pt x="0" y="608952"/>
                  </a:lnTo>
                  <a:lnTo>
                    <a:pt x="0" y="618439"/>
                  </a:lnTo>
                  <a:lnTo>
                    <a:pt x="4559" y="618439"/>
                  </a:lnTo>
                  <a:lnTo>
                    <a:pt x="4559" y="608952"/>
                  </a:lnTo>
                  <a:close/>
                </a:path>
                <a:path w="11430" h="692150">
                  <a:moveTo>
                    <a:pt x="4559" y="590740"/>
                  </a:moveTo>
                  <a:lnTo>
                    <a:pt x="0" y="590740"/>
                  </a:lnTo>
                  <a:lnTo>
                    <a:pt x="0" y="599833"/>
                  </a:lnTo>
                  <a:lnTo>
                    <a:pt x="4559" y="599833"/>
                  </a:lnTo>
                  <a:lnTo>
                    <a:pt x="4559" y="590740"/>
                  </a:lnTo>
                  <a:close/>
                </a:path>
                <a:path w="11430" h="692150">
                  <a:moveTo>
                    <a:pt x="4559" y="572122"/>
                  </a:moveTo>
                  <a:lnTo>
                    <a:pt x="0" y="572122"/>
                  </a:lnTo>
                  <a:lnTo>
                    <a:pt x="0" y="581240"/>
                  </a:lnTo>
                  <a:lnTo>
                    <a:pt x="4559" y="581240"/>
                  </a:lnTo>
                  <a:lnTo>
                    <a:pt x="4559" y="572122"/>
                  </a:lnTo>
                  <a:close/>
                </a:path>
                <a:path w="11430" h="692150">
                  <a:moveTo>
                    <a:pt x="4559" y="553516"/>
                  </a:moveTo>
                  <a:lnTo>
                    <a:pt x="381" y="553516"/>
                  </a:lnTo>
                  <a:lnTo>
                    <a:pt x="381" y="563016"/>
                  </a:lnTo>
                  <a:lnTo>
                    <a:pt x="4559" y="563016"/>
                  </a:lnTo>
                  <a:lnTo>
                    <a:pt x="4559" y="553516"/>
                  </a:lnTo>
                  <a:close/>
                </a:path>
                <a:path w="11430" h="692150">
                  <a:moveTo>
                    <a:pt x="4559" y="535292"/>
                  </a:moveTo>
                  <a:lnTo>
                    <a:pt x="381" y="535292"/>
                  </a:lnTo>
                  <a:lnTo>
                    <a:pt x="381" y="544410"/>
                  </a:lnTo>
                  <a:lnTo>
                    <a:pt x="4559" y="544410"/>
                  </a:lnTo>
                  <a:lnTo>
                    <a:pt x="4559" y="535292"/>
                  </a:lnTo>
                  <a:close/>
                </a:path>
                <a:path w="11430" h="692150">
                  <a:moveTo>
                    <a:pt x="4559" y="516699"/>
                  </a:moveTo>
                  <a:lnTo>
                    <a:pt x="381" y="516699"/>
                  </a:lnTo>
                  <a:lnTo>
                    <a:pt x="381" y="526186"/>
                  </a:lnTo>
                  <a:lnTo>
                    <a:pt x="4559" y="526186"/>
                  </a:lnTo>
                  <a:lnTo>
                    <a:pt x="4559" y="516699"/>
                  </a:lnTo>
                  <a:close/>
                </a:path>
                <a:path w="11430" h="692150">
                  <a:moveTo>
                    <a:pt x="4559" y="498475"/>
                  </a:moveTo>
                  <a:lnTo>
                    <a:pt x="381" y="498475"/>
                  </a:lnTo>
                  <a:lnTo>
                    <a:pt x="381" y="507580"/>
                  </a:lnTo>
                  <a:lnTo>
                    <a:pt x="4559" y="507580"/>
                  </a:lnTo>
                  <a:lnTo>
                    <a:pt x="4559" y="498475"/>
                  </a:lnTo>
                  <a:close/>
                </a:path>
                <a:path w="11430" h="692150">
                  <a:moveTo>
                    <a:pt x="4559" y="479869"/>
                  </a:moveTo>
                  <a:lnTo>
                    <a:pt x="381" y="479869"/>
                  </a:lnTo>
                  <a:lnTo>
                    <a:pt x="381" y="488975"/>
                  </a:lnTo>
                  <a:lnTo>
                    <a:pt x="4559" y="488975"/>
                  </a:lnTo>
                  <a:lnTo>
                    <a:pt x="4559" y="479869"/>
                  </a:lnTo>
                  <a:close/>
                </a:path>
                <a:path w="11430" h="692150">
                  <a:moveTo>
                    <a:pt x="4559" y="461264"/>
                  </a:moveTo>
                  <a:lnTo>
                    <a:pt x="381" y="461264"/>
                  </a:lnTo>
                  <a:lnTo>
                    <a:pt x="381" y="470763"/>
                  </a:lnTo>
                  <a:lnTo>
                    <a:pt x="4559" y="470763"/>
                  </a:lnTo>
                  <a:lnTo>
                    <a:pt x="4559" y="461264"/>
                  </a:lnTo>
                  <a:close/>
                </a:path>
                <a:path w="11430" h="692150">
                  <a:moveTo>
                    <a:pt x="9105" y="687539"/>
                  </a:moveTo>
                  <a:lnTo>
                    <a:pt x="8724" y="685634"/>
                  </a:lnTo>
                  <a:lnTo>
                    <a:pt x="7962" y="684504"/>
                  </a:lnTo>
                  <a:lnTo>
                    <a:pt x="6451" y="683361"/>
                  </a:lnTo>
                  <a:lnTo>
                    <a:pt x="4559" y="682980"/>
                  </a:lnTo>
                  <a:lnTo>
                    <a:pt x="2667" y="683361"/>
                  </a:lnTo>
                  <a:lnTo>
                    <a:pt x="1143" y="684504"/>
                  </a:lnTo>
                  <a:lnTo>
                    <a:pt x="381" y="685634"/>
                  </a:lnTo>
                  <a:lnTo>
                    <a:pt x="0" y="687539"/>
                  </a:lnTo>
                  <a:lnTo>
                    <a:pt x="381" y="689432"/>
                  </a:lnTo>
                  <a:lnTo>
                    <a:pt x="1143" y="690956"/>
                  </a:lnTo>
                  <a:lnTo>
                    <a:pt x="2667" y="691705"/>
                  </a:lnTo>
                  <a:lnTo>
                    <a:pt x="4559" y="692086"/>
                  </a:lnTo>
                  <a:lnTo>
                    <a:pt x="6451" y="691705"/>
                  </a:lnTo>
                  <a:lnTo>
                    <a:pt x="7962" y="690956"/>
                  </a:lnTo>
                  <a:lnTo>
                    <a:pt x="8724" y="689432"/>
                  </a:lnTo>
                  <a:lnTo>
                    <a:pt x="9105" y="687539"/>
                  </a:lnTo>
                  <a:close/>
                </a:path>
                <a:path w="11430" h="692150">
                  <a:moveTo>
                    <a:pt x="9105" y="669315"/>
                  </a:moveTo>
                  <a:lnTo>
                    <a:pt x="8724" y="667410"/>
                  </a:lnTo>
                  <a:lnTo>
                    <a:pt x="7962" y="665899"/>
                  </a:lnTo>
                  <a:lnTo>
                    <a:pt x="6451" y="664756"/>
                  </a:lnTo>
                  <a:lnTo>
                    <a:pt x="4559" y="664375"/>
                  </a:lnTo>
                  <a:lnTo>
                    <a:pt x="2667" y="664756"/>
                  </a:lnTo>
                  <a:lnTo>
                    <a:pt x="1143" y="665899"/>
                  </a:lnTo>
                  <a:lnTo>
                    <a:pt x="381" y="667410"/>
                  </a:lnTo>
                  <a:lnTo>
                    <a:pt x="0" y="669315"/>
                  </a:lnTo>
                  <a:lnTo>
                    <a:pt x="381" y="671207"/>
                  </a:lnTo>
                  <a:lnTo>
                    <a:pt x="1143" y="672350"/>
                  </a:lnTo>
                  <a:lnTo>
                    <a:pt x="2667" y="673112"/>
                  </a:lnTo>
                  <a:lnTo>
                    <a:pt x="4559" y="673493"/>
                  </a:lnTo>
                  <a:lnTo>
                    <a:pt x="6451" y="673112"/>
                  </a:lnTo>
                  <a:lnTo>
                    <a:pt x="7962" y="672350"/>
                  </a:lnTo>
                  <a:lnTo>
                    <a:pt x="8724" y="671207"/>
                  </a:lnTo>
                  <a:lnTo>
                    <a:pt x="9105" y="669315"/>
                  </a:lnTo>
                  <a:close/>
                </a:path>
                <a:path w="11430" h="692150">
                  <a:moveTo>
                    <a:pt x="9486" y="447598"/>
                  </a:moveTo>
                  <a:lnTo>
                    <a:pt x="9105" y="446074"/>
                  </a:lnTo>
                  <a:lnTo>
                    <a:pt x="8343" y="444563"/>
                  </a:lnTo>
                  <a:lnTo>
                    <a:pt x="7200" y="443433"/>
                  </a:lnTo>
                  <a:lnTo>
                    <a:pt x="5321" y="443052"/>
                  </a:lnTo>
                  <a:lnTo>
                    <a:pt x="3429" y="443433"/>
                  </a:lnTo>
                  <a:lnTo>
                    <a:pt x="1905" y="444563"/>
                  </a:lnTo>
                  <a:lnTo>
                    <a:pt x="762" y="446074"/>
                  </a:lnTo>
                  <a:lnTo>
                    <a:pt x="381" y="447598"/>
                  </a:lnTo>
                  <a:lnTo>
                    <a:pt x="762" y="449503"/>
                  </a:lnTo>
                  <a:lnTo>
                    <a:pt x="1905" y="451015"/>
                  </a:lnTo>
                  <a:lnTo>
                    <a:pt x="3429" y="451777"/>
                  </a:lnTo>
                  <a:lnTo>
                    <a:pt x="5321" y="452158"/>
                  </a:lnTo>
                  <a:lnTo>
                    <a:pt x="7200" y="451777"/>
                  </a:lnTo>
                  <a:lnTo>
                    <a:pt x="8343" y="451015"/>
                  </a:lnTo>
                  <a:lnTo>
                    <a:pt x="9105" y="449503"/>
                  </a:lnTo>
                  <a:lnTo>
                    <a:pt x="9486" y="447598"/>
                  </a:lnTo>
                  <a:close/>
                </a:path>
                <a:path w="11430" h="692150">
                  <a:moveTo>
                    <a:pt x="9867" y="429374"/>
                  </a:moveTo>
                  <a:lnTo>
                    <a:pt x="9486" y="427482"/>
                  </a:lnTo>
                  <a:lnTo>
                    <a:pt x="8343" y="425958"/>
                  </a:lnTo>
                  <a:lnTo>
                    <a:pt x="7200" y="424815"/>
                  </a:lnTo>
                  <a:lnTo>
                    <a:pt x="5321" y="424446"/>
                  </a:lnTo>
                  <a:lnTo>
                    <a:pt x="3429" y="424815"/>
                  </a:lnTo>
                  <a:lnTo>
                    <a:pt x="1905" y="425958"/>
                  </a:lnTo>
                  <a:lnTo>
                    <a:pt x="1143" y="427482"/>
                  </a:lnTo>
                  <a:lnTo>
                    <a:pt x="762" y="429374"/>
                  </a:lnTo>
                  <a:lnTo>
                    <a:pt x="1143" y="431279"/>
                  </a:lnTo>
                  <a:lnTo>
                    <a:pt x="1905" y="432803"/>
                  </a:lnTo>
                  <a:lnTo>
                    <a:pt x="3429" y="433552"/>
                  </a:lnTo>
                  <a:lnTo>
                    <a:pt x="7200" y="433552"/>
                  </a:lnTo>
                  <a:lnTo>
                    <a:pt x="8343" y="432803"/>
                  </a:lnTo>
                  <a:lnTo>
                    <a:pt x="9486" y="431279"/>
                  </a:lnTo>
                  <a:lnTo>
                    <a:pt x="9867" y="429374"/>
                  </a:lnTo>
                  <a:close/>
                </a:path>
                <a:path w="11430" h="692150">
                  <a:moveTo>
                    <a:pt x="9867" y="410781"/>
                  </a:moveTo>
                  <a:lnTo>
                    <a:pt x="9486" y="408876"/>
                  </a:lnTo>
                  <a:lnTo>
                    <a:pt x="8343" y="407352"/>
                  </a:lnTo>
                  <a:lnTo>
                    <a:pt x="7200" y="406603"/>
                  </a:lnTo>
                  <a:lnTo>
                    <a:pt x="5321" y="406222"/>
                  </a:lnTo>
                  <a:lnTo>
                    <a:pt x="3429" y="406603"/>
                  </a:lnTo>
                  <a:lnTo>
                    <a:pt x="1905" y="407352"/>
                  </a:lnTo>
                  <a:lnTo>
                    <a:pt x="1143" y="408876"/>
                  </a:lnTo>
                  <a:lnTo>
                    <a:pt x="762" y="410781"/>
                  </a:lnTo>
                  <a:lnTo>
                    <a:pt x="1143" y="412673"/>
                  </a:lnTo>
                  <a:lnTo>
                    <a:pt x="1905" y="414185"/>
                  </a:lnTo>
                  <a:lnTo>
                    <a:pt x="3429" y="414947"/>
                  </a:lnTo>
                  <a:lnTo>
                    <a:pt x="5321" y="415328"/>
                  </a:lnTo>
                  <a:lnTo>
                    <a:pt x="7200" y="414947"/>
                  </a:lnTo>
                  <a:lnTo>
                    <a:pt x="8343" y="414185"/>
                  </a:lnTo>
                  <a:lnTo>
                    <a:pt x="9486" y="412673"/>
                  </a:lnTo>
                  <a:lnTo>
                    <a:pt x="9867" y="410781"/>
                  </a:lnTo>
                  <a:close/>
                </a:path>
                <a:path w="11430" h="692150">
                  <a:moveTo>
                    <a:pt x="9867" y="392557"/>
                  </a:moveTo>
                  <a:lnTo>
                    <a:pt x="9486" y="390652"/>
                  </a:lnTo>
                  <a:lnTo>
                    <a:pt x="8343" y="389140"/>
                  </a:lnTo>
                  <a:lnTo>
                    <a:pt x="7200" y="387997"/>
                  </a:lnTo>
                  <a:lnTo>
                    <a:pt x="5321" y="387616"/>
                  </a:lnTo>
                  <a:lnTo>
                    <a:pt x="3429" y="387997"/>
                  </a:lnTo>
                  <a:lnTo>
                    <a:pt x="1905" y="389140"/>
                  </a:lnTo>
                  <a:lnTo>
                    <a:pt x="1143" y="390652"/>
                  </a:lnTo>
                  <a:lnTo>
                    <a:pt x="762" y="392557"/>
                  </a:lnTo>
                  <a:lnTo>
                    <a:pt x="1143" y="394068"/>
                  </a:lnTo>
                  <a:lnTo>
                    <a:pt x="1905" y="395592"/>
                  </a:lnTo>
                  <a:lnTo>
                    <a:pt x="3429" y="396354"/>
                  </a:lnTo>
                  <a:lnTo>
                    <a:pt x="5321" y="396722"/>
                  </a:lnTo>
                  <a:lnTo>
                    <a:pt x="7200" y="396354"/>
                  </a:lnTo>
                  <a:lnTo>
                    <a:pt x="8343" y="395592"/>
                  </a:lnTo>
                  <a:lnTo>
                    <a:pt x="9486" y="394068"/>
                  </a:lnTo>
                  <a:lnTo>
                    <a:pt x="9867" y="392557"/>
                  </a:lnTo>
                  <a:close/>
                </a:path>
                <a:path w="11430" h="692150">
                  <a:moveTo>
                    <a:pt x="9867" y="373951"/>
                  </a:moveTo>
                  <a:lnTo>
                    <a:pt x="9486" y="372046"/>
                  </a:lnTo>
                  <a:lnTo>
                    <a:pt x="8343" y="370535"/>
                  </a:lnTo>
                  <a:lnTo>
                    <a:pt x="7200" y="369392"/>
                  </a:lnTo>
                  <a:lnTo>
                    <a:pt x="5321" y="369011"/>
                  </a:lnTo>
                  <a:lnTo>
                    <a:pt x="3810" y="369392"/>
                  </a:lnTo>
                  <a:lnTo>
                    <a:pt x="2286" y="370535"/>
                  </a:lnTo>
                  <a:lnTo>
                    <a:pt x="1143" y="372046"/>
                  </a:lnTo>
                  <a:lnTo>
                    <a:pt x="762" y="373951"/>
                  </a:lnTo>
                  <a:lnTo>
                    <a:pt x="1143" y="375843"/>
                  </a:lnTo>
                  <a:lnTo>
                    <a:pt x="2286" y="377367"/>
                  </a:lnTo>
                  <a:lnTo>
                    <a:pt x="3810" y="378129"/>
                  </a:lnTo>
                  <a:lnTo>
                    <a:pt x="5321" y="378510"/>
                  </a:lnTo>
                  <a:lnTo>
                    <a:pt x="7200" y="378129"/>
                  </a:lnTo>
                  <a:lnTo>
                    <a:pt x="8343" y="377367"/>
                  </a:lnTo>
                  <a:lnTo>
                    <a:pt x="9486" y="375843"/>
                  </a:lnTo>
                  <a:lnTo>
                    <a:pt x="9867" y="373951"/>
                  </a:lnTo>
                  <a:close/>
                </a:path>
                <a:path w="11430" h="692150">
                  <a:moveTo>
                    <a:pt x="9867" y="355346"/>
                  </a:moveTo>
                  <a:lnTo>
                    <a:pt x="9486" y="353834"/>
                  </a:lnTo>
                  <a:lnTo>
                    <a:pt x="8724" y="352310"/>
                  </a:lnTo>
                  <a:lnTo>
                    <a:pt x="7581" y="351167"/>
                  </a:lnTo>
                  <a:lnTo>
                    <a:pt x="5702" y="350786"/>
                  </a:lnTo>
                  <a:lnTo>
                    <a:pt x="3810" y="351167"/>
                  </a:lnTo>
                  <a:lnTo>
                    <a:pt x="2286" y="352310"/>
                  </a:lnTo>
                  <a:lnTo>
                    <a:pt x="1143" y="353834"/>
                  </a:lnTo>
                  <a:lnTo>
                    <a:pt x="762" y="355346"/>
                  </a:lnTo>
                  <a:lnTo>
                    <a:pt x="1143" y="357251"/>
                  </a:lnTo>
                  <a:lnTo>
                    <a:pt x="2286" y="358762"/>
                  </a:lnTo>
                  <a:lnTo>
                    <a:pt x="3810" y="359524"/>
                  </a:lnTo>
                  <a:lnTo>
                    <a:pt x="5702" y="359905"/>
                  </a:lnTo>
                  <a:lnTo>
                    <a:pt x="7581" y="359524"/>
                  </a:lnTo>
                  <a:lnTo>
                    <a:pt x="8724" y="358762"/>
                  </a:lnTo>
                  <a:lnTo>
                    <a:pt x="9486" y="357251"/>
                  </a:lnTo>
                  <a:lnTo>
                    <a:pt x="9867" y="355346"/>
                  </a:lnTo>
                  <a:close/>
                </a:path>
                <a:path w="11430" h="692150">
                  <a:moveTo>
                    <a:pt x="9867" y="337121"/>
                  </a:moveTo>
                  <a:lnTo>
                    <a:pt x="9486" y="335229"/>
                  </a:lnTo>
                  <a:lnTo>
                    <a:pt x="8724" y="333705"/>
                  </a:lnTo>
                  <a:lnTo>
                    <a:pt x="7581" y="332562"/>
                  </a:lnTo>
                  <a:lnTo>
                    <a:pt x="5702" y="332193"/>
                  </a:lnTo>
                  <a:lnTo>
                    <a:pt x="3810" y="332562"/>
                  </a:lnTo>
                  <a:lnTo>
                    <a:pt x="2286" y="333705"/>
                  </a:lnTo>
                  <a:lnTo>
                    <a:pt x="1143" y="335229"/>
                  </a:lnTo>
                  <a:lnTo>
                    <a:pt x="762" y="337121"/>
                  </a:lnTo>
                  <a:lnTo>
                    <a:pt x="1143" y="339026"/>
                  </a:lnTo>
                  <a:lnTo>
                    <a:pt x="2286" y="340537"/>
                  </a:lnTo>
                  <a:lnTo>
                    <a:pt x="3810" y="340918"/>
                  </a:lnTo>
                  <a:lnTo>
                    <a:pt x="5702" y="341299"/>
                  </a:lnTo>
                  <a:lnTo>
                    <a:pt x="7581" y="340918"/>
                  </a:lnTo>
                  <a:lnTo>
                    <a:pt x="8724" y="340537"/>
                  </a:lnTo>
                  <a:lnTo>
                    <a:pt x="9486" y="339026"/>
                  </a:lnTo>
                  <a:lnTo>
                    <a:pt x="9867" y="337121"/>
                  </a:lnTo>
                  <a:close/>
                </a:path>
                <a:path w="11430" h="692150">
                  <a:moveTo>
                    <a:pt x="9867" y="318516"/>
                  </a:moveTo>
                  <a:lnTo>
                    <a:pt x="9486" y="316623"/>
                  </a:lnTo>
                  <a:lnTo>
                    <a:pt x="8724" y="315112"/>
                  </a:lnTo>
                  <a:lnTo>
                    <a:pt x="7581" y="314350"/>
                  </a:lnTo>
                  <a:lnTo>
                    <a:pt x="5702" y="313969"/>
                  </a:lnTo>
                  <a:lnTo>
                    <a:pt x="3810" y="314350"/>
                  </a:lnTo>
                  <a:lnTo>
                    <a:pt x="2286" y="315112"/>
                  </a:lnTo>
                  <a:lnTo>
                    <a:pt x="1143" y="316623"/>
                  </a:lnTo>
                  <a:lnTo>
                    <a:pt x="762" y="318516"/>
                  </a:lnTo>
                  <a:lnTo>
                    <a:pt x="1143" y="320421"/>
                  </a:lnTo>
                  <a:lnTo>
                    <a:pt x="2286" y="321945"/>
                  </a:lnTo>
                  <a:lnTo>
                    <a:pt x="3810" y="322694"/>
                  </a:lnTo>
                  <a:lnTo>
                    <a:pt x="5702" y="323075"/>
                  </a:lnTo>
                  <a:lnTo>
                    <a:pt x="7581" y="322694"/>
                  </a:lnTo>
                  <a:lnTo>
                    <a:pt x="8724" y="321945"/>
                  </a:lnTo>
                  <a:lnTo>
                    <a:pt x="9486" y="320421"/>
                  </a:lnTo>
                  <a:lnTo>
                    <a:pt x="9867" y="318516"/>
                  </a:lnTo>
                  <a:close/>
                </a:path>
                <a:path w="11430" h="692150">
                  <a:moveTo>
                    <a:pt x="10248" y="300304"/>
                  </a:moveTo>
                  <a:lnTo>
                    <a:pt x="9867" y="298399"/>
                  </a:lnTo>
                  <a:lnTo>
                    <a:pt x="8724" y="296875"/>
                  </a:lnTo>
                  <a:lnTo>
                    <a:pt x="7581" y="295744"/>
                  </a:lnTo>
                  <a:lnTo>
                    <a:pt x="5702" y="295363"/>
                  </a:lnTo>
                  <a:lnTo>
                    <a:pt x="3810" y="295744"/>
                  </a:lnTo>
                  <a:lnTo>
                    <a:pt x="2286" y="296875"/>
                  </a:lnTo>
                  <a:lnTo>
                    <a:pt x="1524" y="298399"/>
                  </a:lnTo>
                  <a:lnTo>
                    <a:pt x="1143" y="300304"/>
                  </a:lnTo>
                  <a:lnTo>
                    <a:pt x="1524" y="301815"/>
                  </a:lnTo>
                  <a:lnTo>
                    <a:pt x="2286" y="303339"/>
                  </a:lnTo>
                  <a:lnTo>
                    <a:pt x="3810" y="304101"/>
                  </a:lnTo>
                  <a:lnTo>
                    <a:pt x="5702" y="304482"/>
                  </a:lnTo>
                  <a:lnTo>
                    <a:pt x="7581" y="304101"/>
                  </a:lnTo>
                  <a:lnTo>
                    <a:pt x="8724" y="303339"/>
                  </a:lnTo>
                  <a:lnTo>
                    <a:pt x="9867" y="301815"/>
                  </a:lnTo>
                  <a:lnTo>
                    <a:pt x="10248" y="300304"/>
                  </a:lnTo>
                  <a:close/>
                </a:path>
                <a:path w="11430" h="692150">
                  <a:moveTo>
                    <a:pt x="10248" y="281698"/>
                  </a:moveTo>
                  <a:lnTo>
                    <a:pt x="9867" y="279793"/>
                  </a:lnTo>
                  <a:lnTo>
                    <a:pt x="8724" y="278282"/>
                  </a:lnTo>
                  <a:lnTo>
                    <a:pt x="7581" y="277139"/>
                  </a:lnTo>
                  <a:lnTo>
                    <a:pt x="5702" y="276758"/>
                  </a:lnTo>
                  <a:lnTo>
                    <a:pt x="3810" y="277139"/>
                  </a:lnTo>
                  <a:lnTo>
                    <a:pt x="2286" y="278282"/>
                  </a:lnTo>
                  <a:lnTo>
                    <a:pt x="1524" y="279793"/>
                  </a:lnTo>
                  <a:lnTo>
                    <a:pt x="1143" y="281698"/>
                  </a:lnTo>
                  <a:lnTo>
                    <a:pt x="1524" y="283603"/>
                  </a:lnTo>
                  <a:lnTo>
                    <a:pt x="2286" y="285115"/>
                  </a:lnTo>
                  <a:lnTo>
                    <a:pt x="3810" y="285877"/>
                  </a:lnTo>
                  <a:lnTo>
                    <a:pt x="5702" y="286245"/>
                  </a:lnTo>
                  <a:lnTo>
                    <a:pt x="7581" y="285877"/>
                  </a:lnTo>
                  <a:lnTo>
                    <a:pt x="8724" y="285115"/>
                  </a:lnTo>
                  <a:lnTo>
                    <a:pt x="9867" y="283603"/>
                  </a:lnTo>
                  <a:lnTo>
                    <a:pt x="10248" y="281698"/>
                  </a:lnTo>
                  <a:close/>
                </a:path>
                <a:path w="11430" h="692150">
                  <a:moveTo>
                    <a:pt x="10248" y="263093"/>
                  </a:moveTo>
                  <a:lnTo>
                    <a:pt x="9867" y="261581"/>
                  </a:lnTo>
                  <a:lnTo>
                    <a:pt x="8724" y="260057"/>
                  </a:lnTo>
                  <a:lnTo>
                    <a:pt x="7581" y="258914"/>
                  </a:lnTo>
                  <a:lnTo>
                    <a:pt x="5702" y="258533"/>
                  </a:lnTo>
                  <a:lnTo>
                    <a:pt x="3810" y="258914"/>
                  </a:lnTo>
                  <a:lnTo>
                    <a:pt x="2286" y="260057"/>
                  </a:lnTo>
                  <a:lnTo>
                    <a:pt x="1524" y="261581"/>
                  </a:lnTo>
                  <a:lnTo>
                    <a:pt x="1143" y="263093"/>
                  </a:lnTo>
                  <a:lnTo>
                    <a:pt x="1524" y="264985"/>
                  </a:lnTo>
                  <a:lnTo>
                    <a:pt x="2286" y="266509"/>
                  </a:lnTo>
                  <a:lnTo>
                    <a:pt x="3810" y="267271"/>
                  </a:lnTo>
                  <a:lnTo>
                    <a:pt x="5702" y="267652"/>
                  </a:lnTo>
                  <a:lnTo>
                    <a:pt x="7581" y="267271"/>
                  </a:lnTo>
                  <a:lnTo>
                    <a:pt x="8724" y="266509"/>
                  </a:lnTo>
                  <a:lnTo>
                    <a:pt x="9867" y="264985"/>
                  </a:lnTo>
                  <a:lnTo>
                    <a:pt x="10248" y="263093"/>
                  </a:lnTo>
                  <a:close/>
                </a:path>
                <a:path w="11430" h="692150">
                  <a:moveTo>
                    <a:pt x="10248" y="244868"/>
                  </a:moveTo>
                  <a:lnTo>
                    <a:pt x="9867" y="242976"/>
                  </a:lnTo>
                  <a:lnTo>
                    <a:pt x="8724" y="241452"/>
                  </a:lnTo>
                  <a:lnTo>
                    <a:pt x="7581" y="240322"/>
                  </a:lnTo>
                  <a:lnTo>
                    <a:pt x="5702" y="239941"/>
                  </a:lnTo>
                  <a:lnTo>
                    <a:pt x="4191" y="240322"/>
                  </a:lnTo>
                  <a:lnTo>
                    <a:pt x="2667" y="241452"/>
                  </a:lnTo>
                  <a:lnTo>
                    <a:pt x="1524" y="242976"/>
                  </a:lnTo>
                  <a:lnTo>
                    <a:pt x="1143" y="244868"/>
                  </a:lnTo>
                  <a:lnTo>
                    <a:pt x="1524" y="246773"/>
                  </a:lnTo>
                  <a:lnTo>
                    <a:pt x="2667" y="248285"/>
                  </a:lnTo>
                  <a:lnTo>
                    <a:pt x="5702" y="249047"/>
                  </a:lnTo>
                  <a:lnTo>
                    <a:pt x="7581" y="248666"/>
                  </a:lnTo>
                  <a:lnTo>
                    <a:pt x="8724" y="248285"/>
                  </a:lnTo>
                  <a:lnTo>
                    <a:pt x="9867" y="246773"/>
                  </a:lnTo>
                  <a:lnTo>
                    <a:pt x="10248" y="244868"/>
                  </a:lnTo>
                  <a:close/>
                </a:path>
                <a:path w="11430" h="692150">
                  <a:moveTo>
                    <a:pt x="10248" y="226263"/>
                  </a:moveTo>
                  <a:lnTo>
                    <a:pt x="9867" y="224370"/>
                  </a:lnTo>
                  <a:lnTo>
                    <a:pt x="8724" y="222846"/>
                  </a:lnTo>
                  <a:lnTo>
                    <a:pt x="7581" y="222084"/>
                  </a:lnTo>
                  <a:lnTo>
                    <a:pt x="6070" y="221716"/>
                  </a:lnTo>
                  <a:lnTo>
                    <a:pt x="4191" y="222084"/>
                  </a:lnTo>
                  <a:lnTo>
                    <a:pt x="2667" y="222846"/>
                  </a:lnTo>
                  <a:lnTo>
                    <a:pt x="1524" y="224370"/>
                  </a:lnTo>
                  <a:lnTo>
                    <a:pt x="1143" y="226263"/>
                  </a:lnTo>
                  <a:lnTo>
                    <a:pt x="1524" y="228168"/>
                  </a:lnTo>
                  <a:lnTo>
                    <a:pt x="2667" y="229692"/>
                  </a:lnTo>
                  <a:lnTo>
                    <a:pt x="4191" y="230454"/>
                  </a:lnTo>
                  <a:lnTo>
                    <a:pt x="6070" y="230822"/>
                  </a:lnTo>
                  <a:lnTo>
                    <a:pt x="7581" y="230454"/>
                  </a:lnTo>
                  <a:lnTo>
                    <a:pt x="8724" y="229692"/>
                  </a:lnTo>
                  <a:lnTo>
                    <a:pt x="9867" y="228168"/>
                  </a:lnTo>
                  <a:lnTo>
                    <a:pt x="10248" y="226263"/>
                  </a:lnTo>
                  <a:close/>
                </a:path>
                <a:path w="11430" h="692150">
                  <a:moveTo>
                    <a:pt x="10248" y="208051"/>
                  </a:moveTo>
                  <a:lnTo>
                    <a:pt x="9867" y="206146"/>
                  </a:lnTo>
                  <a:lnTo>
                    <a:pt x="9105" y="204635"/>
                  </a:lnTo>
                  <a:lnTo>
                    <a:pt x="7962" y="203492"/>
                  </a:lnTo>
                  <a:lnTo>
                    <a:pt x="6070" y="203111"/>
                  </a:lnTo>
                  <a:lnTo>
                    <a:pt x="4191" y="203492"/>
                  </a:lnTo>
                  <a:lnTo>
                    <a:pt x="2667" y="204635"/>
                  </a:lnTo>
                  <a:lnTo>
                    <a:pt x="1524" y="206146"/>
                  </a:lnTo>
                  <a:lnTo>
                    <a:pt x="1143" y="208051"/>
                  </a:lnTo>
                  <a:lnTo>
                    <a:pt x="1524" y="209562"/>
                  </a:lnTo>
                  <a:lnTo>
                    <a:pt x="2667" y="211074"/>
                  </a:lnTo>
                  <a:lnTo>
                    <a:pt x="4191" y="211836"/>
                  </a:lnTo>
                  <a:lnTo>
                    <a:pt x="6070" y="212217"/>
                  </a:lnTo>
                  <a:lnTo>
                    <a:pt x="7962" y="211836"/>
                  </a:lnTo>
                  <a:lnTo>
                    <a:pt x="9105" y="211074"/>
                  </a:lnTo>
                  <a:lnTo>
                    <a:pt x="9867" y="209562"/>
                  </a:lnTo>
                  <a:lnTo>
                    <a:pt x="10248" y="208051"/>
                  </a:lnTo>
                  <a:close/>
                </a:path>
                <a:path w="11430" h="692150">
                  <a:moveTo>
                    <a:pt x="10248" y="189445"/>
                  </a:moveTo>
                  <a:lnTo>
                    <a:pt x="9867" y="187553"/>
                  </a:lnTo>
                  <a:lnTo>
                    <a:pt x="9105" y="186029"/>
                  </a:lnTo>
                  <a:lnTo>
                    <a:pt x="7962" y="184886"/>
                  </a:lnTo>
                  <a:lnTo>
                    <a:pt x="6070" y="184505"/>
                  </a:lnTo>
                  <a:lnTo>
                    <a:pt x="4191" y="184886"/>
                  </a:lnTo>
                  <a:lnTo>
                    <a:pt x="2667" y="186029"/>
                  </a:lnTo>
                  <a:lnTo>
                    <a:pt x="1524" y="187553"/>
                  </a:lnTo>
                  <a:lnTo>
                    <a:pt x="1143" y="189445"/>
                  </a:lnTo>
                  <a:lnTo>
                    <a:pt x="1524" y="191338"/>
                  </a:lnTo>
                  <a:lnTo>
                    <a:pt x="2667" y="192862"/>
                  </a:lnTo>
                  <a:lnTo>
                    <a:pt x="4191" y="193624"/>
                  </a:lnTo>
                  <a:lnTo>
                    <a:pt x="6070" y="193992"/>
                  </a:lnTo>
                  <a:lnTo>
                    <a:pt x="7962" y="193624"/>
                  </a:lnTo>
                  <a:lnTo>
                    <a:pt x="9105" y="192862"/>
                  </a:lnTo>
                  <a:lnTo>
                    <a:pt x="9867" y="191338"/>
                  </a:lnTo>
                  <a:lnTo>
                    <a:pt x="10248" y="189445"/>
                  </a:lnTo>
                  <a:close/>
                </a:path>
                <a:path w="11430" h="692150">
                  <a:moveTo>
                    <a:pt x="10629" y="170840"/>
                  </a:moveTo>
                  <a:lnTo>
                    <a:pt x="10248" y="168935"/>
                  </a:lnTo>
                  <a:lnTo>
                    <a:pt x="7962" y="166674"/>
                  </a:lnTo>
                  <a:lnTo>
                    <a:pt x="6070" y="166293"/>
                  </a:lnTo>
                  <a:lnTo>
                    <a:pt x="4191" y="166674"/>
                  </a:lnTo>
                  <a:lnTo>
                    <a:pt x="2667" y="167805"/>
                  </a:lnTo>
                  <a:lnTo>
                    <a:pt x="1905" y="168935"/>
                  </a:lnTo>
                  <a:lnTo>
                    <a:pt x="1524" y="170840"/>
                  </a:lnTo>
                  <a:lnTo>
                    <a:pt x="1905" y="172745"/>
                  </a:lnTo>
                  <a:lnTo>
                    <a:pt x="2667" y="174256"/>
                  </a:lnTo>
                  <a:lnTo>
                    <a:pt x="4191" y="175018"/>
                  </a:lnTo>
                  <a:lnTo>
                    <a:pt x="6070" y="175399"/>
                  </a:lnTo>
                  <a:lnTo>
                    <a:pt x="7962" y="175018"/>
                  </a:lnTo>
                  <a:lnTo>
                    <a:pt x="9105" y="174256"/>
                  </a:lnTo>
                  <a:lnTo>
                    <a:pt x="10248" y="172745"/>
                  </a:lnTo>
                  <a:lnTo>
                    <a:pt x="10629" y="170840"/>
                  </a:lnTo>
                  <a:close/>
                </a:path>
                <a:path w="11430" h="692150">
                  <a:moveTo>
                    <a:pt x="10629" y="152615"/>
                  </a:moveTo>
                  <a:lnTo>
                    <a:pt x="10248" y="150723"/>
                  </a:lnTo>
                  <a:lnTo>
                    <a:pt x="9105" y="149199"/>
                  </a:lnTo>
                  <a:lnTo>
                    <a:pt x="7962" y="148056"/>
                  </a:lnTo>
                  <a:lnTo>
                    <a:pt x="6070" y="147675"/>
                  </a:lnTo>
                  <a:lnTo>
                    <a:pt x="4191" y="148056"/>
                  </a:lnTo>
                  <a:lnTo>
                    <a:pt x="2667" y="149199"/>
                  </a:lnTo>
                  <a:lnTo>
                    <a:pt x="1905" y="150723"/>
                  </a:lnTo>
                  <a:lnTo>
                    <a:pt x="1524" y="152615"/>
                  </a:lnTo>
                  <a:lnTo>
                    <a:pt x="1905" y="154520"/>
                  </a:lnTo>
                  <a:lnTo>
                    <a:pt x="2667" y="155663"/>
                  </a:lnTo>
                  <a:lnTo>
                    <a:pt x="4191" y="156413"/>
                  </a:lnTo>
                  <a:lnTo>
                    <a:pt x="6070" y="156794"/>
                  </a:lnTo>
                  <a:lnTo>
                    <a:pt x="7962" y="156413"/>
                  </a:lnTo>
                  <a:lnTo>
                    <a:pt x="9105" y="155663"/>
                  </a:lnTo>
                  <a:lnTo>
                    <a:pt x="10248" y="154520"/>
                  </a:lnTo>
                  <a:lnTo>
                    <a:pt x="10629" y="152615"/>
                  </a:lnTo>
                  <a:close/>
                </a:path>
                <a:path w="11430" h="692150">
                  <a:moveTo>
                    <a:pt x="10629" y="134023"/>
                  </a:moveTo>
                  <a:lnTo>
                    <a:pt x="10248" y="132118"/>
                  </a:lnTo>
                  <a:lnTo>
                    <a:pt x="9105" y="130594"/>
                  </a:lnTo>
                  <a:lnTo>
                    <a:pt x="7962" y="129463"/>
                  </a:lnTo>
                  <a:lnTo>
                    <a:pt x="4191" y="129463"/>
                  </a:lnTo>
                  <a:lnTo>
                    <a:pt x="2667" y="130594"/>
                  </a:lnTo>
                  <a:lnTo>
                    <a:pt x="1905" y="132118"/>
                  </a:lnTo>
                  <a:lnTo>
                    <a:pt x="1524" y="134023"/>
                  </a:lnTo>
                  <a:lnTo>
                    <a:pt x="1905" y="135915"/>
                  </a:lnTo>
                  <a:lnTo>
                    <a:pt x="2667" y="137426"/>
                  </a:lnTo>
                  <a:lnTo>
                    <a:pt x="4191" y="138188"/>
                  </a:lnTo>
                  <a:lnTo>
                    <a:pt x="6070" y="138569"/>
                  </a:lnTo>
                  <a:lnTo>
                    <a:pt x="7962" y="138188"/>
                  </a:lnTo>
                  <a:lnTo>
                    <a:pt x="9105" y="137426"/>
                  </a:lnTo>
                  <a:lnTo>
                    <a:pt x="10248" y="135915"/>
                  </a:lnTo>
                  <a:lnTo>
                    <a:pt x="10629" y="134023"/>
                  </a:lnTo>
                  <a:close/>
                </a:path>
                <a:path w="11430" h="692150">
                  <a:moveTo>
                    <a:pt x="10629" y="115785"/>
                  </a:moveTo>
                  <a:lnTo>
                    <a:pt x="10248" y="113893"/>
                  </a:lnTo>
                  <a:lnTo>
                    <a:pt x="9105" y="112382"/>
                  </a:lnTo>
                  <a:lnTo>
                    <a:pt x="7962" y="111239"/>
                  </a:lnTo>
                  <a:lnTo>
                    <a:pt x="6070" y="110858"/>
                  </a:lnTo>
                  <a:lnTo>
                    <a:pt x="4559" y="111239"/>
                  </a:lnTo>
                  <a:lnTo>
                    <a:pt x="3048" y="112382"/>
                  </a:lnTo>
                  <a:lnTo>
                    <a:pt x="1905" y="113893"/>
                  </a:lnTo>
                  <a:lnTo>
                    <a:pt x="1524" y="115785"/>
                  </a:lnTo>
                  <a:lnTo>
                    <a:pt x="1905" y="117309"/>
                  </a:lnTo>
                  <a:lnTo>
                    <a:pt x="3048" y="118833"/>
                  </a:lnTo>
                  <a:lnTo>
                    <a:pt x="4559" y="119583"/>
                  </a:lnTo>
                  <a:lnTo>
                    <a:pt x="6070" y="119964"/>
                  </a:lnTo>
                  <a:lnTo>
                    <a:pt x="7962" y="119583"/>
                  </a:lnTo>
                  <a:lnTo>
                    <a:pt x="9105" y="118833"/>
                  </a:lnTo>
                  <a:lnTo>
                    <a:pt x="10248" y="117309"/>
                  </a:lnTo>
                  <a:lnTo>
                    <a:pt x="10629" y="115785"/>
                  </a:lnTo>
                  <a:close/>
                </a:path>
                <a:path w="11430" h="692150">
                  <a:moveTo>
                    <a:pt x="10629" y="97193"/>
                  </a:moveTo>
                  <a:lnTo>
                    <a:pt x="10248" y="95288"/>
                  </a:lnTo>
                  <a:lnTo>
                    <a:pt x="9105" y="93764"/>
                  </a:lnTo>
                  <a:lnTo>
                    <a:pt x="7962" y="92633"/>
                  </a:lnTo>
                  <a:lnTo>
                    <a:pt x="6451" y="92252"/>
                  </a:lnTo>
                  <a:lnTo>
                    <a:pt x="4559" y="92633"/>
                  </a:lnTo>
                  <a:lnTo>
                    <a:pt x="3048" y="93764"/>
                  </a:lnTo>
                  <a:lnTo>
                    <a:pt x="1905" y="95288"/>
                  </a:lnTo>
                  <a:lnTo>
                    <a:pt x="1524" y="97193"/>
                  </a:lnTo>
                  <a:lnTo>
                    <a:pt x="1905" y="99085"/>
                  </a:lnTo>
                  <a:lnTo>
                    <a:pt x="3048" y="100609"/>
                  </a:lnTo>
                  <a:lnTo>
                    <a:pt x="4559" y="101371"/>
                  </a:lnTo>
                  <a:lnTo>
                    <a:pt x="6451" y="101752"/>
                  </a:lnTo>
                  <a:lnTo>
                    <a:pt x="7962" y="101371"/>
                  </a:lnTo>
                  <a:lnTo>
                    <a:pt x="9105" y="100609"/>
                  </a:lnTo>
                  <a:lnTo>
                    <a:pt x="10248" y="99085"/>
                  </a:lnTo>
                  <a:lnTo>
                    <a:pt x="10629" y="97193"/>
                  </a:lnTo>
                  <a:close/>
                </a:path>
                <a:path w="11430" h="692150">
                  <a:moveTo>
                    <a:pt x="10629" y="78587"/>
                  </a:moveTo>
                  <a:lnTo>
                    <a:pt x="10248" y="76682"/>
                  </a:lnTo>
                  <a:lnTo>
                    <a:pt x="9486" y="75552"/>
                  </a:lnTo>
                  <a:lnTo>
                    <a:pt x="7962" y="74409"/>
                  </a:lnTo>
                  <a:lnTo>
                    <a:pt x="6451" y="74028"/>
                  </a:lnTo>
                  <a:lnTo>
                    <a:pt x="4559" y="74409"/>
                  </a:lnTo>
                  <a:lnTo>
                    <a:pt x="3048" y="75552"/>
                  </a:lnTo>
                  <a:lnTo>
                    <a:pt x="1905" y="76682"/>
                  </a:lnTo>
                  <a:lnTo>
                    <a:pt x="1524" y="78587"/>
                  </a:lnTo>
                  <a:lnTo>
                    <a:pt x="1905" y="80492"/>
                  </a:lnTo>
                  <a:lnTo>
                    <a:pt x="3048" y="82003"/>
                  </a:lnTo>
                  <a:lnTo>
                    <a:pt x="4559" y="82753"/>
                  </a:lnTo>
                  <a:lnTo>
                    <a:pt x="6451" y="83134"/>
                  </a:lnTo>
                  <a:lnTo>
                    <a:pt x="7962" y="82753"/>
                  </a:lnTo>
                  <a:lnTo>
                    <a:pt x="9486" y="82003"/>
                  </a:lnTo>
                  <a:lnTo>
                    <a:pt x="10248" y="80492"/>
                  </a:lnTo>
                  <a:lnTo>
                    <a:pt x="10629" y="78587"/>
                  </a:lnTo>
                  <a:close/>
                </a:path>
                <a:path w="11430" h="692150">
                  <a:moveTo>
                    <a:pt x="10629" y="60363"/>
                  </a:moveTo>
                  <a:lnTo>
                    <a:pt x="10248" y="58470"/>
                  </a:lnTo>
                  <a:lnTo>
                    <a:pt x="9486" y="56946"/>
                  </a:lnTo>
                  <a:lnTo>
                    <a:pt x="7962" y="55803"/>
                  </a:lnTo>
                  <a:lnTo>
                    <a:pt x="6451" y="55435"/>
                  </a:lnTo>
                  <a:lnTo>
                    <a:pt x="4559" y="55803"/>
                  </a:lnTo>
                  <a:lnTo>
                    <a:pt x="3048" y="56946"/>
                  </a:lnTo>
                  <a:lnTo>
                    <a:pt x="1905" y="58470"/>
                  </a:lnTo>
                  <a:lnTo>
                    <a:pt x="1524" y="60363"/>
                  </a:lnTo>
                  <a:lnTo>
                    <a:pt x="1905" y="62255"/>
                  </a:lnTo>
                  <a:lnTo>
                    <a:pt x="3048" y="63398"/>
                  </a:lnTo>
                  <a:lnTo>
                    <a:pt x="4559" y="64160"/>
                  </a:lnTo>
                  <a:lnTo>
                    <a:pt x="6451" y="64541"/>
                  </a:lnTo>
                  <a:lnTo>
                    <a:pt x="7962" y="64160"/>
                  </a:lnTo>
                  <a:lnTo>
                    <a:pt x="9486" y="63398"/>
                  </a:lnTo>
                  <a:lnTo>
                    <a:pt x="10248" y="62255"/>
                  </a:lnTo>
                  <a:lnTo>
                    <a:pt x="10629" y="60363"/>
                  </a:lnTo>
                  <a:close/>
                </a:path>
                <a:path w="11430" h="692150">
                  <a:moveTo>
                    <a:pt x="10629" y="41757"/>
                  </a:moveTo>
                  <a:lnTo>
                    <a:pt x="10248" y="39865"/>
                  </a:lnTo>
                  <a:lnTo>
                    <a:pt x="9486" y="38354"/>
                  </a:lnTo>
                  <a:lnTo>
                    <a:pt x="7962" y="37211"/>
                  </a:lnTo>
                  <a:lnTo>
                    <a:pt x="6451" y="36830"/>
                  </a:lnTo>
                  <a:lnTo>
                    <a:pt x="4559" y="37211"/>
                  </a:lnTo>
                  <a:lnTo>
                    <a:pt x="3048" y="38354"/>
                  </a:lnTo>
                  <a:lnTo>
                    <a:pt x="1905" y="39865"/>
                  </a:lnTo>
                  <a:lnTo>
                    <a:pt x="1524" y="41757"/>
                  </a:lnTo>
                  <a:lnTo>
                    <a:pt x="1905" y="43662"/>
                  </a:lnTo>
                  <a:lnTo>
                    <a:pt x="3048" y="45173"/>
                  </a:lnTo>
                  <a:lnTo>
                    <a:pt x="4559" y="45935"/>
                  </a:lnTo>
                  <a:lnTo>
                    <a:pt x="6451" y="46316"/>
                  </a:lnTo>
                  <a:lnTo>
                    <a:pt x="7962" y="45935"/>
                  </a:lnTo>
                  <a:lnTo>
                    <a:pt x="9486" y="45173"/>
                  </a:lnTo>
                  <a:lnTo>
                    <a:pt x="10248" y="43662"/>
                  </a:lnTo>
                  <a:lnTo>
                    <a:pt x="10629" y="41757"/>
                  </a:lnTo>
                  <a:close/>
                </a:path>
                <a:path w="11430" h="692150">
                  <a:moveTo>
                    <a:pt x="11010" y="23533"/>
                  </a:moveTo>
                  <a:lnTo>
                    <a:pt x="10629" y="21640"/>
                  </a:lnTo>
                  <a:lnTo>
                    <a:pt x="9486" y="20116"/>
                  </a:lnTo>
                  <a:lnTo>
                    <a:pt x="7962" y="18973"/>
                  </a:lnTo>
                  <a:lnTo>
                    <a:pt x="6451" y="18605"/>
                  </a:lnTo>
                  <a:lnTo>
                    <a:pt x="4559" y="18973"/>
                  </a:lnTo>
                  <a:lnTo>
                    <a:pt x="3048" y="20116"/>
                  </a:lnTo>
                  <a:lnTo>
                    <a:pt x="2286" y="21640"/>
                  </a:lnTo>
                  <a:lnTo>
                    <a:pt x="1905" y="23533"/>
                  </a:lnTo>
                  <a:lnTo>
                    <a:pt x="2286" y="25057"/>
                  </a:lnTo>
                  <a:lnTo>
                    <a:pt x="3048" y="26581"/>
                  </a:lnTo>
                  <a:lnTo>
                    <a:pt x="4559" y="27343"/>
                  </a:lnTo>
                  <a:lnTo>
                    <a:pt x="6451" y="27724"/>
                  </a:lnTo>
                  <a:lnTo>
                    <a:pt x="7962" y="27343"/>
                  </a:lnTo>
                  <a:lnTo>
                    <a:pt x="9486" y="26581"/>
                  </a:lnTo>
                  <a:lnTo>
                    <a:pt x="10629" y="25057"/>
                  </a:lnTo>
                  <a:lnTo>
                    <a:pt x="11010" y="23533"/>
                  </a:lnTo>
                  <a:close/>
                </a:path>
                <a:path w="11430" h="692150">
                  <a:moveTo>
                    <a:pt x="11010" y="4940"/>
                  </a:moveTo>
                  <a:lnTo>
                    <a:pt x="10629" y="3035"/>
                  </a:lnTo>
                  <a:lnTo>
                    <a:pt x="9486" y="1524"/>
                  </a:lnTo>
                  <a:lnTo>
                    <a:pt x="7962" y="381"/>
                  </a:lnTo>
                  <a:lnTo>
                    <a:pt x="6451" y="0"/>
                  </a:lnTo>
                  <a:lnTo>
                    <a:pt x="4559" y="381"/>
                  </a:lnTo>
                  <a:lnTo>
                    <a:pt x="3048" y="1524"/>
                  </a:lnTo>
                  <a:lnTo>
                    <a:pt x="2286" y="3035"/>
                  </a:lnTo>
                  <a:lnTo>
                    <a:pt x="1905" y="4940"/>
                  </a:lnTo>
                  <a:lnTo>
                    <a:pt x="2286" y="6845"/>
                  </a:lnTo>
                  <a:lnTo>
                    <a:pt x="3048" y="8343"/>
                  </a:lnTo>
                  <a:lnTo>
                    <a:pt x="4559" y="9105"/>
                  </a:lnTo>
                  <a:lnTo>
                    <a:pt x="6451" y="9486"/>
                  </a:lnTo>
                  <a:lnTo>
                    <a:pt x="7962" y="9105"/>
                  </a:lnTo>
                  <a:lnTo>
                    <a:pt x="9486" y="8343"/>
                  </a:lnTo>
                  <a:lnTo>
                    <a:pt x="10629" y="6845"/>
                  </a:lnTo>
                  <a:lnTo>
                    <a:pt x="11010" y="49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284594" y="4544809"/>
              <a:ext cx="3364865" cy="2980055"/>
            </a:xfrm>
            <a:custGeom>
              <a:avLst/>
              <a:gdLst/>
              <a:ahLst/>
              <a:cxnLst/>
              <a:rect l="l" t="t" r="r" b="b"/>
              <a:pathLst>
                <a:path w="3364865" h="2980054">
                  <a:moveTo>
                    <a:pt x="3364776" y="0"/>
                  </a:moveTo>
                  <a:lnTo>
                    <a:pt x="3364776" y="2979826"/>
                  </a:lnTo>
                </a:path>
                <a:path w="3364865" h="2980054">
                  <a:moveTo>
                    <a:pt x="0" y="871664"/>
                  </a:moveTo>
                  <a:lnTo>
                    <a:pt x="0" y="1231188"/>
                  </a:lnTo>
                </a:path>
                <a:path w="3364865" h="2980054">
                  <a:moveTo>
                    <a:pt x="0" y="1448346"/>
                  </a:moveTo>
                  <a:lnTo>
                    <a:pt x="0" y="2744444"/>
                  </a:lnTo>
                </a:path>
              </a:pathLst>
            </a:custGeom>
            <a:ln w="910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287064" y="7298372"/>
              <a:ext cx="0" cy="194310"/>
            </a:xfrm>
            <a:custGeom>
              <a:avLst/>
              <a:gdLst/>
              <a:ahLst/>
              <a:cxnLst/>
              <a:rect l="l" t="t" r="r" b="b"/>
              <a:pathLst>
                <a:path w="0" h="194309">
                  <a:moveTo>
                    <a:pt x="0" y="0"/>
                  </a:moveTo>
                  <a:lnTo>
                    <a:pt x="0" y="193992"/>
                  </a:lnTo>
                </a:path>
              </a:pathLst>
            </a:custGeom>
            <a:ln w="416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409458" y="5378894"/>
              <a:ext cx="0" cy="895350"/>
            </a:xfrm>
            <a:custGeom>
              <a:avLst/>
              <a:gdLst/>
              <a:ahLst/>
              <a:cxnLst/>
              <a:rect l="l" t="t" r="r" b="b"/>
              <a:pathLst>
                <a:path w="0" h="895350">
                  <a:moveTo>
                    <a:pt x="0" y="0"/>
                  </a:moveTo>
                  <a:lnTo>
                    <a:pt x="0" y="396341"/>
                  </a:lnTo>
                </a:path>
                <a:path w="0" h="895350">
                  <a:moveTo>
                    <a:pt x="0" y="614260"/>
                  </a:moveTo>
                  <a:lnTo>
                    <a:pt x="0" y="894816"/>
                  </a:lnTo>
                </a:path>
              </a:pathLst>
            </a:custGeom>
            <a:ln w="910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769031" y="7290015"/>
              <a:ext cx="516255" cy="216535"/>
            </a:xfrm>
            <a:custGeom>
              <a:avLst/>
              <a:gdLst/>
              <a:ahLst/>
              <a:cxnLst/>
              <a:rect l="l" t="t" r="r" b="b"/>
              <a:pathLst>
                <a:path w="516254" h="216534">
                  <a:moveTo>
                    <a:pt x="515950" y="0"/>
                  </a:moveTo>
                  <a:lnTo>
                    <a:pt x="0" y="0"/>
                  </a:lnTo>
                  <a:lnTo>
                    <a:pt x="0" y="216026"/>
                  </a:lnTo>
                  <a:lnTo>
                    <a:pt x="515950" y="216026"/>
                  </a:lnTo>
                  <a:lnTo>
                    <a:pt x="51595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769031" y="7290015"/>
              <a:ext cx="516255" cy="216535"/>
            </a:xfrm>
            <a:custGeom>
              <a:avLst/>
              <a:gdLst/>
              <a:ahLst/>
              <a:cxnLst/>
              <a:rect l="l" t="t" r="r" b="b"/>
              <a:pathLst>
                <a:path w="516254" h="216534">
                  <a:moveTo>
                    <a:pt x="0" y="0"/>
                  </a:moveTo>
                  <a:lnTo>
                    <a:pt x="515950" y="0"/>
                  </a:lnTo>
                  <a:lnTo>
                    <a:pt x="515950" y="216026"/>
                  </a:lnTo>
                  <a:lnTo>
                    <a:pt x="0" y="216026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284575" y="6840143"/>
              <a:ext cx="909955" cy="206375"/>
            </a:xfrm>
            <a:custGeom>
              <a:avLst/>
              <a:gdLst/>
              <a:ahLst/>
              <a:cxnLst/>
              <a:rect l="l" t="t" r="r" b="b"/>
              <a:pathLst>
                <a:path w="909954" h="206375">
                  <a:moveTo>
                    <a:pt x="909637" y="0"/>
                  </a:moveTo>
                  <a:lnTo>
                    <a:pt x="0" y="0"/>
                  </a:lnTo>
                  <a:lnTo>
                    <a:pt x="0" y="206159"/>
                  </a:lnTo>
                  <a:lnTo>
                    <a:pt x="909637" y="206159"/>
                  </a:lnTo>
                  <a:lnTo>
                    <a:pt x="90963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284575" y="6840143"/>
              <a:ext cx="909955" cy="206375"/>
            </a:xfrm>
            <a:custGeom>
              <a:avLst/>
              <a:gdLst/>
              <a:ahLst/>
              <a:cxnLst/>
              <a:rect l="l" t="t" r="r" b="b"/>
              <a:pathLst>
                <a:path w="909954" h="206375">
                  <a:moveTo>
                    <a:pt x="0" y="0"/>
                  </a:moveTo>
                  <a:lnTo>
                    <a:pt x="909637" y="0"/>
                  </a:lnTo>
                  <a:lnTo>
                    <a:pt x="909637" y="206159"/>
                  </a:lnTo>
                  <a:lnTo>
                    <a:pt x="0" y="206159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224564" y="6840143"/>
              <a:ext cx="909319" cy="206375"/>
            </a:xfrm>
            <a:custGeom>
              <a:avLst/>
              <a:gdLst/>
              <a:ahLst/>
              <a:cxnLst/>
              <a:rect l="l" t="t" r="r" b="b"/>
              <a:pathLst>
                <a:path w="909320" h="206375">
                  <a:moveTo>
                    <a:pt x="909256" y="0"/>
                  </a:moveTo>
                  <a:lnTo>
                    <a:pt x="0" y="0"/>
                  </a:lnTo>
                  <a:lnTo>
                    <a:pt x="0" y="206159"/>
                  </a:lnTo>
                  <a:lnTo>
                    <a:pt x="909256" y="206159"/>
                  </a:lnTo>
                  <a:lnTo>
                    <a:pt x="90925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224564" y="6840143"/>
              <a:ext cx="909319" cy="206375"/>
            </a:xfrm>
            <a:custGeom>
              <a:avLst/>
              <a:gdLst/>
              <a:ahLst/>
              <a:cxnLst/>
              <a:rect l="l" t="t" r="r" b="b"/>
              <a:pathLst>
                <a:path w="909320" h="206375">
                  <a:moveTo>
                    <a:pt x="0" y="0"/>
                  </a:moveTo>
                  <a:lnTo>
                    <a:pt x="909256" y="0"/>
                  </a:lnTo>
                  <a:lnTo>
                    <a:pt x="909256" y="206159"/>
                  </a:lnTo>
                  <a:lnTo>
                    <a:pt x="0" y="206159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193831" y="6268389"/>
              <a:ext cx="216535" cy="197485"/>
            </a:xfrm>
            <a:custGeom>
              <a:avLst/>
              <a:gdLst/>
              <a:ahLst/>
              <a:cxnLst/>
              <a:rect l="l" t="t" r="r" b="b"/>
              <a:pathLst>
                <a:path w="216535" h="197485">
                  <a:moveTo>
                    <a:pt x="216026" y="0"/>
                  </a:moveTo>
                  <a:lnTo>
                    <a:pt x="0" y="0"/>
                  </a:lnTo>
                  <a:lnTo>
                    <a:pt x="0" y="197053"/>
                  </a:lnTo>
                  <a:lnTo>
                    <a:pt x="216026" y="197053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4193831" y="6268389"/>
              <a:ext cx="216535" cy="197485"/>
            </a:xfrm>
            <a:custGeom>
              <a:avLst/>
              <a:gdLst/>
              <a:ahLst/>
              <a:cxnLst/>
              <a:rect l="l" t="t" r="r" b="b"/>
              <a:pathLst>
                <a:path w="216535" h="197485">
                  <a:moveTo>
                    <a:pt x="0" y="0"/>
                  </a:moveTo>
                  <a:lnTo>
                    <a:pt x="216026" y="0"/>
                  </a:lnTo>
                  <a:lnTo>
                    <a:pt x="216026" y="197053"/>
                  </a:lnTo>
                  <a:lnTo>
                    <a:pt x="0" y="197053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224951" y="5435447"/>
              <a:ext cx="0" cy="1854200"/>
            </a:xfrm>
            <a:custGeom>
              <a:avLst/>
              <a:gdLst/>
              <a:ahLst/>
              <a:cxnLst/>
              <a:rect l="l" t="t" r="r" b="b"/>
              <a:pathLst>
                <a:path w="0" h="1854200">
                  <a:moveTo>
                    <a:pt x="0" y="0"/>
                  </a:moveTo>
                  <a:lnTo>
                    <a:pt x="0" y="340918"/>
                  </a:lnTo>
                </a:path>
                <a:path w="0" h="1854200">
                  <a:moveTo>
                    <a:pt x="0" y="557707"/>
                  </a:moveTo>
                  <a:lnTo>
                    <a:pt x="0" y="1854187"/>
                  </a:lnTo>
                </a:path>
              </a:pathLst>
            </a:custGeom>
            <a:ln w="910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227218" y="7298753"/>
              <a:ext cx="0" cy="194310"/>
            </a:xfrm>
            <a:custGeom>
              <a:avLst/>
              <a:gdLst/>
              <a:ahLst/>
              <a:cxnLst/>
              <a:rect l="l" t="t" r="r" b="b"/>
              <a:pathLst>
                <a:path w="0" h="194309">
                  <a:moveTo>
                    <a:pt x="0" y="0"/>
                  </a:moveTo>
                  <a:lnTo>
                    <a:pt x="0" y="193992"/>
                  </a:lnTo>
                </a:path>
              </a:pathLst>
            </a:custGeom>
            <a:ln w="4571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5220398" y="7501864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4165" y="0"/>
                  </a:moveTo>
                  <a:lnTo>
                    <a:pt x="2273" y="368"/>
                  </a:lnTo>
                  <a:lnTo>
                    <a:pt x="762" y="1511"/>
                  </a:lnTo>
                  <a:lnTo>
                    <a:pt x="0" y="3035"/>
                  </a:lnTo>
                  <a:lnTo>
                    <a:pt x="0" y="6451"/>
                  </a:lnTo>
                  <a:lnTo>
                    <a:pt x="762" y="7962"/>
                  </a:lnTo>
                  <a:lnTo>
                    <a:pt x="2273" y="8724"/>
                  </a:lnTo>
                  <a:lnTo>
                    <a:pt x="4165" y="9105"/>
                  </a:lnTo>
                  <a:lnTo>
                    <a:pt x="6057" y="8724"/>
                  </a:lnTo>
                  <a:lnTo>
                    <a:pt x="7581" y="7962"/>
                  </a:lnTo>
                  <a:lnTo>
                    <a:pt x="9105" y="4927"/>
                  </a:lnTo>
                  <a:lnTo>
                    <a:pt x="8724" y="3035"/>
                  </a:lnTo>
                  <a:lnTo>
                    <a:pt x="7581" y="1511"/>
                  </a:lnTo>
                  <a:lnTo>
                    <a:pt x="6057" y="368"/>
                  </a:lnTo>
                  <a:lnTo>
                    <a:pt x="41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193831" y="7290015"/>
              <a:ext cx="1031240" cy="216535"/>
            </a:xfrm>
            <a:custGeom>
              <a:avLst/>
              <a:gdLst/>
              <a:ahLst/>
              <a:cxnLst/>
              <a:rect l="l" t="t" r="r" b="b"/>
              <a:pathLst>
                <a:path w="1031239" h="216534">
                  <a:moveTo>
                    <a:pt x="1031100" y="0"/>
                  </a:moveTo>
                  <a:lnTo>
                    <a:pt x="0" y="0"/>
                  </a:lnTo>
                  <a:lnTo>
                    <a:pt x="0" y="216026"/>
                  </a:lnTo>
                  <a:lnTo>
                    <a:pt x="1031100" y="216026"/>
                  </a:lnTo>
                  <a:lnTo>
                    <a:pt x="103110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193831" y="7290015"/>
              <a:ext cx="1031240" cy="216535"/>
            </a:xfrm>
            <a:custGeom>
              <a:avLst/>
              <a:gdLst/>
              <a:ahLst/>
              <a:cxnLst/>
              <a:rect l="l" t="t" r="r" b="b"/>
              <a:pathLst>
                <a:path w="1031239" h="216534">
                  <a:moveTo>
                    <a:pt x="0" y="0"/>
                  </a:moveTo>
                  <a:lnTo>
                    <a:pt x="1031100" y="0"/>
                  </a:lnTo>
                  <a:lnTo>
                    <a:pt x="1031100" y="216026"/>
                  </a:lnTo>
                  <a:lnTo>
                    <a:pt x="0" y="216026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133439" y="7290015"/>
              <a:ext cx="516255" cy="216535"/>
            </a:xfrm>
            <a:custGeom>
              <a:avLst/>
              <a:gdLst/>
              <a:ahLst/>
              <a:cxnLst/>
              <a:rect l="l" t="t" r="r" b="b"/>
              <a:pathLst>
                <a:path w="516254" h="216534">
                  <a:moveTo>
                    <a:pt x="515950" y="0"/>
                  </a:moveTo>
                  <a:lnTo>
                    <a:pt x="0" y="0"/>
                  </a:lnTo>
                  <a:lnTo>
                    <a:pt x="0" y="216026"/>
                  </a:lnTo>
                  <a:lnTo>
                    <a:pt x="515950" y="216026"/>
                  </a:lnTo>
                  <a:lnTo>
                    <a:pt x="51595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133439" y="7290015"/>
              <a:ext cx="516255" cy="216535"/>
            </a:xfrm>
            <a:custGeom>
              <a:avLst/>
              <a:gdLst/>
              <a:ahLst/>
              <a:cxnLst/>
              <a:rect l="l" t="t" r="r" b="b"/>
              <a:pathLst>
                <a:path w="516254" h="216534">
                  <a:moveTo>
                    <a:pt x="0" y="0"/>
                  </a:moveTo>
                  <a:lnTo>
                    <a:pt x="515950" y="0"/>
                  </a:lnTo>
                  <a:lnTo>
                    <a:pt x="515950" y="216026"/>
                  </a:lnTo>
                  <a:lnTo>
                    <a:pt x="0" y="216026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4194028" y="4747539"/>
              <a:ext cx="0" cy="2759075"/>
            </a:xfrm>
            <a:custGeom>
              <a:avLst/>
              <a:gdLst/>
              <a:ahLst/>
              <a:cxnLst/>
              <a:rect l="l" t="t" r="r" b="b"/>
              <a:pathLst>
                <a:path w="0" h="2759075">
                  <a:moveTo>
                    <a:pt x="0" y="1254721"/>
                  </a:moveTo>
                  <a:lnTo>
                    <a:pt x="0" y="2758871"/>
                  </a:lnTo>
                </a:path>
                <a:path w="0" h="2759075">
                  <a:moveTo>
                    <a:pt x="0" y="0"/>
                  </a:moveTo>
                  <a:lnTo>
                    <a:pt x="0" y="1024280"/>
                  </a:lnTo>
                </a:path>
              </a:pathLst>
            </a:custGeom>
            <a:ln w="951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133439" y="6268389"/>
              <a:ext cx="216535" cy="197485"/>
            </a:xfrm>
            <a:custGeom>
              <a:avLst/>
              <a:gdLst/>
              <a:ahLst/>
              <a:cxnLst/>
              <a:rect l="l" t="t" r="r" b="b"/>
              <a:pathLst>
                <a:path w="216535" h="197485">
                  <a:moveTo>
                    <a:pt x="216408" y="0"/>
                  </a:moveTo>
                  <a:lnTo>
                    <a:pt x="0" y="0"/>
                  </a:lnTo>
                  <a:lnTo>
                    <a:pt x="0" y="197053"/>
                  </a:lnTo>
                  <a:lnTo>
                    <a:pt x="216408" y="197053"/>
                  </a:lnTo>
                  <a:lnTo>
                    <a:pt x="216408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133439" y="6268389"/>
              <a:ext cx="216535" cy="197485"/>
            </a:xfrm>
            <a:custGeom>
              <a:avLst/>
              <a:gdLst/>
              <a:ahLst/>
              <a:cxnLst/>
              <a:rect l="l" t="t" r="r" b="b"/>
              <a:pathLst>
                <a:path w="216535" h="197485">
                  <a:moveTo>
                    <a:pt x="0" y="0"/>
                  </a:moveTo>
                  <a:lnTo>
                    <a:pt x="216408" y="0"/>
                  </a:lnTo>
                  <a:lnTo>
                    <a:pt x="216408" y="197053"/>
                  </a:lnTo>
                  <a:lnTo>
                    <a:pt x="0" y="197053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349644" y="5416473"/>
              <a:ext cx="0" cy="1061085"/>
            </a:xfrm>
            <a:custGeom>
              <a:avLst/>
              <a:gdLst/>
              <a:ahLst/>
              <a:cxnLst/>
              <a:rect l="l" t="t" r="r" b="b"/>
              <a:pathLst>
                <a:path w="0" h="1061085">
                  <a:moveTo>
                    <a:pt x="0" y="0"/>
                  </a:moveTo>
                  <a:lnTo>
                    <a:pt x="0" y="359524"/>
                  </a:lnTo>
                </a:path>
                <a:path w="0" h="1061085">
                  <a:moveTo>
                    <a:pt x="0" y="576681"/>
                  </a:moveTo>
                  <a:lnTo>
                    <a:pt x="0" y="1060729"/>
                  </a:lnTo>
                </a:path>
              </a:pathLst>
            </a:custGeom>
            <a:ln w="9499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133820" y="4728934"/>
              <a:ext cx="0" cy="2777490"/>
            </a:xfrm>
            <a:custGeom>
              <a:avLst/>
              <a:gdLst/>
              <a:ahLst/>
              <a:cxnLst/>
              <a:rect l="l" t="t" r="r" b="b"/>
              <a:pathLst>
                <a:path w="0" h="2777490">
                  <a:moveTo>
                    <a:pt x="0" y="1273327"/>
                  </a:moveTo>
                  <a:lnTo>
                    <a:pt x="0" y="2777477"/>
                  </a:lnTo>
                </a:path>
                <a:path w="0" h="2777490">
                  <a:moveTo>
                    <a:pt x="0" y="0"/>
                  </a:moveTo>
                  <a:lnTo>
                    <a:pt x="0" y="1042885"/>
                  </a:lnTo>
                </a:path>
              </a:pathLst>
            </a:custGeom>
            <a:ln w="911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3724973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45556" y="0"/>
                  </a:moveTo>
                  <a:lnTo>
                    <a:pt x="0" y="0"/>
                  </a:lnTo>
                  <a:lnTo>
                    <a:pt x="0" y="206540"/>
                  </a:lnTo>
                  <a:lnTo>
                    <a:pt x="45556" y="206540"/>
                  </a:lnTo>
                  <a:lnTo>
                    <a:pt x="4555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724973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0" y="0"/>
                  </a:moveTo>
                  <a:lnTo>
                    <a:pt x="45556" y="0"/>
                  </a:lnTo>
                  <a:lnTo>
                    <a:pt x="45556" y="206540"/>
                  </a:lnTo>
                  <a:lnTo>
                    <a:pt x="0" y="20654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809250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45556" y="0"/>
                  </a:moveTo>
                  <a:lnTo>
                    <a:pt x="0" y="0"/>
                  </a:lnTo>
                  <a:lnTo>
                    <a:pt x="0" y="206540"/>
                  </a:lnTo>
                  <a:lnTo>
                    <a:pt x="45556" y="206540"/>
                  </a:lnTo>
                  <a:lnTo>
                    <a:pt x="4555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3809250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0" y="0"/>
                  </a:moveTo>
                  <a:lnTo>
                    <a:pt x="45556" y="0"/>
                  </a:lnTo>
                  <a:lnTo>
                    <a:pt x="45556" y="206540"/>
                  </a:lnTo>
                  <a:lnTo>
                    <a:pt x="0" y="20654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3556419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45556" y="0"/>
                  </a:moveTo>
                  <a:lnTo>
                    <a:pt x="0" y="0"/>
                  </a:lnTo>
                  <a:lnTo>
                    <a:pt x="0" y="206540"/>
                  </a:lnTo>
                  <a:lnTo>
                    <a:pt x="45556" y="206540"/>
                  </a:lnTo>
                  <a:lnTo>
                    <a:pt x="4555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3556419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0" y="0"/>
                  </a:moveTo>
                  <a:lnTo>
                    <a:pt x="45556" y="0"/>
                  </a:lnTo>
                  <a:lnTo>
                    <a:pt x="45556" y="206540"/>
                  </a:lnTo>
                  <a:lnTo>
                    <a:pt x="0" y="20654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3640696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45178" y="0"/>
                  </a:moveTo>
                  <a:lnTo>
                    <a:pt x="0" y="0"/>
                  </a:lnTo>
                  <a:lnTo>
                    <a:pt x="0" y="206540"/>
                  </a:lnTo>
                  <a:lnTo>
                    <a:pt x="45178" y="206540"/>
                  </a:lnTo>
                  <a:lnTo>
                    <a:pt x="45178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3640696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0" y="0"/>
                  </a:moveTo>
                  <a:lnTo>
                    <a:pt x="45178" y="0"/>
                  </a:lnTo>
                  <a:lnTo>
                    <a:pt x="45178" y="206540"/>
                  </a:lnTo>
                  <a:lnTo>
                    <a:pt x="0" y="20654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2769031" y="5777128"/>
              <a:ext cx="3880485" cy="216535"/>
            </a:xfrm>
            <a:custGeom>
              <a:avLst/>
              <a:gdLst/>
              <a:ahLst/>
              <a:cxnLst/>
              <a:rect l="l" t="t" r="r" b="b"/>
              <a:pathLst>
                <a:path w="3880484" h="216535">
                  <a:moveTo>
                    <a:pt x="3880345" y="0"/>
                  </a:moveTo>
                  <a:lnTo>
                    <a:pt x="0" y="0"/>
                  </a:lnTo>
                  <a:lnTo>
                    <a:pt x="0" y="216026"/>
                  </a:lnTo>
                  <a:lnTo>
                    <a:pt x="3880345" y="216026"/>
                  </a:lnTo>
                  <a:lnTo>
                    <a:pt x="3880345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769031" y="5777128"/>
              <a:ext cx="3880485" cy="216535"/>
            </a:xfrm>
            <a:custGeom>
              <a:avLst/>
              <a:gdLst/>
              <a:ahLst/>
              <a:cxnLst/>
              <a:rect l="l" t="t" r="r" b="b"/>
              <a:pathLst>
                <a:path w="3880484" h="216535">
                  <a:moveTo>
                    <a:pt x="0" y="0"/>
                  </a:moveTo>
                  <a:lnTo>
                    <a:pt x="3880345" y="0"/>
                  </a:lnTo>
                  <a:lnTo>
                    <a:pt x="3880345" y="216026"/>
                  </a:lnTo>
                  <a:lnTo>
                    <a:pt x="0" y="216026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6649364" y="4305643"/>
              <a:ext cx="136525" cy="225425"/>
            </a:xfrm>
            <a:custGeom>
              <a:avLst/>
              <a:gdLst/>
              <a:ahLst/>
              <a:cxnLst/>
              <a:rect l="l" t="t" r="r" b="b"/>
              <a:pathLst>
                <a:path w="136525" h="225425">
                  <a:moveTo>
                    <a:pt x="136283" y="0"/>
                  </a:moveTo>
                  <a:lnTo>
                    <a:pt x="0" y="0"/>
                  </a:lnTo>
                  <a:lnTo>
                    <a:pt x="0" y="225132"/>
                  </a:lnTo>
                  <a:lnTo>
                    <a:pt x="136283" y="225132"/>
                  </a:lnTo>
                  <a:lnTo>
                    <a:pt x="136283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6649364" y="4305643"/>
              <a:ext cx="136525" cy="225425"/>
            </a:xfrm>
            <a:custGeom>
              <a:avLst/>
              <a:gdLst/>
              <a:ahLst/>
              <a:cxnLst/>
              <a:rect l="l" t="t" r="r" b="b"/>
              <a:pathLst>
                <a:path w="136525" h="225425">
                  <a:moveTo>
                    <a:pt x="0" y="0"/>
                  </a:moveTo>
                  <a:lnTo>
                    <a:pt x="136283" y="0"/>
                  </a:lnTo>
                  <a:lnTo>
                    <a:pt x="136283" y="225132"/>
                  </a:lnTo>
                  <a:lnTo>
                    <a:pt x="0" y="225132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4062463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45557" y="0"/>
                  </a:moveTo>
                  <a:lnTo>
                    <a:pt x="0" y="0"/>
                  </a:lnTo>
                  <a:lnTo>
                    <a:pt x="0" y="206540"/>
                  </a:lnTo>
                  <a:lnTo>
                    <a:pt x="45557" y="206540"/>
                  </a:lnTo>
                  <a:lnTo>
                    <a:pt x="4555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4062463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0" y="0"/>
                  </a:moveTo>
                  <a:lnTo>
                    <a:pt x="45557" y="0"/>
                  </a:lnTo>
                  <a:lnTo>
                    <a:pt x="45557" y="206540"/>
                  </a:lnTo>
                  <a:lnTo>
                    <a:pt x="0" y="20654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4147121" y="4755515"/>
              <a:ext cx="45085" cy="207010"/>
            </a:xfrm>
            <a:custGeom>
              <a:avLst/>
              <a:gdLst/>
              <a:ahLst/>
              <a:cxnLst/>
              <a:rect l="l" t="t" r="r" b="b"/>
              <a:pathLst>
                <a:path w="45085" h="207010">
                  <a:moveTo>
                    <a:pt x="44797" y="0"/>
                  </a:moveTo>
                  <a:lnTo>
                    <a:pt x="0" y="0"/>
                  </a:lnTo>
                  <a:lnTo>
                    <a:pt x="0" y="206540"/>
                  </a:lnTo>
                  <a:lnTo>
                    <a:pt x="44797" y="206540"/>
                  </a:lnTo>
                  <a:lnTo>
                    <a:pt x="4479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4147121" y="4755515"/>
              <a:ext cx="45085" cy="207010"/>
            </a:xfrm>
            <a:custGeom>
              <a:avLst/>
              <a:gdLst/>
              <a:ahLst/>
              <a:cxnLst/>
              <a:rect l="l" t="t" r="r" b="b"/>
              <a:pathLst>
                <a:path w="45085" h="207010">
                  <a:moveTo>
                    <a:pt x="0" y="0"/>
                  </a:moveTo>
                  <a:lnTo>
                    <a:pt x="44797" y="0"/>
                  </a:lnTo>
                  <a:lnTo>
                    <a:pt x="44797" y="206540"/>
                  </a:lnTo>
                  <a:lnTo>
                    <a:pt x="0" y="20654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3893908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45178" y="0"/>
                  </a:moveTo>
                  <a:lnTo>
                    <a:pt x="0" y="0"/>
                  </a:lnTo>
                  <a:lnTo>
                    <a:pt x="0" y="206540"/>
                  </a:lnTo>
                  <a:lnTo>
                    <a:pt x="45178" y="206540"/>
                  </a:lnTo>
                  <a:lnTo>
                    <a:pt x="45178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3893908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0" y="0"/>
                  </a:moveTo>
                  <a:lnTo>
                    <a:pt x="45178" y="0"/>
                  </a:lnTo>
                  <a:lnTo>
                    <a:pt x="45178" y="206540"/>
                  </a:lnTo>
                  <a:lnTo>
                    <a:pt x="0" y="20654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3977805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45556" y="0"/>
                  </a:moveTo>
                  <a:lnTo>
                    <a:pt x="0" y="0"/>
                  </a:lnTo>
                  <a:lnTo>
                    <a:pt x="0" y="206540"/>
                  </a:lnTo>
                  <a:lnTo>
                    <a:pt x="45556" y="206540"/>
                  </a:lnTo>
                  <a:lnTo>
                    <a:pt x="4555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3977805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0" y="0"/>
                  </a:moveTo>
                  <a:lnTo>
                    <a:pt x="45556" y="0"/>
                  </a:lnTo>
                  <a:lnTo>
                    <a:pt x="45556" y="206540"/>
                  </a:lnTo>
                  <a:lnTo>
                    <a:pt x="0" y="20654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3387864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45178" y="0"/>
                  </a:moveTo>
                  <a:lnTo>
                    <a:pt x="0" y="0"/>
                  </a:lnTo>
                  <a:lnTo>
                    <a:pt x="0" y="206540"/>
                  </a:lnTo>
                  <a:lnTo>
                    <a:pt x="45178" y="206540"/>
                  </a:lnTo>
                  <a:lnTo>
                    <a:pt x="45178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3387864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0" y="0"/>
                  </a:moveTo>
                  <a:lnTo>
                    <a:pt x="45178" y="0"/>
                  </a:lnTo>
                  <a:lnTo>
                    <a:pt x="45178" y="206540"/>
                  </a:lnTo>
                  <a:lnTo>
                    <a:pt x="0" y="20654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3472141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45178" y="0"/>
                  </a:moveTo>
                  <a:lnTo>
                    <a:pt x="0" y="0"/>
                  </a:lnTo>
                  <a:lnTo>
                    <a:pt x="0" y="206540"/>
                  </a:lnTo>
                  <a:lnTo>
                    <a:pt x="45178" y="206540"/>
                  </a:lnTo>
                  <a:lnTo>
                    <a:pt x="45178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3472141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0" y="0"/>
                  </a:moveTo>
                  <a:lnTo>
                    <a:pt x="45178" y="0"/>
                  </a:lnTo>
                  <a:lnTo>
                    <a:pt x="45178" y="206540"/>
                  </a:lnTo>
                  <a:lnTo>
                    <a:pt x="0" y="20654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5665330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45178" y="0"/>
                  </a:moveTo>
                  <a:lnTo>
                    <a:pt x="0" y="0"/>
                  </a:lnTo>
                  <a:lnTo>
                    <a:pt x="0" y="206540"/>
                  </a:lnTo>
                  <a:lnTo>
                    <a:pt x="45178" y="206540"/>
                  </a:lnTo>
                  <a:lnTo>
                    <a:pt x="45178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5665330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0" y="0"/>
                  </a:moveTo>
                  <a:lnTo>
                    <a:pt x="45178" y="0"/>
                  </a:lnTo>
                  <a:lnTo>
                    <a:pt x="45178" y="206540"/>
                  </a:lnTo>
                  <a:lnTo>
                    <a:pt x="0" y="20654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5749607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45178" y="0"/>
                  </a:moveTo>
                  <a:lnTo>
                    <a:pt x="0" y="0"/>
                  </a:lnTo>
                  <a:lnTo>
                    <a:pt x="0" y="206540"/>
                  </a:lnTo>
                  <a:lnTo>
                    <a:pt x="45178" y="206540"/>
                  </a:lnTo>
                  <a:lnTo>
                    <a:pt x="45178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5749607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0" y="0"/>
                  </a:moveTo>
                  <a:lnTo>
                    <a:pt x="45178" y="0"/>
                  </a:lnTo>
                  <a:lnTo>
                    <a:pt x="45178" y="206540"/>
                  </a:lnTo>
                  <a:lnTo>
                    <a:pt x="0" y="20654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5496775" y="4755515"/>
              <a:ext cx="45085" cy="207010"/>
            </a:xfrm>
            <a:custGeom>
              <a:avLst/>
              <a:gdLst/>
              <a:ahLst/>
              <a:cxnLst/>
              <a:rect l="l" t="t" r="r" b="b"/>
              <a:pathLst>
                <a:path w="45085" h="207010">
                  <a:moveTo>
                    <a:pt x="44797" y="0"/>
                  </a:moveTo>
                  <a:lnTo>
                    <a:pt x="0" y="0"/>
                  </a:lnTo>
                  <a:lnTo>
                    <a:pt x="0" y="206540"/>
                  </a:lnTo>
                  <a:lnTo>
                    <a:pt x="44797" y="206540"/>
                  </a:lnTo>
                  <a:lnTo>
                    <a:pt x="4479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5496775" y="4755515"/>
              <a:ext cx="45085" cy="207010"/>
            </a:xfrm>
            <a:custGeom>
              <a:avLst/>
              <a:gdLst/>
              <a:ahLst/>
              <a:cxnLst/>
              <a:rect l="l" t="t" r="r" b="b"/>
              <a:pathLst>
                <a:path w="45085" h="207010">
                  <a:moveTo>
                    <a:pt x="0" y="0"/>
                  </a:moveTo>
                  <a:lnTo>
                    <a:pt x="44797" y="0"/>
                  </a:lnTo>
                  <a:lnTo>
                    <a:pt x="44797" y="206540"/>
                  </a:lnTo>
                  <a:lnTo>
                    <a:pt x="0" y="20654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5580672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45557" y="0"/>
                  </a:moveTo>
                  <a:lnTo>
                    <a:pt x="0" y="0"/>
                  </a:lnTo>
                  <a:lnTo>
                    <a:pt x="0" y="206540"/>
                  </a:lnTo>
                  <a:lnTo>
                    <a:pt x="45557" y="206540"/>
                  </a:lnTo>
                  <a:lnTo>
                    <a:pt x="4555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5580672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0" y="0"/>
                  </a:moveTo>
                  <a:lnTo>
                    <a:pt x="45557" y="0"/>
                  </a:lnTo>
                  <a:lnTo>
                    <a:pt x="45557" y="206540"/>
                  </a:lnTo>
                  <a:lnTo>
                    <a:pt x="0" y="20654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6002464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45556" y="0"/>
                  </a:moveTo>
                  <a:lnTo>
                    <a:pt x="0" y="0"/>
                  </a:lnTo>
                  <a:lnTo>
                    <a:pt x="0" y="206540"/>
                  </a:lnTo>
                  <a:lnTo>
                    <a:pt x="45556" y="206540"/>
                  </a:lnTo>
                  <a:lnTo>
                    <a:pt x="4555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6002464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0" y="0"/>
                  </a:moveTo>
                  <a:lnTo>
                    <a:pt x="45556" y="0"/>
                  </a:lnTo>
                  <a:lnTo>
                    <a:pt x="45556" y="206540"/>
                  </a:lnTo>
                  <a:lnTo>
                    <a:pt x="0" y="20654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6087122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45178" y="0"/>
                  </a:moveTo>
                  <a:lnTo>
                    <a:pt x="0" y="0"/>
                  </a:lnTo>
                  <a:lnTo>
                    <a:pt x="0" y="206540"/>
                  </a:lnTo>
                  <a:lnTo>
                    <a:pt x="45178" y="206540"/>
                  </a:lnTo>
                  <a:lnTo>
                    <a:pt x="45178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6087122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0" y="0"/>
                  </a:moveTo>
                  <a:lnTo>
                    <a:pt x="45178" y="0"/>
                  </a:lnTo>
                  <a:lnTo>
                    <a:pt x="45178" y="206540"/>
                  </a:lnTo>
                  <a:lnTo>
                    <a:pt x="0" y="20654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5833897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45556" y="0"/>
                  </a:moveTo>
                  <a:lnTo>
                    <a:pt x="0" y="0"/>
                  </a:lnTo>
                  <a:lnTo>
                    <a:pt x="0" y="206540"/>
                  </a:lnTo>
                  <a:lnTo>
                    <a:pt x="45556" y="206540"/>
                  </a:lnTo>
                  <a:lnTo>
                    <a:pt x="4555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5833897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0" y="0"/>
                  </a:moveTo>
                  <a:lnTo>
                    <a:pt x="45556" y="0"/>
                  </a:lnTo>
                  <a:lnTo>
                    <a:pt x="45556" y="206540"/>
                  </a:lnTo>
                  <a:lnTo>
                    <a:pt x="0" y="20654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5918174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45177" y="0"/>
                  </a:moveTo>
                  <a:lnTo>
                    <a:pt x="0" y="0"/>
                  </a:lnTo>
                  <a:lnTo>
                    <a:pt x="0" y="206540"/>
                  </a:lnTo>
                  <a:lnTo>
                    <a:pt x="45177" y="206540"/>
                  </a:lnTo>
                  <a:lnTo>
                    <a:pt x="4517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5918174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0" y="0"/>
                  </a:moveTo>
                  <a:lnTo>
                    <a:pt x="45177" y="0"/>
                  </a:lnTo>
                  <a:lnTo>
                    <a:pt x="45177" y="206540"/>
                  </a:lnTo>
                  <a:lnTo>
                    <a:pt x="0" y="20654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5327459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45547" y="0"/>
                  </a:moveTo>
                  <a:lnTo>
                    <a:pt x="0" y="0"/>
                  </a:lnTo>
                  <a:lnTo>
                    <a:pt x="0" y="206540"/>
                  </a:lnTo>
                  <a:lnTo>
                    <a:pt x="45547" y="206540"/>
                  </a:lnTo>
                  <a:lnTo>
                    <a:pt x="4554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5327459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0" y="0"/>
                  </a:moveTo>
                  <a:lnTo>
                    <a:pt x="45547" y="0"/>
                  </a:lnTo>
                  <a:lnTo>
                    <a:pt x="45547" y="206540"/>
                  </a:lnTo>
                  <a:lnTo>
                    <a:pt x="0" y="20654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5412117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45556" y="0"/>
                  </a:moveTo>
                  <a:lnTo>
                    <a:pt x="0" y="0"/>
                  </a:lnTo>
                  <a:lnTo>
                    <a:pt x="0" y="206540"/>
                  </a:lnTo>
                  <a:lnTo>
                    <a:pt x="45556" y="206540"/>
                  </a:lnTo>
                  <a:lnTo>
                    <a:pt x="4555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5412117" y="4755515"/>
              <a:ext cx="45720" cy="207010"/>
            </a:xfrm>
            <a:custGeom>
              <a:avLst/>
              <a:gdLst/>
              <a:ahLst/>
              <a:cxnLst/>
              <a:rect l="l" t="t" r="r" b="b"/>
              <a:pathLst>
                <a:path w="45720" h="207010">
                  <a:moveTo>
                    <a:pt x="0" y="0"/>
                  </a:moveTo>
                  <a:lnTo>
                    <a:pt x="45556" y="0"/>
                  </a:lnTo>
                  <a:lnTo>
                    <a:pt x="45556" y="206540"/>
                  </a:lnTo>
                  <a:lnTo>
                    <a:pt x="0" y="20654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 descr=""/>
          <p:cNvSpPr txBox="1"/>
          <p:nvPr/>
        </p:nvSpPr>
        <p:spPr>
          <a:xfrm>
            <a:off x="6794983" y="9929452"/>
            <a:ext cx="292735" cy="1511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z="950">
                <a:latin typeface="Times New Roman"/>
                <a:cs typeface="Times New Roman"/>
              </a:rPr>
              <a:t>6-</a:t>
            </a:r>
            <a:r>
              <a:rPr dirty="0" sz="950" spc="-25">
                <a:latin typeface="Times New Roman"/>
                <a:cs typeface="Times New Roman"/>
              </a:rPr>
              <a:t>29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1082" y="961164"/>
            <a:ext cx="538226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2130" algn="l"/>
              </a:tabLst>
            </a:pPr>
            <a:r>
              <a:rPr dirty="0" sz="1550" spc="35">
                <a:latin typeface="Segoe UI Symbol"/>
                <a:cs typeface="Segoe UI Symbol"/>
              </a:rPr>
              <a:t>6.</a:t>
            </a:r>
            <a:r>
              <a:rPr dirty="0" sz="1550">
                <a:latin typeface="Segoe UI Symbol"/>
                <a:cs typeface="Segoe UI Symbol"/>
              </a:rPr>
              <a:t>	</a:t>
            </a:r>
            <a:r>
              <a:rPr dirty="0" sz="1550" spc="140">
                <a:latin typeface="Segoe UI Symbol"/>
                <a:cs typeface="Segoe UI Symbol"/>
              </a:rPr>
              <a:t>APPLICATION</a:t>
            </a:r>
            <a:r>
              <a:rPr dirty="0" sz="1550" spc="40">
                <a:latin typeface="Segoe UI Symbol"/>
                <a:cs typeface="Segoe UI Symbol"/>
              </a:rPr>
              <a:t> </a:t>
            </a:r>
            <a:r>
              <a:rPr dirty="0" sz="1550" spc="165">
                <a:latin typeface="Segoe UI Symbol"/>
                <a:cs typeface="Segoe UI Symbol"/>
              </a:rPr>
              <a:t>EXAMPLES</a:t>
            </a:r>
            <a:r>
              <a:rPr dirty="0" sz="1550" spc="45">
                <a:latin typeface="Segoe UI Symbol"/>
                <a:cs typeface="Segoe UI Symbol"/>
              </a:rPr>
              <a:t> </a:t>
            </a:r>
            <a:r>
              <a:rPr dirty="0" sz="1550" spc="120">
                <a:latin typeface="Segoe UI Symbol"/>
                <a:cs typeface="Segoe UI Symbol"/>
              </a:rPr>
              <a:t>OF</a:t>
            </a:r>
            <a:r>
              <a:rPr dirty="0" sz="1550" spc="45">
                <a:latin typeface="Segoe UI Symbol"/>
                <a:cs typeface="Segoe UI Symbol"/>
              </a:rPr>
              <a:t> </a:t>
            </a:r>
            <a:r>
              <a:rPr dirty="0" sz="1550" spc="135">
                <a:latin typeface="Segoe UI Symbol"/>
                <a:cs typeface="Segoe UI Symbol"/>
              </a:rPr>
              <a:t>BASIC</a:t>
            </a:r>
            <a:r>
              <a:rPr dirty="0" sz="1550" spc="45">
                <a:latin typeface="Segoe UI Symbol"/>
                <a:cs typeface="Segoe UI Symbol"/>
              </a:rPr>
              <a:t> </a:t>
            </a:r>
            <a:r>
              <a:rPr dirty="0" sz="1550" spc="50">
                <a:latin typeface="Segoe UI Symbol"/>
                <a:cs typeface="Segoe UI Symbol"/>
              </a:rPr>
              <a:t>COMMANDS</a:t>
            </a:r>
            <a:endParaRPr sz="1550">
              <a:latin typeface="Segoe UI Symbol"/>
              <a:cs typeface="Segoe UI Symbo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5" name="object 5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43966" y="1553032"/>
            <a:ext cx="6410960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25"/>
              </a:spcBef>
            </a:pPr>
            <a:r>
              <a:rPr dirty="0" sz="750">
                <a:latin typeface="Times New Roman"/>
                <a:cs typeface="Times New Roman"/>
              </a:rPr>
              <a:t>Ladder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diagram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: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Main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 spc="175">
                <a:latin typeface="Times New Roman"/>
                <a:cs typeface="Times New Roman"/>
              </a:rPr>
              <a:t>l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 spc="125">
                <a:latin typeface="Times New Roman"/>
                <a:cs typeface="Times New Roman"/>
              </a:rPr>
              <a:t>l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43966" y="1730501"/>
            <a:ext cx="6410960" cy="246379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Main</a:t>
            </a:r>
            <a:r>
              <a:rPr dirty="0" sz="750" spc="55">
                <a:latin typeface="Times New Roman"/>
                <a:cs typeface="Times New Roman"/>
              </a:rPr>
              <a:t> </a:t>
            </a:r>
            <a:r>
              <a:rPr dirty="0" sz="750" spc="175">
                <a:latin typeface="Times New Roman"/>
                <a:cs typeface="Times New Roman"/>
              </a:rPr>
              <a:t>l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Packaging</a:t>
            </a:r>
            <a:endParaRPr sz="75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Times New Roman"/>
                <a:cs typeface="Times New Roman"/>
              </a:rPr>
              <a:t>Packaging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line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control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for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Applez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39610" y="2027948"/>
            <a:ext cx="641540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25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175">
                <a:latin typeface="Times New Roman"/>
                <a:cs typeface="Times New Roman"/>
              </a:rPr>
              <a:t>l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Start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condition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31082" y="2289629"/>
            <a:ext cx="15049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25">
                <a:latin typeface="Segoe UI Symbol"/>
                <a:cs typeface="Segoe UI Symbol"/>
              </a:rPr>
              <a:t>30</a:t>
            </a:r>
            <a:endParaRPr sz="950">
              <a:latin typeface="Segoe UI Symbol"/>
              <a:cs typeface="Segoe UI Symbo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41108" y="3129368"/>
            <a:ext cx="6417310" cy="139065"/>
            <a:chOff x="641108" y="3129368"/>
            <a:chExt cx="6417310" cy="139065"/>
          </a:xfrm>
        </p:grpSpPr>
        <p:sp>
          <p:nvSpPr>
            <p:cNvPr id="13" name="object 13" descr=""/>
            <p:cNvSpPr/>
            <p:nvPr/>
          </p:nvSpPr>
          <p:spPr>
            <a:xfrm>
              <a:off x="643966" y="3132543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5">
                  <a:moveTo>
                    <a:pt x="0" y="6438"/>
                  </a:moveTo>
                  <a:lnTo>
                    <a:pt x="0" y="0"/>
                  </a:lnTo>
                </a:path>
                <a:path w="0" h="6985">
                  <a:moveTo>
                    <a:pt x="0" y="6057"/>
                  </a:moveTo>
                  <a:lnTo>
                    <a:pt x="0" y="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46823" y="3132543"/>
              <a:ext cx="6408420" cy="6985"/>
            </a:xfrm>
            <a:custGeom>
              <a:avLst/>
              <a:gdLst/>
              <a:ahLst/>
              <a:cxnLst/>
              <a:rect l="l" t="t" r="r" b="b"/>
              <a:pathLst>
                <a:path w="6408420" h="6985">
                  <a:moveTo>
                    <a:pt x="0" y="3022"/>
                  </a:moveTo>
                  <a:lnTo>
                    <a:pt x="6404978" y="3022"/>
                  </a:lnTo>
                </a:path>
                <a:path w="6408420" h="6985">
                  <a:moveTo>
                    <a:pt x="6408000" y="6438"/>
                  </a:moveTo>
                  <a:lnTo>
                    <a:pt x="6408000" y="0"/>
                  </a:lnTo>
                </a:path>
                <a:path w="6408420" h="6985">
                  <a:moveTo>
                    <a:pt x="6408000" y="6057"/>
                  </a:moveTo>
                  <a:lnTo>
                    <a:pt x="640800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43966" y="3138982"/>
              <a:ext cx="6408420" cy="125730"/>
            </a:xfrm>
            <a:custGeom>
              <a:avLst/>
              <a:gdLst/>
              <a:ahLst/>
              <a:cxnLst/>
              <a:rect l="l" t="t" r="r" b="b"/>
              <a:pathLst>
                <a:path w="6408420" h="125729">
                  <a:moveTo>
                    <a:pt x="0" y="119976"/>
                  </a:moveTo>
                  <a:lnTo>
                    <a:pt x="0" y="0"/>
                  </a:lnTo>
                </a:path>
                <a:path w="6408420" h="125729">
                  <a:moveTo>
                    <a:pt x="0" y="125653"/>
                  </a:moveTo>
                  <a:lnTo>
                    <a:pt x="0" y="119976"/>
                  </a:lnTo>
                </a:path>
                <a:path w="6408420" h="125729">
                  <a:moveTo>
                    <a:pt x="0" y="125653"/>
                  </a:moveTo>
                  <a:lnTo>
                    <a:pt x="0" y="119976"/>
                  </a:lnTo>
                </a:path>
                <a:path w="6408420" h="125729">
                  <a:moveTo>
                    <a:pt x="2857" y="122834"/>
                  </a:moveTo>
                  <a:lnTo>
                    <a:pt x="6407835" y="122834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054824" y="3138982"/>
              <a:ext cx="0" cy="125730"/>
            </a:xfrm>
            <a:custGeom>
              <a:avLst/>
              <a:gdLst/>
              <a:ahLst/>
              <a:cxnLst/>
              <a:rect l="l" t="t" r="r" b="b"/>
              <a:pathLst>
                <a:path w="0" h="125729">
                  <a:moveTo>
                    <a:pt x="0" y="119976"/>
                  </a:moveTo>
                  <a:lnTo>
                    <a:pt x="0" y="0"/>
                  </a:lnTo>
                </a:path>
                <a:path w="0" h="125729">
                  <a:moveTo>
                    <a:pt x="0" y="125653"/>
                  </a:moveTo>
                  <a:lnTo>
                    <a:pt x="0" y="119976"/>
                  </a:lnTo>
                </a:path>
                <a:path w="0" h="125729">
                  <a:moveTo>
                    <a:pt x="0" y="125653"/>
                  </a:moveTo>
                  <a:lnTo>
                    <a:pt x="0" y="119976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631253" y="3852900"/>
            <a:ext cx="6423660" cy="246379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 marL="80010" marR="5467985">
              <a:lnSpc>
                <a:spcPts val="940"/>
              </a:lnSpc>
              <a:spcBef>
                <a:spcPts val="25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3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Counter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Counter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prezet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at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55">
                <a:latin typeface="Times New Roman"/>
                <a:cs typeface="Times New Roman"/>
              </a:rPr>
              <a:t>l0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31253" y="5050116"/>
            <a:ext cx="6423660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8001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4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Box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conveyor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32015" y="6082753"/>
            <a:ext cx="642302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5</a:t>
            </a:r>
            <a:r>
              <a:rPr dirty="0" sz="750" spc="3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-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END</a:t>
            </a:r>
            <a:endParaRPr sz="750">
              <a:latin typeface="Times New Roman"/>
              <a:cs typeface="Times New Roman"/>
            </a:endParaRPr>
          </a:p>
        </p:txBody>
      </p:sp>
      <p:graphicFrame>
        <p:nvGraphicFramePr>
          <p:cNvPr id="20" name="object 20" descr=""/>
          <p:cNvGraphicFramePr>
            <a:graphicFrameLocks noGrp="1"/>
          </p:cNvGraphicFramePr>
          <p:nvPr/>
        </p:nvGraphicFramePr>
        <p:xfrm>
          <a:off x="971981" y="7021995"/>
          <a:ext cx="2749550" cy="14293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4710"/>
                <a:gridCol w="899794"/>
                <a:gridCol w="899794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Segoe UI Symbol"/>
                          <a:cs typeface="Segoe UI Symbol"/>
                        </a:rPr>
                        <a:t>Address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Segoe UI Symbol"/>
                          <a:cs typeface="Segoe UI Symbol"/>
                        </a:rPr>
                        <a:t>Instruction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20">
                          <a:latin typeface="Segoe UI Symbol"/>
                          <a:cs typeface="Segoe UI Symbol"/>
                        </a:rPr>
                        <a:t>Data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LD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45">
                          <a:latin typeface="Times New Roman"/>
                          <a:cs typeface="Times New Roman"/>
                        </a:rPr>
                        <a:t>000l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OR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9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5">
                          <a:latin typeface="Times New Roman"/>
                          <a:cs typeface="Times New Roman"/>
                        </a:rPr>
                        <a:t>NOT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40">
                          <a:latin typeface="Times New Roman"/>
                          <a:cs typeface="Times New Roman"/>
                        </a:rPr>
                        <a:t>0000l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5"/>
                        </a:lnSpc>
                        <a:spcBef>
                          <a:spcPts val="15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OUT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5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LD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9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5">
                          <a:latin typeface="Times New Roman"/>
                          <a:cs typeface="Times New Roman"/>
                        </a:rPr>
                        <a:t>NOT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85">
                          <a:latin typeface="Times New Roman"/>
                          <a:cs typeface="Times New Roman"/>
                        </a:rPr>
                        <a:t>0l00l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0006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OUT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45">
                          <a:latin typeface="Times New Roman"/>
                          <a:cs typeface="Times New Roman"/>
                        </a:rPr>
                        <a:t>0l000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0007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LD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1" name="object 21" descr=""/>
          <p:cNvGraphicFramePr>
            <a:graphicFrameLocks noGrp="1"/>
          </p:cNvGraphicFramePr>
          <p:nvPr/>
        </p:nvGraphicFramePr>
        <p:xfrm>
          <a:off x="3794848" y="7021995"/>
          <a:ext cx="2794635" cy="14293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9794"/>
                <a:gridCol w="899794"/>
                <a:gridCol w="899794"/>
              </a:tblGrid>
              <a:tr h="168275">
                <a:tc>
                  <a:txBody>
                    <a:bodyPr/>
                    <a:lstStyle/>
                    <a:p>
                      <a:pPr marL="2311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Segoe UI Symbol"/>
                          <a:cs typeface="Segoe UI Symbol"/>
                        </a:rPr>
                        <a:t>Address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Segoe UI Symbol"/>
                          <a:cs typeface="Segoe UI Symbol"/>
                        </a:rPr>
                        <a:t>instruction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20">
                          <a:latin typeface="Segoe UI Symbol"/>
                          <a:cs typeface="Segoe UI Symbol"/>
                        </a:rPr>
                        <a:t>Data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LD</a:t>
                      </a:r>
                      <a:r>
                        <a:rPr dirty="0" sz="9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5">
                          <a:latin typeface="Times New Roman"/>
                          <a:cs typeface="Times New Roman"/>
                        </a:rPr>
                        <a:t>NOT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0009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CNT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55">
                          <a:latin typeface="Times New Roman"/>
                          <a:cs typeface="Times New Roman"/>
                        </a:rPr>
                        <a:t>0l0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40">
                          <a:latin typeface="Times New Roman"/>
                          <a:cs typeface="Times New Roman"/>
                        </a:rPr>
                        <a:t>#00l0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marL="67310">
                        <a:lnSpc>
                          <a:spcPts val="1115"/>
                        </a:lnSpc>
                        <a:spcBef>
                          <a:spcPts val="15"/>
                        </a:spcBef>
                      </a:pPr>
                      <a:r>
                        <a:rPr dirty="0" sz="950" spc="45">
                          <a:latin typeface="Times New Roman"/>
                          <a:cs typeface="Times New Roman"/>
                        </a:rPr>
                        <a:t>00l0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5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LD</a:t>
                      </a:r>
                      <a:r>
                        <a:rPr dirty="0" sz="9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5">
                          <a:latin typeface="Times New Roman"/>
                          <a:cs typeface="Times New Roman"/>
                        </a:rPr>
                        <a:t>CNT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15"/>
                        </a:lnSpc>
                        <a:spcBef>
                          <a:spcPts val="15"/>
                        </a:spcBef>
                      </a:pPr>
                      <a:r>
                        <a:rPr dirty="0" sz="950" spc="55">
                          <a:latin typeface="Times New Roman"/>
                          <a:cs typeface="Times New Roman"/>
                        </a:rPr>
                        <a:t>0l0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100">
                          <a:latin typeface="Times New Roman"/>
                          <a:cs typeface="Times New Roman"/>
                        </a:rPr>
                        <a:t>00ll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95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5">
                          <a:latin typeface="Times New Roman"/>
                          <a:cs typeface="Times New Roman"/>
                        </a:rPr>
                        <a:t>NOT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marL="6794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45">
                          <a:latin typeface="Times New Roman"/>
                          <a:cs typeface="Times New Roman"/>
                        </a:rPr>
                        <a:t>00l2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AND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45">
                          <a:latin typeface="Times New Roman"/>
                          <a:cs typeface="Times New Roman"/>
                        </a:rPr>
                        <a:t>00l3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OUT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85">
                          <a:latin typeface="Times New Roman"/>
                          <a:cs typeface="Times New Roman"/>
                        </a:rPr>
                        <a:t>0l00l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45">
                          <a:latin typeface="Times New Roman"/>
                          <a:cs typeface="Times New Roman"/>
                        </a:rPr>
                        <a:t>00l4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9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45">
                          <a:latin typeface="Times New Roman"/>
                          <a:cs typeface="Times New Roman"/>
                        </a:rPr>
                        <a:t>(0l)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2" name="object 22" descr=""/>
          <p:cNvSpPr/>
          <p:nvPr/>
        </p:nvSpPr>
        <p:spPr>
          <a:xfrm>
            <a:off x="1273238" y="2437028"/>
            <a:ext cx="1885950" cy="465455"/>
          </a:xfrm>
          <a:custGeom>
            <a:avLst/>
            <a:gdLst/>
            <a:ahLst/>
            <a:cxnLst/>
            <a:rect l="l" t="t" r="r" b="b"/>
            <a:pathLst>
              <a:path w="1885950" h="465455">
                <a:moveTo>
                  <a:pt x="0" y="0"/>
                </a:moveTo>
                <a:lnTo>
                  <a:pt x="899744" y="0"/>
                </a:lnTo>
              </a:path>
              <a:path w="1885950" h="465455">
                <a:moveTo>
                  <a:pt x="1795703" y="9105"/>
                </a:moveTo>
                <a:lnTo>
                  <a:pt x="1885683" y="9105"/>
                </a:lnTo>
              </a:path>
              <a:path w="1885950" h="465455">
                <a:moveTo>
                  <a:pt x="985926" y="9105"/>
                </a:moveTo>
                <a:lnTo>
                  <a:pt x="1615744" y="9105"/>
                </a:lnTo>
              </a:path>
              <a:path w="1885950" h="465455">
                <a:moveTo>
                  <a:pt x="449872" y="9105"/>
                </a:moveTo>
                <a:lnTo>
                  <a:pt x="442277" y="46504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698657" y="2961274"/>
            <a:ext cx="1213485" cy="30607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algn="ctr" marR="150495">
              <a:lnSpc>
                <a:spcPct val="100000"/>
              </a:lnSpc>
              <a:spcBef>
                <a:spcPts val="295"/>
              </a:spcBef>
            </a:pPr>
            <a:r>
              <a:rPr dirty="0" sz="750" spc="-25">
                <a:latin typeface="Times New Roman"/>
                <a:cs typeface="Times New Roman"/>
              </a:rPr>
              <a:t>RUN</a:t>
            </a: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2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Apple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conveyor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058542" y="2221881"/>
            <a:ext cx="107378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79145" algn="l"/>
              </a:tabLst>
            </a:pPr>
            <a:r>
              <a:rPr dirty="0" sz="750" spc="-10">
                <a:latin typeface="Times New Roman"/>
                <a:cs typeface="Times New Roman"/>
              </a:rPr>
              <a:t>000.0l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200.00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868702" y="2557865"/>
            <a:ext cx="23876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RUN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638632" y="3397205"/>
            <a:ext cx="2557145" cy="224790"/>
            <a:chOff x="638632" y="3397205"/>
            <a:chExt cx="2557145" cy="224790"/>
          </a:xfrm>
        </p:grpSpPr>
        <p:sp>
          <p:nvSpPr>
            <p:cNvPr id="27" name="object 27" descr=""/>
            <p:cNvSpPr/>
            <p:nvPr/>
          </p:nvSpPr>
          <p:spPr>
            <a:xfrm>
              <a:off x="1453184" y="3437000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w="0" h="180339">
                  <a:moveTo>
                    <a:pt x="0" y="0"/>
                  </a:moveTo>
                  <a:lnTo>
                    <a:pt x="0" y="179946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2992" y="3397205"/>
              <a:ext cx="282390" cy="192043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643394" y="3512553"/>
              <a:ext cx="1440180" cy="0"/>
            </a:xfrm>
            <a:custGeom>
              <a:avLst/>
              <a:gdLst/>
              <a:ahLst/>
              <a:cxnLst/>
              <a:rect l="l" t="t" r="r" b="b"/>
              <a:pathLst>
                <a:path w="1440180" h="0">
                  <a:moveTo>
                    <a:pt x="0" y="0"/>
                  </a:moveTo>
                  <a:lnTo>
                    <a:pt x="719810" y="0"/>
                  </a:lnTo>
                </a:path>
                <a:path w="1440180" h="0">
                  <a:moveTo>
                    <a:pt x="809790" y="0"/>
                  </a:moveTo>
                  <a:lnTo>
                    <a:pt x="1439621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2868324" y="3271977"/>
            <a:ext cx="30670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0l0.00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262429" y="3291715"/>
            <a:ext cx="30670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200.00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643394" y="2431326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 h="0">
                <a:moveTo>
                  <a:pt x="539864" y="0"/>
                </a:moveTo>
                <a:lnTo>
                  <a:pt x="0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3" name="object 33" descr=""/>
          <p:cNvGrpSpPr/>
          <p:nvPr/>
        </p:nvGrpSpPr>
        <p:grpSpPr>
          <a:xfrm>
            <a:off x="1268475" y="2328252"/>
            <a:ext cx="1805305" cy="207645"/>
            <a:chOff x="1268475" y="2328252"/>
            <a:chExt cx="1805305" cy="207645"/>
          </a:xfrm>
        </p:grpSpPr>
        <p:pic>
          <p:nvPicPr>
            <p:cNvPr id="34" name="object 3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84430" y="2345721"/>
              <a:ext cx="189064" cy="189433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1273238" y="2333015"/>
              <a:ext cx="895985" cy="198120"/>
            </a:xfrm>
            <a:custGeom>
              <a:avLst/>
              <a:gdLst/>
              <a:ahLst/>
              <a:cxnLst/>
              <a:rect l="l" t="t" r="r" b="b"/>
              <a:pathLst>
                <a:path w="895985" h="198119">
                  <a:moveTo>
                    <a:pt x="0" y="0"/>
                  </a:moveTo>
                  <a:lnTo>
                    <a:pt x="0" y="179946"/>
                  </a:lnTo>
                </a:path>
                <a:path w="895985" h="198119">
                  <a:moveTo>
                    <a:pt x="895959" y="17449"/>
                  </a:moveTo>
                  <a:lnTo>
                    <a:pt x="895959" y="197777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2122703" y="2539261"/>
            <a:ext cx="19494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PB2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1264119" y="2810979"/>
            <a:ext cx="0" cy="180340"/>
          </a:xfrm>
          <a:custGeom>
            <a:avLst/>
            <a:gdLst/>
            <a:ahLst/>
            <a:cxnLst/>
            <a:rect l="l" t="t" r="r" b="b"/>
            <a:pathLst>
              <a:path w="0" h="180339">
                <a:moveTo>
                  <a:pt x="0" y="0"/>
                </a:moveTo>
                <a:lnTo>
                  <a:pt x="0" y="18032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1072987" y="2194547"/>
            <a:ext cx="30670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082097" y="2467357"/>
            <a:ext cx="306705" cy="3530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46990">
              <a:lnSpc>
                <a:spcPct val="143200"/>
              </a:lnSpc>
              <a:spcBef>
                <a:spcPts val="90"/>
              </a:spcBef>
            </a:pPr>
            <a:r>
              <a:rPr dirty="0" sz="750" spc="35">
                <a:latin typeface="Times New Roman"/>
                <a:cs typeface="Times New Roman"/>
              </a:rPr>
              <a:t>PBl </a:t>
            </a:r>
            <a:r>
              <a:rPr dirty="0" sz="750" spc="-10">
                <a:latin typeface="Times New Roman"/>
                <a:cs typeface="Times New Roman"/>
              </a:rPr>
              <a:t>200.00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1453184" y="4275264"/>
            <a:ext cx="540385" cy="179705"/>
          </a:xfrm>
          <a:custGeom>
            <a:avLst/>
            <a:gdLst/>
            <a:ahLst/>
            <a:cxnLst/>
            <a:rect l="l" t="t" r="r" b="b"/>
            <a:pathLst>
              <a:path w="540385" h="179704">
                <a:moveTo>
                  <a:pt x="0" y="0"/>
                </a:moveTo>
                <a:lnTo>
                  <a:pt x="0" y="179577"/>
                </a:lnTo>
              </a:path>
              <a:path w="540385" h="179704">
                <a:moveTo>
                  <a:pt x="0" y="67957"/>
                </a:moveTo>
                <a:lnTo>
                  <a:pt x="539851" y="6795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633907" y="4343222"/>
            <a:ext cx="729615" cy="0"/>
          </a:xfrm>
          <a:custGeom>
            <a:avLst/>
            <a:gdLst/>
            <a:ahLst/>
            <a:cxnLst/>
            <a:rect l="l" t="t" r="r" b="b"/>
            <a:pathLst>
              <a:path w="729615" h="0">
                <a:moveTo>
                  <a:pt x="729297" y="0"/>
                </a:moveTo>
                <a:lnTo>
                  <a:pt x="0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 txBox="1"/>
          <p:nvPr/>
        </p:nvSpPr>
        <p:spPr>
          <a:xfrm>
            <a:off x="1993036" y="4164406"/>
            <a:ext cx="1080135" cy="24384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8001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630"/>
              </a:spcBef>
            </a:pPr>
            <a:r>
              <a:rPr dirty="0" sz="750" spc="-25">
                <a:latin typeface="Times New Roman"/>
                <a:cs typeface="Times New Roman"/>
              </a:rPr>
              <a:t>CNT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1993036" y="4407750"/>
            <a:ext cx="1080135" cy="24384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61594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84"/>
              </a:spcBef>
            </a:pPr>
            <a:r>
              <a:rPr dirty="0" sz="750" spc="40">
                <a:latin typeface="Times New Roman"/>
                <a:cs typeface="Times New Roman"/>
              </a:rPr>
              <a:t>0l0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1993036" y="4651108"/>
            <a:ext cx="1080135" cy="27495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778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55"/>
              </a:spcBef>
            </a:pPr>
            <a:r>
              <a:rPr dirty="0" sz="950" spc="45">
                <a:latin typeface="Times New Roman"/>
                <a:cs typeface="Times New Roman"/>
              </a:rPr>
              <a:t>#00l0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5" name="object 45" descr=""/>
          <p:cNvSpPr/>
          <p:nvPr/>
        </p:nvSpPr>
        <p:spPr>
          <a:xfrm>
            <a:off x="643394" y="4803724"/>
            <a:ext cx="716280" cy="0"/>
          </a:xfrm>
          <a:custGeom>
            <a:avLst/>
            <a:gdLst/>
            <a:ahLst/>
            <a:cxnLst/>
            <a:rect l="l" t="t" r="r" b="b"/>
            <a:pathLst>
              <a:path w="716280" h="0">
                <a:moveTo>
                  <a:pt x="0" y="0"/>
                </a:moveTo>
                <a:lnTo>
                  <a:pt x="716013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 txBox="1"/>
          <p:nvPr/>
        </p:nvSpPr>
        <p:spPr>
          <a:xfrm>
            <a:off x="1256355" y="4124277"/>
            <a:ext cx="30670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000.02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2168429" y="5326373"/>
            <a:ext cx="1092835" cy="195580"/>
            <a:chOff x="2168429" y="5326373"/>
            <a:chExt cx="1092835" cy="195580"/>
          </a:xfrm>
        </p:grpSpPr>
        <p:pic>
          <p:nvPicPr>
            <p:cNvPr id="48" name="object 4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78092" y="5326373"/>
              <a:ext cx="282962" cy="195256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2172982" y="5334850"/>
              <a:ext cx="817880" cy="180340"/>
            </a:xfrm>
            <a:custGeom>
              <a:avLst/>
              <a:gdLst/>
              <a:ahLst/>
              <a:cxnLst/>
              <a:rect l="l" t="t" r="r" b="b"/>
              <a:pathLst>
                <a:path w="817880" h="180339">
                  <a:moveTo>
                    <a:pt x="0" y="0"/>
                  </a:moveTo>
                  <a:lnTo>
                    <a:pt x="0" y="179946"/>
                  </a:lnTo>
                </a:path>
                <a:path w="817880" h="180339">
                  <a:moveTo>
                    <a:pt x="7988" y="91109"/>
                  </a:moveTo>
                  <a:lnTo>
                    <a:pt x="817765" y="91109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/>
          <p:nvPr/>
        </p:nvSpPr>
        <p:spPr>
          <a:xfrm>
            <a:off x="643394" y="5334850"/>
            <a:ext cx="1440180" cy="180340"/>
          </a:xfrm>
          <a:custGeom>
            <a:avLst/>
            <a:gdLst/>
            <a:ahLst/>
            <a:cxnLst/>
            <a:rect l="l" t="t" r="r" b="b"/>
            <a:pathLst>
              <a:path w="1440180" h="180339">
                <a:moveTo>
                  <a:pt x="629843" y="0"/>
                </a:moveTo>
                <a:lnTo>
                  <a:pt x="629843" y="179946"/>
                </a:lnTo>
              </a:path>
              <a:path w="1440180" h="180339">
                <a:moveTo>
                  <a:pt x="719810" y="91109"/>
                </a:moveTo>
                <a:lnTo>
                  <a:pt x="1439621" y="91109"/>
                </a:lnTo>
              </a:path>
              <a:path w="1440180" h="180339">
                <a:moveTo>
                  <a:pt x="629843" y="91109"/>
                </a:moveTo>
                <a:lnTo>
                  <a:pt x="0" y="91109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 txBox="1"/>
          <p:nvPr/>
        </p:nvSpPr>
        <p:spPr>
          <a:xfrm>
            <a:off x="2912741" y="5507700"/>
            <a:ext cx="3314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Boxcon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2011466" y="5527821"/>
            <a:ext cx="23876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RUN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1130693" y="5203224"/>
            <a:ext cx="209105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54075" algn="l"/>
                <a:tab pos="1797050" algn="l"/>
              </a:tabLst>
            </a:pPr>
            <a:r>
              <a:rPr dirty="0" baseline="3703" sz="1125" spc="-15">
                <a:latin typeface="Times New Roman"/>
                <a:cs typeface="Times New Roman"/>
              </a:rPr>
              <a:t>CNT0l0</a:t>
            </a:r>
            <a:r>
              <a:rPr dirty="0" baseline="3703" sz="1125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200.00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3703" sz="1125" spc="89">
                <a:latin typeface="Times New Roman"/>
                <a:cs typeface="Times New Roman"/>
              </a:rPr>
              <a:t>0l0.0l</a:t>
            </a:r>
            <a:endParaRPr baseline="3703" sz="1125">
              <a:latin typeface="Times New Roman"/>
              <a:cs typeface="Times New Roman"/>
            </a:endParaRPr>
          </a:p>
        </p:txBody>
      </p:sp>
      <p:sp>
        <p:nvSpPr>
          <p:cNvPr id="54" name="object 54" descr=""/>
          <p:cNvSpPr/>
          <p:nvPr/>
        </p:nvSpPr>
        <p:spPr>
          <a:xfrm>
            <a:off x="639610" y="2189111"/>
            <a:ext cx="548640" cy="871219"/>
          </a:xfrm>
          <a:custGeom>
            <a:avLst/>
            <a:gdLst/>
            <a:ahLst/>
            <a:cxnLst/>
            <a:rect l="l" t="t" r="r" b="b"/>
            <a:pathLst>
              <a:path w="548640" h="871219">
                <a:moveTo>
                  <a:pt x="543648" y="703097"/>
                </a:moveTo>
                <a:lnTo>
                  <a:pt x="3784" y="703097"/>
                </a:lnTo>
              </a:path>
              <a:path w="548640" h="871219">
                <a:moveTo>
                  <a:pt x="548576" y="145034"/>
                </a:moveTo>
                <a:lnTo>
                  <a:pt x="548576" y="325374"/>
                </a:lnTo>
              </a:path>
              <a:path w="548640" h="871219">
                <a:moveTo>
                  <a:pt x="548576" y="616534"/>
                </a:moveTo>
                <a:lnTo>
                  <a:pt x="548576" y="796124"/>
                </a:lnTo>
              </a:path>
              <a:path w="548640" h="871219">
                <a:moveTo>
                  <a:pt x="0" y="0"/>
                </a:moveTo>
                <a:lnTo>
                  <a:pt x="0" y="870915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1267536" y="2351227"/>
            <a:ext cx="1890395" cy="541020"/>
          </a:xfrm>
          <a:custGeom>
            <a:avLst/>
            <a:gdLst/>
            <a:ahLst/>
            <a:cxnLst/>
            <a:rect l="l" t="t" r="r" b="b"/>
            <a:pathLst>
              <a:path w="1890395" h="541019">
                <a:moveTo>
                  <a:pt x="0" y="540981"/>
                </a:moveTo>
                <a:lnTo>
                  <a:pt x="451777" y="540981"/>
                </a:lnTo>
              </a:path>
              <a:path w="1890395" h="541019">
                <a:moveTo>
                  <a:pt x="988974" y="762"/>
                </a:moveTo>
                <a:lnTo>
                  <a:pt x="988974" y="180327"/>
                </a:lnTo>
              </a:path>
              <a:path w="1890395" h="541019">
                <a:moveTo>
                  <a:pt x="1889861" y="0"/>
                </a:moveTo>
                <a:lnTo>
                  <a:pt x="1889861" y="179946"/>
                </a:lnTo>
              </a:path>
              <a:path w="1890395" h="541019">
                <a:moveTo>
                  <a:pt x="988974" y="3810"/>
                </a:moveTo>
                <a:lnTo>
                  <a:pt x="910767" y="17578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631253" y="3287801"/>
            <a:ext cx="730250" cy="509270"/>
          </a:xfrm>
          <a:custGeom>
            <a:avLst/>
            <a:gdLst/>
            <a:ahLst/>
            <a:cxnLst/>
            <a:rect l="l" t="t" r="r" b="b"/>
            <a:pathLst>
              <a:path w="730250" h="509270">
                <a:moveTo>
                  <a:pt x="730059" y="134785"/>
                </a:moveTo>
                <a:lnTo>
                  <a:pt x="730059" y="315112"/>
                </a:lnTo>
              </a:path>
              <a:path w="730250" h="509270">
                <a:moveTo>
                  <a:pt x="0" y="0"/>
                </a:moveTo>
                <a:lnTo>
                  <a:pt x="0" y="508723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631253" y="4126445"/>
            <a:ext cx="736600" cy="875030"/>
          </a:xfrm>
          <a:custGeom>
            <a:avLst/>
            <a:gdLst/>
            <a:ahLst/>
            <a:cxnLst/>
            <a:rect l="l" t="t" r="r" b="b"/>
            <a:pathLst>
              <a:path w="736600" h="875029">
                <a:moveTo>
                  <a:pt x="736511" y="134391"/>
                </a:moveTo>
                <a:lnTo>
                  <a:pt x="736511" y="313956"/>
                </a:lnTo>
              </a:path>
              <a:path w="736600" h="875029">
                <a:moveTo>
                  <a:pt x="0" y="0"/>
                </a:moveTo>
                <a:lnTo>
                  <a:pt x="0" y="874699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 txBox="1"/>
          <p:nvPr/>
        </p:nvSpPr>
        <p:spPr>
          <a:xfrm>
            <a:off x="1252559" y="4426315"/>
            <a:ext cx="306705" cy="3016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57785">
              <a:lnSpc>
                <a:spcPct val="120600"/>
              </a:lnSpc>
              <a:spcBef>
                <a:spcPts val="90"/>
              </a:spcBef>
            </a:pPr>
            <a:r>
              <a:rPr dirty="0" sz="750" spc="40">
                <a:latin typeface="Times New Roman"/>
                <a:cs typeface="Times New Roman"/>
              </a:rPr>
              <a:t>SEl </a:t>
            </a:r>
            <a:r>
              <a:rPr dirty="0" sz="750" spc="-10">
                <a:latin typeface="Times New Roman"/>
                <a:cs typeface="Times New Roman"/>
              </a:rPr>
              <a:t>000.03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9" name="object 59" descr=""/>
          <p:cNvSpPr/>
          <p:nvPr/>
        </p:nvSpPr>
        <p:spPr>
          <a:xfrm>
            <a:off x="631253" y="5205768"/>
            <a:ext cx="1449705" cy="820419"/>
          </a:xfrm>
          <a:custGeom>
            <a:avLst/>
            <a:gdLst/>
            <a:ahLst/>
            <a:cxnLst/>
            <a:rect l="l" t="t" r="r" b="b"/>
            <a:pathLst>
              <a:path w="1449705" h="820420">
                <a:moveTo>
                  <a:pt x="721321" y="130606"/>
                </a:moveTo>
                <a:lnTo>
                  <a:pt x="721321" y="310172"/>
                </a:lnTo>
              </a:path>
              <a:path w="1449705" h="820420">
                <a:moveTo>
                  <a:pt x="1449476" y="130975"/>
                </a:moveTo>
                <a:lnTo>
                  <a:pt x="1449476" y="310934"/>
                </a:lnTo>
              </a:path>
              <a:path w="1449705" h="820420">
                <a:moveTo>
                  <a:pt x="0" y="0"/>
                </a:moveTo>
                <a:lnTo>
                  <a:pt x="0" y="82040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 txBox="1"/>
          <p:nvPr/>
        </p:nvSpPr>
        <p:spPr>
          <a:xfrm>
            <a:off x="1974643" y="3289058"/>
            <a:ext cx="30670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60">
                <a:latin typeface="Times New Roman"/>
                <a:cs typeface="Times New Roman"/>
              </a:rPr>
              <a:t>0l0.0l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1" name="object 61" descr=""/>
          <p:cNvSpPr/>
          <p:nvPr/>
        </p:nvSpPr>
        <p:spPr>
          <a:xfrm>
            <a:off x="2084539" y="3418789"/>
            <a:ext cx="0" cy="180340"/>
          </a:xfrm>
          <a:custGeom>
            <a:avLst/>
            <a:gdLst/>
            <a:ahLst/>
            <a:cxnLst/>
            <a:rect l="l" t="t" r="r" b="b"/>
            <a:pathLst>
              <a:path w="0" h="180339">
                <a:moveTo>
                  <a:pt x="0" y="0"/>
                </a:moveTo>
                <a:lnTo>
                  <a:pt x="0" y="18032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 txBox="1"/>
          <p:nvPr/>
        </p:nvSpPr>
        <p:spPr>
          <a:xfrm>
            <a:off x="1289004" y="3614413"/>
            <a:ext cx="194310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81355" algn="l"/>
                <a:tab pos="1506855" algn="l"/>
              </a:tabLst>
            </a:pPr>
            <a:r>
              <a:rPr dirty="0" sz="750" spc="-25">
                <a:latin typeface="Times New Roman"/>
                <a:cs typeface="Times New Roman"/>
              </a:rPr>
              <a:t>RUN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BoxCon</a:t>
            </a:r>
            <a:r>
              <a:rPr dirty="0" baseline="3703" sz="1125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CONVYR</a:t>
            </a:r>
            <a:endParaRPr baseline="3703" sz="1125">
              <a:latin typeface="Times New Roman"/>
              <a:cs typeface="Times New Roman"/>
            </a:endParaRPr>
          </a:p>
        </p:txBody>
      </p:sp>
      <p:sp>
        <p:nvSpPr>
          <p:cNvPr id="63" name="object 63" descr=""/>
          <p:cNvSpPr/>
          <p:nvPr/>
        </p:nvSpPr>
        <p:spPr>
          <a:xfrm>
            <a:off x="2094407" y="3420313"/>
            <a:ext cx="824865" cy="180340"/>
          </a:xfrm>
          <a:custGeom>
            <a:avLst/>
            <a:gdLst/>
            <a:ahLst/>
            <a:cxnLst/>
            <a:rect l="l" t="t" r="r" b="b"/>
            <a:pathLst>
              <a:path w="824864" h="180339">
                <a:moveTo>
                  <a:pt x="78206" y="0"/>
                </a:moveTo>
                <a:lnTo>
                  <a:pt x="78206" y="179946"/>
                </a:lnTo>
              </a:path>
              <a:path w="824864" h="180339">
                <a:moveTo>
                  <a:pt x="78206" y="3022"/>
                </a:moveTo>
                <a:lnTo>
                  <a:pt x="0" y="175005"/>
                </a:lnTo>
              </a:path>
              <a:path w="824864" h="180339">
                <a:moveTo>
                  <a:pt x="74790" y="88823"/>
                </a:moveTo>
                <a:lnTo>
                  <a:pt x="824585" y="88823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1363205" y="4712614"/>
            <a:ext cx="0" cy="179705"/>
          </a:xfrm>
          <a:custGeom>
            <a:avLst/>
            <a:gdLst/>
            <a:ahLst/>
            <a:cxnLst/>
            <a:rect l="l" t="t" r="r" b="b"/>
            <a:pathLst>
              <a:path w="0" h="179704">
                <a:moveTo>
                  <a:pt x="0" y="0"/>
                </a:moveTo>
                <a:lnTo>
                  <a:pt x="0" y="179565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 txBox="1"/>
          <p:nvPr/>
        </p:nvSpPr>
        <p:spPr>
          <a:xfrm>
            <a:off x="1318237" y="4901029"/>
            <a:ext cx="19113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SE2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6" name="object 66" descr=""/>
          <p:cNvSpPr/>
          <p:nvPr/>
        </p:nvSpPr>
        <p:spPr>
          <a:xfrm>
            <a:off x="1372323" y="4713757"/>
            <a:ext cx="619760" cy="180340"/>
          </a:xfrm>
          <a:custGeom>
            <a:avLst/>
            <a:gdLst/>
            <a:ahLst/>
            <a:cxnLst/>
            <a:rect l="l" t="t" r="r" b="b"/>
            <a:pathLst>
              <a:path w="619760" h="180339">
                <a:moveTo>
                  <a:pt x="78193" y="0"/>
                </a:moveTo>
                <a:lnTo>
                  <a:pt x="78193" y="179946"/>
                </a:lnTo>
              </a:path>
              <a:path w="619760" h="180339">
                <a:moveTo>
                  <a:pt x="78193" y="3035"/>
                </a:moveTo>
                <a:lnTo>
                  <a:pt x="0" y="174637"/>
                </a:lnTo>
              </a:path>
              <a:path w="619760" h="180339">
                <a:moveTo>
                  <a:pt x="75539" y="88836"/>
                </a:moveTo>
                <a:lnTo>
                  <a:pt x="619188" y="8883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 txBox="1"/>
          <p:nvPr/>
        </p:nvSpPr>
        <p:spPr>
          <a:xfrm>
            <a:off x="1149675" y="5575655"/>
            <a:ext cx="30670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000.03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8" name="object 68" descr=""/>
          <p:cNvSpPr/>
          <p:nvPr/>
        </p:nvSpPr>
        <p:spPr>
          <a:xfrm>
            <a:off x="1260322" y="5706135"/>
            <a:ext cx="0" cy="179705"/>
          </a:xfrm>
          <a:custGeom>
            <a:avLst/>
            <a:gdLst/>
            <a:ahLst/>
            <a:cxnLst/>
            <a:rect l="l" t="t" r="r" b="b"/>
            <a:pathLst>
              <a:path w="0" h="179704">
                <a:moveTo>
                  <a:pt x="0" y="0"/>
                </a:moveTo>
                <a:lnTo>
                  <a:pt x="0" y="17957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 txBox="1"/>
          <p:nvPr/>
        </p:nvSpPr>
        <p:spPr>
          <a:xfrm>
            <a:off x="1214974" y="5894556"/>
            <a:ext cx="19113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SE2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0" name="object 70" descr=""/>
          <p:cNvSpPr/>
          <p:nvPr/>
        </p:nvSpPr>
        <p:spPr>
          <a:xfrm>
            <a:off x="632015" y="5430139"/>
            <a:ext cx="1096645" cy="457200"/>
          </a:xfrm>
          <a:custGeom>
            <a:avLst/>
            <a:gdLst/>
            <a:ahLst/>
            <a:cxnLst/>
            <a:rect l="l" t="t" r="r" b="b"/>
            <a:pathLst>
              <a:path w="1096645" h="457200">
                <a:moveTo>
                  <a:pt x="715632" y="277139"/>
                </a:moveTo>
                <a:lnTo>
                  <a:pt x="715632" y="457098"/>
                </a:lnTo>
              </a:path>
              <a:path w="1096645" h="457200">
                <a:moveTo>
                  <a:pt x="715632" y="280187"/>
                </a:moveTo>
                <a:lnTo>
                  <a:pt x="637413" y="451777"/>
                </a:lnTo>
              </a:path>
              <a:path w="1096645" h="457200">
                <a:moveTo>
                  <a:pt x="712203" y="365988"/>
                </a:moveTo>
                <a:lnTo>
                  <a:pt x="1096403" y="365988"/>
                </a:lnTo>
              </a:path>
              <a:path w="1096645" h="457200">
                <a:moveTo>
                  <a:pt x="1087297" y="0"/>
                </a:moveTo>
                <a:lnTo>
                  <a:pt x="1087297" y="365988"/>
                </a:lnTo>
              </a:path>
              <a:path w="1096645" h="457200">
                <a:moveTo>
                  <a:pt x="628307" y="356488"/>
                </a:moveTo>
                <a:lnTo>
                  <a:pt x="0" y="35648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632015" y="6237643"/>
            <a:ext cx="0" cy="365760"/>
          </a:xfrm>
          <a:custGeom>
            <a:avLst/>
            <a:gdLst/>
            <a:ahLst/>
            <a:cxnLst/>
            <a:rect l="l" t="t" r="r" b="b"/>
            <a:pathLst>
              <a:path w="0" h="365759">
                <a:moveTo>
                  <a:pt x="0" y="0"/>
                </a:moveTo>
                <a:lnTo>
                  <a:pt x="0" y="36559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 txBox="1"/>
          <p:nvPr/>
        </p:nvSpPr>
        <p:spPr>
          <a:xfrm>
            <a:off x="1623644" y="6312814"/>
            <a:ext cx="631190" cy="214629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395"/>
              </a:spcBef>
            </a:pPr>
            <a:r>
              <a:rPr dirty="0" sz="750">
                <a:latin typeface="Times New Roman"/>
                <a:cs typeface="Times New Roman"/>
              </a:rPr>
              <a:t>END</a:t>
            </a:r>
            <a:r>
              <a:rPr dirty="0" sz="750" spc="135">
                <a:latin typeface="Times New Roman"/>
                <a:cs typeface="Times New Roman"/>
              </a:rPr>
              <a:t> </a:t>
            </a:r>
            <a:r>
              <a:rPr dirty="0" sz="750" spc="30">
                <a:latin typeface="Times New Roman"/>
                <a:cs typeface="Times New Roman"/>
              </a:rPr>
              <a:t>(0l)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3" name="object 73" descr=""/>
          <p:cNvSpPr/>
          <p:nvPr/>
        </p:nvSpPr>
        <p:spPr>
          <a:xfrm>
            <a:off x="633907" y="6418351"/>
            <a:ext cx="989965" cy="0"/>
          </a:xfrm>
          <a:custGeom>
            <a:avLst/>
            <a:gdLst/>
            <a:ahLst/>
            <a:cxnLst/>
            <a:rect l="l" t="t" r="r" b="b"/>
            <a:pathLst>
              <a:path w="989965" h="0">
                <a:moveTo>
                  <a:pt x="0" y="0"/>
                </a:moveTo>
                <a:lnTo>
                  <a:pt x="989736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 txBox="1"/>
          <p:nvPr/>
        </p:nvSpPr>
        <p:spPr>
          <a:xfrm>
            <a:off x="6794983" y="9929452"/>
            <a:ext cx="292735" cy="1511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z="950">
                <a:latin typeface="Times New Roman"/>
                <a:cs typeface="Times New Roman"/>
              </a:rPr>
              <a:t>6-</a:t>
            </a:r>
            <a:r>
              <a:rPr dirty="0" sz="950" spc="-25">
                <a:latin typeface="Times New Roman"/>
                <a:cs typeface="Times New Roman"/>
              </a:rPr>
              <a:t>30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1082" y="961164"/>
            <a:ext cx="5382260" cy="83311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32130" indent="-519430">
              <a:lnSpc>
                <a:spcPct val="100000"/>
              </a:lnSpc>
              <a:spcBef>
                <a:spcPts val="125"/>
              </a:spcBef>
              <a:buAutoNum type="arabicPeriod" startAt="6"/>
              <a:tabLst>
                <a:tab pos="532130" algn="l"/>
              </a:tabLst>
            </a:pPr>
            <a:r>
              <a:rPr dirty="0" sz="1550" spc="140">
                <a:latin typeface="Segoe UI Symbol"/>
                <a:cs typeface="Segoe UI Symbol"/>
              </a:rPr>
              <a:t>APPLICATION</a:t>
            </a:r>
            <a:r>
              <a:rPr dirty="0" sz="1550" spc="40">
                <a:latin typeface="Segoe UI Symbol"/>
                <a:cs typeface="Segoe UI Symbol"/>
              </a:rPr>
              <a:t> </a:t>
            </a:r>
            <a:r>
              <a:rPr dirty="0" sz="1550" spc="165">
                <a:latin typeface="Segoe UI Symbol"/>
                <a:cs typeface="Segoe UI Symbol"/>
              </a:rPr>
              <a:t>EXAMPLES</a:t>
            </a:r>
            <a:r>
              <a:rPr dirty="0" sz="1550" spc="45">
                <a:latin typeface="Segoe UI Symbol"/>
                <a:cs typeface="Segoe UI Symbol"/>
              </a:rPr>
              <a:t> </a:t>
            </a:r>
            <a:r>
              <a:rPr dirty="0" sz="1550" spc="120">
                <a:latin typeface="Segoe UI Symbol"/>
                <a:cs typeface="Segoe UI Symbol"/>
              </a:rPr>
              <a:t>OF</a:t>
            </a:r>
            <a:r>
              <a:rPr dirty="0" sz="1550" spc="45">
                <a:latin typeface="Segoe UI Symbol"/>
                <a:cs typeface="Segoe UI Symbol"/>
              </a:rPr>
              <a:t> </a:t>
            </a:r>
            <a:r>
              <a:rPr dirty="0" sz="1550" spc="135">
                <a:latin typeface="Segoe UI Symbol"/>
                <a:cs typeface="Segoe UI Symbol"/>
              </a:rPr>
              <a:t>BASIC</a:t>
            </a:r>
            <a:r>
              <a:rPr dirty="0" sz="1550" spc="45">
                <a:latin typeface="Segoe UI Symbol"/>
                <a:cs typeface="Segoe UI Symbol"/>
              </a:rPr>
              <a:t> </a:t>
            </a:r>
            <a:r>
              <a:rPr dirty="0" sz="1550" spc="50">
                <a:latin typeface="Segoe UI Symbol"/>
                <a:cs typeface="Segoe UI Symbol"/>
              </a:rPr>
              <a:t>COMMANDS</a:t>
            </a:r>
            <a:endParaRPr sz="15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545"/>
              </a:spcBef>
              <a:buFont typeface="Segoe UI Symbol"/>
              <a:buAutoNum type="arabicPeriod" startAt="6"/>
            </a:pPr>
            <a:endParaRPr sz="1550">
              <a:latin typeface="Segoe UI Symbol"/>
              <a:cs typeface="Segoe UI Symbol"/>
            </a:endParaRPr>
          </a:p>
          <a:p>
            <a:pPr lvl="1" marL="237490" indent="-224790">
              <a:lnSpc>
                <a:spcPct val="100000"/>
              </a:lnSpc>
              <a:buSzPct val="48387"/>
              <a:buChar char="❑"/>
              <a:tabLst>
                <a:tab pos="237490" algn="l"/>
              </a:tabLst>
            </a:pPr>
            <a:r>
              <a:rPr dirty="0" sz="1550">
                <a:latin typeface="Segoe UI Symbol"/>
                <a:cs typeface="Segoe UI Symbol"/>
              </a:rPr>
              <a:t>Application</a:t>
            </a:r>
            <a:r>
              <a:rPr dirty="0" sz="1550" spc="20">
                <a:latin typeface="Segoe UI Symbol"/>
                <a:cs typeface="Segoe UI Symbol"/>
              </a:rPr>
              <a:t> </a:t>
            </a:r>
            <a:r>
              <a:rPr dirty="0" sz="1550" spc="-60">
                <a:latin typeface="Segoe UI Symbol"/>
                <a:cs typeface="Segoe UI Symbol"/>
              </a:rPr>
              <a:t>#3</a:t>
            </a:r>
            <a:r>
              <a:rPr dirty="0" sz="1550" spc="25">
                <a:latin typeface="Segoe UI Symbol"/>
                <a:cs typeface="Segoe UI Symbol"/>
              </a:rPr>
              <a:t> </a:t>
            </a:r>
            <a:r>
              <a:rPr dirty="0" sz="1550" spc="180">
                <a:latin typeface="Segoe UI Symbol"/>
                <a:cs typeface="Segoe UI Symbol"/>
              </a:rPr>
              <a:t>:</a:t>
            </a:r>
            <a:r>
              <a:rPr dirty="0" sz="1550" spc="25">
                <a:latin typeface="Segoe UI Symbol"/>
                <a:cs typeface="Segoe UI Symbol"/>
              </a:rPr>
              <a:t> </a:t>
            </a:r>
            <a:r>
              <a:rPr dirty="0" sz="1550">
                <a:latin typeface="Segoe UI Symbol"/>
                <a:cs typeface="Segoe UI Symbol"/>
              </a:rPr>
              <a:t>Control</a:t>
            </a:r>
            <a:r>
              <a:rPr dirty="0" sz="1550" spc="25">
                <a:latin typeface="Segoe UI Symbol"/>
                <a:cs typeface="Segoe UI Symbol"/>
              </a:rPr>
              <a:t> </a:t>
            </a:r>
            <a:r>
              <a:rPr dirty="0" sz="1550" spc="50">
                <a:latin typeface="Segoe UI Symbol"/>
                <a:cs typeface="Segoe UI Symbol"/>
              </a:rPr>
              <a:t>Circuit</a:t>
            </a:r>
            <a:r>
              <a:rPr dirty="0" sz="1550" spc="25">
                <a:latin typeface="Segoe UI Symbol"/>
                <a:cs typeface="Segoe UI Symbol"/>
              </a:rPr>
              <a:t> </a:t>
            </a:r>
            <a:r>
              <a:rPr dirty="0" sz="1550" spc="70">
                <a:latin typeface="Segoe UI Symbol"/>
                <a:cs typeface="Segoe UI Symbol"/>
              </a:rPr>
              <a:t>For</a:t>
            </a:r>
            <a:r>
              <a:rPr dirty="0" sz="1550" spc="25">
                <a:latin typeface="Segoe UI Symbol"/>
                <a:cs typeface="Segoe UI Symbol"/>
              </a:rPr>
              <a:t> </a:t>
            </a:r>
            <a:r>
              <a:rPr dirty="0" sz="1550">
                <a:latin typeface="Segoe UI Symbol"/>
                <a:cs typeface="Segoe UI Symbol"/>
              </a:rPr>
              <a:t>Packaging</a:t>
            </a:r>
            <a:r>
              <a:rPr dirty="0" sz="1550" spc="25">
                <a:latin typeface="Segoe UI Symbol"/>
                <a:cs typeface="Segoe UI Symbol"/>
              </a:rPr>
              <a:t> </a:t>
            </a:r>
            <a:r>
              <a:rPr dirty="0" sz="1550" spc="-10">
                <a:latin typeface="Segoe UI Symbol"/>
                <a:cs typeface="Segoe UI Symbol"/>
              </a:rPr>
              <a:t>Machine</a:t>
            </a:r>
            <a:endParaRPr sz="1550">
              <a:latin typeface="Segoe UI Symbol"/>
              <a:cs typeface="Segoe UI Symbo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80716" y="1922009"/>
            <a:ext cx="5065395" cy="476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3600"/>
              </a:lnSpc>
              <a:spcBef>
                <a:spcPts val="95"/>
              </a:spcBef>
            </a:pP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3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control</a:t>
            </a:r>
            <a:r>
              <a:rPr dirty="0" sz="950" spc="3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circuit</a:t>
            </a:r>
            <a:r>
              <a:rPr dirty="0" sz="950" spc="3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3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uzed</a:t>
            </a:r>
            <a:r>
              <a:rPr dirty="0" sz="950" spc="3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3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detect</a:t>
            </a:r>
            <a:r>
              <a:rPr dirty="0" sz="950" spc="3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3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count</a:t>
            </a:r>
            <a:r>
              <a:rPr dirty="0" sz="950" spc="3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3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number</a:t>
            </a:r>
            <a:r>
              <a:rPr dirty="0" sz="950" spc="3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3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productz</a:t>
            </a:r>
            <a:r>
              <a:rPr dirty="0" sz="950" spc="3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being</a:t>
            </a:r>
            <a:r>
              <a:rPr dirty="0" sz="950" spc="3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carried</a:t>
            </a:r>
            <a:r>
              <a:rPr dirty="0" sz="950" spc="3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</a:t>
            </a:r>
            <a:r>
              <a:rPr dirty="0" sz="950" spc="315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an </a:t>
            </a:r>
            <a:r>
              <a:rPr dirty="0" sz="950">
                <a:latin typeface="Times New Roman"/>
                <a:cs typeface="Times New Roman"/>
              </a:rPr>
              <a:t>azzembly</a:t>
            </a:r>
            <a:r>
              <a:rPr dirty="0" sz="950" spc="2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line.</a:t>
            </a:r>
            <a:r>
              <a:rPr dirty="0" sz="950" spc="2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25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</a:t>
            </a:r>
            <a:r>
              <a:rPr dirty="0" sz="950" spc="25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countz</a:t>
            </a:r>
            <a:r>
              <a:rPr dirty="0" sz="950" spc="2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five</a:t>
            </a:r>
            <a:r>
              <a:rPr dirty="0" sz="950" spc="25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productz,</a:t>
            </a:r>
            <a:r>
              <a:rPr dirty="0" sz="950" spc="25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229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circuit</a:t>
            </a:r>
            <a:r>
              <a:rPr dirty="0" sz="950" spc="25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energizez</a:t>
            </a:r>
            <a:r>
              <a:rPr dirty="0" sz="950" spc="25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25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zolenoid.</a:t>
            </a:r>
            <a:r>
              <a:rPr dirty="0" sz="950" spc="25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2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zolenoid</a:t>
            </a:r>
            <a:r>
              <a:rPr dirty="0" sz="950" spc="254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iz </a:t>
            </a:r>
            <a:r>
              <a:rPr dirty="0" sz="950">
                <a:latin typeface="Times New Roman"/>
                <a:cs typeface="Times New Roman"/>
              </a:rPr>
              <a:t>energized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for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period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two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zecondz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then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zhunt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off,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cauzing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retract.</a:t>
            </a:r>
            <a:endParaRPr sz="950">
              <a:latin typeface="Times New Roman"/>
              <a:cs typeface="Times New Roman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2152865" y="4699901"/>
          <a:ext cx="1613535" cy="364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1520"/>
                <a:gridCol w="787399"/>
              </a:tblGrid>
              <a:tr h="196215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Segoe UI Symbol"/>
                          <a:cs typeface="Segoe UI Symbol"/>
                        </a:rPr>
                        <a:t>Input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Segoe UI Symbol"/>
                          <a:cs typeface="Segoe UI Symbol"/>
                        </a:rPr>
                        <a:t>Device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68275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Senzor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4402277" y="4699901"/>
          <a:ext cx="1725930" cy="532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0885"/>
                <a:gridCol w="899160"/>
              </a:tblGrid>
              <a:tr h="196215"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Segoe UI Symbol"/>
                          <a:cs typeface="Segoe UI Symbol"/>
                        </a:rPr>
                        <a:t>Output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730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Segoe UI Symbol"/>
                          <a:cs typeface="Segoe UI Symbol"/>
                        </a:rPr>
                        <a:t>Device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40">
                          <a:latin typeface="Times New Roman"/>
                          <a:cs typeface="Times New Roman"/>
                        </a:rPr>
                        <a:t>0l000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Conveyor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4625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950" spc="80">
                          <a:latin typeface="Times New Roman"/>
                          <a:cs typeface="Times New Roman"/>
                        </a:rPr>
                        <a:t>0l00l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Solenoid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2152865" y="5402808"/>
          <a:ext cx="2344420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1520"/>
                <a:gridCol w="1518285"/>
              </a:tblGrid>
              <a:tr h="168275">
                <a:tc gridSpan="2"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Segoe UI Symbol"/>
                          <a:cs typeface="Segoe UI Symbol"/>
                        </a:rPr>
                        <a:t>Others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CNT</a:t>
                      </a:r>
                      <a:r>
                        <a:rPr dirty="0" sz="9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5">
                          <a:latin typeface="Times New Roman"/>
                          <a:cs typeface="Times New Roman"/>
                        </a:rPr>
                        <a:t>047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Product</a:t>
                      </a:r>
                      <a:r>
                        <a:rPr dirty="0" sz="9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counter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TIM</a:t>
                      </a:r>
                      <a:r>
                        <a:rPr dirty="0" sz="9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5">
                          <a:latin typeface="Times New Roman"/>
                          <a:cs typeface="Times New Roman"/>
                        </a:rPr>
                        <a:t>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Solenoid</a:t>
                      </a:r>
                      <a:r>
                        <a:rPr dirty="0" sz="9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energizer</a:t>
                      </a:r>
                      <a:r>
                        <a:rPr dirty="0" sz="9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timer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2" name="object 12" descr=""/>
          <p:cNvGrpSpPr/>
          <p:nvPr/>
        </p:nvGrpSpPr>
        <p:grpSpPr>
          <a:xfrm>
            <a:off x="2168429" y="3271856"/>
            <a:ext cx="2169160" cy="369570"/>
            <a:chOff x="2168429" y="3271856"/>
            <a:chExt cx="2169160" cy="369570"/>
          </a:xfrm>
        </p:grpSpPr>
        <p:sp>
          <p:nvSpPr>
            <p:cNvPr id="13" name="object 13" descr=""/>
            <p:cNvSpPr/>
            <p:nvPr/>
          </p:nvSpPr>
          <p:spPr>
            <a:xfrm>
              <a:off x="2172982" y="3276409"/>
              <a:ext cx="2160270" cy="360680"/>
            </a:xfrm>
            <a:custGeom>
              <a:avLst/>
              <a:gdLst/>
              <a:ahLst/>
              <a:cxnLst/>
              <a:rect l="l" t="t" r="r" b="b"/>
              <a:pathLst>
                <a:path w="2160270" h="360679">
                  <a:moveTo>
                    <a:pt x="0" y="0"/>
                  </a:moveTo>
                  <a:lnTo>
                    <a:pt x="2159800" y="0"/>
                  </a:lnTo>
                  <a:lnTo>
                    <a:pt x="2159800" y="360273"/>
                  </a:lnTo>
                  <a:lnTo>
                    <a:pt x="0" y="360273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442908" y="3366401"/>
              <a:ext cx="1620520" cy="180975"/>
            </a:xfrm>
            <a:custGeom>
              <a:avLst/>
              <a:gdLst/>
              <a:ahLst/>
              <a:cxnLst/>
              <a:rect l="l" t="t" r="r" b="b"/>
              <a:pathLst>
                <a:path w="1620520" h="180975">
                  <a:moveTo>
                    <a:pt x="0" y="0"/>
                  </a:moveTo>
                  <a:lnTo>
                    <a:pt x="270319" y="0"/>
                  </a:lnTo>
                  <a:lnTo>
                    <a:pt x="270319" y="180708"/>
                  </a:lnTo>
                  <a:lnTo>
                    <a:pt x="0" y="180708"/>
                  </a:lnTo>
                  <a:lnTo>
                    <a:pt x="0" y="0"/>
                  </a:lnTo>
                  <a:close/>
                </a:path>
                <a:path w="1620520" h="180975">
                  <a:moveTo>
                    <a:pt x="449884" y="0"/>
                  </a:moveTo>
                  <a:lnTo>
                    <a:pt x="720204" y="0"/>
                  </a:lnTo>
                  <a:lnTo>
                    <a:pt x="720204" y="180708"/>
                  </a:lnTo>
                  <a:lnTo>
                    <a:pt x="449884" y="180708"/>
                  </a:lnTo>
                  <a:lnTo>
                    <a:pt x="449884" y="0"/>
                  </a:lnTo>
                  <a:close/>
                </a:path>
                <a:path w="1620520" h="180975">
                  <a:moveTo>
                    <a:pt x="899769" y="0"/>
                  </a:moveTo>
                  <a:lnTo>
                    <a:pt x="1170089" y="0"/>
                  </a:lnTo>
                  <a:lnTo>
                    <a:pt x="1170089" y="180708"/>
                  </a:lnTo>
                  <a:lnTo>
                    <a:pt x="899769" y="180708"/>
                  </a:lnTo>
                  <a:lnTo>
                    <a:pt x="899769" y="0"/>
                  </a:lnTo>
                  <a:close/>
                </a:path>
                <a:path w="1620520" h="180975">
                  <a:moveTo>
                    <a:pt x="1349654" y="0"/>
                  </a:moveTo>
                  <a:lnTo>
                    <a:pt x="1619973" y="0"/>
                  </a:lnTo>
                  <a:lnTo>
                    <a:pt x="1619973" y="180708"/>
                  </a:lnTo>
                  <a:lnTo>
                    <a:pt x="1349654" y="180708"/>
                  </a:lnTo>
                  <a:lnTo>
                    <a:pt x="1349654" y="0"/>
                  </a:lnTo>
                  <a:close/>
                </a:path>
              </a:pathLst>
            </a:custGeom>
            <a:ln w="189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/>
          <p:nvPr/>
        </p:nvSpPr>
        <p:spPr>
          <a:xfrm>
            <a:off x="4512348" y="3276409"/>
            <a:ext cx="1530350" cy="360680"/>
          </a:xfrm>
          <a:custGeom>
            <a:avLst/>
            <a:gdLst/>
            <a:ahLst/>
            <a:cxnLst/>
            <a:rect l="l" t="t" r="r" b="b"/>
            <a:pathLst>
              <a:path w="1530350" h="360679">
                <a:moveTo>
                  <a:pt x="0" y="0"/>
                </a:moveTo>
                <a:lnTo>
                  <a:pt x="1529969" y="0"/>
                </a:lnTo>
                <a:lnTo>
                  <a:pt x="1529969" y="360273"/>
                </a:lnTo>
                <a:lnTo>
                  <a:pt x="0" y="360273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6" name="object 16" descr=""/>
          <p:cNvGraphicFramePr>
            <a:graphicFrameLocks noGrp="1"/>
          </p:cNvGraphicFramePr>
          <p:nvPr/>
        </p:nvGraphicFramePr>
        <p:xfrm>
          <a:off x="4592853" y="3356914"/>
          <a:ext cx="1445260" cy="180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875"/>
                <a:gridCol w="269875"/>
                <a:gridCol w="269875"/>
                <a:gridCol w="269875"/>
                <a:gridCol w="269875"/>
              </a:tblGrid>
              <a:tr h="180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7" name="object 17" descr=""/>
          <p:cNvGrpSpPr/>
          <p:nvPr/>
        </p:nvGrpSpPr>
        <p:grpSpPr>
          <a:xfrm>
            <a:off x="4507795" y="3721741"/>
            <a:ext cx="1539240" cy="549910"/>
            <a:chOff x="4507795" y="3721741"/>
            <a:chExt cx="1539240" cy="549910"/>
          </a:xfrm>
        </p:grpSpPr>
        <p:sp>
          <p:nvSpPr>
            <p:cNvPr id="18" name="object 18" descr=""/>
            <p:cNvSpPr/>
            <p:nvPr/>
          </p:nvSpPr>
          <p:spPr>
            <a:xfrm>
              <a:off x="4512347" y="3726294"/>
              <a:ext cx="1530350" cy="540385"/>
            </a:xfrm>
            <a:custGeom>
              <a:avLst/>
              <a:gdLst/>
              <a:ahLst/>
              <a:cxnLst/>
              <a:rect l="l" t="t" r="r" b="b"/>
              <a:pathLst>
                <a:path w="1530350" h="540385">
                  <a:moveTo>
                    <a:pt x="0" y="0"/>
                  </a:moveTo>
                  <a:lnTo>
                    <a:pt x="1529969" y="0"/>
                  </a:lnTo>
                  <a:lnTo>
                    <a:pt x="1529969" y="540219"/>
                  </a:lnTo>
                  <a:lnTo>
                    <a:pt x="0" y="540219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608017" y="3726294"/>
              <a:ext cx="1344295" cy="541020"/>
            </a:xfrm>
            <a:custGeom>
              <a:avLst/>
              <a:gdLst/>
              <a:ahLst/>
              <a:cxnLst/>
              <a:rect l="l" t="t" r="r" b="b"/>
              <a:pathLst>
                <a:path w="1344295" h="541020">
                  <a:moveTo>
                    <a:pt x="1343952" y="0"/>
                  </a:moveTo>
                  <a:lnTo>
                    <a:pt x="1343952" y="539851"/>
                  </a:lnTo>
                </a:path>
                <a:path w="1344295" h="541020">
                  <a:moveTo>
                    <a:pt x="0" y="1524"/>
                  </a:moveTo>
                  <a:lnTo>
                    <a:pt x="0" y="540994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4597787" y="2732017"/>
            <a:ext cx="1359535" cy="459740"/>
            <a:chOff x="4597787" y="2732017"/>
            <a:chExt cx="1359535" cy="459740"/>
          </a:xfrm>
        </p:grpSpPr>
        <p:sp>
          <p:nvSpPr>
            <p:cNvPr id="21" name="object 21" descr=""/>
            <p:cNvSpPr/>
            <p:nvPr/>
          </p:nvSpPr>
          <p:spPr>
            <a:xfrm>
              <a:off x="4602340" y="3096844"/>
              <a:ext cx="1350010" cy="90170"/>
            </a:xfrm>
            <a:custGeom>
              <a:avLst/>
              <a:gdLst/>
              <a:ahLst/>
              <a:cxnLst/>
              <a:rect l="l" t="t" r="r" b="b"/>
              <a:pathLst>
                <a:path w="1350010" h="90169">
                  <a:moveTo>
                    <a:pt x="1350010" y="0"/>
                  </a:moveTo>
                  <a:lnTo>
                    <a:pt x="0" y="0"/>
                  </a:lnTo>
                  <a:lnTo>
                    <a:pt x="0" y="89975"/>
                  </a:lnTo>
                  <a:lnTo>
                    <a:pt x="1350010" y="89975"/>
                  </a:lnTo>
                  <a:lnTo>
                    <a:pt x="13500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602340" y="3096844"/>
              <a:ext cx="1350010" cy="90170"/>
            </a:xfrm>
            <a:custGeom>
              <a:avLst/>
              <a:gdLst/>
              <a:ahLst/>
              <a:cxnLst/>
              <a:rect l="l" t="t" r="r" b="b"/>
              <a:pathLst>
                <a:path w="1350010" h="90169">
                  <a:moveTo>
                    <a:pt x="0" y="0"/>
                  </a:moveTo>
                  <a:lnTo>
                    <a:pt x="1350010" y="0"/>
                  </a:lnTo>
                  <a:lnTo>
                    <a:pt x="1350010" y="89975"/>
                  </a:lnTo>
                  <a:lnTo>
                    <a:pt x="0" y="89975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142179" y="2736570"/>
              <a:ext cx="270510" cy="360680"/>
            </a:xfrm>
            <a:custGeom>
              <a:avLst/>
              <a:gdLst/>
              <a:ahLst/>
              <a:cxnLst/>
              <a:rect l="l" t="t" r="r" b="b"/>
              <a:pathLst>
                <a:path w="270510" h="360680">
                  <a:moveTo>
                    <a:pt x="270319" y="0"/>
                  </a:moveTo>
                  <a:lnTo>
                    <a:pt x="0" y="0"/>
                  </a:lnTo>
                  <a:lnTo>
                    <a:pt x="0" y="360654"/>
                  </a:lnTo>
                  <a:lnTo>
                    <a:pt x="270319" y="360654"/>
                  </a:lnTo>
                  <a:lnTo>
                    <a:pt x="2703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142179" y="2736570"/>
              <a:ext cx="270510" cy="360680"/>
            </a:xfrm>
            <a:custGeom>
              <a:avLst/>
              <a:gdLst/>
              <a:ahLst/>
              <a:cxnLst/>
              <a:rect l="l" t="t" r="r" b="b"/>
              <a:pathLst>
                <a:path w="270510" h="360680">
                  <a:moveTo>
                    <a:pt x="0" y="0"/>
                  </a:moveTo>
                  <a:lnTo>
                    <a:pt x="270319" y="0"/>
                  </a:lnTo>
                  <a:lnTo>
                    <a:pt x="270319" y="360654"/>
                  </a:lnTo>
                  <a:lnTo>
                    <a:pt x="0" y="360654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 descr=""/>
          <p:cNvGrpSpPr/>
          <p:nvPr/>
        </p:nvGrpSpPr>
        <p:grpSpPr>
          <a:xfrm>
            <a:off x="3788009" y="2712262"/>
            <a:ext cx="99695" cy="479425"/>
            <a:chOff x="3788009" y="2712262"/>
            <a:chExt cx="99695" cy="479425"/>
          </a:xfrm>
        </p:grpSpPr>
        <p:sp>
          <p:nvSpPr>
            <p:cNvPr id="26" name="object 26" descr=""/>
            <p:cNvSpPr/>
            <p:nvPr/>
          </p:nvSpPr>
          <p:spPr>
            <a:xfrm>
              <a:off x="3792562" y="3006877"/>
              <a:ext cx="90805" cy="180340"/>
            </a:xfrm>
            <a:custGeom>
              <a:avLst/>
              <a:gdLst/>
              <a:ahLst/>
              <a:cxnLst/>
              <a:rect l="l" t="t" r="r" b="b"/>
              <a:pathLst>
                <a:path w="90804" h="180339">
                  <a:moveTo>
                    <a:pt x="0" y="0"/>
                  </a:moveTo>
                  <a:lnTo>
                    <a:pt x="90354" y="0"/>
                  </a:lnTo>
                  <a:lnTo>
                    <a:pt x="90354" y="179946"/>
                  </a:lnTo>
                  <a:lnTo>
                    <a:pt x="0" y="179946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839616" y="2712262"/>
              <a:ext cx="0" cy="294640"/>
            </a:xfrm>
            <a:custGeom>
              <a:avLst/>
              <a:gdLst/>
              <a:ahLst/>
              <a:cxnLst/>
              <a:rect l="l" t="t" r="r" b="b"/>
              <a:pathLst>
                <a:path w="0" h="294639">
                  <a:moveTo>
                    <a:pt x="0" y="294614"/>
                  </a:move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5489766" y="2907137"/>
            <a:ext cx="37719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Solenoid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6794983" y="9929452"/>
            <a:ext cx="254635" cy="1511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z="950" spc="70">
                <a:latin typeface="Times New Roman"/>
                <a:cs typeface="Times New Roman"/>
              </a:rPr>
              <a:t>6-</a:t>
            </a:r>
            <a:r>
              <a:rPr dirty="0" sz="950" spc="40">
                <a:latin typeface="Times New Roman"/>
                <a:cs typeface="Times New Roman"/>
              </a:rPr>
              <a:t>3l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3476513" y="2811467"/>
            <a:ext cx="29781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Senzor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2165982" y="3664143"/>
            <a:ext cx="422909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Conveyor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1082" y="961164"/>
            <a:ext cx="538226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2130" algn="l"/>
              </a:tabLst>
            </a:pPr>
            <a:r>
              <a:rPr dirty="0" sz="1550" spc="35">
                <a:latin typeface="Segoe UI Symbol"/>
                <a:cs typeface="Segoe UI Symbol"/>
              </a:rPr>
              <a:t>6.</a:t>
            </a:r>
            <a:r>
              <a:rPr dirty="0" sz="1550">
                <a:latin typeface="Segoe UI Symbol"/>
                <a:cs typeface="Segoe UI Symbol"/>
              </a:rPr>
              <a:t>	</a:t>
            </a:r>
            <a:r>
              <a:rPr dirty="0" sz="1550" spc="140">
                <a:latin typeface="Segoe UI Symbol"/>
                <a:cs typeface="Segoe UI Symbol"/>
              </a:rPr>
              <a:t>APPLICATION</a:t>
            </a:r>
            <a:r>
              <a:rPr dirty="0" sz="1550" spc="40">
                <a:latin typeface="Segoe UI Symbol"/>
                <a:cs typeface="Segoe UI Symbol"/>
              </a:rPr>
              <a:t> </a:t>
            </a:r>
            <a:r>
              <a:rPr dirty="0" sz="1550" spc="165">
                <a:latin typeface="Segoe UI Symbol"/>
                <a:cs typeface="Segoe UI Symbol"/>
              </a:rPr>
              <a:t>EXAMPLES</a:t>
            </a:r>
            <a:r>
              <a:rPr dirty="0" sz="1550" spc="45">
                <a:latin typeface="Segoe UI Symbol"/>
                <a:cs typeface="Segoe UI Symbol"/>
              </a:rPr>
              <a:t> </a:t>
            </a:r>
            <a:r>
              <a:rPr dirty="0" sz="1550" spc="120">
                <a:latin typeface="Segoe UI Symbol"/>
                <a:cs typeface="Segoe UI Symbol"/>
              </a:rPr>
              <a:t>OF</a:t>
            </a:r>
            <a:r>
              <a:rPr dirty="0" sz="1550" spc="45">
                <a:latin typeface="Segoe UI Symbol"/>
                <a:cs typeface="Segoe UI Symbol"/>
              </a:rPr>
              <a:t> </a:t>
            </a:r>
            <a:r>
              <a:rPr dirty="0" sz="1550" spc="135">
                <a:latin typeface="Segoe UI Symbol"/>
                <a:cs typeface="Segoe UI Symbol"/>
              </a:rPr>
              <a:t>BASIC</a:t>
            </a:r>
            <a:r>
              <a:rPr dirty="0" sz="1550" spc="45">
                <a:latin typeface="Segoe UI Symbol"/>
                <a:cs typeface="Segoe UI Symbol"/>
              </a:rPr>
              <a:t> </a:t>
            </a:r>
            <a:r>
              <a:rPr dirty="0" sz="1550" spc="50">
                <a:latin typeface="Segoe UI Symbol"/>
                <a:cs typeface="Segoe UI Symbol"/>
              </a:rPr>
              <a:t>COMMANDS</a:t>
            </a:r>
            <a:endParaRPr sz="1550">
              <a:latin typeface="Segoe UI Symbol"/>
              <a:cs typeface="Segoe UI Symbo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5" name="object 5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306088" y="1531352"/>
            <a:ext cx="3273425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>
                <a:latin typeface="Segoe UI Symbol"/>
                <a:cs typeface="Segoe UI Symbol"/>
              </a:rPr>
              <a:t>Question:</a:t>
            </a:r>
            <a:r>
              <a:rPr dirty="0" sz="1150" spc="145">
                <a:latin typeface="Segoe UI Symbol"/>
                <a:cs typeface="Segoe UI Symbol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Fill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in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gapz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below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make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thiz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circuit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operate.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2250998" y="2380259"/>
            <a:ext cx="2889250" cy="4058920"/>
            <a:chOff x="2250998" y="2380259"/>
            <a:chExt cx="2889250" cy="4058920"/>
          </a:xfrm>
        </p:grpSpPr>
        <p:sp>
          <p:nvSpPr>
            <p:cNvPr id="10" name="object 10" descr=""/>
            <p:cNvSpPr/>
            <p:nvPr/>
          </p:nvSpPr>
          <p:spPr>
            <a:xfrm>
              <a:off x="2255761" y="2385021"/>
              <a:ext cx="0" cy="4049395"/>
            </a:xfrm>
            <a:custGeom>
              <a:avLst/>
              <a:gdLst/>
              <a:ahLst/>
              <a:cxnLst/>
              <a:rect l="l" t="t" r="r" b="b"/>
              <a:pathLst>
                <a:path w="0" h="4049395">
                  <a:moveTo>
                    <a:pt x="0" y="0"/>
                  </a:moveTo>
                  <a:lnTo>
                    <a:pt x="0" y="4048899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505147" y="2564968"/>
              <a:ext cx="629920" cy="776605"/>
            </a:xfrm>
            <a:custGeom>
              <a:avLst/>
              <a:gdLst/>
              <a:ahLst/>
              <a:cxnLst/>
              <a:rect l="l" t="t" r="r" b="b"/>
              <a:pathLst>
                <a:path w="629920" h="776604">
                  <a:moveTo>
                    <a:pt x="0" y="0"/>
                  </a:moveTo>
                  <a:lnTo>
                    <a:pt x="629831" y="0"/>
                  </a:lnTo>
                  <a:lnTo>
                    <a:pt x="629831" y="776363"/>
                  </a:lnTo>
                  <a:lnTo>
                    <a:pt x="0" y="776363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600052" y="2596999"/>
            <a:ext cx="348615" cy="745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850" spc="-50">
                <a:latin typeface="Times New Roman"/>
                <a:cs typeface="Times New Roman"/>
              </a:rPr>
              <a:t>S</a:t>
            </a:r>
            <a:endParaRPr sz="850">
              <a:latin typeface="Times New Roman"/>
              <a:cs typeface="Times New Roman"/>
            </a:endParaRPr>
          </a:p>
          <a:p>
            <a:pPr algn="just" marL="135890" marR="5080" indent="-31750">
              <a:lnSpc>
                <a:spcPct val="104200"/>
              </a:lnSpc>
            </a:pPr>
            <a:r>
              <a:rPr dirty="0" sz="850" spc="-25">
                <a:latin typeface="Times New Roman"/>
                <a:cs typeface="Times New Roman"/>
              </a:rPr>
              <a:t>CNT</a:t>
            </a:r>
            <a:r>
              <a:rPr dirty="0" sz="850" spc="500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047</a:t>
            </a:r>
            <a:r>
              <a:rPr dirty="0" sz="850" spc="500">
                <a:latin typeface="Times New Roman"/>
                <a:cs typeface="Times New Roman"/>
              </a:rPr>
              <a:t> </a:t>
            </a:r>
            <a:r>
              <a:rPr dirty="0" sz="850" spc="-50">
                <a:latin typeface="Times New Roman"/>
                <a:cs typeface="Times New Roman"/>
              </a:rPr>
              <a:t>#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r>
              <a:rPr dirty="0" sz="850" spc="-50">
                <a:latin typeface="Times New Roman"/>
                <a:cs typeface="Times New Roman"/>
              </a:rPr>
              <a:t>R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2255761" y="2654935"/>
            <a:ext cx="3239135" cy="2249170"/>
          </a:xfrm>
          <a:custGeom>
            <a:avLst/>
            <a:gdLst/>
            <a:ahLst/>
            <a:cxnLst/>
            <a:rect l="l" t="t" r="r" b="b"/>
            <a:pathLst>
              <a:path w="3239135" h="2249170">
                <a:moveTo>
                  <a:pt x="2438438" y="515175"/>
                </a:moveTo>
                <a:lnTo>
                  <a:pt x="2708376" y="515175"/>
                </a:lnTo>
              </a:path>
              <a:path w="3239135" h="2249170">
                <a:moveTo>
                  <a:pt x="0" y="0"/>
                </a:moveTo>
                <a:lnTo>
                  <a:pt x="539457" y="0"/>
                </a:lnTo>
              </a:path>
              <a:path w="3239135" h="2249170">
                <a:moveTo>
                  <a:pt x="0" y="449884"/>
                </a:moveTo>
                <a:lnTo>
                  <a:pt x="539457" y="449884"/>
                </a:lnTo>
              </a:path>
              <a:path w="3239135" h="2249170">
                <a:moveTo>
                  <a:pt x="809396" y="0"/>
                </a:moveTo>
                <a:lnTo>
                  <a:pt x="2249385" y="0"/>
                </a:lnTo>
              </a:path>
              <a:path w="3239135" h="2249170">
                <a:moveTo>
                  <a:pt x="809396" y="449884"/>
                </a:moveTo>
                <a:lnTo>
                  <a:pt x="2249385" y="449884"/>
                </a:lnTo>
              </a:path>
              <a:path w="3239135" h="2249170">
                <a:moveTo>
                  <a:pt x="2878835" y="269925"/>
                </a:moveTo>
                <a:lnTo>
                  <a:pt x="3238728" y="269925"/>
                </a:lnTo>
              </a:path>
              <a:path w="3239135" h="2249170">
                <a:moveTo>
                  <a:pt x="2788158" y="1034034"/>
                </a:moveTo>
                <a:lnTo>
                  <a:pt x="2783585" y="988715"/>
                </a:lnTo>
                <a:lnTo>
                  <a:pt x="2770473" y="946498"/>
                </a:lnTo>
                <a:lnTo>
                  <a:pt x="2749727" y="908289"/>
                </a:lnTo>
                <a:lnTo>
                  <a:pt x="2722254" y="874995"/>
                </a:lnTo>
                <a:lnTo>
                  <a:pt x="2688960" y="847521"/>
                </a:lnTo>
                <a:lnTo>
                  <a:pt x="2650751" y="826775"/>
                </a:lnTo>
                <a:lnTo>
                  <a:pt x="2608534" y="813663"/>
                </a:lnTo>
                <a:lnTo>
                  <a:pt x="2563215" y="809091"/>
                </a:lnTo>
                <a:lnTo>
                  <a:pt x="2517900" y="813663"/>
                </a:lnTo>
                <a:lnTo>
                  <a:pt x="2475687" y="826775"/>
                </a:lnTo>
                <a:lnTo>
                  <a:pt x="2437480" y="847521"/>
                </a:lnTo>
                <a:lnTo>
                  <a:pt x="2404187" y="874995"/>
                </a:lnTo>
                <a:lnTo>
                  <a:pt x="2376715" y="908289"/>
                </a:lnTo>
                <a:lnTo>
                  <a:pt x="2355970" y="946498"/>
                </a:lnTo>
                <a:lnTo>
                  <a:pt x="2342858" y="988715"/>
                </a:lnTo>
                <a:lnTo>
                  <a:pt x="2338285" y="1034034"/>
                </a:lnTo>
                <a:lnTo>
                  <a:pt x="2342858" y="1079348"/>
                </a:lnTo>
                <a:lnTo>
                  <a:pt x="2355970" y="1121562"/>
                </a:lnTo>
                <a:lnTo>
                  <a:pt x="2376715" y="1159769"/>
                </a:lnTo>
                <a:lnTo>
                  <a:pt x="2404187" y="1193061"/>
                </a:lnTo>
                <a:lnTo>
                  <a:pt x="2437480" y="1220534"/>
                </a:lnTo>
                <a:lnTo>
                  <a:pt x="2475687" y="1241279"/>
                </a:lnTo>
                <a:lnTo>
                  <a:pt x="2517900" y="1254391"/>
                </a:lnTo>
                <a:lnTo>
                  <a:pt x="2563215" y="1258963"/>
                </a:lnTo>
                <a:lnTo>
                  <a:pt x="2608534" y="1254391"/>
                </a:lnTo>
                <a:lnTo>
                  <a:pt x="2650751" y="1241279"/>
                </a:lnTo>
                <a:lnTo>
                  <a:pt x="2688960" y="1220534"/>
                </a:lnTo>
                <a:lnTo>
                  <a:pt x="2722254" y="1193061"/>
                </a:lnTo>
                <a:lnTo>
                  <a:pt x="2749727" y="1159769"/>
                </a:lnTo>
                <a:lnTo>
                  <a:pt x="2770473" y="1121562"/>
                </a:lnTo>
                <a:lnTo>
                  <a:pt x="2783585" y="1079348"/>
                </a:lnTo>
                <a:lnTo>
                  <a:pt x="2788158" y="1034034"/>
                </a:lnTo>
                <a:close/>
              </a:path>
              <a:path w="3239135" h="2249170">
                <a:moveTo>
                  <a:pt x="2788158" y="2024138"/>
                </a:moveTo>
                <a:lnTo>
                  <a:pt x="2783585" y="1978823"/>
                </a:lnTo>
                <a:lnTo>
                  <a:pt x="2770473" y="1936610"/>
                </a:lnTo>
                <a:lnTo>
                  <a:pt x="2749727" y="1898403"/>
                </a:lnTo>
                <a:lnTo>
                  <a:pt x="2722254" y="1865110"/>
                </a:lnTo>
                <a:lnTo>
                  <a:pt x="2688960" y="1837638"/>
                </a:lnTo>
                <a:lnTo>
                  <a:pt x="2650751" y="1816893"/>
                </a:lnTo>
                <a:lnTo>
                  <a:pt x="2608534" y="1803781"/>
                </a:lnTo>
                <a:lnTo>
                  <a:pt x="2563215" y="1799209"/>
                </a:lnTo>
                <a:lnTo>
                  <a:pt x="2517900" y="1803781"/>
                </a:lnTo>
                <a:lnTo>
                  <a:pt x="2475687" y="1816893"/>
                </a:lnTo>
                <a:lnTo>
                  <a:pt x="2437480" y="1837638"/>
                </a:lnTo>
                <a:lnTo>
                  <a:pt x="2404187" y="1865110"/>
                </a:lnTo>
                <a:lnTo>
                  <a:pt x="2376715" y="1898403"/>
                </a:lnTo>
                <a:lnTo>
                  <a:pt x="2355970" y="1936610"/>
                </a:lnTo>
                <a:lnTo>
                  <a:pt x="2342858" y="1978823"/>
                </a:lnTo>
                <a:lnTo>
                  <a:pt x="2338285" y="2024138"/>
                </a:lnTo>
                <a:lnTo>
                  <a:pt x="2342858" y="2069453"/>
                </a:lnTo>
                <a:lnTo>
                  <a:pt x="2355970" y="2111669"/>
                </a:lnTo>
                <a:lnTo>
                  <a:pt x="2376715" y="2149877"/>
                </a:lnTo>
                <a:lnTo>
                  <a:pt x="2404187" y="2183172"/>
                </a:lnTo>
                <a:lnTo>
                  <a:pt x="2437480" y="2210647"/>
                </a:lnTo>
                <a:lnTo>
                  <a:pt x="2475687" y="2231394"/>
                </a:lnTo>
                <a:lnTo>
                  <a:pt x="2517900" y="2244508"/>
                </a:lnTo>
                <a:lnTo>
                  <a:pt x="2563215" y="2249081"/>
                </a:lnTo>
                <a:lnTo>
                  <a:pt x="2608534" y="2244508"/>
                </a:lnTo>
                <a:lnTo>
                  <a:pt x="2650751" y="2231394"/>
                </a:lnTo>
                <a:lnTo>
                  <a:pt x="2688960" y="2210647"/>
                </a:lnTo>
                <a:lnTo>
                  <a:pt x="2722254" y="2183172"/>
                </a:lnTo>
                <a:lnTo>
                  <a:pt x="2749727" y="2149877"/>
                </a:lnTo>
                <a:lnTo>
                  <a:pt x="2770473" y="2111669"/>
                </a:lnTo>
                <a:lnTo>
                  <a:pt x="2783585" y="2069453"/>
                </a:lnTo>
                <a:lnTo>
                  <a:pt x="2788158" y="2024138"/>
                </a:lnTo>
                <a:close/>
              </a:path>
              <a:path w="3239135" h="2249170">
                <a:moveTo>
                  <a:pt x="2788843" y="1079715"/>
                </a:moveTo>
                <a:lnTo>
                  <a:pt x="3238728" y="1079715"/>
                </a:lnTo>
              </a:path>
              <a:path w="3239135" h="2249170">
                <a:moveTo>
                  <a:pt x="2788843" y="2069452"/>
                </a:moveTo>
                <a:lnTo>
                  <a:pt x="3238728" y="2069452"/>
                </a:lnTo>
              </a:path>
              <a:path w="3239135" h="2249170">
                <a:moveTo>
                  <a:pt x="2338971" y="1079715"/>
                </a:moveTo>
                <a:lnTo>
                  <a:pt x="629450" y="1079715"/>
                </a:lnTo>
              </a:path>
              <a:path w="3239135" h="2249170">
                <a:moveTo>
                  <a:pt x="2338971" y="2069452"/>
                </a:moveTo>
                <a:lnTo>
                  <a:pt x="629450" y="2069452"/>
                </a:lnTo>
              </a:path>
              <a:path w="3239135" h="2249170">
                <a:moveTo>
                  <a:pt x="629450" y="989368"/>
                </a:moveTo>
                <a:lnTo>
                  <a:pt x="629450" y="1169695"/>
                </a:lnTo>
              </a:path>
              <a:path w="3239135" h="2249170">
                <a:moveTo>
                  <a:pt x="629450" y="1979472"/>
                </a:moveTo>
                <a:lnTo>
                  <a:pt x="629450" y="2159419"/>
                </a:lnTo>
              </a:path>
              <a:path w="3239135" h="2249170">
                <a:moveTo>
                  <a:pt x="539457" y="1979472"/>
                </a:moveTo>
                <a:lnTo>
                  <a:pt x="539457" y="2159419"/>
                </a:lnTo>
              </a:path>
              <a:path w="3239135" h="2249170">
                <a:moveTo>
                  <a:pt x="539457" y="989368"/>
                </a:moveTo>
                <a:lnTo>
                  <a:pt x="539457" y="1169695"/>
                </a:lnTo>
              </a:path>
              <a:path w="3239135" h="2249170">
                <a:moveTo>
                  <a:pt x="539457" y="1079715"/>
                </a:moveTo>
                <a:lnTo>
                  <a:pt x="0" y="1079715"/>
                </a:lnTo>
              </a:path>
              <a:path w="3239135" h="2249170">
                <a:moveTo>
                  <a:pt x="539457" y="2069452"/>
                </a:moveTo>
                <a:lnTo>
                  <a:pt x="0" y="2069452"/>
                </a:lnTo>
              </a:path>
              <a:path w="3239135" h="2249170">
                <a:moveTo>
                  <a:pt x="539457" y="1169695"/>
                </a:moveTo>
                <a:lnTo>
                  <a:pt x="629450" y="98936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4505147" y="5065305"/>
            <a:ext cx="720090" cy="37909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85"/>
              </a:spcBef>
            </a:pPr>
            <a:r>
              <a:rPr dirty="0" sz="950">
                <a:latin typeface="Times New Roman"/>
                <a:cs typeface="Times New Roman"/>
              </a:rPr>
              <a:t>TIM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000</a:t>
            </a:r>
            <a:endParaRPr sz="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dirty="0" sz="950" spc="-10">
                <a:latin typeface="Times New Roman"/>
                <a:cs typeface="Times New Roman"/>
              </a:rPr>
              <a:t>#0020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2255761" y="2385021"/>
            <a:ext cx="3243580" cy="3958590"/>
            <a:chOff x="2255761" y="2385021"/>
            <a:chExt cx="3243580" cy="3958590"/>
          </a:xfrm>
        </p:grpSpPr>
        <p:sp>
          <p:nvSpPr>
            <p:cNvPr id="16" name="object 16" descr=""/>
            <p:cNvSpPr/>
            <p:nvPr/>
          </p:nvSpPr>
          <p:spPr>
            <a:xfrm>
              <a:off x="4505147" y="5714110"/>
              <a:ext cx="720090" cy="360680"/>
            </a:xfrm>
            <a:custGeom>
              <a:avLst/>
              <a:gdLst/>
              <a:ahLst/>
              <a:cxnLst/>
              <a:rect l="l" t="t" r="r" b="b"/>
              <a:pathLst>
                <a:path w="720089" h="360679">
                  <a:moveTo>
                    <a:pt x="0" y="0"/>
                  </a:moveTo>
                  <a:lnTo>
                    <a:pt x="719810" y="0"/>
                  </a:lnTo>
                  <a:lnTo>
                    <a:pt x="719810" y="360273"/>
                  </a:lnTo>
                  <a:lnTo>
                    <a:pt x="0" y="360273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255761" y="2385021"/>
              <a:ext cx="3239135" cy="3958590"/>
            </a:xfrm>
            <a:custGeom>
              <a:avLst/>
              <a:gdLst/>
              <a:ahLst/>
              <a:cxnLst/>
              <a:rect l="l" t="t" r="r" b="b"/>
              <a:pathLst>
                <a:path w="3239135" h="3958590">
                  <a:moveTo>
                    <a:pt x="1439227" y="2339365"/>
                  </a:moveTo>
                  <a:lnTo>
                    <a:pt x="1439227" y="2879216"/>
                  </a:lnTo>
                  <a:lnTo>
                    <a:pt x="2249385" y="2879216"/>
                  </a:lnTo>
                </a:path>
                <a:path w="3239135" h="3958590">
                  <a:moveTo>
                    <a:pt x="2249385" y="3508654"/>
                  </a:moveTo>
                  <a:lnTo>
                    <a:pt x="0" y="3508654"/>
                  </a:lnTo>
                </a:path>
                <a:path w="3239135" h="3958590">
                  <a:moveTo>
                    <a:pt x="2968802" y="2879216"/>
                  </a:moveTo>
                  <a:lnTo>
                    <a:pt x="3238728" y="2879216"/>
                  </a:lnTo>
                </a:path>
                <a:path w="3239135" h="3958590">
                  <a:moveTo>
                    <a:pt x="2968802" y="3508654"/>
                  </a:moveTo>
                  <a:lnTo>
                    <a:pt x="3238728" y="3508654"/>
                  </a:lnTo>
                </a:path>
                <a:path w="3239135" h="3958590">
                  <a:moveTo>
                    <a:pt x="3238728" y="3958539"/>
                  </a:moveTo>
                  <a:lnTo>
                    <a:pt x="3238728" y="0"/>
                  </a:lnTo>
                </a:path>
                <a:path w="3239135" h="3958590">
                  <a:moveTo>
                    <a:pt x="2438438" y="648804"/>
                  </a:moveTo>
                  <a:lnTo>
                    <a:pt x="2708376" y="648804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2733549" y="3393461"/>
            <a:ext cx="229870" cy="2654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0005" marR="5080" indent="-27940">
              <a:lnSpc>
                <a:spcPct val="105000"/>
              </a:lnSpc>
              <a:spcBef>
                <a:spcPts val="90"/>
              </a:spcBef>
            </a:pPr>
            <a:r>
              <a:rPr dirty="0" sz="750" spc="-25">
                <a:latin typeface="Times New Roman"/>
                <a:cs typeface="Times New Roman"/>
              </a:rPr>
              <a:t>CNT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047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794983" y="9929452"/>
            <a:ext cx="254635" cy="1511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z="950">
                <a:latin typeface="Times New Roman"/>
                <a:cs typeface="Times New Roman"/>
              </a:rPr>
              <a:t>6-</a:t>
            </a:r>
            <a:r>
              <a:rPr dirty="0" sz="950" spc="-25">
                <a:latin typeface="Times New Roman"/>
                <a:cs typeface="Times New Roman"/>
              </a:rPr>
              <a:t>32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1082" y="961543"/>
            <a:ext cx="5378450" cy="6838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31495" indent="-518795">
              <a:lnSpc>
                <a:spcPct val="100000"/>
              </a:lnSpc>
              <a:spcBef>
                <a:spcPts val="125"/>
              </a:spcBef>
              <a:buAutoNum type="arabicPeriod" startAt="6"/>
              <a:tabLst>
                <a:tab pos="531495" algn="l"/>
              </a:tabLst>
            </a:pP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  <a:p>
            <a:pPr lvl="1" marL="237490" indent="-224790">
              <a:lnSpc>
                <a:spcPct val="100000"/>
              </a:lnSpc>
              <a:spcBef>
                <a:spcPts val="1430"/>
              </a:spcBef>
              <a:buSzPct val="48387"/>
              <a:buFont typeface="Segoe UI Symbol"/>
              <a:buChar char="❑"/>
              <a:tabLst>
                <a:tab pos="237490" algn="l"/>
              </a:tabLst>
            </a:pPr>
            <a:r>
              <a:rPr dirty="0" sz="1550">
                <a:latin typeface="Times New Roman"/>
                <a:cs typeface="Times New Roman"/>
              </a:rPr>
              <a:t>Application</a:t>
            </a:r>
            <a:r>
              <a:rPr dirty="0" sz="1550" spc="195">
                <a:latin typeface="Times New Roman"/>
                <a:cs typeface="Times New Roman"/>
              </a:rPr>
              <a:t>  </a:t>
            </a:r>
            <a:r>
              <a:rPr dirty="0" sz="1550">
                <a:latin typeface="Times New Roman"/>
                <a:cs typeface="Times New Roman"/>
              </a:rPr>
              <a:t>#4</a:t>
            </a:r>
            <a:r>
              <a:rPr dirty="0" sz="1550" spc="210">
                <a:latin typeface="Times New Roman"/>
                <a:cs typeface="Times New Roman"/>
              </a:rPr>
              <a:t> </a:t>
            </a:r>
            <a:r>
              <a:rPr dirty="0" sz="1550" spc="95">
                <a:latin typeface="Times New Roman"/>
                <a:cs typeface="Times New Roman"/>
              </a:rPr>
              <a:t>:</a:t>
            </a:r>
            <a:r>
              <a:rPr dirty="0" sz="1550" spc="20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Drilling</a:t>
            </a:r>
            <a:r>
              <a:rPr dirty="0" sz="1550" spc="200">
                <a:latin typeface="Times New Roman"/>
                <a:cs typeface="Times New Roman"/>
              </a:rPr>
              <a:t> </a:t>
            </a:r>
            <a:r>
              <a:rPr dirty="0" sz="1550" spc="60">
                <a:latin typeface="Times New Roman"/>
                <a:cs typeface="Times New Roman"/>
              </a:rPr>
              <a:t>Control</a:t>
            </a:r>
            <a:r>
              <a:rPr dirty="0" sz="1550" spc="195">
                <a:latin typeface="Times New Roman"/>
                <a:cs typeface="Times New Roman"/>
              </a:rPr>
              <a:t> </a:t>
            </a:r>
            <a:r>
              <a:rPr dirty="0" sz="1550" spc="60">
                <a:latin typeface="Times New Roman"/>
                <a:cs typeface="Times New Roman"/>
              </a:rPr>
              <a:t>Operation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08683" y="4177512"/>
            <a:ext cx="1344295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30"/>
              </a:spcBef>
              <a:buFont typeface="Symbol"/>
              <a:buChar char=""/>
              <a:tabLst>
                <a:tab pos="259715" algn="l"/>
              </a:tabLst>
            </a:pPr>
            <a:r>
              <a:rPr dirty="0" sz="1150" spc="65">
                <a:latin typeface="Times New Roman"/>
                <a:cs typeface="Times New Roman"/>
              </a:rPr>
              <a:t>I/O </a:t>
            </a:r>
            <a:r>
              <a:rPr dirty="0" sz="1150" spc="-10">
                <a:latin typeface="Times New Roman"/>
                <a:cs typeface="Times New Roman"/>
              </a:rPr>
              <a:t>Assignments</a:t>
            </a:r>
            <a:endParaRPr sz="1150">
              <a:latin typeface="Times New Roman"/>
              <a:cs typeface="Times New Roman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1984298" y="4526597"/>
          <a:ext cx="2400300" cy="14293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3280"/>
                <a:gridCol w="1461770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55">
                          <a:latin typeface="Times New Roman"/>
                          <a:cs typeface="Times New Roman"/>
                        </a:rPr>
                        <a:t>Input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Device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5"/>
                        </a:lnSpc>
                        <a:spcBef>
                          <a:spcPts val="6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Auto</a:t>
                      </a:r>
                      <a:r>
                        <a:rPr dirty="0" sz="95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Switch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05"/>
                        </a:lnSpc>
                        <a:spcBef>
                          <a:spcPts val="20"/>
                        </a:spcBef>
                      </a:pPr>
                      <a:r>
                        <a:rPr dirty="0" sz="950" spc="40">
                          <a:latin typeface="Times New Roman"/>
                          <a:cs typeface="Times New Roman"/>
                        </a:rPr>
                        <a:t>0000l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05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Manual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Forward</a:t>
                      </a:r>
                      <a:r>
                        <a:rPr dirty="0" sz="95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Switch</a:t>
                      </a:r>
                      <a:r>
                        <a:rPr dirty="0" sz="950" spc="1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45">
                          <a:latin typeface="Times New Roman"/>
                          <a:cs typeface="Times New Roman"/>
                        </a:rPr>
                        <a:t>(SWl)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Stop</a:t>
                      </a:r>
                      <a:r>
                        <a:rPr dirty="0" sz="95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Switch</a:t>
                      </a:r>
                      <a:r>
                        <a:rPr dirty="0" sz="95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(SW2)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Reverze</a:t>
                      </a:r>
                      <a:r>
                        <a:rPr dirty="0" sz="9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Switch</a:t>
                      </a:r>
                      <a:r>
                        <a:rPr dirty="0" sz="9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(SW3)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Limit</a:t>
                      </a:r>
                      <a:r>
                        <a:rPr dirty="0" sz="9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Switch</a:t>
                      </a:r>
                      <a:r>
                        <a:rPr dirty="0" sz="9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40">
                          <a:latin typeface="Times New Roman"/>
                          <a:cs typeface="Times New Roman"/>
                        </a:rPr>
                        <a:t>(LSl)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00006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Limit</a:t>
                      </a:r>
                      <a:r>
                        <a:rPr dirty="0" sz="9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Switch</a:t>
                      </a:r>
                      <a:r>
                        <a:rPr dirty="0" sz="9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(LS2)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00007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Auto</a:t>
                      </a:r>
                      <a:r>
                        <a:rPr dirty="0" sz="9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Start</a:t>
                      </a:r>
                      <a:r>
                        <a:rPr dirty="0" sz="9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Button</a:t>
                      </a:r>
                      <a:r>
                        <a:rPr dirty="0" sz="9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(PBS)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4571212" y="4526597"/>
          <a:ext cx="2344420" cy="14293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3280"/>
                <a:gridCol w="1405255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50">
                          <a:latin typeface="Times New Roman"/>
                          <a:cs typeface="Times New Roman"/>
                        </a:rPr>
                        <a:t>Output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Device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  <a:spcBef>
                          <a:spcPts val="65"/>
                        </a:spcBef>
                      </a:pPr>
                      <a:r>
                        <a:rPr dirty="0" sz="950" spc="40">
                          <a:latin typeface="Times New Roman"/>
                          <a:cs typeface="Times New Roman"/>
                        </a:rPr>
                        <a:t>l000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5"/>
                        </a:lnSpc>
                        <a:spcBef>
                          <a:spcPts val="6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Auto</a:t>
                      </a:r>
                      <a:r>
                        <a:rPr dirty="0" sz="95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Indicator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05"/>
                        </a:lnSpc>
                        <a:spcBef>
                          <a:spcPts val="20"/>
                        </a:spcBef>
                      </a:pPr>
                      <a:r>
                        <a:rPr dirty="0" sz="950" spc="95">
                          <a:latin typeface="Times New Roman"/>
                          <a:cs typeface="Times New Roman"/>
                        </a:rPr>
                        <a:t>l00l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05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dirty="0" sz="9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Indicator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45">
                          <a:latin typeface="Times New Roman"/>
                          <a:cs typeface="Times New Roman"/>
                        </a:rPr>
                        <a:t>l002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Motor</a:t>
                      </a:r>
                      <a:r>
                        <a:rPr dirty="0" sz="9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Forward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40">
                          <a:latin typeface="Times New Roman"/>
                          <a:cs typeface="Times New Roman"/>
                        </a:rPr>
                        <a:t>l003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Motor</a:t>
                      </a:r>
                      <a:r>
                        <a:rPr dirty="0" sz="9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Reverze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40">
                          <a:latin typeface="Times New Roman"/>
                          <a:cs typeface="Times New Roman"/>
                        </a:rPr>
                        <a:t>l004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Auto</a:t>
                      </a:r>
                      <a:r>
                        <a:rPr dirty="0" sz="9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Start</a:t>
                      </a:r>
                      <a:r>
                        <a:rPr dirty="0" sz="9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Indicator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 descr=""/>
          <p:cNvSpPr txBox="1"/>
          <p:nvPr/>
        </p:nvSpPr>
        <p:spPr>
          <a:xfrm>
            <a:off x="608681" y="6107244"/>
            <a:ext cx="6434455" cy="1706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30"/>
              </a:spcBef>
              <a:buSzPct val="82608"/>
              <a:buFont typeface="Symbol"/>
              <a:buChar char=""/>
              <a:tabLst>
                <a:tab pos="259715" algn="l"/>
              </a:tabLst>
            </a:pPr>
            <a:r>
              <a:rPr dirty="0" sz="1150" spc="40">
                <a:latin typeface="Times New Roman"/>
                <a:cs typeface="Times New Roman"/>
              </a:rPr>
              <a:t>Procedure</a:t>
            </a:r>
            <a:endParaRPr sz="1150">
              <a:latin typeface="Times New Roman"/>
              <a:cs typeface="Times New Roman"/>
            </a:endParaRPr>
          </a:p>
          <a:p>
            <a:pPr lvl="1" marL="1383030" indent="-223520">
              <a:lnSpc>
                <a:spcPct val="100000"/>
              </a:lnSpc>
              <a:spcBef>
                <a:spcPts val="50"/>
              </a:spcBef>
              <a:buAutoNum type="arabicPeriod"/>
              <a:tabLst>
                <a:tab pos="1383030" algn="l"/>
              </a:tabLst>
            </a:pPr>
            <a:r>
              <a:rPr dirty="0" sz="950" spc="50">
                <a:latin typeface="Times New Roman"/>
                <a:cs typeface="Times New Roman"/>
              </a:rPr>
              <a:t>Manual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Operation</a:t>
            </a:r>
            <a:endParaRPr sz="950">
              <a:latin typeface="Times New Roman"/>
              <a:cs typeface="Times New Roman"/>
            </a:endParaRPr>
          </a:p>
          <a:p>
            <a:pPr marL="1609725" marR="68580" indent="-225425">
              <a:lnSpc>
                <a:spcPts val="1180"/>
              </a:lnSpc>
              <a:spcBef>
                <a:spcPts val="45"/>
              </a:spcBef>
            </a:pPr>
            <a:r>
              <a:rPr dirty="0" sz="950" spc="180">
                <a:latin typeface="Times New Roman"/>
                <a:cs typeface="Times New Roman"/>
              </a:rPr>
              <a:t>l.l</a:t>
            </a:r>
            <a:r>
              <a:rPr dirty="0" sz="950" spc="3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 spc="80">
                <a:latin typeface="Times New Roman"/>
                <a:cs typeface="Times New Roman"/>
              </a:rPr>
              <a:t>SWl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ON,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movez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forward.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can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ztopped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by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SW2.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drill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touchez </a:t>
            </a:r>
            <a:r>
              <a:rPr dirty="0" sz="950">
                <a:latin typeface="Times New Roman"/>
                <a:cs typeface="Times New Roman"/>
              </a:rPr>
              <a:t>LS2,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cut-</a:t>
            </a:r>
            <a:r>
              <a:rPr dirty="0" sz="950" spc="-20">
                <a:latin typeface="Times New Roman"/>
                <a:cs typeface="Times New Roman"/>
              </a:rPr>
              <a:t>off.</a:t>
            </a:r>
            <a:endParaRPr sz="950">
              <a:latin typeface="Times New Roman"/>
              <a:cs typeface="Times New Roman"/>
            </a:endParaRPr>
          </a:p>
          <a:p>
            <a:pPr marL="1609725" marR="5715" indent="-225425">
              <a:lnSpc>
                <a:spcPts val="1180"/>
              </a:lnSpc>
              <a:spcBef>
                <a:spcPts val="5"/>
              </a:spcBef>
            </a:pPr>
            <a:r>
              <a:rPr dirty="0" sz="950" spc="105">
                <a:latin typeface="Times New Roman"/>
                <a:cs typeface="Times New Roman"/>
              </a:rPr>
              <a:t>l.2</a:t>
            </a:r>
            <a:r>
              <a:rPr dirty="0" sz="950" spc="2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SW3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ON,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movez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in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reverze.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can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ztopped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by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SW2.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he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drill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touchez </a:t>
            </a:r>
            <a:r>
              <a:rPr dirty="0" sz="950" spc="80">
                <a:latin typeface="Times New Roman"/>
                <a:cs typeface="Times New Roman"/>
              </a:rPr>
              <a:t>LSl,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cut-</a:t>
            </a:r>
            <a:r>
              <a:rPr dirty="0" sz="950" spc="-20">
                <a:latin typeface="Times New Roman"/>
                <a:cs typeface="Times New Roman"/>
              </a:rPr>
              <a:t>off.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950">
              <a:latin typeface="Times New Roman"/>
              <a:cs typeface="Times New Roman"/>
            </a:endParaRPr>
          </a:p>
          <a:p>
            <a:pPr algn="just" marL="1159510">
              <a:lnSpc>
                <a:spcPct val="100000"/>
              </a:lnSpc>
            </a:pPr>
            <a:r>
              <a:rPr dirty="0" sz="950">
                <a:latin typeface="Times New Roman"/>
                <a:cs typeface="Times New Roman"/>
              </a:rPr>
              <a:t>2.</a:t>
            </a:r>
            <a:r>
              <a:rPr dirty="0" sz="950" spc="325">
                <a:latin typeface="Times New Roman"/>
                <a:cs typeface="Times New Roman"/>
              </a:rPr>
              <a:t>  </a:t>
            </a:r>
            <a:r>
              <a:rPr dirty="0" sz="950">
                <a:latin typeface="Times New Roman"/>
                <a:cs typeface="Times New Roman"/>
              </a:rPr>
              <a:t>Auto-</a:t>
            </a:r>
            <a:r>
              <a:rPr dirty="0" sz="950" spc="-10">
                <a:latin typeface="Times New Roman"/>
                <a:cs typeface="Times New Roman"/>
              </a:rPr>
              <a:t>cycle</a:t>
            </a:r>
            <a:endParaRPr sz="950">
              <a:latin typeface="Times New Roman"/>
              <a:cs typeface="Times New Roman"/>
            </a:endParaRPr>
          </a:p>
          <a:p>
            <a:pPr algn="just" marL="1609725" marR="5080" indent="-225425">
              <a:lnSpc>
                <a:spcPct val="103400"/>
              </a:lnSpc>
              <a:spcBef>
                <a:spcPts val="5"/>
              </a:spcBef>
            </a:pPr>
            <a:r>
              <a:rPr dirty="0" sz="950" spc="105">
                <a:latin typeface="Times New Roman"/>
                <a:cs typeface="Times New Roman"/>
              </a:rPr>
              <a:t>2.l</a:t>
            </a:r>
            <a:r>
              <a:rPr dirty="0" sz="950" spc="2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1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PB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 spc="85">
                <a:latin typeface="Times New Roman"/>
                <a:cs typeface="Times New Roman"/>
              </a:rPr>
              <a:t>LSl</a:t>
            </a:r>
            <a:r>
              <a:rPr dirty="0" sz="950" spc="1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1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ON,</a:t>
            </a:r>
            <a:r>
              <a:rPr dirty="0" sz="950" spc="1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movez</a:t>
            </a:r>
            <a:r>
              <a:rPr dirty="0" sz="950" spc="1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forward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until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LS2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1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activated.</a:t>
            </a:r>
            <a:r>
              <a:rPr dirty="0" sz="950" spc="1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Timer</a:t>
            </a:r>
            <a:r>
              <a:rPr dirty="0" sz="950" spc="170">
                <a:latin typeface="Times New Roman"/>
                <a:cs typeface="Times New Roman"/>
              </a:rPr>
              <a:t> </a:t>
            </a:r>
            <a:r>
              <a:rPr dirty="0" sz="950" spc="-20">
                <a:latin typeface="Times New Roman"/>
                <a:cs typeface="Times New Roman"/>
              </a:rPr>
              <a:t>then </a:t>
            </a:r>
            <a:r>
              <a:rPr dirty="0" sz="950">
                <a:latin typeface="Times New Roman"/>
                <a:cs typeface="Times New Roman"/>
              </a:rPr>
              <a:t>ztartz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timing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down.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reverzez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timer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reachez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2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zecondz.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returnz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to </a:t>
            </a:r>
            <a:r>
              <a:rPr dirty="0" sz="950" spc="85">
                <a:latin typeface="Times New Roman"/>
                <a:cs typeface="Times New Roman"/>
              </a:rPr>
              <a:t>LSl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pozition,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cycle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repeated.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577606" y="2281478"/>
            <a:ext cx="82550" cy="393065"/>
            <a:chOff x="1577606" y="2281478"/>
            <a:chExt cx="82550" cy="393065"/>
          </a:xfrm>
        </p:grpSpPr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6814" y="2290876"/>
              <a:ext cx="63779" cy="69456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586814" y="2290686"/>
              <a:ext cx="64135" cy="69850"/>
            </a:xfrm>
            <a:custGeom>
              <a:avLst/>
              <a:gdLst/>
              <a:ahLst/>
              <a:cxnLst/>
              <a:rect l="l" t="t" r="r" b="b"/>
              <a:pathLst>
                <a:path w="64135" h="69850">
                  <a:moveTo>
                    <a:pt x="63779" y="34709"/>
                  </a:moveTo>
                  <a:lnTo>
                    <a:pt x="61273" y="21200"/>
                  </a:lnTo>
                  <a:lnTo>
                    <a:pt x="54440" y="10167"/>
                  </a:lnTo>
                  <a:lnTo>
                    <a:pt x="44303" y="2728"/>
                  </a:lnTo>
                  <a:lnTo>
                    <a:pt x="31889" y="0"/>
                  </a:lnTo>
                  <a:lnTo>
                    <a:pt x="19481" y="2728"/>
                  </a:lnTo>
                  <a:lnTo>
                    <a:pt x="9344" y="10167"/>
                  </a:lnTo>
                  <a:lnTo>
                    <a:pt x="2507" y="21200"/>
                  </a:lnTo>
                  <a:lnTo>
                    <a:pt x="0" y="34709"/>
                  </a:lnTo>
                  <a:lnTo>
                    <a:pt x="2507" y="48239"/>
                  </a:lnTo>
                  <a:lnTo>
                    <a:pt x="9344" y="59283"/>
                  </a:lnTo>
                  <a:lnTo>
                    <a:pt x="19481" y="66727"/>
                  </a:lnTo>
                  <a:lnTo>
                    <a:pt x="31889" y="69456"/>
                  </a:lnTo>
                  <a:lnTo>
                    <a:pt x="44303" y="66727"/>
                  </a:lnTo>
                  <a:lnTo>
                    <a:pt x="54440" y="59283"/>
                  </a:lnTo>
                  <a:lnTo>
                    <a:pt x="61273" y="48239"/>
                  </a:lnTo>
                  <a:lnTo>
                    <a:pt x="63779" y="34709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6814" y="2440457"/>
              <a:ext cx="63779" cy="73266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1586814" y="2440266"/>
              <a:ext cx="64135" cy="73660"/>
            </a:xfrm>
            <a:custGeom>
              <a:avLst/>
              <a:gdLst/>
              <a:ahLst/>
              <a:cxnLst/>
              <a:rect l="l" t="t" r="r" b="b"/>
              <a:pathLst>
                <a:path w="64135" h="73660">
                  <a:moveTo>
                    <a:pt x="63779" y="36614"/>
                  </a:moveTo>
                  <a:lnTo>
                    <a:pt x="61273" y="22363"/>
                  </a:lnTo>
                  <a:lnTo>
                    <a:pt x="54440" y="10725"/>
                  </a:lnTo>
                  <a:lnTo>
                    <a:pt x="44303" y="2877"/>
                  </a:lnTo>
                  <a:lnTo>
                    <a:pt x="31889" y="0"/>
                  </a:lnTo>
                  <a:lnTo>
                    <a:pt x="19481" y="2877"/>
                  </a:lnTo>
                  <a:lnTo>
                    <a:pt x="9344" y="10725"/>
                  </a:lnTo>
                  <a:lnTo>
                    <a:pt x="2507" y="22363"/>
                  </a:lnTo>
                  <a:lnTo>
                    <a:pt x="0" y="36614"/>
                  </a:lnTo>
                  <a:lnTo>
                    <a:pt x="2507" y="50870"/>
                  </a:lnTo>
                  <a:lnTo>
                    <a:pt x="9344" y="62522"/>
                  </a:lnTo>
                  <a:lnTo>
                    <a:pt x="19481" y="70382"/>
                  </a:lnTo>
                  <a:lnTo>
                    <a:pt x="31889" y="73266"/>
                  </a:lnTo>
                  <a:lnTo>
                    <a:pt x="44303" y="70382"/>
                  </a:lnTo>
                  <a:lnTo>
                    <a:pt x="54440" y="62522"/>
                  </a:lnTo>
                  <a:lnTo>
                    <a:pt x="61273" y="50870"/>
                  </a:lnTo>
                  <a:lnTo>
                    <a:pt x="63779" y="36614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6814" y="2593809"/>
              <a:ext cx="63779" cy="71374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586814" y="2593809"/>
              <a:ext cx="64135" cy="71755"/>
            </a:xfrm>
            <a:custGeom>
              <a:avLst/>
              <a:gdLst/>
              <a:ahLst/>
              <a:cxnLst/>
              <a:rect l="l" t="t" r="r" b="b"/>
              <a:pathLst>
                <a:path w="64135" h="71755">
                  <a:moveTo>
                    <a:pt x="63779" y="35699"/>
                  </a:moveTo>
                  <a:lnTo>
                    <a:pt x="61273" y="21811"/>
                  </a:lnTo>
                  <a:lnTo>
                    <a:pt x="54440" y="10463"/>
                  </a:lnTo>
                  <a:lnTo>
                    <a:pt x="44303" y="2808"/>
                  </a:lnTo>
                  <a:lnTo>
                    <a:pt x="31889" y="0"/>
                  </a:lnTo>
                  <a:lnTo>
                    <a:pt x="19481" y="2808"/>
                  </a:lnTo>
                  <a:lnTo>
                    <a:pt x="9344" y="10463"/>
                  </a:lnTo>
                  <a:lnTo>
                    <a:pt x="2507" y="21811"/>
                  </a:lnTo>
                  <a:lnTo>
                    <a:pt x="0" y="35699"/>
                  </a:lnTo>
                  <a:lnTo>
                    <a:pt x="2507" y="49583"/>
                  </a:lnTo>
                  <a:lnTo>
                    <a:pt x="9344" y="60923"/>
                  </a:lnTo>
                  <a:lnTo>
                    <a:pt x="19481" y="68569"/>
                  </a:lnTo>
                  <a:lnTo>
                    <a:pt x="31889" y="71374"/>
                  </a:lnTo>
                  <a:lnTo>
                    <a:pt x="44303" y="68569"/>
                  </a:lnTo>
                  <a:lnTo>
                    <a:pt x="54440" y="60923"/>
                  </a:lnTo>
                  <a:lnTo>
                    <a:pt x="61273" y="49583"/>
                  </a:lnTo>
                  <a:lnTo>
                    <a:pt x="63779" y="35699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688181" y="2269021"/>
            <a:ext cx="266700" cy="4184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550" spc="-20">
                <a:latin typeface="Times New Roman"/>
                <a:cs typeface="Times New Roman"/>
              </a:rPr>
              <a:t>Auto</a:t>
            </a:r>
            <a:endParaRPr sz="550">
              <a:latin typeface="Times New Roman"/>
              <a:cs typeface="Times New Roman"/>
            </a:endParaRPr>
          </a:p>
          <a:p>
            <a:pPr marR="5080">
              <a:lnSpc>
                <a:spcPts val="1200"/>
              </a:lnSpc>
              <a:spcBef>
                <a:spcPts val="95"/>
              </a:spcBef>
            </a:pPr>
            <a:r>
              <a:rPr dirty="0" sz="550" spc="-10">
                <a:latin typeface="Times New Roman"/>
                <a:cs typeface="Times New Roman"/>
              </a:rPr>
              <a:t>Manual</a:t>
            </a:r>
            <a:r>
              <a:rPr dirty="0" sz="550" spc="500">
                <a:latin typeface="Times New Roman"/>
                <a:cs typeface="Times New Roman"/>
              </a:rPr>
              <a:t> </a:t>
            </a:r>
            <a:r>
              <a:rPr dirty="0" sz="550" spc="-10">
                <a:latin typeface="Times New Roman"/>
                <a:cs typeface="Times New Roman"/>
              </a:rPr>
              <a:t>Forward</a:t>
            </a:r>
            <a:endParaRPr sz="550">
              <a:latin typeface="Times New Roman"/>
              <a:cs typeface="Times New Roman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2087003" y="2285542"/>
            <a:ext cx="85725" cy="389255"/>
            <a:chOff x="2087003" y="2285542"/>
            <a:chExt cx="85725" cy="389255"/>
          </a:xfrm>
        </p:grpSpPr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96300" y="2446892"/>
              <a:ext cx="63792" cy="71746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2096300" y="2446705"/>
              <a:ext cx="64135" cy="71755"/>
            </a:xfrm>
            <a:custGeom>
              <a:avLst/>
              <a:gdLst/>
              <a:ahLst/>
              <a:cxnLst/>
              <a:rect l="l" t="t" r="r" b="b"/>
              <a:pathLst>
                <a:path w="64135" h="71755">
                  <a:moveTo>
                    <a:pt x="63792" y="35890"/>
                  </a:moveTo>
                  <a:lnTo>
                    <a:pt x="61282" y="21918"/>
                  </a:lnTo>
                  <a:lnTo>
                    <a:pt x="54441" y="10510"/>
                  </a:lnTo>
                  <a:lnTo>
                    <a:pt x="44300" y="2819"/>
                  </a:lnTo>
                  <a:lnTo>
                    <a:pt x="31889" y="0"/>
                  </a:lnTo>
                  <a:lnTo>
                    <a:pt x="19481" y="2819"/>
                  </a:lnTo>
                  <a:lnTo>
                    <a:pt x="9344" y="10510"/>
                  </a:lnTo>
                  <a:lnTo>
                    <a:pt x="2507" y="21918"/>
                  </a:lnTo>
                  <a:lnTo>
                    <a:pt x="0" y="35890"/>
                  </a:lnTo>
                  <a:lnTo>
                    <a:pt x="2507" y="49844"/>
                  </a:lnTo>
                  <a:lnTo>
                    <a:pt x="9344" y="61240"/>
                  </a:lnTo>
                  <a:lnTo>
                    <a:pt x="19481" y="68924"/>
                  </a:lnTo>
                  <a:lnTo>
                    <a:pt x="31889" y="71742"/>
                  </a:lnTo>
                  <a:lnTo>
                    <a:pt x="44300" y="68924"/>
                  </a:lnTo>
                  <a:lnTo>
                    <a:pt x="54441" y="61240"/>
                  </a:lnTo>
                  <a:lnTo>
                    <a:pt x="61282" y="49844"/>
                  </a:lnTo>
                  <a:lnTo>
                    <a:pt x="63792" y="35890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97443" y="2593809"/>
              <a:ext cx="65671" cy="71374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2097252" y="2593809"/>
              <a:ext cx="66040" cy="71755"/>
            </a:xfrm>
            <a:custGeom>
              <a:avLst/>
              <a:gdLst/>
              <a:ahLst/>
              <a:cxnLst/>
              <a:rect l="l" t="t" r="r" b="b"/>
              <a:pathLst>
                <a:path w="66039" h="71755">
                  <a:moveTo>
                    <a:pt x="65671" y="35699"/>
                  </a:moveTo>
                  <a:lnTo>
                    <a:pt x="63090" y="21811"/>
                  </a:lnTo>
                  <a:lnTo>
                    <a:pt x="56051" y="10463"/>
                  </a:lnTo>
                  <a:lnTo>
                    <a:pt x="45612" y="2808"/>
                  </a:lnTo>
                  <a:lnTo>
                    <a:pt x="32829" y="0"/>
                  </a:lnTo>
                  <a:lnTo>
                    <a:pt x="20054" y="2808"/>
                  </a:lnTo>
                  <a:lnTo>
                    <a:pt x="9618" y="10463"/>
                  </a:lnTo>
                  <a:lnTo>
                    <a:pt x="2581" y="21811"/>
                  </a:lnTo>
                  <a:lnTo>
                    <a:pt x="0" y="35699"/>
                  </a:lnTo>
                  <a:lnTo>
                    <a:pt x="2581" y="49583"/>
                  </a:lnTo>
                  <a:lnTo>
                    <a:pt x="9618" y="60923"/>
                  </a:lnTo>
                  <a:lnTo>
                    <a:pt x="20054" y="68569"/>
                  </a:lnTo>
                  <a:lnTo>
                    <a:pt x="32829" y="71374"/>
                  </a:lnTo>
                  <a:lnTo>
                    <a:pt x="45612" y="68569"/>
                  </a:lnTo>
                  <a:lnTo>
                    <a:pt x="56051" y="60923"/>
                  </a:lnTo>
                  <a:lnTo>
                    <a:pt x="63090" y="49583"/>
                  </a:lnTo>
                  <a:lnTo>
                    <a:pt x="65671" y="35699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87003" y="2285542"/>
              <a:ext cx="83896" cy="90360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2197663" y="2273198"/>
            <a:ext cx="325120" cy="4140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550" spc="-20">
                <a:latin typeface="Times New Roman"/>
                <a:cs typeface="Times New Roman"/>
              </a:rPr>
              <a:t>Stop</a:t>
            </a:r>
            <a:endParaRPr sz="550">
              <a:latin typeface="Times New Roman"/>
              <a:cs typeface="Times New Roman"/>
            </a:endParaRPr>
          </a:p>
          <a:p>
            <a:pPr marL="1270" marR="5080" indent="-1905">
              <a:lnSpc>
                <a:spcPct val="173500"/>
              </a:lnSpc>
              <a:spcBef>
                <a:spcPts val="65"/>
              </a:spcBef>
            </a:pPr>
            <a:r>
              <a:rPr dirty="0" sz="550" spc="-10">
                <a:latin typeface="Times New Roman"/>
                <a:cs typeface="Times New Roman"/>
              </a:rPr>
              <a:t>Reverse</a:t>
            </a:r>
            <a:r>
              <a:rPr dirty="0" sz="550" spc="500">
                <a:latin typeface="Times New Roman"/>
                <a:cs typeface="Times New Roman"/>
              </a:rPr>
              <a:t> </a:t>
            </a:r>
            <a:r>
              <a:rPr dirty="0" sz="550">
                <a:latin typeface="Times New Roman"/>
                <a:cs typeface="Times New Roman"/>
              </a:rPr>
              <a:t>Auto</a:t>
            </a:r>
            <a:r>
              <a:rPr dirty="0" sz="550" spc="85">
                <a:latin typeface="Times New Roman"/>
                <a:cs typeface="Times New Roman"/>
              </a:rPr>
              <a:t> </a:t>
            </a:r>
            <a:r>
              <a:rPr dirty="0" sz="550" spc="-10">
                <a:latin typeface="Times New Roman"/>
                <a:cs typeface="Times New Roman"/>
              </a:rPr>
              <a:t>Start</a:t>
            </a:r>
            <a:endParaRPr sz="550">
              <a:latin typeface="Times New Roman"/>
              <a:cs typeface="Times New Roman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1472819" y="1929358"/>
            <a:ext cx="4366260" cy="2167890"/>
            <a:chOff x="1472819" y="1929358"/>
            <a:chExt cx="4366260" cy="2167890"/>
          </a:xfrm>
        </p:grpSpPr>
        <p:sp>
          <p:nvSpPr>
            <p:cNvPr id="28" name="object 28" descr=""/>
            <p:cNvSpPr/>
            <p:nvPr/>
          </p:nvSpPr>
          <p:spPr>
            <a:xfrm>
              <a:off x="1482026" y="2181148"/>
              <a:ext cx="1179830" cy="584835"/>
            </a:xfrm>
            <a:custGeom>
              <a:avLst/>
              <a:gdLst/>
              <a:ahLst/>
              <a:cxnLst/>
              <a:rect l="l" t="t" r="r" b="b"/>
              <a:pathLst>
                <a:path w="1179830" h="584835">
                  <a:moveTo>
                    <a:pt x="33032" y="42138"/>
                  </a:moveTo>
                  <a:lnTo>
                    <a:pt x="1143495" y="42138"/>
                  </a:lnTo>
                  <a:lnTo>
                    <a:pt x="1143495" y="543648"/>
                  </a:lnTo>
                  <a:lnTo>
                    <a:pt x="33032" y="543648"/>
                  </a:lnTo>
                  <a:lnTo>
                    <a:pt x="33032" y="42138"/>
                  </a:lnTo>
                  <a:close/>
                </a:path>
                <a:path w="1179830" h="584835">
                  <a:moveTo>
                    <a:pt x="0" y="0"/>
                  </a:moveTo>
                  <a:lnTo>
                    <a:pt x="1179550" y="0"/>
                  </a:lnTo>
                  <a:lnTo>
                    <a:pt x="1179550" y="584263"/>
                  </a:lnTo>
                  <a:lnTo>
                    <a:pt x="0" y="584263"/>
                  </a:lnTo>
                  <a:lnTo>
                    <a:pt x="0" y="0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482026" y="2063838"/>
              <a:ext cx="2247900" cy="1976120"/>
            </a:xfrm>
            <a:custGeom>
              <a:avLst/>
              <a:gdLst/>
              <a:ahLst/>
              <a:cxnLst/>
              <a:rect l="l" t="t" r="r" b="b"/>
              <a:pathLst>
                <a:path w="2247900" h="1976120">
                  <a:moveTo>
                    <a:pt x="0" y="120357"/>
                  </a:moveTo>
                  <a:lnTo>
                    <a:pt x="395211" y="0"/>
                  </a:lnTo>
                  <a:lnTo>
                    <a:pt x="1363687" y="0"/>
                  </a:lnTo>
                  <a:lnTo>
                    <a:pt x="1174623" y="113880"/>
                  </a:lnTo>
                </a:path>
                <a:path w="2247900" h="1976120">
                  <a:moveTo>
                    <a:pt x="1368628" y="11010"/>
                  </a:moveTo>
                  <a:lnTo>
                    <a:pt x="1368628" y="484416"/>
                  </a:lnTo>
                  <a:lnTo>
                    <a:pt x="1174623" y="693610"/>
                  </a:lnTo>
                </a:path>
                <a:path w="2247900" h="1976120">
                  <a:moveTo>
                    <a:pt x="435838" y="36068"/>
                  </a:moveTo>
                  <a:lnTo>
                    <a:pt x="1145019" y="36068"/>
                  </a:lnTo>
                </a:path>
                <a:path w="2247900" h="1976120">
                  <a:moveTo>
                    <a:pt x="415709" y="57696"/>
                  </a:moveTo>
                  <a:lnTo>
                    <a:pt x="1123378" y="57696"/>
                  </a:lnTo>
                </a:path>
                <a:path w="2247900" h="1976120">
                  <a:moveTo>
                    <a:pt x="393319" y="80086"/>
                  </a:moveTo>
                  <a:lnTo>
                    <a:pt x="1101737" y="80086"/>
                  </a:lnTo>
                </a:path>
                <a:path w="2247900" h="1976120">
                  <a:moveTo>
                    <a:pt x="1836724" y="1845068"/>
                  </a:moveTo>
                  <a:lnTo>
                    <a:pt x="2247887" y="1976043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205251" y="3851960"/>
              <a:ext cx="638810" cy="245745"/>
            </a:xfrm>
            <a:custGeom>
              <a:avLst/>
              <a:gdLst/>
              <a:ahLst/>
              <a:cxnLst/>
              <a:rect l="l" t="t" r="r" b="b"/>
              <a:pathLst>
                <a:path w="638810" h="245745">
                  <a:moveTo>
                    <a:pt x="133235" y="0"/>
                  </a:moveTo>
                  <a:lnTo>
                    <a:pt x="0" y="20878"/>
                  </a:lnTo>
                  <a:lnTo>
                    <a:pt x="96431" y="114655"/>
                  </a:lnTo>
                  <a:lnTo>
                    <a:pt x="133235" y="0"/>
                  </a:lnTo>
                  <a:close/>
                </a:path>
                <a:path w="638810" h="245745">
                  <a:moveTo>
                    <a:pt x="638556" y="224002"/>
                  </a:moveTo>
                  <a:lnTo>
                    <a:pt x="542124" y="130594"/>
                  </a:lnTo>
                  <a:lnTo>
                    <a:pt x="506044" y="245249"/>
                  </a:lnTo>
                  <a:lnTo>
                    <a:pt x="638556" y="2240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126621" y="2279484"/>
              <a:ext cx="299720" cy="778510"/>
            </a:xfrm>
            <a:custGeom>
              <a:avLst/>
              <a:gdLst/>
              <a:ahLst/>
              <a:cxnLst/>
              <a:rect l="l" t="t" r="r" b="b"/>
              <a:pathLst>
                <a:path w="299720" h="778510">
                  <a:moveTo>
                    <a:pt x="0" y="778268"/>
                  </a:moveTo>
                  <a:lnTo>
                    <a:pt x="299542" y="778268"/>
                  </a:lnTo>
                  <a:lnTo>
                    <a:pt x="299542" y="0"/>
                  </a:lnTo>
                  <a:lnTo>
                    <a:pt x="0" y="0"/>
                  </a:lnTo>
                  <a:lnTo>
                    <a:pt x="0" y="778268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126621" y="1938566"/>
              <a:ext cx="431165" cy="341630"/>
            </a:xfrm>
            <a:custGeom>
              <a:avLst/>
              <a:gdLst/>
              <a:ahLst/>
              <a:cxnLst/>
              <a:rect l="l" t="t" r="r" b="b"/>
              <a:pathLst>
                <a:path w="431164" h="341630">
                  <a:moveTo>
                    <a:pt x="0" y="341299"/>
                  </a:moveTo>
                  <a:lnTo>
                    <a:pt x="134010" y="0"/>
                  </a:lnTo>
                  <a:lnTo>
                    <a:pt x="430885" y="0"/>
                  </a:lnTo>
                  <a:lnTo>
                    <a:pt x="299542" y="341299"/>
                  </a:lnTo>
                  <a:lnTo>
                    <a:pt x="0" y="341299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426532" y="1938566"/>
              <a:ext cx="131445" cy="1119505"/>
            </a:xfrm>
            <a:custGeom>
              <a:avLst/>
              <a:gdLst/>
              <a:ahLst/>
              <a:cxnLst/>
              <a:rect l="l" t="t" r="r" b="b"/>
              <a:pathLst>
                <a:path w="131445" h="1119505">
                  <a:moveTo>
                    <a:pt x="130975" y="0"/>
                  </a:moveTo>
                  <a:lnTo>
                    <a:pt x="0" y="340918"/>
                  </a:lnTo>
                  <a:lnTo>
                    <a:pt x="0" y="1119187"/>
                  </a:lnTo>
                  <a:lnTo>
                    <a:pt x="130975" y="779779"/>
                  </a:lnTo>
                  <a:lnTo>
                    <a:pt x="1309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5426532" y="1938566"/>
              <a:ext cx="131445" cy="1119505"/>
            </a:xfrm>
            <a:custGeom>
              <a:avLst/>
              <a:gdLst/>
              <a:ahLst/>
              <a:cxnLst/>
              <a:rect l="l" t="t" r="r" b="b"/>
              <a:pathLst>
                <a:path w="131445" h="1119505">
                  <a:moveTo>
                    <a:pt x="0" y="1119187"/>
                  </a:moveTo>
                  <a:lnTo>
                    <a:pt x="130975" y="779779"/>
                  </a:lnTo>
                  <a:lnTo>
                    <a:pt x="130975" y="0"/>
                  </a:lnTo>
                  <a:lnTo>
                    <a:pt x="0" y="340918"/>
                  </a:lnTo>
                  <a:lnTo>
                    <a:pt x="0" y="1119187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06339" y="2357691"/>
              <a:ext cx="141985" cy="126390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06339" y="2581313"/>
              <a:ext cx="141985" cy="127901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06339" y="2823133"/>
              <a:ext cx="141985" cy="127546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5468302" y="2372860"/>
              <a:ext cx="370840" cy="116205"/>
            </a:xfrm>
            <a:custGeom>
              <a:avLst/>
              <a:gdLst/>
              <a:ahLst/>
              <a:cxnLst/>
              <a:rect l="l" t="t" r="r" b="b"/>
              <a:pathLst>
                <a:path w="370839" h="116205">
                  <a:moveTo>
                    <a:pt x="370522" y="0"/>
                  </a:moveTo>
                  <a:lnTo>
                    <a:pt x="0" y="0"/>
                  </a:lnTo>
                  <a:lnTo>
                    <a:pt x="0" y="115793"/>
                  </a:lnTo>
                  <a:lnTo>
                    <a:pt x="370522" y="115793"/>
                  </a:lnTo>
                  <a:lnTo>
                    <a:pt x="3705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2130675" y="3592437"/>
            <a:ext cx="9169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(1003)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Motor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Reverse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3883491" y="4207841"/>
            <a:ext cx="93408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(1002)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Motor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Forward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5455977" y="2353282"/>
            <a:ext cx="3314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Manual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5468302" y="2606342"/>
            <a:ext cx="370840" cy="116839"/>
          </a:xfrm>
          <a:custGeom>
            <a:avLst/>
            <a:gdLst/>
            <a:ahLst/>
            <a:cxnLst/>
            <a:rect l="l" t="t" r="r" b="b"/>
            <a:pathLst>
              <a:path w="370839" h="116839">
                <a:moveTo>
                  <a:pt x="370522" y="0"/>
                </a:moveTo>
                <a:lnTo>
                  <a:pt x="0" y="0"/>
                </a:lnTo>
                <a:lnTo>
                  <a:pt x="0" y="116550"/>
                </a:lnTo>
                <a:lnTo>
                  <a:pt x="370522" y="116550"/>
                </a:lnTo>
                <a:lnTo>
                  <a:pt x="3705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5455977" y="2586762"/>
            <a:ext cx="22542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0">
                <a:latin typeface="Times New Roman"/>
                <a:cs typeface="Times New Roman"/>
              </a:rPr>
              <a:t>Auto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5464124" y="2835657"/>
            <a:ext cx="479425" cy="117475"/>
          </a:xfrm>
          <a:custGeom>
            <a:avLst/>
            <a:gdLst/>
            <a:ahLst/>
            <a:cxnLst/>
            <a:rect l="l" t="t" r="r" b="b"/>
            <a:pathLst>
              <a:path w="479425" h="117475">
                <a:moveTo>
                  <a:pt x="479107" y="0"/>
                </a:moveTo>
                <a:lnTo>
                  <a:pt x="0" y="0"/>
                </a:lnTo>
                <a:lnTo>
                  <a:pt x="0" y="117308"/>
                </a:lnTo>
                <a:lnTo>
                  <a:pt x="479107" y="117308"/>
                </a:lnTo>
                <a:lnTo>
                  <a:pt x="4791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5451801" y="2815686"/>
            <a:ext cx="43180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Auto-</a:t>
            </a:r>
            <a:r>
              <a:rPr dirty="0" sz="750" spc="-10">
                <a:latin typeface="Times New Roman"/>
                <a:cs typeface="Times New Roman"/>
              </a:rPr>
              <a:t>start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911998" y="1786108"/>
            <a:ext cx="84709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b="1">
                <a:latin typeface="Times New Roman"/>
                <a:cs typeface="Times New Roman"/>
              </a:rPr>
              <a:t>Control</a:t>
            </a:r>
            <a:r>
              <a:rPr dirty="0" sz="1050" spc="114" b="1">
                <a:latin typeface="Times New Roman"/>
                <a:cs typeface="Times New Roman"/>
              </a:rPr>
              <a:t> </a:t>
            </a:r>
            <a:r>
              <a:rPr dirty="0" sz="1050" spc="-10" b="1">
                <a:latin typeface="Times New Roman"/>
                <a:cs typeface="Times New Roman"/>
              </a:rPr>
              <a:t>Panel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5024701" y="1761052"/>
            <a:ext cx="893444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b="1">
                <a:latin typeface="Times New Roman"/>
                <a:cs typeface="Times New Roman"/>
              </a:rPr>
              <a:t>Indication</a:t>
            </a:r>
            <a:r>
              <a:rPr dirty="0" sz="1050" spc="140" b="1">
                <a:latin typeface="Times New Roman"/>
                <a:cs typeface="Times New Roman"/>
              </a:rPr>
              <a:t> </a:t>
            </a:r>
            <a:r>
              <a:rPr dirty="0" sz="1050" spc="-25" b="1">
                <a:latin typeface="Times New Roman"/>
                <a:cs typeface="Times New Roman"/>
              </a:rPr>
              <a:t>Box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3066961" y="2025027"/>
            <a:ext cx="1822450" cy="1982470"/>
            <a:chOff x="3066961" y="2025027"/>
            <a:chExt cx="1822450" cy="1982470"/>
          </a:xfrm>
        </p:grpSpPr>
        <p:sp>
          <p:nvSpPr>
            <p:cNvPr id="49" name="object 49" descr=""/>
            <p:cNvSpPr/>
            <p:nvPr/>
          </p:nvSpPr>
          <p:spPr>
            <a:xfrm>
              <a:off x="3513518" y="2034235"/>
              <a:ext cx="1366520" cy="1369060"/>
            </a:xfrm>
            <a:custGeom>
              <a:avLst/>
              <a:gdLst/>
              <a:ahLst/>
              <a:cxnLst/>
              <a:rect l="l" t="t" r="r" b="b"/>
              <a:pathLst>
                <a:path w="1366520" h="1369060">
                  <a:moveTo>
                    <a:pt x="1366342" y="1279016"/>
                  </a:moveTo>
                  <a:lnTo>
                    <a:pt x="1366342" y="1368602"/>
                  </a:lnTo>
                </a:path>
                <a:path w="1366520" h="1369060">
                  <a:moveTo>
                    <a:pt x="0" y="184480"/>
                  </a:moveTo>
                  <a:lnTo>
                    <a:pt x="0" y="562241"/>
                  </a:lnTo>
                  <a:lnTo>
                    <a:pt x="242963" y="612343"/>
                  </a:lnTo>
                  <a:lnTo>
                    <a:pt x="242963" y="245630"/>
                  </a:lnTo>
                </a:path>
                <a:path w="1366520" h="1369060">
                  <a:moveTo>
                    <a:pt x="243344" y="245630"/>
                  </a:moveTo>
                  <a:lnTo>
                    <a:pt x="1005293" y="61112"/>
                  </a:lnTo>
                  <a:lnTo>
                    <a:pt x="763447" y="0"/>
                  </a:lnTo>
                  <a:lnTo>
                    <a:pt x="0" y="178422"/>
                  </a:lnTo>
                </a:path>
                <a:path w="1366520" h="1369060">
                  <a:moveTo>
                    <a:pt x="1005674" y="60731"/>
                  </a:moveTo>
                  <a:lnTo>
                    <a:pt x="1005674" y="1110449"/>
                  </a:lnTo>
                </a:path>
                <a:path w="1366520" h="1369060">
                  <a:moveTo>
                    <a:pt x="243344" y="612343"/>
                  </a:moveTo>
                  <a:lnTo>
                    <a:pt x="485546" y="552754"/>
                  </a:lnTo>
                  <a:lnTo>
                    <a:pt x="485546" y="360654"/>
                  </a:lnTo>
                  <a:lnTo>
                    <a:pt x="761555" y="301409"/>
                  </a:lnTo>
                </a:path>
                <a:path w="1366520" h="1369060">
                  <a:moveTo>
                    <a:pt x="761923" y="301409"/>
                  </a:moveTo>
                  <a:lnTo>
                    <a:pt x="761923" y="1032243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89577" y="2378163"/>
              <a:ext cx="244868" cy="410413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3906824" y="2766936"/>
              <a:ext cx="327025" cy="100330"/>
            </a:xfrm>
            <a:custGeom>
              <a:avLst/>
              <a:gdLst/>
              <a:ahLst/>
              <a:cxnLst/>
              <a:rect l="l" t="t" r="r" b="b"/>
              <a:pathLst>
                <a:path w="327025" h="100330">
                  <a:moveTo>
                    <a:pt x="0" y="26568"/>
                  </a:moveTo>
                  <a:lnTo>
                    <a:pt x="82753" y="0"/>
                  </a:lnTo>
                  <a:lnTo>
                    <a:pt x="326478" y="71742"/>
                  </a:lnTo>
                  <a:lnTo>
                    <a:pt x="251688" y="99860"/>
                  </a:lnTo>
                  <a:lnTo>
                    <a:pt x="0" y="26568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14584" y="2793885"/>
              <a:ext cx="460476" cy="280174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3586403" y="2976105"/>
              <a:ext cx="680085" cy="234315"/>
            </a:xfrm>
            <a:custGeom>
              <a:avLst/>
              <a:gdLst/>
              <a:ahLst/>
              <a:cxnLst/>
              <a:rect l="l" t="t" r="r" b="b"/>
              <a:pathLst>
                <a:path w="680085" h="234314">
                  <a:moveTo>
                    <a:pt x="679932" y="90373"/>
                  </a:moveTo>
                  <a:lnTo>
                    <a:pt x="253212" y="234251"/>
                  </a:lnTo>
                </a:path>
                <a:path w="680085" h="234314">
                  <a:moveTo>
                    <a:pt x="558088" y="68732"/>
                  </a:moveTo>
                  <a:lnTo>
                    <a:pt x="326478" y="149961"/>
                  </a:lnTo>
                </a:path>
                <a:path w="680085" h="234314">
                  <a:moveTo>
                    <a:pt x="326478" y="148831"/>
                  </a:moveTo>
                  <a:lnTo>
                    <a:pt x="326478" y="74802"/>
                  </a:lnTo>
                </a:path>
                <a:path w="680085" h="234314">
                  <a:moveTo>
                    <a:pt x="0" y="29641"/>
                  </a:moveTo>
                  <a:lnTo>
                    <a:pt x="82753" y="0"/>
                  </a:lnTo>
                  <a:lnTo>
                    <a:pt x="326478" y="71780"/>
                  </a:lnTo>
                  <a:lnTo>
                    <a:pt x="249821" y="101384"/>
                  </a:lnTo>
                  <a:lnTo>
                    <a:pt x="253212" y="101384"/>
                  </a:lnTo>
                  <a:lnTo>
                    <a:pt x="0" y="29641"/>
                  </a:lnTo>
                </a:path>
                <a:path w="680085" h="234314">
                  <a:moveTo>
                    <a:pt x="253212" y="101765"/>
                  </a:moveTo>
                  <a:lnTo>
                    <a:pt x="253212" y="230847"/>
                  </a:lnTo>
                </a:path>
                <a:path w="680085" h="234314">
                  <a:moveTo>
                    <a:pt x="0" y="157949"/>
                  </a:moveTo>
                  <a:lnTo>
                    <a:pt x="253212" y="230847"/>
                  </a:lnTo>
                </a:path>
                <a:path w="680085" h="234314">
                  <a:moveTo>
                    <a:pt x="1904" y="30022"/>
                  </a:moveTo>
                  <a:lnTo>
                    <a:pt x="1904" y="159461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55517" y="3053181"/>
              <a:ext cx="97916" cy="111607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3810012" y="2987116"/>
              <a:ext cx="114300" cy="39370"/>
            </a:xfrm>
            <a:custGeom>
              <a:avLst/>
              <a:gdLst/>
              <a:ahLst/>
              <a:cxnLst/>
              <a:rect l="l" t="t" r="r" b="b"/>
              <a:pathLst>
                <a:path w="114300" h="39369">
                  <a:moveTo>
                    <a:pt x="90373" y="0"/>
                  </a:moveTo>
                  <a:lnTo>
                    <a:pt x="0" y="30010"/>
                  </a:lnTo>
                  <a:lnTo>
                    <a:pt x="26581" y="39128"/>
                  </a:lnTo>
                  <a:lnTo>
                    <a:pt x="113880" y="8000"/>
                  </a:lnTo>
                  <a:lnTo>
                    <a:pt x="903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3810012" y="2987116"/>
              <a:ext cx="114300" cy="39370"/>
            </a:xfrm>
            <a:custGeom>
              <a:avLst/>
              <a:gdLst/>
              <a:ahLst/>
              <a:cxnLst/>
              <a:rect l="l" t="t" r="r" b="b"/>
              <a:pathLst>
                <a:path w="114300" h="39369">
                  <a:moveTo>
                    <a:pt x="0" y="30010"/>
                  </a:moveTo>
                  <a:lnTo>
                    <a:pt x="90373" y="0"/>
                  </a:lnTo>
                  <a:lnTo>
                    <a:pt x="113880" y="8000"/>
                  </a:lnTo>
                  <a:lnTo>
                    <a:pt x="26581" y="39128"/>
                  </a:lnTo>
                  <a:lnTo>
                    <a:pt x="0" y="3001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4232922" y="2919945"/>
              <a:ext cx="33655" cy="12700"/>
            </a:xfrm>
            <a:custGeom>
              <a:avLst/>
              <a:gdLst/>
              <a:ahLst/>
              <a:cxnLst/>
              <a:rect l="l" t="t" r="r" b="b"/>
              <a:pathLst>
                <a:path w="33654" h="12700">
                  <a:moveTo>
                    <a:pt x="33032" y="0"/>
                  </a:moveTo>
                  <a:lnTo>
                    <a:pt x="0" y="0"/>
                  </a:lnTo>
                  <a:lnTo>
                    <a:pt x="0" y="12522"/>
                  </a:lnTo>
                  <a:lnTo>
                    <a:pt x="330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3076168" y="2875902"/>
              <a:ext cx="1804035" cy="1122045"/>
            </a:xfrm>
            <a:custGeom>
              <a:avLst/>
              <a:gdLst/>
              <a:ahLst/>
              <a:cxnLst/>
              <a:rect l="l" t="t" r="r" b="b"/>
              <a:pathLst>
                <a:path w="1804035" h="1122045">
                  <a:moveTo>
                    <a:pt x="1156754" y="44043"/>
                  </a:moveTo>
                  <a:lnTo>
                    <a:pt x="1189786" y="44043"/>
                  </a:lnTo>
                  <a:lnTo>
                    <a:pt x="1156754" y="56565"/>
                  </a:lnTo>
                  <a:lnTo>
                    <a:pt x="1156754" y="44043"/>
                  </a:lnTo>
                </a:path>
                <a:path w="1804035" h="1122045">
                  <a:moveTo>
                    <a:pt x="1110081" y="220560"/>
                  </a:moveTo>
                  <a:lnTo>
                    <a:pt x="1194358" y="190576"/>
                  </a:lnTo>
                  <a:lnTo>
                    <a:pt x="1442643" y="265747"/>
                  </a:lnTo>
                  <a:lnTo>
                    <a:pt x="1365961" y="295351"/>
                  </a:lnTo>
                  <a:lnTo>
                    <a:pt x="1110081" y="220560"/>
                  </a:lnTo>
                </a:path>
                <a:path w="1804035" h="1122045">
                  <a:moveTo>
                    <a:pt x="983665" y="259664"/>
                  </a:moveTo>
                  <a:lnTo>
                    <a:pt x="1069835" y="231190"/>
                  </a:lnTo>
                  <a:lnTo>
                    <a:pt x="1319631" y="304838"/>
                  </a:lnTo>
                  <a:lnTo>
                    <a:pt x="1241793" y="334835"/>
                  </a:lnTo>
                  <a:lnTo>
                    <a:pt x="1243317" y="334835"/>
                  </a:lnTo>
                  <a:lnTo>
                    <a:pt x="983665" y="259664"/>
                  </a:lnTo>
                </a:path>
                <a:path w="1804035" h="1122045">
                  <a:moveTo>
                    <a:pt x="853820" y="300304"/>
                  </a:moveTo>
                  <a:lnTo>
                    <a:pt x="941146" y="270675"/>
                  </a:lnTo>
                  <a:lnTo>
                    <a:pt x="1188643" y="345465"/>
                  </a:lnTo>
                  <a:lnTo>
                    <a:pt x="1111986" y="373570"/>
                  </a:lnTo>
                  <a:lnTo>
                    <a:pt x="1114996" y="373570"/>
                  </a:lnTo>
                  <a:lnTo>
                    <a:pt x="853820" y="300304"/>
                  </a:lnTo>
                </a:path>
                <a:path w="1804035" h="1122045">
                  <a:moveTo>
                    <a:pt x="1319250" y="304838"/>
                  </a:moveTo>
                  <a:lnTo>
                    <a:pt x="1319250" y="323443"/>
                  </a:lnTo>
                  <a:lnTo>
                    <a:pt x="1369733" y="311315"/>
                  </a:lnTo>
                  <a:lnTo>
                    <a:pt x="1369733" y="289661"/>
                  </a:lnTo>
                </a:path>
                <a:path w="1804035" h="1122045">
                  <a:moveTo>
                    <a:pt x="1188262" y="345465"/>
                  </a:moveTo>
                  <a:lnTo>
                    <a:pt x="1188262" y="362940"/>
                  </a:lnTo>
                  <a:lnTo>
                    <a:pt x="1238402" y="350405"/>
                  </a:lnTo>
                  <a:lnTo>
                    <a:pt x="1238402" y="330288"/>
                  </a:lnTo>
                </a:path>
                <a:path w="1804035" h="1122045">
                  <a:moveTo>
                    <a:pt x="1443024" y="268782"/>
                  </a:moveTo>
                  <a:lnTo>
                    <a:pt x="1443024" y="326859"/>
                  </a:lnTo>
                </a:path>
                <a:path w="1804035" h="1122045">
                  <a:moveTo>
                    <a:pt x="1443024" y="321932"/>
                  </a:moveTo>
                  <a:lnTo>
                    <a:pt x="1111986" y="433158"/>
                  </a:lnTo>
                </a:path>
                <a:path w="1804035" h="1122045">
                  <a:moveTo>
                    <a:pt x="1114996" y="433158"/>
                  </a:moveTo>
                  <a:lnTo>
                    <a:pt x="765352" y="334454"/>
                  </a:lnTo>
                </a:path>
                <a:path w="1804035" h="1122045">
                  <a:moveTo>
                    <a:pt x="1302562" y="368998"/>
                  </a:moveTo>
                  <a:lnTo>
                    <a:pt x="1430502" y="328383"/>
                  </a:lnTo>
                  <a:lnTo>
                    <a:pt x="1803692" y="437349"/>
                  </a:lnTo>
                  <a:lnTo>
                    <a:pt x="1689785" y="479488"/>
                  </a:lnTo>
                  <a:lnTo>
                    <a:pt x="1302562" y="368998"/>
                  </a:lnTo>
                </a:path>
                <a:path w="1804035" h="1122045">
                  <a:moveTo>
                    <a:pt x="1131722" y="422148"/>
                  </a:moveTo>
                  <a:lnTo>
                    <a:pt x="1263065" y="380009"/>
                  </a:lnTo>
                  <a:lnTo>
                    <a:pt x="1635125" y="490499"/>
                  </a:lnTo>
                  <a:lnTo>
                    <a:pt x="1519694" y="532638"/>
                  </a:lnTo>
                  <a:lnTo>
                    <a:pt x="1521218" y="532638"/>
                  </a:lnTo>
                  <a:lnTo>
                    <a:pt x="1131722" y="422148"/>
                  </a:lnTo>
                </a:path>
                <a:path w="1804035" h="1122045">
                  <a:moveTo>
                    <a:pt x="1633613" y="493915"/>
                  </a:moveTo>
                  <a:lnTo>
                    <a:pt x="1688274" y="526554"/>
                  </a:lnTo>
                  <a:lnTo>
                    <a:pt x="1688274" y="479869"/>
                  </a:lnTo>
                </a:path>
                <a:path w="1804035" h="1122045">
                  <a:moveTo>
                    <a:pt x="1803692" y="522008"/>
                  </a:moveTo>
                  <a:lnTo>
                    <a:pt x="1519313" y="617677"/>
                  </a:lnTo>
                  <a:lnTo>
                    <a:pt x="4152" y="183362"/>
                  </a:lnTo>
                </a:path>
                <a:path w="1804035" h="1122045">
                  <a:moveTo>
                    <a:pt x="515188" y="214122"/>
                  </a:moveTo>
                  <a:lnTo>
                    <a:pt x="260413" y="144246"/>
                  </a:lnTo>
                  <a:lnTo>
                    <a:pt x="344716" y="114642"/>
                  </a:lnTo>
                  <a:lnTo>
                    <a:pt x="515188" y="164376"/>
                  </a:lnTo>
                </a:path>
                <a:path w="1804035" h="1122045">
                  <a:moveTo>
                    <a:pt x="515188" y="139331"/>
                  </a:moveTo>
                  <a:lnTo>
                    <a:pt x="390258" y="100203"/>
                  </a:lnTo>
                  <a:lnTo>
                    <a:pt x="476059" y="72123"/>
                  </a:lnTo>
                  <a:lnTo>
                    <a:pt x="586549" y="106299"/>
                  </a:lnTo>
                </a:path>
                <a:path w="1804035" h="1122045">
                  <a:moveTo>
                    <a:pt x="751293" y="129844"/>
                  </a:moveTo>
                  <a:lnTo>
                    <a:pt x="515188" y="61112"/>
                  </a:lnTo>
                  <a:lnTo>
                    <a:pt x="599465" y="34544"/>
                  </a:lnTo>
                  <a:lnTo>
                    <a:pt x="751293" y="82753"/>
                  </a:lnTo>
                </a:path>
                <a:path w="1804035" h="1122045">
                  <a:moveTo>
                    <a:pt x="389877" y="102108"/>
                  </a:moveTo>
                  <a:lnTo>
                    <a:pt x="389877" y="116166"/>
                  </a:lnTo>
                  <a:lnTo>
                    <a:pt x="365226" y="122224"/>
                  </a:lnTo>
                </a:path>
                <a:path w="1804035" h="1122045">
                  <a:moveTo>
                    <a:pt x="516674" y="65671"/>
                  </a:moveTo>
                  <a:lnTo>
                    <a:pt x="516674" y="76682"/>
                  </a:lnTo>
                  <a:lnTo>
                    <a:pt x="497700" y="79705"/>
                  </a:lnTo>
                </a:path>
                <a:path w="1804035" h="1122045">
                  <a:moveTo>
                    <a:pt x="513283" y="258152"/>
                  </a:moveTo>
                  <a:lnTo>
                    <a:pt x="257022" y="183362"/>
                  </a:lnTo>
                </a:path>
                <a:path w="1804035" h="1122045">
                  <a:moveTo>
                    <a:pt x="260413" y="143865"/>
                  </a:moveTo>
                  <a:lnTo>
                    <a:pt x="260413" y="183362"/>
                  </a:lnTo>
                </a:path>
                <a:path w="1804035" h="1122045">
                  <a:moveTo>
                    <a:pt x="1107033" y="371665"/>
                  </a:moveTo>
                  <a:lnTo>
                    <a:pt x="1107033" y="430123"/>
                  </a:lnTo>
                </a:path>
                <a:path w="1804035" h="1122045">
                  <a:moveTo>
                    <a:pt x="1519313" y="531114"/>
                  </a:moveTo>
                  <a:lnTo>
                    <a:pt x="1519313" y="611212"/>
                  </a:lnTo>
                </a:path>
                <a:path w="1804035" h="1122045">
                  <a:moveTo>
                    <a:pt x="260413" y="182994"/>
                  </a:moveTo>
                  <a:lnTo>
                    <a:pt x="0" y="105156"/>
                  </a:lnTo>
                  <a:lnTo>
                    <a:pt x="129463" y="65671"/>
                  </a:lnTo>
                  <a:lnTo>
                    <a:pt x="327621" y="118833"/>
                  </a:lnTo>
                </a:path>
                <a:path w="1804035" h="1122045">
                  <a:moveTo>
                    <a:pt x="389877" y="105156"/>
                  </a:moveTo>
                  <a:lnTo>
                    <a:pt x="166649" y="40614"/>
                  </a:lnTo>
                  <a:lnTo>
                    <a:pt x="294589" y="0"/>
                  </a:lnTo>
                  <a:lnTo>
                    <a:pt x="515188" y="65671"/>
                  </a:lnTo>
                </a:path>
                <a:path w="1804035" h="1122045">
                  <a:moveTo>
                    <a:pt x="2654" y="102108"/>
                  </a:moveTo>
                  <a:lnTo>
                    <a:pt x="2654" y="183362"/>
                  </a:lnTo>
                </a:path>
                <a:path w="1804035" h="1122045">
                  <a:moveTo>
                    <a:pt x="165125" y="40614"/>
                  </a:moveTo>
                  <a:lnTo>
                    <a:pt x="165125" y="72123"/>
                  </a:lnTo>
                </a:path>
                <a:path w="1804035" h="1122045">
                  <a:moveTo>
                    <a:pt x="116547" y="384581"/>
                  </a:moveTo>
                  <a:lnTo>
                    <a:pt x="393306" y="295732"/>
                  </a:lnTo>
                  <a:lnTo>
                    <a:pt x="1204226" y="533019"/>
                  </a:lnTo>
                  <a:lnTo>
                    <a:pt x="952525" y="621855"/>
                  </a:lnTo>
                  <a:lnTo>
                    <a:pt x="116547" y="384581"/>
                  </a:lnTo>
                </a:path>
                <a:path w="1804035" h="1122045">
                  <a:moveTo>
                    <a:pt x="1443024" y="599833"/>
                  </a:moveTo>
                  <a:lnTo>
                    <a:pt x="1443024" y="940371"/>
                  </a:lnTo>
                </a:path>
                <a:path w="1804035" h="1122045">
                  <a:moveTo>
                    <a:pt x="955548" y="623735"/>
                  </a:moveTo>
                  <a:lnTo>
                    <a:pt x="955548" y="1121841"/>
                  </a:lnTo>
                </a:path>
                <a:path w="1804035" h="1122045">
                  <a:moveTo>
                    <a:pt x="116547" y="383438"/>
                  </a:moveTo>
                  <a:lnTo>
                    <a:pt x="116547" y="881138"/>
                  </a:lnTo>
                </a:path>
                <a:path w="1804035" h="1122045">
                  <a:moveTo>
                    <a:pt x="657148" y="656386"/>
                  </a:moveTo>
                  <a:lnTo>
                    <a:pt x="309029" y="558063"/>
                  </a:lnTo>
                </a:path>
                <a:path w="1804035" h="1122045">
                  <a:moveTo>
                    <a:pt x="307124" y="558063"/>
                  </a:moveTo>
                  <a:lnTo>
                    <a:pt x="307124" y="845832"/>
                  </a:lnTo>
                </a:path>
                <a:path w="1804035" h="1122045">
                  <a:moveTo>
                    <a:pt x="655624" y="661339"/>
                  </a:moveTo>
                  <a:lnTo>
                    <a:pt x="655624" y="948728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57397" y="3056229"/>
              <a:ext cx="97955" cy="157543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53661" y="3382340"/>
              <a:ext cx="97955" cy="156032"/>
            </a:xfrm>
            <a:prstGeom prst="rect">
              <a:avLst/>
            </a:prstGeom>
          </p:spPr>
        </p:pic>
      </p:grpSp>
      <p:sp>
        <p:nvSpPr>
          <p:cNvPr id="61" name="object 61" descr=""/>
          <p:cNvSpPr txBox="1"/>
          <p:nvPr/>
        </p:nvSpPr>
        <p:spPr>
          <a:xfrm>
            <a:off x="2836812" y="3092827"/>
            <a:ext cx="192405" cy="2603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LS1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(5)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4181892" y="3525619"/>
            <a:ext cx="192405" cy="2603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LS2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(6)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3611289" y="3308462"/>
            <a:ext cx="3454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(7)</a:t>
            </a:r>
            <a:r>
              <a:rPr dirty="0" sz="750" spc="45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PBS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64" name="object 64" descr=""/>
          <p:cNvGrpSpPr/>
          <p:nvPr/>
        </p:nvGrpSpPr>
        <p:grpSpPr>
          <a:xfrm>
            <a:off x="2649448" y="2361095"/>
            <a:ext cx="2480310" cy="1109980"/>
            <a:chOff x="2649448" y="2361095"/>
            <a:chExt cx="2480310" cy="1109980"/>
          </a:xfrm>
        </p:grpSpPr>
        <p:pic>
          <p:nvPicPr>
            <p:cNvPr id="65" name="object 6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960164" y="3369640"/>
              <a:ext cx="111975" cy="101346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4523358" y="2372105"/>
              <a:ext cx="606425" cy="63500"/>
            </a:xfrm>
            <a:custGeom>
              <a:avLst/>
              <a:gdLst/>
              <a:ahLst/>
              <a:cxnLst/>
              <a:rect l="l" t="t" r="r" b="b"/>
              <a:pathLst>
                <a:path w="606425" h="63500">
                  <a:moveTo>
                    <a:pt x="0" y="0"/>
                  </a:moveTo>
                  <a:lnTo>
                    <a:pt x="606285" y="0"/>
                  </a:lnTo>
                </a:path>
                <a:path w="606425" h="63500">
                  <a:moveTo>
                    <a:pt x="0" y="63398"/>
                  </a:moveTo>
                  <a:lnTo>
                    <a:pt x="606285" y="63398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2658554" y="2370200"/>
              <a:ext cx="857250" cy="69215"/>
            </a:xfrm>
            <a:custGeom>
              <a:avLst/>
              <a:gdLst/>
              <a:ahLst/>
              <a:cxnLst/>
              <a:rect l="l" t="t" r="r" b="b"/>
              <a:pathLst>
                <a:path w="857250" h="69214">
                  <a:moveTo>
                    <a:pt x="857250" y="0"/>
                  </a:moveTo>
                  <a:lnTo>
                    <a:pt x="0" y="0"/>
                  </a:lnTo>
                  <a:lnTo>
                    <a:pt x="0" y="68714"/>
                  </a:lnTo>
                  <a:lnTo>
                    <a:pt x="857250" y="68714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2658554" y="2370200"/>
              <a:ext cx="857250" cy="69215"/>
            </a:xfrm>
            <a:custGeom>
              <a:avLst/>
              <a:gdLst/>
              <a:ahLst/>
              <a:cxnLst/>
              <a:rect l="l" t="t" r="r" b="b"/>
              <a:pathLst>
                <a:path w="857250" h="69214">
                  <a:moveTo>
                    <a:pt x="0" y="0"/>
                  </a:moveTo>
                  <a:lnTo>
                    <a:pt x="857250" y="0"/>
                  </a:lnTo>
                  <a:lnTo>
                    <a:pt x="857250" y="68714"/>
                  </a:lnTo>
                  <a:lnTo>
                    <a:pt x="0" y="68714"/>
                  </a:lnTo>
                  <a:lnTo>
                    <a:pt x="0" y="0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33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1082" y="961543"/>
            <a:ext cx="537845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1495" algn="l"/>
              </a:tabLst>
            </a:pPr>
            <a:r>
              <a:rPr dirty="0" sz="1550" spc="40">
                <a:latin typeface="Times New Roman"/>
                <a:cs typeface="Times New Roman"/>
              </a:rPr>
              <a:t>6.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5" name="object 5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31082" y="1382253"/>
            <a:ext cx="43370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Times New Roman"/>
                <a:cs typeface="Times New Roman"/>
              </a:rPr>
              <a:t>Answer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43966" y="1553032"/>
            <a:ext cx="6410960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Ladder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diagram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: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Main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 spc="175">
                <a:latin typeface="Times New Roman"/>
                <a:cs typeface="Times New Roman"/>
              </a:rPr>
              <a:t>l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 spc="125">
                <a:latin typeface="Times New Roman"/>
                <a:cs typeface="Times New Roman"/>
              </a:rPr>
              <a:t>l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43966" y="1730501"/>
            <a:ext cx="6410960" cy="246379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310" marR="5277485">
              <a:lnSpc>
                <a:spcPts val="94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Main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 spc="175">
                <a:latin typeface="Times New Roman"/>
                <a:cs typeface="Times New Roman"/>
              </a:rPr>
              <a:t>l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50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Drilling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Control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Drilling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control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operation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43966" y="2027948"/>
            <a:ext cx="6410960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 spc="175">
                <a:latin typeface="Times New Roman"/>
                <a:cs typeface="Times New Roman"/>
              </a:rPr>
              <a:t>l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Manual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indication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43966" y="2640520"/>
            <a:ext cx="6410960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2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Auto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indication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43394" y="3297859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3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Manual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forward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43394" y="4450460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4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Manual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reverze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43966" y="5542889"/>
            <a:ext cx="6410960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5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Auto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ztart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33907" y="7114997"/>
            <a:ext cx="6421120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6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Motor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forward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43394" y="8207426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7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Confirm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forward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643394" y="2210752"/>
            <a:ext cx="629920" cy="360045"/>
          </a:xfrm>
          <a:custGeom>
            <a:avLst/>
            <a:gdLst/>
            <a:ahLst/>
            <a:cxnLst/>
            <a:rect l="l" t="t" r="r" b="b"/>
            <a:pathLst>
              <a:path w="629919" h="360044">
                <a:moveTo>
                  <a:pt x="0" y="0"/>
                </a:moveTo>
                <a:lnTo>
                  <a:pt x="0" y="359892"/>
                </a:lnTo>
              </a:path>
              <a:path w="629919" h="360044">
                <a:moveTo>
                  <a:pt x="629843" y="89992"/>
                </a:moveTo>
                <a:lnTo>
                  <a:pt x="629843" y="269557"/>
                </a:lnTo>
              </a:path>
              <a:path w="629919" h="360044">
                <a:moveTo>
                  <a:pt x="629843" y="179565"/>
                </a:moveTo>
                <a:lnTo>
                  <a:pt x="0" y="179565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" name="object 19" descr=""/>
          <p:cNvGrpSpPr/>
          <p:nvPr/>
        </p:nvGrpSpPr>
        <p:grpSpPr>
          <a:xfrm>
            <a:off x="1358652" y="2296001"/>
            <a:ext cx="998855" cy="189230"/>
            <a:chOff x="1358652" y="2296001"/>
            <a:chExt cx="998855" cy="189230"/>
          </a:xfrm>
        </p:grpSpPr>
        <p:sp>
          <p:nvSpPr>
            <p:cNvPr id="20" name="object 20" descr=""/>
            <p:cNvSpPr/>
            <p:nvPr/>
          </p:nvSpPr>
          <p:spPr>
            <a:xfrm>
              <a:off x="1363205" y="2300744"/>
              <a:ext cx="0" cy="179705"/>
            </a:xfrm>
            <a:custGeom>
              <a:avLst/>
              <a:gdLst/>
              <a:ahLst/>
              <a:cxnLst/>
              <a:rect l="l" t="t" r="r" b="b"/>
              <a:pathLst>
                <a:path w="0" h="179705">
                  <a:moveTo>
                    <a:pt x="0" y="0"/>
                  </a:moveTo>
                  <a:lnTo>
                    <a:pt x="0" y="179565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78462" y="2296001"/>
              <a:ext cx="279031" cy="188671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363205" y="2390317"/>
              <a:ext cx="720090" cy="0"/>
            </a:xfrm>
            <a:custGeom>
              <a:avLst/>
              <a:gdLst/>
              <a:ahLst/>
              <a:cxnLst/>
              <a:rect l="l" t="t" r="r" b="b"/>
              <a:pathLst>
                <a:path w="720089" h="0">
                  <a:moveTo>
                    <a:pt x="0" y="0"/>
                  </a:moveTo>
                  <a:lnTo>
                    <a:pt x="71981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150814" y="2172145"/>
            <a:ext cx="1174750" cy="463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3655">
              <a:lnSpc>
                <a:spcPct val="100000"/>
              </a:lnSpc>
              <a:spcBef>
                <a:spcPts val="135"/>
              </a:spcBef>
              <a:tabLst>
                <a:tab pos="880744" algn="l"/>
              </a:tabLst>
            </a:pPr>
            <a:r>
              <a:rPr dirty="0" sz="750" spc="-10">
                <a:latin typeface="Times New Roman"/>
                <a:cs typeface="Times New Roman"/>
              </a:rPr>
              <a:t>000.0l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3703" sz="1125" spc="89">
                <a:latin typeface="Times New Roman"/>
                <a:cs typeface="Times New Roman"/>
              </a:rPr>
              <a:t>0l0.0l</a:t>
            </a:r>
            <a:endParaRPr baseline="3703" sz="112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905510" algn="l"/>
              </a:tabLst>
            </a:pPr>
            <a:r>
              <a:rPr dirty="0" baseline="3703" sz="1125" spc="-15">
                <a:latin typeface="Times New Roman"/>
                <a:cs typeface="Times New Roman"/>
              </a:rPr>
              <a:t>Manual</a:t>
            </a:r>
            <a:r>
              <a:rPr dirty="0" baseline="3703" sz="1125">
                <a:latin typeface="Times New Roman"/>
                <a:cs typeface="Times New Roman"/>
              </a:rPr>
              <a:t>	</a:t>
            </a:r>
            <a:r>
              <a:rPr dirty="0" sz="750" spc="-20">
                <a:latin typeface="Times New Roman"/>
                <a:cs typeface="Times New Roman"/>
              </a:rPr>
              <a:t>Manu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643394" y="2822371"/>
            <a:ext cx="629920" cy="422275"/>
          </a:xfrm>
          <a:custGeom>
            <a:avLst/>
            <a:gdLst/>
            <a:ahLst/>
            <a:cxnLst/>
            <a:rect l="l" t="t" r="r" b="b"/>
            <a:pathLst>
              <a:path w="629919" h="422275">
                <a:moveTo>
                  <a:pt x="0" y="0"/>
                </a:moveTo>
                <a:lnTo>
                  <a:pt x="0" y="421766"/>
                </a:lnTo>
              </a:path>
              <a:path w="629919" h="422275">
                <a:moveTo>
                  <a:pt x="629843" y="119202"/>
                </a:moveTo>
                <a:lnTo>
                  <a:pt x="629843" y="299161"/>
                </a:lnTo>
              </a:path>
              <a:path w="629919" h="422275">
                <a:moveTo>
                  <a:pt x="629843" y="214122"/>
                </a:moveTo>
                <a:lnTo>
                  <a:pt x="0" y="21412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5" name="object 25" descr=""/>
          <p:cNvGrpSpPr/>
          <p:nvPr/>
        </p:nvGrpSpPr>
        <p:grpSpPr>
          <a:xfrm>
            <a:off x="1358652" y="2936906"/>
            <a:ext cx="998855" cy="189230"/>
            <a:chOff x="1358652" y="2936906"/>
            <a:chExt cx="998855" cy="189230"/>
          </a:xfrm>
        </p:grpSpPr>
        <p:sp>
          <p:nvSpPr>
            <p:cNvPr id="26" name="object 26" descr=""/>
            <p:cNvSpPr/>
            <p:nvPr/>
          </p:nvSpPr>
          <p:spPr>
            <a:xfrm>
              <a:off x="1363205" y="2941574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w="0" h="180339">
                  <a:moveTo>
                    <a:pt x="0" y="0"/>
                  </a:moveTo>
                  <a:lnTo>
                    <a:pt x="0" y="179958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8335" y="2936906"/>
              <a:ext cx="279158" cy="189052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1363205" y="3036493"/>
              <a:ext cx="720090" cy="0"/>
            </a:xfrm>
            <a:custGeom>
              <a:avLst/>
              <a:gdLst/>
              <a:ahLst/>
              <a:cxnLst/>
              <a:rect l="l" t="t" r="r" b="b"/>
              <a:pathLst>
                <a:path w="720089" h="0">
                  <a:moveTo>
                    <a:pt x="0" y="0"/>
                  </a:moveTo>
                  <a:lnTo>
                    <a:pt x="71981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1162583" y="2803875"/>
            <a:ext cx="1160145" cy="4775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59790" algn="l"/>
              </a:tabLst>
            </a:pPr>
            <a:r>
              <a:rPr dirty="0" sz="750" spc="-10">
                <a:latin typeface="Times New Roman"/>
                <a:cs typeface="Times New Roman"/>
              </a:rPr>
              <a:t>000.00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0l0.00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75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  <a:tabLst>
                <a:tab pos="872490" algn="l"/>
              </a:tabLst>
            </a:pPr>
            <a:r>
              <a:rPr dirty="0" baseline="3703" sz="1125" spc="-30">
                <a:latin typeface="Times New Roman"/>
                <a:cs typeface="Times New Roman"/>
              </a:rPr>
              <a:t>Auto</a:t>
            </a:r>
            <a:r>
              <a:rPr dirty="0" baseline="3703" sz="1125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Autom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643394" y="3460927"/>
            <a:ext cx="629920" cy="901700"/>
          </a:xfrm>
          <a:custGeom>
            <a:avLst/>
            <a:gdLst/>
            <a:ahLst/>
            <a:cxnLst/>
            <a:rect l="l" t="t" r="r" b="b"/>
            <a:pathLst>
              <a:path w="629919" h="901700">
                <a:moveTo>
                  <a:pt x="0" y="0"/>
                </a:moveTo>
                <a:lnTo>
                  <a:pt x="0" y="901649"/>
                </a:lnTo>
              </a:path>
              <a:path w="629919" h="901700">
                <a:moveTo>
                  <a:pt x="629843" y="147294"/>
                </a:moveTo>
                <a:lnTo>
                  <a:pt x="629843" y="327621"/>
                </a:lnTo>
              </a:path>
              <a:path w="629919" h="901700">
                <a:moveTo>
                  <a:pt x="0" y="242582"/>
                </a:moveTo>
                <a:lnTo>
                  <a:pt x="629843" y="242582"/>
                </a:lnTo>
              </a:path>
              <a:path w="629919" h="901700">
                <a:moveTo>
                  <a:pt x="629843" y="632104"/>
                </a:moveTo>
                <a:lnTo>
                  <a:pt x="629843" y="812444"/>
                </a:lnTo>
              </a:path>
              <a:path w="629919" h="901700">
                <a:moveTo>
                  <a:pt x="629843" y="727024"/>
                </a:moveTo>
                <a:lnTo>
                  <a:pt x="0" y="72702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1363205" y="3608222"/>
            <a:ext cx="629920" cy="180340"/>
          </a:xfrm>
          <a:custGeom>
            <a:avLst/>
            <a:gdLst/>
            <a:ahLst/>
            <a:cxnLst/>
            <a:rect l="l" t="t" r="r" b="b"/>
            <a:pathLst>
              <a:path w="629919" h="180339">
                <a:moveTo>
                  <a:pt x="0" y="0"/>
                </a:moveTo>
                <a:lnTo>
                  <a:pt x="0" y="180327"/>
                </a:lnTo>
              </a:path>
              <a:path w="629919" h="180339">
                <a:moveTo>
                  <a:pt x="629831" y="0"/>
                </a:moveTo>
                <a:lnTo>
                  <a:pt x="629831" y="180327"/>
                </a:lnTo>
              </a:path>
              <a:path w="629919" h="180339">
                <a:moveTo>
                  <a:pt x="0" y="95288"/>
                </a:moveTo>
                <a:lnTo>
                  <a:pt x="629831" y="9528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2" name="object 32" descr=""/>
          <p:cNvGrpSpPr/>
          <p:nvPr/>
        </p:nvGrpSpPr>
        <p:grpSpPr>
          <a:xfrm>
            <a:off x="1358652" y="3603542"/>
            <a:ext cx="4237990" cy="669925"/>
            <a:chOff x="1358652" y="3603542"/>
            <a:chExt cx="4237990" cy="669925"/>
          </a:xfrm>
        </p:grpSpPr>
        <p:sp>
          <p:nvSpPr>
            <p:cNvPr id="33" name="object 33" descr=""/>
            <p:cNvSpPr/>
            <p:nvPr/>
          </p:nvSpPr>
          <p:spPr>
            <a:xfrm>
              <a:off x="2083015" y="3608222"/>
              <a:ext cx="2519680" cy="180340"/>
            </a:xfrm>
            <a:custGeom>
              <a:avLst/>
              <a:gdLst/>
              <a:ahLst/>
              <a:cxnLst/>
              <a:rect l="l" t="t" r="r" b="b"/>
              <a:pathLst>
                <a:path w="2519679" h="180339">
                  <a:moveTo>
                    <a:pt x="0" y="0"/>
                  </a:moveTo>
                  <a:lnTo>
                    <a:pt x="0" y="180327"/>
                  </a:lnTo>
                </a:path>
                <a:path w="2519679" h="180339">
                  <a:moveTo>
                    <a:pt x="809777" y="0"/>
                  </a:moveTo>
                  <a:lnTo>
                    <a:pt x="809777" y="180327"/>
                  </a:lnTo>
                </a:path>
                <a:path w="2519679" h="180339">
                  <a:moveTo>
                    <a:pt x="899756" y="0"/>
                  </a:moveTo>
                  <a:lnTo>
                    <a:pt x="899756" y="180327"/>
                  </a:lnTo>
                </a:path>
                <a:path w="2519679" h="180339">
                  <a:moveTo>
                    <a:pt x="1619554" y="0"/>
                  </a:moveTo>
                  <a:lnTo>
                    <a:pt x="1619554" y="180327"/>
                  </a:lnTo>
                </a:path>
                <a:path w="2519679" h="180339">
                  <a:moveTo>
                    <a:pt x="1709547" y="0"/>
                  </a:moveTo>
                  <a:lnTo>
                    <a:pt x="1709547" y="180327"/>
                  </a:lnTo>
                </a:path>
                <a:path w="2519679" h="180339">
                  <a:moveTo>
                    <a:pt x="2429332" y="0"/>
                  </a:moveTo>
                  <a:lnTo>
                    <a:pt x="2429332" y="180327"/>
                  </a:lnTo>
                </a:path>
                <a:path w="2519679" h="180339">
                  <a:moveTo>
                    <a:pt x="2519324" y="0"/>
                  </a:moveTo>
                  <a:lnTo>
                    <a:pt x="2519324" y="180327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17445" y="3603542"/>
              <a:ext cx="279171" cy="189064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1363205" y="3608222"/>
              <a:ext cx="3959225" cy="665480"/>
            </a:xfrm>
            <a:custGeom>
              <a:avLst/>
              <a:gdLst/>
              <a:ahLst/>
              <a:cxnLst/>
              <a:rect l="l" t="t" r="r" b="b"/>
              <a:pathLst>
                <a:path w="3959225" h="665479">
                  <a:moveTo>
                    <a:pt x="719810" y="95288"/>
                  </a:moveTo>
                  <a:lnTo>
                    <a:pt x="1529588" y="95288"/>
                  </a:lnTo>
                </a:path>
                <a:path w="3959225" h="665479">
                  <a:moveTo>
                    <a:pt x="1619567" y="95288"/>
                  </a:moveTo>
                  <a:lnTo>
                    <a:pt x="2339365" y="95288"/>
                  </a:lnTo>
                </a:path>
                <a:path w="3959225" h="665479">
                  <a:moveTo>
                    <a:pt x="2429357" y="95288"/>
                  </a:moveTo>
                  <a:lnTo>
                    <a:pt x="3149142" y="95288"/>
                  </a:lnTo>
                </a:path>
                <a:path w="3959225" h="665479">
                  <a:moveTo>
                    <a:pt x="3239135" y="95288"/>
                  </a:moveTo>
                  <a:lnTo>
                    <a:pt x="3958920" y="95288"/>
                  </a:lnTo>
                </a:path>
                <a:path w="3959225" h="665479">
                  <a:moveTo>
                    <a:pt x="0" y="484809"/>
                  </a:moveTo>
                  <a:lnTo>
                    <a:pt x="0" y="665149"/>
                  </a:lnTo>
                </a:path>
                <a:path w="3959225" h="665479">
                  <a:moveTo>
                    <a:pt x="1169695" y="95288"/>
                  </a:moveTo>
                  <a:lnTo>
                    <a:pt x="1169695" y="578586"/>
                  </a:lnTo>
                </a:path>
                <a:path w="3959225" h="665479">
                  <a:moveTo>
                    <a:pt x="1169695" y="579729"/>
                  </a:moveTo>
                  <a:lnTo>
                    <a:pt x="0" y="579729"/>
                  </a:lnTo>
                </a:path>
                <a:path w="3959225" h="665479">
                  <a:moveTo>
                    <a:pt x="1619567" y="0"/>
                  </a:moveTo>
                  <a:lnTo>
                    <a:pt x="1529588" y="180327"/>
                  </a:lnTo>
                </a:path>
                <a:path w="3959225" h="665479">
                  <a:moveTo>
                    <a:pt x="2429357" y="0"/>
                  </a:moveTo>
                  <a:lnTo>
                    <a:pt x="2339365" y="180327"/>
                  </a:lnTo>
                </a:path>
                <a:path w="3959225" h="665479">
                  <a:moveTo>
                    <a:pt x="3239135" y="5334"/>
                  </a:moveTo>
                  <a:lnTo>
                    <a:pt x="3149142" y="184899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1111783" y="3489511"/>
            <a:ext cx="448818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35"/>
              </a:spcBef>
              <a:tabLst>
                <a:tab pos="792480" algn="l"/>
                <a:tab pos="1692275" algn="l"/>
                <a:tab pos="2487295" algn="l"/>
                <a:tab pos="3305810" algn="l"/>
                <a:tab pos="4168775" algn="l"/>
              </a:tabLst>
            </a:pPr>
            <a:r>
              <a:rPr dirty="0" baseline="7407" sz="1125" spc="89">
                <a:latin typeface="Times New Roman"/>
                <a:cs typeface="Times New Roman"/>
              </a:rPr>
              <a:t>0l0.0l</a:t>
            </a:r>
            <a:r>
              <a:rPr dirty="0" baseline="7407" sz="1125">
                <a:latin typeface="Times New Roman"/>
                <a:cs typeface="Times New Roman"/>
              </a:rPr>
              <a:t>	</a:t>
            </a:r>
            <a:r>
              <a:rPr dirty="0" baseline="7407" sz="1125" spc="-15">
                <a:latin typeface="Times New Roman"/>
                <a:cs typeface="Times New Roman"/>
              </a:rPr>
              <a:t>000.02</a:t>
            </a:r>
            <a:r>
              <a:rPr dirty="0" baseline="7407" sz="1125">
                <a:latin typeface="Times New Roman"/>
                <a:cs typeface="Times New Roman"/>
              </a:rPr>
              <a:t>	</a:t>
            </a:r>
            <a:r>
              <a:rPr dirty="0" baseline="7407" sz="1125" spc="-15">
                <a:latin typeface="Times New Roman"/>
                <a:cs typeface="Times New Roman"/>
              </a:rPr>
              <a:t>000.03</a:t>
            </a:r>
            <a:r>
              <a:rPr dirty="0" baseline="7407" sz="1125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000.06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7407" sz="1125" spc="-15">
                <a:latin typeface="Times New Roman"/>
                <a:cs typeface="Times New Roman"/>
              </a:rPr>
              <a:t>005.07</a:t>
            </a:r>
            <a:r>
              <a:rPr dirty="0" baseline="7407" sz="1125">
                <a:latin typeface="Times New Roman"/>
                <a:cs typeface="Times New Roman"/>
              </a:rPr>
              <a:t>	</a:t>
            </a:r>
            <a:r>
              <a:rPr dirty="0" baseline="7407" sz="1125" spc="-15">
                <a:latin typeface="Times New Roman"/>
                <a:cs typeface="Times New Roman"/>
              </a:rPr>
              <a:t>005.06</a:t>
            </a:r>
            <a:endParaRPr baseline="7407" sz="1125">
              <a:latin typeface="Times New Roman"/>
              <a:cs typeface="Times New Roman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162583" y="3780546"/>
            <a:ext cx="307340" cy="3200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23495">
              <a:lnSpc>
                <a:spcPct val="128899"/>
              </a:lnSpc>
              <a:spcBef>
                <a:spcPts val="90"/>
              </a:spcBef>
            </a:pPr>
            <a:r>
              <a:rPr dirty="0" sz="750" spc="-20">
                <a:latin typeface="Times New Roman"/>
                <a:cs typeface="Times New Roman"/>
              </a:rPr>
              <a:t>Manu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005.06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864923" y="3784117"/>
            <a:ext cx="35242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Forwzw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2791636" y="3808033"/>
            <a:ext cx="31559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Stopzw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3658742" y="3817143"/>
            <a:ext cx="19113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LS2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4471180" y="3817143"/>
            <a:ext cx="18478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Rev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5187189" y="3826635"/>
            <a:ext cx="44894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Manuforw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1091589" y="4278412"/>
            <a:ext cx="44894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Manuforw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643394" y="4622253"/>
            <a:ext cx="629920" cy="827405"/>
          </a:xfrm>
          <a:custGeom>
            <a:avLst/>
            <a:gdLst/>
            <a:ahLst/>
            <a:cxnLst/>
            <a:rect l="l" t="t" r="r" b="b"/>
            <a:pathLst>
              <a:path w="629919" h="827404">
                <a:moveTo>
                  <a:pt x="0" y="0"/>
                </a:moveTo>
                <a:lnTo>
                  <a:pt x="0" y="826871"/>
                </a:lnTo>
              </a:path>
              <a:path w="629919" h="827404">
                <a:moveTo>
                  <a:pt x="629843" y="119214"/>
                </a:moveTo>
                <a:lnTo>
                  <a:pt x="629843" y="299542"/>
                </a:lnTo>
              </a:path>
              <a:path w="629919" h="827404">
                <a:moveTo>
                  <a:pt x="0" y="214502"/>
                </a:moveTo>
                <a:lnTo>
                  <a:pt x="629843" y="214502"/>
                </a:lnTo>
              </a:path>
              <a:path w="629919" h="827404">
                <a:moveTo>
                  <a:pt x="629843" y="605155"/>
                </a:moveTo>
                <a:lnTo>
                  <a:pt x="629843" y="785101"/>
                </a:lnTo>
              </a:path>
              <a:path w="629919" h="827404">
                <a:moveTo>
                  <a:pt x="629843" y="700062"/>
                </a:moveTo>
                <a:lnTo>
                  <a:pt x="0" y="70006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1363205" y="4741468"/>
            <a:ext cx="629920" cy="180340"/>
          </a:xfrm>
          <a:custGeom>
            <a:avLst/>
            <a:gdLst/>
            <a:ahLst/>
            <a:cxnLst/>
            <a:rect l="l" t="t" r="r" b="b"/>
            <a:pathLst>
              <a:path w="629919" h="180339">
                <a:moveTo>
                  <a:pt x="0" y="0"/>
                </a:moveTo>
                <a:lnTo>
                  <a:pt x="0" y="180327"/>
                </a:lnTo>
              </a:path>
              <a:path w="629919" h="180339">
                <a:moveTo>
                  <a:pt x="629831" y="0"/>
                </a:moveTo>
                <a:lnTo>
                  <a:pt x="629831" y="180327"/>
                </a:lnTo>
              </a:path>
              <a:path w="629919" h="180339">
                <a:moveTo>
                  <a:pt x="0" y="95288"/>
                </a:moveTo>
                <a:lnTo>
                  <a:pt x="629831" y="9528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6" name="object 46" descr=""/>
          <p:cNvGrpSpPr/>
          <p:nvPr/>
        </p:nvGrpSpPr>
        <p:grpSpPr>
          <a:xfrm>
            <a:off x="1358652" y="4736725"/>
            <a:ext cx="4237990" cy="671195"/>
            <a:chOff x="1358652" y="4736725"/>
            <a:chExt cx="4237990" cy="671195"/>
          </a:xfrm>
        </p:grpSpPr>
        <p:sp>
          <p:nvSpPr>
            <p:cNvPr id="47" name="object 47" descr=""/>
            <p:cNvSpPr/>
            <p:nvPr/>
          </p:nvSpPr>
          <p:spPr>
            <a:xfrm>
              <a:off x="2083015" y="4741468"/>
              <a:ext cx="2519680" cy="180340"/>
            </a:xfrm>
            <a:custGeom>
              <a:avLst/>
              <a:gdLst/>
              <a:ahLst/>
              <a:cxnLst/>
              <a:rect l="l" t="t" r="r" b="b"/>
              <a:pathLst>
                <a:path w="2519679" h="180339">
                  <a:moveTo>
                    <a:pt x="0" y="0"/>
                  </a:moveTo>
                  <a:lnTo>
                    <a:pt x="0" y="180327"/>
                  </a:lnTo>
                </a:path>
                <a:path w="2519679" h="180339">
                  <a:moveTo>
                    <a:pt x="809777" y="0"/>
                  </a:moveTo>
                  <a:lnTo>
                    <a:pt x="809777" y="180327"/>
                  </a:lnTo>
                </a:path>
                <a:path w="2519679" h="180339">
                  <a:moveTo>
                    <a:pt x="899756" y="0"/>
                  </a:moveTo>
                  <a:lnTo>
                    <a:pt x="899756" y="180327"/>
                  </a:lnTo>
                </a:path>
                <a:path w="2519679" h="180339">
                  <a:moveTo>
                    <a:pt x="1619554" y="0"/>
                  </a:moveTo>
                  <a:lnTo>
                    <a:pt x="1619554" y="180327"/>
                  </a:lnTo>
                </a:path>
                <a:path w="2519679" h="180339">
                  <a:moveTo>
                    <a:pt x="1709547" y="0"/>
                  </a:moveTo>
                  <a:lnTo>
                    <a:pt x="1709547" y="180327"/>
                  </a:lnTo>
                </a:path>
                <a:path w="2519679" h="180339">
                  <a:moveTo>
                    <a:pt x="2429332" y="0"/>
                  </a:moveTo>
                  <a:lnTo>
                    <a:pt x="2429332" y="180327"/>
                  </a:lnTo>
                </a:path>
                <a:path w="2519679" h="180339">
                  <a:moveTo>
                    <a:pt x="2519324" y="0"/>
                  </a:moveTo>
                  <a:lnTo>
                    <a:pt x="2519324" y="180327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17572" y="4736725"/>
              <a:ext cx="279044" cy="190011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1363205" y="4741468"/>
              <a:ext cx="3959225" cy="666115"/>
            </a:xfrm>
            <a:custGeom>
              <a:avLst/>
              <a:gdLst/>
              <a:ahLst/>
              <a:cxnLst/>
              <a:rect l="l" t="t" r="r" b="b"/>
              <a:pathLst>
                <a:path w="3959225" h="666114">
                  <a:moveTo>
                    <a:pt x="719810" y="95288"/>
                  </a:moveTo>
                  <a:lnTo>
                    <a:pt x="1529588" y="95288"/>
                  </a:lnTo>
                </a:path>
                <a:path w="3959225" h="666114">
                  <a:moveTo>
                    <a:pt x="1619567" y="95288"/>
                  </a:moveTo>
                  <a:lnTo>
                    <a:pt x="2339365" y="95288"/>
                  </a:lnTo>
                </a:path>
                <a:path w="3959225" h="666114">
                  <a:moveTo>
                    <a:pt x="2429357" y="95288"/>
                  </a:moveTo>
                  <a:lnTo>
                    <a:pt x="3149142" y="95288"/>
                  </a:lnTo>
                </a:path>
                <a:path w="3959225" h="666114">
                  <a:moveTo>
                    <a:pt x="3239135" y="95288"/>
                  </a:moveTo>
                  <a:lnTo>
                    <a:pt x="3958920" y="95288"/>
                  </a:lnTo>
                </a:path>
                <a:path w="3959225" h="666114">
                  <a:moveTo>
                    <a:pt x="0" y="485940"/>
                  </a:moveTo>
                  <a:lnTo>
                    <a:pt x="0" y="665886"/>
                  </a:lnTo>
                </a:path>
                <a:path w="3959225" h="666114">
                  <a:moveTo>
                    <a:pt x="1169695" y="95288"/>
                  </a:moveTo>
                  <a:lnTo>
                    <a:pt x="1169695" y="559968"/>
                  </a:lnTo>
                </a:path>
                <a:path w="3959225" h="666114">
                  <a:moveTo>
                    <a:pt x="1169695" y="580847"/>
                  </a:moveTo>
                  <a:lnTo>
                    <a:pt x="0" y="580847"/>
                  </a:lnTo>
                </a:path>
                <a:path w="3959225" h="666114">
                  <a:moveTo>
                    <a:pt x="1619567" y="0"/>
                  </a:moveTo>
                  <a:lnTo>
                    <a:pt x="1529588" y="180327"/>
                  </a:lnTo>
                </a:path>
                <a:path w="3959225" h="666114">
                  <a:moveTo>
                    <a:pt x="2429357" y="0"/>
                  </a:moveTo>
                  <a:lnTo>
                    <a:pt x="2339365" y="180327"/>
                  </a:lnTo>
                </a:path>
                <a:path w="3959225" h="666114">
                  <a:moveTo>
                    <a:pt x="3239135" y="0"/>
                  </a:moveTo>
                  <a:lnTo>
                    <a:pt x="3149142" y="180327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1162583" y="4622747"/>
            <a:ext cx="441198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41680" algn="l"/>
                <a:tab pos="1641475" algn="l"/>
                <a:tab pos="2436495" algn="l"/>
                <a:tab pos="3255010" algn="l"/>
                <a:tab pos="4117975" algn="l"/>
              </a:tabLst>
            </a:pPr>
            <a:r>
              <a:rPr dirty="0" baseline="3703" sz="1125" spc="89">
                <a:latin typeface="Times New Roman"/>
                <a:cs typeface="Times New Roman"/>
              </a:rPr>
              <a:t>0l0.0l</a:t>
            </a:r>
            <a:r>
              <a:rPr dirty="0" baseline="3703" sz="1125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000.04</a:t>
            </a:r>
            <a:r>
              <a:rPr dirty="0" baseline="3703" sz="1125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000.03</a:t>
            </a:r>
            <a:r>
              <a:rPr dirty="0" baseline="3703" sz="1125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000.05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005.06</a:t>
            </a:r>
            <a:r>
              <a:rPr dirty="0" baseline="3703" sz="1125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005.07</a:t>
            </a:r>
            <a:endParaRPr baseline="3703" sz="1125">
              <a:latin typeface="Times New Roman"/>
              <a:cs typeface="Times New Roman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1162583" y="4902771"/>
            <a:ext cx="306070" cy="3327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23495">
              <a:lnSpc>
                <a:spcPct val="134200"/>
              </a:lnSpc>
              <a:spcBef>
                <a:spcPts val="90"/>
              </a:spcBef>
            </a:pPr>
            <a:r>
              <a:rPr dirty="0" sz="750" spc="-20">
                <a:latin typeface="Times New Roman"/>
                <a:cs typeface="Times New Roman"/>
              </a:rPr>
              <a:t>Manu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005.07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1861885" y="4917731"/>
            <a:ext cx="34798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Reverze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2791636" y="4936333"/>
            <a:ext cx="31559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Stopzw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3658742" y="4945824"/>
            <a:ext cx="19113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35">
                <a:latin typeface="Times New Roman"/>
                <a:cs typeface="Times New Roman"/>
              </a:rPr>
              <a:t>LSl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5324241" y="4946585"/>
            <a:ext cx="18478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Rev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1214213" y="5393806"/>
            <a:ext cx="18478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Rev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4352730" y="4955316"/>
            <a:ext cx="44894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Manuforw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8" name="object 58" descr=""/>
          <p:cNvSpPr/>
          <p:nvPr/>
        </p:nvSpPr>
        <p:spPr>
          <a:xfrm>
            <a:off x="633907" y="5717908"/>
            <a:ext cx="630555" cy="1323975"/>
          </a:xfrm>
          <a:custGeom>
            <a:avLst/>
            <a:gdLst/>
            <a:ahLst/>
            <a:cxnLst/>
            <a:rect l="l" t="t" r="r" b="b"/>
            <a:pathLst>
              <a:path w="630555" h="1323975">
                <a:moveTo>
                  <a:pt x="0" y="0"/>
                </a:moveTo>
                <a:lnTo>
                  <a:pt x="0" y="1323441"/>
                </a:lnTo>
              </a:path>
              <a:path w="630555" h="1323975">
                <a:moveTo>
                  <a:pt x="630212" y="109728"/>
                </a:moveTo>
                <a:lnTo>
                  <a:pt x="630212" y="290055"/>
                </a:lnTo>
              </a:path>
              <a:path w="630555" h="1323975">
                <a:moveTo>
                  <a:pt x="0" y="204635"/>
                </a:moveTo>
                <a:lnTo>
                  <a:pt x="630212" y="204635"/>
                </a:lnTo>
              </a:path>
              <a:path w="630555" h="1323975">
                <a:moveTo>
                  <a:pt x="630212" y="594906"/>
                </a:moveTo>
                <a:lnTo>
                  <a:pt x="630212" y="774471"/>
                </a:lnTo>
              </a:path>
              <a:path w="630555" h="1323975">
                <a:moveTo>
                  <a:pt x="630212" y="689813"/>
                </a:moveTo>
                <a:lnTo>
                  <a:pt x="0" y="689813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1354086" y="5827636"/>
            <a:ext cx="629920" cy="180340"/>
          </a:xfrm>
          <a:custGeom>
            <a:avLst/>
            <a:gdLst/>
            <a:ahLst/>
            <a:cxnLst/>
            <a:rect l="l" t="t" r="r" b="b"/>
            <a:pathLst>
              <a:path w="629919" h="180339">
                <a:moveTo>
                  <a:pt x="0" y="0"/>
                </a:moveTo>
                <a:lnTo>
                  <a:pt x="0" y="180327"/>
                </a:lnTo>
              </a:path>
              <a:path w="629919" h="180339">
                <a:moveTo>
                  <a:pt x="629450" y="0"/>
                </a:moveTo>
                <a:lnTo>
                  <a:pt x="629450" y="180327"/>
                </a:lnTo>
              </a:path>
              <a:path w="629919" h="180339">
                <a:moveTo>
                  <a:pt x="0" y="94907"/>
                </a:moveTo>
                <a:lnTo>
                  <a:pt x="629450" y="9490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2073529" y="5827636"/>
            <a:ext cx="810260" cy="180340"/>
          </a:xfrm>
          <a:custGeom>
            <a:avLst/>
            <a:gdLst/>
            <a:ahLst/>
            <a:cxnLst/>
            <a:rect l="l" t="t" r="r" b="b"/>
            <a:pathLst>
              <a:path w="810260" h="180339">
                <a:moveTo>
                  <a:pt x="0" y="0"/>
                </a:moveTo>
                <a:lnTo>
                  <a:pt x="0" y="180327"/>
                </a:lnTo>
              </a:path>
              <a:path w="810260" h="180339">
                <a:moveTo>
                  <a:pt x="809777" y="0"/>
                </a:moveTo>
                <a:lnTo>
                  <a:pt x="809777" y="180327"/>
                </a:lnTo>
              </a:path>
              <a:path w="810260" h="180339">
                <a:moveTo>
                  <a:pt x="0" y="94907"/>
                </a:moveTo>
                <a:lnTo>
                  <a:pt x="809777" y="9490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1" name="object 61" descr=""/>
          <p:cNvGrpSpPr/>
          <p:nvPr/>
        </p:nvGrpSpPr>
        <p:grpSpPr>
          <a:xfrm>
            <a:off x="1349324" y="5822765"/>
            <a:ext cx="3423285" cy="675005"/>
            <a:chOff x="1349324" y="5822765"/>
            <a:chExt cx="3423285" cy="675005"/>
          </a:xfrm>
        </p:grpSpPr>
        <p:sp>
          <p:nvSpPr>
            <p:cNvPr id="62" name="object 62" descr=""/>
            <p:cNvSpPr/>
            <p:nvPr/>
          </p:nvSpPr>
          <p:spPr>
            <a:xfrm>
              <a:off x="2973273" y="5827636"/>
              <a:ext cx="810260" cy="180340"/>
            </a:xfrm>
            <a:custGeom>
              <a:avLst/>
              <a:gdLst/>
              <a:ahLst/>
              <a:cxnLst/>
              <a:rect l="l" t="t" r="r" b="b"/>
              <a:pathLst>
                <a:path w="810260" h="180339">
                  <a:moveTo>
                    <a:pt x="0" y="0"/>
                  </a:moveTo>
                  <a:lnTo>
                    <a:pt x="0" y="180327"/>
                  </a:lnTo>
                </a:path>
                <a:path w="810260" h="180339">
                  <a:moveTo>
                    <a:pt x="719810" y="0"/>
                  </a:moveTo>
                  <a:lnTo>
                    <a:pt x="719810" y="180327"/>
                  </a:lnTo>
                </a:path>
                <a:path w="810260" h="180339">
                  <a:moveTo>
                    <a:pt x="809802" y="0"/>
                  </a:moveTo>
                  <a:lnTo>
                    <a:pt x="809802" y="180327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92682" y="5822765"/>
              <a:ext cx="279336" cy="189433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1354086" y="5827636"/>
              <a:ext cx="3149600" cy="664845"/>
            </a:xfrm>
            <a:custGeom>
              <a:avLst/>
              <a:gdLst/>
              <a:ahLst/>
              <a:cxnLst/>
              <a:rect l="l" t="t" r="r" b="b"/>
              <a:pathLst>
                <a:path w="3149600" h="664845">
                  <a:moveTo>
                    <a:pt x="1619186" y="94907"/>
                  </a:moveTo>
                  <a:lnTo>
                    <a:pt x="2338997" y="94907"/>
                  </a:lnTo>
                </a:path>
                <a:path w="3149600" h="664845">
                  <a:moveTo>
                    <a:pt x="2428989" y="94907"/>
                  </a:moveTo>
                  <a:lnTo>
                    <a:pt x="3149155" y="94907"/>
                  </a:lnTo>
                </a:path>
                <a:path w="3149600" h="664845">
                  <a:moveTo>
                    <a:pt x="0" y="485178"/>
                  </a:moveTo>
                  <a:lnTo>
                    <a:pt x="0" y="664743"/>
                  </a:lnTo>
                </a:path>
                <a:path w="3149600" h="664845">
                  <a:moveTo>
                    <a:pt x="1994268" y="580085"/>
                  </a:moveTo>
                  <a:lnTo>
                    <a:pt x="0" y="580085"/>
                  </a:lnTo>
                </a:path>
                <a:path w="3149600" h="664845">
                  <a:moveTo>
                    <a:pt x="2428989" y="0"/>
                  </a:moveTo>
                  <a:lnTo>
                    <a:pt x="2338997" y="180327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 descr=""/>
          <p:cNvSpPr txBox="1"/>
          <p:nvPr/>
        </p:nvSpPr>
        <p:spPr>
          <a:xfrm>
            <a:off x="1153469" y="5708531"/>
            <a:ext cx="3596004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41680" algn="l"/>
                <a:tab pos="1641475" algn="l"/>
                <a:tab pos="2435860" algn="l"/>
                <a:tab pos="3302000" algn="l"/>
              </a:tabLst>
            </a:pPr>
            <a:r>
              <a:rPr dirty="0" baseline="3703" sz="1125" spc="60">
                <a:latin typeface="Times New Roman"/>
                <a:cs typeface="Times New Roman"/>
              </a:rPr>
              <a:t>0l0.00</a:t>
            </a:r>
            <a:r>
              <a:rPr dirty="0" baseline="3703" sz="1125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000.07</a:t>
            </a:r>
            <a:r>
              <a:rPr dirty="0" baseline="3703" sz="1125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000.05</a:t>
            </a:r>
            <a:r>
              <a:rPr dirty="0" baseline="3703" sz="1125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000.03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005.08</a:t>
            </a:r>
            <a:endParaRPr baseline="3703" sz="1125">
              <a:latin typeface="Times New Roman"/>
              <a:cs typeface="Times New Roman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1153469" y="5989317"/>
            <a:ext cx="306705" cy="3308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2540">
              <a:lnSpc>
                <a:spcPct val="133500"/>
              </a:lnSpc>
              <a:spcBef>
                <a:spcPts val="90"/>
              </a:spcBef>
            </a:pPr>
            <a:r>
              <a:rPr dirty="0" sz="750" spc="-10">
                <a:latin typeface="Times New Roman"/>
                <a:cs typeface="Times New Roman"/>
              </a:rPr>
              <a:t>Autom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005.08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1959075" y="6022117"/>
            <a:ext cx="14478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PB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2845165" y="6022117"/>
            <a:ext cx="19113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35">
                <a:latin typeface="Times New Roman"/>
                <a:cs typeface="Times New Roman"/>
              </a:rPr>
              <a:t>LSl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3582055" y="6022117"/>
            <a:ext cx="31559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Stopzw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4388039" y="6027430"/>
            <a:ext cx="39751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Autoztart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1" name="object 71" descr=""/>
          <p:cNvSpPr/>
          <p:nvPr/>
        </p:nvSpPr>
        <p:spPr>
          <a:xfrm>
            <a:off x="624801" y="6782434"/>
            <a:ext cx="629920" cy="180340"/>
          </a:xfrm>
          <a:custGeom>
            <a:avLst/>
            <a:gdLst/>
            <a:ahLst/>
            <a:cxnLst/>
            <a:rect l="l" t="t" r="r" b="b"/>
            <a:pathLst>
              <a:path w="629919" h="180340">
                <a:moveTo>
                  <a:pt x="629450" y="0"/>
                </a:moveTo>
                <a:lnTo>
                  <a:pt x="629450" y="180327"/>
                </a:lnTo>
              </a:path>
              <a:path w="629919" h="180340">
                <a:moveTo>
                  <a:pt x="629450" y="94907"/>
                </a:moveTo>
                <a:lnTo>
                  <a:pt x="0" y="9490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1344218" y="6782434"/>
            <a:ext cx="2013585" cy="180340"/>
          </a:xfrm>
          <a:custGeom>
            <a:avLst/>
            <a:gdLst/>
            <a:ahLst/>
            <a:cxnLst/>
            <a:rect l="l" t="t" r="r" b="b"/>
            <a:pathLst>
              <a:path w="2013585" h="180340">
                <a:moveTo>
                  <a:pt x="0" y="0"/>
                </a:moveTo>
                <a:lnTo>
                  <a:pt x="0" y="180327"/>
                </a:lnTo>
              </a:path>
              <a:path w="2013585" h="180340">
                <a:moveTo>
                  <a:pt x="2013242" y="94907"/>
                </a:moveTo>
                <a:lnTo>
                  <a:pt x="0" y="9490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 txBox="1"/>
          <p:nvPr/>
        </p:nvSpPr>
        <p:spPr>
          <a:xfrm>
            <a:off x="1027431" y="6445267"/>
            <a:ext cx="557530" cy="6438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67945" marR="109220">
              <a:lnSpc>
                <a:spcPct val="137500"/>
              </a:lnSpc>
              <a:spcBef>
                <a:spcPts val="90"/>
              </a:spcBef>
            </a:pPr>
            <a:r>
              <a:rPr dirty="0" sz="750" spc="-10">
                <a:latin typeface="Times New Roman"/>
                <a:cs typeface="Times New Roman"/>
              </a:rPr>
              <a:t>Autoztart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005.l0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7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750" spc="-10">
                <a:latin typeface="Times New Roman"/>
                <a:cs typeface="Times New Roman"/>
              </a:rPr>
              <a:t>Confirmforw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4" name="object 74" descr=""/>
          <p:cNvSpPr/>
          <p:nvPr/>
        </p:nvSpPr>
        <p:spPr>
          <a:xfrm>
            <a:off x="3359365" y="5922162"/>
            <a:ext cx="0" cy="918844"/>
          </a:xfrm>
          <a:custGeom>
            <a:avLst/>
            <a:gdLst/>
            <a:ahLst/>
            <a:cxnLst/>
            <a:rect l="l" t="t" r="r" b="b"/>
            <a:pathLst>
              <a:path w="0" h="918845">
                <a:moveTo>
                  <a:pt x="0" y="0"/>
                </a:moveTo>
                <a:lnTo>
                  <a:pt x="0" y="91836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1354086" y="7392898"/>
            <a:ext cx="629920" cy="180340"/>
          </a:xfrm>
          <a:custGeom>
            <a:avLst/>
            <a:gdLst/>
            <a:ahLst/>
            <a:cxnLst/>
            <a:rect l="l" t="t" r="r" b="b"/>
            <a:pathLst>
              <a:path w="629919" h="180340">
                <a:moveTo>
                  <a:pt x="0" y="0"/>
                </a:moveTo>
                <a:lnTo>
                  <a:pt x="0" y="179946"/>
                </a:lnTo>
              </a:path>
              <a:path w="629919" h="180340">
                <a:moveTo>
                  <a:pt x="629450" y="0"/>
                </a:moveTo>
                <a:lnTo>
                  <a:pt x="629450" y="179946"/>
                </a:lnTo>
              </a:path>
              <a:path w="629919" h="180340">
                <a:moveTo>
                  <a:pt x="0" y="94907"/>
                </a:moveTo>
                <a:lnTo>
                  <a:pt x="629450" y="9490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633907" y="7272934"/>
            <a:ext cx="630555" cy="827405"/>
          </a:xfrm>
          <a:custGeom>
            <a:avLst/>
            <a:gdLst/>
            <a:ahLst/>
            <a:cxnLst/>
            <a:rect l="l" t="t" r="r" b="b"/>
            <a:pathLst>
              <a:path w="630555" h="827404">
                <a:moveTo>
                  <a:pt x="0" y="0"/>
                </a:moveTo>
                <a:lnTo>
                  <a:pt x="0" y="826858"/>
                </a:lnTo>
              </a:path>
              <a:path w="630555" h="827404">
                <a:moveTo>
                  <a:pt x="630212" y="119964"/>
                </a:moveTo>
                <a:lnTo>
                  <a:pt x="630212" y="299910"/>
                </a:lnTo>
              </a:path>
              <a:path w="630555" h="827404">
                <a:moveTo>
                  <a:pt x="0" y="214871"/>
                </a:moveTo>
                <a:lnTo>
                  <a:pt x="630212" y="214871"/>
                </a:lnTo>
              </a:path>
              <a:path w="630555" h="827404">
                <a:moveTo>
                  <a:pt x="630212" y="604773"/>
                </a:moveTo>
                <a:lnTo>
                  <a:pt x="630212" y="785101"/>
                </a:lnTo>
              </a:path>
              <a:path w="630555" h="827404">
                <a:moveTo>
                  <a:pt x="630212" y="699681"/>
                </a:moveTo>
                <a:lnTo>
                  <a:pt x="0" y="699681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/>
          <p:nvPr/>
        </p:nvSpPr>
        <p:spPr>
          <a:xfrm>
            <a:off x="1354086" y="7392898"/>
            <a:ext cx="2339340" cy="665480"/>
          </a:xfrm>
          <a:custGeom>
            <a:avLst/>
            <a:gdLst/>
            <a:ahLst/>
            <a:cxnLst/>
            <a:rect l="l" t="t" r="r" b="b"/>
            <a:pathLst>
              <a:path w="2339340" h="665479">
                <a:moveTo>
                  <a:pt x="719442" y="0"/>
                </a:moveTo>
                <a:lnTo>
                  <a:pt x="719442" y="179946"/>
                </a:lnTo>
              </a:path>
              <a:path w="2339340" h="665479">
                <a:moveTo>
                  <a:pt x="1529219" y="0"/>
                </a:moveTo>
                <a:lnTo>
                  <a:pt x="1529219" y="179946"/>
                </a:lnTo>
              </a:path>
              <a:path w="2339340" h="665479">
                <a:moveTo>
                  <a:pt x="1619186" y="0"/>
                </a:moveTo>
                <a:lnTo>
                  <a:pt x="1619186" y="179946"/>
                </a:lnTo>
              </a:path>
              <a:path w="2339340" h="665479">
                <a:moveTo>
                  <a:pt x="719442" y="94907"/>
                </a:moveTo>
                <a:lnTo>
                  <a:pt x="1529219" y="94907"/>
                </a:lnTo>
              </a:path>
              <a:path w="2339340" h="665479">
                <a:moveTo>
                  <a:pt x="1619186" y="94907"/>
                </a:moveTo>
                <a:lnTo>
                  <a:pt x="2338997" y="94907"/>
                </a:lnTo>
              </a:path>
              <a:path w="2339340" h="665479">
                <a:moveTo>
                  <a:pt x="0" y="484809"/>
                </a:moveTo>
                <a:lnTo>
                  <a:pt x="0" y="665137"/>
                </a:lnTo>
              </a:path>
              <a:path w="2339340" h="665479">
                <a:moveTo>
                  <a:pt x="1169314" y="104406"/>
                </a:moveTo>
                <a:lnTo>
                  <a:pt x="1169314" y="578573"/>
                </a:lnTo>
              </a:path>
              <a:path w="2339340" h="665479">
                <a:moveTo>
                  <a:pt x="1169314" y="579716"/>
                </a:moveTo>
                <a:lnTo>
                  <a:pt x="0" y="579716"/>
                </a:lnTo>
              </a:path>
              <a:path w="2339340" h="665479">
                <a:moveTo>
                  <a:pt x="1619186" y="0"/>
                </a:moveTo>
                <a:lnTo>
                  <a:pt x="1529219" y="17994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 txBox="1"/>
          <p:nvPr/>
        </p:nvSpPr>
        <p:spPr>
          <a:xfrm>
            <a:off x="1153469" y="7258998"/>
            <a:ext cx="193548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41680" algn="l"/>
                <a:tab pos="1641475" algn="l"/>
              </a:tabLst>
            </a:pPr>
            <a:r>
              <a:rPr dirty="0" sz="750" spc="-10">
                <a:latin typeface="Times New Roman"/>
                <a:cs typeface="Times New Roman"/>
              </a:rPr>
              <a:t>005.08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000.05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005.l0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1066913" y="8063083"/>
            <a:ext cx="46990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Motorforw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1121580" y="7541296"/>
            <a:ext cx="2066289" cy="3390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4450" marR="5080" indent="-32384">
              <a:lnSpc>
                <a:spcPct val="137200"/>
              </a:lnSpc>
              <a:spcBef>
                <a:spcPts val="90"/>
              </a:spcBef>
              <a:tabLst>
                <a:tab pos="821690" algn="l"/>
                <a:tab pos="1520825" algn="l"/>
              </a:tabLst>
            </a:pPr>
            <a:r>
              <a:rPr dirty="0" sz="750" spc="-10">
                <a:latin typeface="Times New Roman"/>
                <a:cs typeface="Times New Roman"/>
              </a:rPr>
              <a:t>Autoztart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40">
                <a:latin typeface="Times New Roman"/>
                <a:cs typeface="Times New Roman"/>
              </a:rPr>
              <a:t>LSl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Confirmforw</a:t>
            </a:r>
            <a:r>
              <a:rPr dirty="0" baseline="3703" sz="1125" spc="75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005.09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1" name="object 81" descr=""/>
          <p:cNvSpPr/>
          <p:nvPr/>
        </p:nvSpPr>
        <p:spPr>
          <a:xfrm>
            <a:off x="4677511" y="7392898"/>
            <a:ext cx="90170" cy="180340"/>
          </a:xfrm>
          <a:custGeom>
            <a:avLst/>
            <a:gdLst/>
            <a:ahLst/>
            <a:cxnLst/>
            <a:rect l="l" t="t" r="r" b="b"/>
            <a:pathLst>
              <a:path w="90170" h="180340">
                <a:moveTo>
                  <a:pt x="0" y="94907"/>
                </a:moveTo>
                <a:lnTo>
                  <a:pt x="89954" y="94907"/>
                </a:lnTo>
              </a:path>
              <a:path w="90170" h="180340">
                <a:moveTo>
                  <a:pt x="89954" y="0"/>
                </a:moveTo>
                <a:lnTo>
                  <a:pt x="89954" y="17994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/>
          <p:nvPr/>
        </p:nvSpPr>
        <p:spPr>
          <a:xfrm>
            <a:off x="3693083" y="7392898"/>
            <a:ext cx="810260" cy="180340"/>
          </a:xfrm>
          <a:custGeom>
            <a:avLst/>
            <a:gdLst/>
            <a:ahLst/>
            <a:cxnLst/>
            <a:rect l="l" t="t" r="r" b="b"/>
            <a:pathLst>
              <a:path w="810260" h="180340">
                <a:moveTo>
                  <a:pt x="0" y="0"/>
                </a:moveTo>
                <a:lnTo>
                  <a:pt x="0" y="179946"/>
                </a:lnTo>
              </a:path>
              <a:path w="810260" h="180340">
                <a:moveTo>
                  <a:pt x="89992" y="0"/>
                </a:moveTo>
                <a:lnTo>
                  <a:pt x="89992" y="179946"/>
                </a:lnTo>
              </a:path>
              <a:path w="810260" h="180340">
                <a:moveTo>
                  <a:pt x="89992" y="94907"/>
                </a:moveTo>
                <a:lnTo>
                  <a:pt x="810158" y="94907"/>
                </a:lnTo>
              </a:path>
              <a:path w="810260" h="180340">
                <a:moveTo>
                  <a:pt x="89992" y="0"/>
                </a:moveTo>
                <a:lnTo>
                  <a:pt x="0" y="17994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 txBox="1"/>
          <p:nvPr/>
        </p:nvSpPr>
        <p:spPr>
          <a:xfrm>
            <a:off x="3577118" y="7282534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000.03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4443086" y="7258998"/>
            <a:ext cx="30670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005.09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3582055" y="7578276"/>
            <a:ext cx="31559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Stopzw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4351972" y="7587388"/>
            <a:ext cx="46990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Motorforw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7" name="object 87" descr=""/>
          <p:cNvSpPr/>
          <p:nvPr/>
        </p:nvSpPr>
        <p:spPr>
          <a:xfrm>
            <a:off x="643394" y="8377313"/>
            <a:ext cx="629920" cy="1089025"/>
          </a:xfrm>
          <a:custGeom>
            <a:avLst/>
            <a:gdLst/>
            <a:ahLst/>
            <a:cxnLst/>
            <a:rect l="l" t="t" r="r" b="b"/>
            <a:pathLst>
              <a:path w="629919" h="1089025">
                <a:moveTo>
                  <a:pt x="0" y="0"/>
                </a:moveTo>
                <a:lnTo>
                  <a:pt x="0" y="1088821"/>
                </a:lnTo>
              </a:path>
              <a:path w="629919" h="1089025">
                <a:moveTo>
                  <a:pt x="629843" y="86563"/>
                </a:moveTo>
                <a:lnTo>
                  <a:pt x="629843" y="266890"/>
                </a:lnTo>
              </a:path>
              <a:path w="629919" h="1089025">
                <a:moveTo>
                  <a:pt x="629843" y="176542"/>
                </a:moveTo>
                <a:lnTo>
                  <a:pt x="0" y="176542"/>
                </a:lnTo>
              </a:path>
              <a:path w="629919" h="1089025">
                <a:moveTo>
                  <a:pt x="629843" y="552754"/>
                </a:moveTo>
                <a:lnTo>
                  <a:pt x="629843" y="732713"/>
                </a:lnTo>
              </a:path>
              <a:path w="629919" h="1089025">
                <a:moveTo>
                  <a:pt x="629843" y="647674"/>
                </a:moveTo>
                <a:lnTo>
                  <a:pt x="0" y="64767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 descr=""/>
          <p:cNvSpPr/>
          <p:nvPr/>
        </p:nvSpPr>
        <p:spPr>
          <a:xfrm>
            <a:off x="1363205" y="8463877"/>
            <a:ext cx="629920" cy="180340"/>
          </a:xfrm>
          <a:custGeom>
            <a:avLst/>
            <a:gdLst/>
            <a:ahLst/>
            <a:cxnLst/>
            <a:rect l="l" t="t" r="r" b="b"/>
            <a:pathLst>
              <a:path w="629919" h="180340">
                <a:moveTo>
                  <a:pt x="0" y="0"/>
                </a:moveTo>
                <a:lnTo>
                  <a:pt x="0" y="180327"/>
                </a:lnTo>
              </a:path>
              <a:path w="629919" h="180340">
                <a:moveTo>
                  <a:pt x="629831" y="0"/>
                </a:moveTo>
                <a:lnTo>
                  <a:pt x="629831" y="180327"/>
                </a:lnTo>
              </a:path>
              <a:path w="629919" h="180340">
                <a:moveTo>
                  <a:pt x="0" y="89979"/>
                </a:moveTo>
                <a:lnTo>
                  <a:pt x="629831" y="89979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 descr=""/>
          <p:cNvSpPr/>
          <p:nvPr/>
        </p:nvSpPr>
        <p:spPr>
          <a:xfrm>
            <a:off x="1363205" y="8463877"/>
            <a:ext cx="3689350" cy="646430"/>
          </a:xfrm>
          <a:custGeom>
            <a:avLst/>
            <a:gdLst/>
            <a:ahLst/>
            <a:cxnLst/>
            <a:rect l="l" t="t" r="r" b="b"/>
            <a:pathLst>
              <a:path w="3689350" h="646429">
                <a:moveTo>
                  <a:pt x="719810" y="0"/>
                </a:moveTo>
                <a:lnTo>
                  <a:pt x="719810" y="180327"/>
                </a:lnTo>
              </a:path>
              <a:path w="3689350" h="646429">
                <a:moveTo>
                  <a:pt x="719810" y="89979"/>
                </a:moveTo>
                <a:lnTo>
                  <a:pt x="1529588" y="89979"/>
                </a:lnTo>
              </a:path>
              <a:path w="3689350" h="646429">
                <a:moveTo>
                  <a:pt x="1529588" y="0"/>
                </a:moveTo>
                <a:lnTo>
                  <a:pt x="1529588" y="180327"/>
                </a:lnTo>
              </a:path>
              <a:path w="3689350" h="646429">
                <a:moveTo>
                  <a:pt x="1619567" y="0"/>
                </a:moveTo>
                <a:lnTo>
                  <a:pt x="1619567" y="180327"/>
                </a:lnTo>
              </a:path>
              <a:path w="3689350" h="646429">
                <a:moveTo>
                  <a:pt x="1619567" y="0"/>
                </a:moveTo>
                <a:lnTo>
                  <a:pt x="1529588" y="180327"/>
                </a:lnTo>
              </a:path>
              <a:path w="3689350" h="646429">
                <a:moveTo>
                  <a:pt x="1619567" y="89979"/>
                </a:moveTo>
                <a:lnTo>
                  <a:pt x="2159419" y="89979"/>
                </a:lnTo>
              </a:path>
              <a:path w="3689350" h="646429">
                <a:moveTo>
                  <a:pt x="2159419" y="180327"/>
                </a:moveTo>
                <a:lnTo>
                  <a:pt x="2159419" y="0"/>
                </a:lnTo>
              </a:path>
              <a:path w="3689350" h="646429">
                <a:moveTo>
                  <a:pt x="2249411" y="0"/>
                </a:moveTo>
                <a:lnTo>
                  <a:pt x="2249411" y="180327"/>
                </a:lnTo>
              </a:path>
              <a:path w="3689350" h="646429">
                <a:moveTo>
                  <a:pt x="2249411" y="0"/>
                </a:moveTo>
                <a:lnTo>
                  <a:pt x="2159419" y="180327"/>
                </a:lnTo>
              </a:path>
              <a:path w="3689350" h="646429">
                <a:moveTo>
                  <a:pt x="2249411" y="89979"/>
                </a:moveTo>
                <a:lnTo>
                  <a:pt x="3059188" y="89979"/>
                </a:lnTo>
              </a:path>
              <a:path w="3689350" h="646429">
                <a:moveTo>
                  <a:pt x="2699258" y="89979"/>
                </a:moveTo>
                <a:lnTo>
                  <a:pt x="2699258" y="393687"/>
                </a:lnTo>
              </a:path>
              <a:path w="3689350" h="646429">
                <a:moveTo>
                  <a:pt x="2699258" y="380403"/>
                </a:moveTo>
                <a:lnTo>
                  <a:pt x="3689007" y="380403"/>
                </a:lnTo>
              </a:path>
              <a:path w="3689350" h="646429">
                <a:moveTo>
                  <a:pt x="1169695" y="89979"/>
                </a:moveTo>
                <a:lnTo>
                  <a:pt x="1169695" y="573633"/>
                </a:lnTo>
              </a:path>
              <a:path w="3689350" h="646429">
                <a:moveTo>
                  <a:pt x="0" y="466191"/>
                </a:moveTo>
                <a:lnTo>
                  <a:pt x="0" y="646150"/>
                </a:lnTo>
              </a:path>
              <a:path w="3689350" h="646429">
                <a:moveTo>
                  <a:pt x="0" y="561111"/>
                </a:moveTo>
                <a:lnTo>
                  <a:pt x="1169695" y="561111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 descr=""/>
          <p:cNvSpPr/>
          <p:nvPr/>
        </p:nvSpPr>
        <p:spPr>
          <a:xfrm>
            <a:off x="4602340" y="8463877"/>
            <a:ext cx="90170" cy="180340"/>
          </a:xfrm>
          <a:custGeom>
            <a:avLst/>
            <a:gdLst/>
            <a:ahLst/>
            <a:cxnLst/>
            <a:rect l="l" t="t" r="r" b="b"/>
            <a:pathLst>
              <a:path w="90170" h="180340">
                <a:moveTo>
                  <a:pt x="0" y="89979"/>
                </a:moveTo>
                <a:lnTo>
                  <a:pt x="89954" y="89979"/>
                </a:lnTo>
              </a:path>
              <a:path w="90170" h="180340">
                <a:moveTo>
                  <a:pt x="89954" y="0"/>
                </a:moveTo>
                <a:lnTo>
                  <a:pt x="89954" y="18032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 descr=""/>
          <p:cNvSpPr txBox="1"/>
          <p:nvPr/>
        </p:nvSpPr>
        <p:spPr>
          <a:xfrm>
            <a:off x="1184982" y="8343641"/>
            <a:ext cx="347980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19455" algn="l"/>
                <a:tab pos="1619250" algn="l"/>
                <a:tab pos="2248535" algn="l"/>
                <a:tab pos="3186430" algn="l"/>
              </a:tabLst>
            </a:pPr>
            <a:r>
              <a:rPr dirty="0" sz="750" spc="-10">
                <a:latin typeface="Times New Roman"/>
                <a:cs typeface="Times New Roman"/>
              </a:rPr>
              <a:t>0l0.00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000.06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000.05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000.03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005.l0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4233143" y="8658366"/>
            <a:ext cx="55753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Confirmforw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3" name="object 93" descr=""/>
          <p:cNvSpPr txBox="1"/>
          <p:nvPr/>
        </p:nvSpPr>
        <p:spPr>
          <a:xfrm>
            <a:off x="1027431" y="9096474"/>
            <a:ext cx="55753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Confirmforw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4" name="object 94" descr=""/>
          <p:cNvSpPr txBox="1"/>
          <p:nvPr/>
        </p:nvSpPr>
        <p:spPr>
          <a:xfrm>
            <a:off x="1949965" y="8658366"/>
            <a:ext cx="19113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LS2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5" name="object 95" descr=""/>
          <p:cNvSpPr txBox="1"/>
          <p:nvPr/>
        </p:nvSpPr>
        <p:spPr>
          <a:xfrm>
            <a:off x="2859211" y="8658366"/>
            <a:ext cx="19113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35">
                <a:latin typeface="Times New Roman"/>
                <a:cs typeface="Times New Roman"/>
              </a:rPr>
              <a:t>LSl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6" name="object 96" descr=""/>
          <p:cNvSpPr txBox="1"/>
          <p:nvPr/>
        </p:nvSpPr>
        <p:spPr>
          <a:xfrm>
            <a:off x="3417289" y="8658366"/>
            <a:ext cx="31559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Stopzw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7" name="object 97" descr=""/>
          <p:cNvSpPr txBox="1"/>
          <p:nvPr/>
        </p:nvSpPr>
        <p:spPr>
          <a:xfrm>
            <a:off x="1175110" y="8621766"/>
            <a:ext cx="312420" cy="3200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9050" marR="5080" indent="-6985">
              <a:lnSpc>
                <a:spcPct val="128899"/>
              </a:lnSpc>
              <a:spcBef>
                <a:spcPts val="90"/>
              </a:spcBef>
            </a:pPr>
            <a:r>
              <a:rPr dirty="0" sz="750" spc="-10">
                <a:latin typeface="Times New Roman"/>
                <a:cs typeface="Times New Roman"/>
              </a:rPr>
              <a:t>Autom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005.l0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8" name="object 98" descr=""/>
          <p:cNvSpPr txBox="1"/>
          <p:nvPr/>
        </p:nvSpPr>
        <p:spPr>
          <a:xfrm>
            <a:off x="5052212" y="8717089"/>
            <a:ext cx="720725" cy="19431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395"/>
              </a:spcBef>
            </a:pPr>
            <a:r>
              <a:rPr dirty="0" sz="750" spc="-25">
                <a:latin typeface="Times New Roman"/>
                <a:cs typeface="Times New Roman"/>
              </a:rPr>
              <a:t>TIM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9" name="object 99" descr=""/>
          <p:cNvSpPr txBox="1"/>
          <p:nvPr/>
        </p:nvSpPr>
        <p:spPr>
          <a:xfrm>
            <a:off x="5052212" y="8911094"/>
            <a:ext cx="720725" cy="27876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2159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170"/>
              </a:spcBef>
            </a:pPr>
            <a:r>
              <a:rPr dirty="0" sz="750" spc="-25">
                <a:latin typeface="Times New Roman"/>
                <a:cs typeface="Times New Roman"/>
              </a:rPr>
              <a:t>000</a:t>
            </a:r>
            <a:endParaRPr sz="7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  <a:spcBef>
                <a:spcPts val="45"/>
              </a:spcBef>
            </a:pPr>
            <a:r>
              <a:rPr dirty="0" sz="750" spc="-10">
                <a:latin typeface="Times New Roman"/>
                <a:cs typeface="Times New Roman"/>
              </a:rPr>
              <a:t>delay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0" name="object 100" descr=""/>
          <p:cNvSpPr txBox="1"/>
          <p:nvPr/>
        </p:nvSpPr>
        <p:spPr>
          <a:xfrm>
            <a:off x="5052212" y="9189377"/>
            <a:ext cx="720725" cy="15811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2794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220"/>
              </a:spcBef>
            </a:pPr>
            <a:r>
              <a:rPr dirty="0" sz="750" spc="-10">
                <a:latin typeface="Times New Roman"/>
                <a:cs typeface="Times New Roman"/>
              </a:rPr>
              <a:t>#0020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1" name="object 101" descr=""/>
          <p:cNvSpPr/>
          <p:nvPr/>
        </p:nvSpPr>
        <p:spPr>
          <a:xfrm>
            <a:off x="641883" y="9329470"/>
            <a:ext cx="365760" cy="0"/>
          </a:xfrm>
          <a:custGeom>
            <a:avLst/>
            <a:gdLst/>
            <a:ahLst/>
            <a:cxnLst/>
            <a:rect l="l" t="t" r="r" b="b"/>
            <a:pathLst>
              <a:path w="365759" h="0">
                <a:moveTo>
                  <a:pt x="0" y="0"/>
                </a:moveTo>
                <a:lnTo>
                  <a:pt x="365213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34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1082" y="961543"/>
            <a:ext cx="537845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1495" algn="l"/>
              </a:tabLst>
            </a:pPr>
            <a:r>
              <a:rPr dirty="0" sz="1550" spc="40">
                <a:latin typeface="Times New Roman"/>
                <a:cs typeface="Times New Roman"/>
              </a:rPr>
              <a:t>6.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5" name="object 5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43394" y="2240546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9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Motor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forward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43394" y="3452964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90">
                <a:latin typeface="Times New Roman"/>
                <a:cs typeface="Times New Roman"/>
              </a:rPr>
              <a:t> l0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Motor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reverze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43966" y="5517845"/>
            <a:ext cx="6410960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90">
                <a:latin typeface="Times New Roman"/>
                <a:cs typeface="Times New Roman"/>
              </a:rPr>
              <a:t>l2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End</a:t>
            </a:r>
            <a:endParaRPr sz="750">
              <a:latin typeface="Times New Roman"/>
              <a:cs typeface="Times New Roman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8388" y="1838915"/>
            <a:ext cx="279019" cy="189433"/>
          </a:xfrm>
          <a:prstGeom prst="rect">
            <a:avLst/>
          </a:prstGeom>
        </p:spPr>
      </p:pic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638841" y="1550193"/>
          <a:ext cx="6497320" cy="629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090"/>
                <a:gridCol w="5692140"/>
              </a:tblGrid>
              <a:tr h="125730">
                <a:tc gridSpan="2">
                  <a:txBody>
                    <a:bodyPr/>
                    <a:lstStyle/>
                    <a:p>
                      <a:pPr marL="67945">
                        <a:lnSpc>
                          <a:spcPts val="865"/>
                        </a:lnSpc>
                        <a:spcBef>
                          <a:spcPts val="30"/>
                        </a:spcBef>
                      </a:pPr>
                      <a:r>
                        <a:rPr dirty="0" sz="75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dirty="0" sz="75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dirty="0" sz="7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–</a:t>
                      </a:r>
                      <a:r>
                        <a:rPr dirty="0" sz="75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Motor</a:t>
                      </a:r>
                      <a:r>
                        <a:rPr dirty="0" sz="75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reverze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3830">
                <a:tc gridSpan="2">
                  <a:txBody>
                    <a:bodyPr/>
                    <a:lstStyle/>
                    <a:p>
                      <a:pPr marL="592455">
                        <a:lnSpc>
                          <a:spcPts val="885"/>
                        </a:lnSpc>
                        <a:spcBef>
                          <a:spcPts val="305"/>
                        </a:spcBef>
                        <a:tabLst>
                          <a:tab pos="1675764" algn="l"/>
                        </a:tabLst>
                      </a:pPr>
                      <a:r>
                        <a:rPr dirty="0" baseline="3703" sz="1125" spc="-15">
                          <a:latin typeface="Times New Roman"/>
                          <a:cs typeface="Times New Roman"/>
                        </a:rPr>
                        <a:t>TIM000</a:t>
                      </a:r>
                      <a:r>
                        <a:rPr dirty="0" baseline="3703" sz="1125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750" spc="60">
                          <a:latin typeface="Times New Roman"/>
                          <a:cs typeface="Times New Roman"/>
                        </a:rPr>
                        <a:t>005.ll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01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249554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626110">
                        <a:lnSpc>
                          <a:spcPts val="755"/>
                        </a:lnSpc>
                        <a:spcBef>
                          <a:spcPts val="5"/>
                        </a:spcBef>
                        <a:tabLst>
                          <a:tab pos="1544955" algn="l"/>
                        </a:tabLst>
                      </a:pPr>
                      <a:r>
                        <a:rPr dirty="0" baseline="11111" sz="1125" spc="-15">
                          <a:latin typeface="Times New Roman"/>
                          <a:cs typeface="Times New Roman"/>
                        </a:rPr>
                        <a:t>Delay</a:t>
                      </a:r>
                      <a:r>
                        <a:rPr dirty="0" baseline="11111" sz="1125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Motorreverz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3" name="object 13" descr=""/>
          <p:cNvSpPr/>
          <p:nvPr/>
        </p:nvSpPr>
        <p:spPr>
          <a:xfrm>
            <a:off x="643394" y="2411196"/>
            <a:ext cx="720090" cy="960119"/>
          </a:xfrm>
          <a:custGeom>
            <a:avLst/>
            <a:gdLst/>
            <a:ahLst/>
            <a:cxnLst/>
            <a:rect l="l" t="t" r="r" b="b"/>
            <a:pathLst>
              <a:path w="720090" h="960120">
                <a:moveTo>
                  <a:pt x="0" y="0"/>
                </a:moveTo>
                <a:lnTo>
                  <a:pt x="0" y="959751"/>
                </a:lnTo>
              </a:path>
              <a:path w="720090" h="960120">
                <a:moveTo>
                  <a:pt x="719810" y="157581"/>
                </a:moveTo>
                <a:lnTo>
                  <a:pt x="719810" y="337527"/>
                </a:lnTo>
              </a:path>
              <a:path w="720090" h="960120">
                <a:moveTo>
                  <a:pt x="719810" y="686028"/>
                </a:moveTo>
                <a:lnTo>
                  <a:pt x="719810" y="865974"/>
                </a:lnTo>
              </a:path>
              <a:path w="720090" h="960120">
                <a:moveTo>
                  <a:pt x="719810" y="247535"/>
                </a:moveTo>
                <a:lnTo>
                  <a:pt x="0" y="247535"/>
                </a:lnTo>
              </a:path>
              <a:path w="720090" h="960120">
                <a:moveTo>
                  <a:pt x="719810" y="776020"/>
                </a:moveTo>
                <a:lnTo>
                  <a:pt x="0" y="77602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" name="object 14" descr=""/>
          <p:cNvGrpSpPr/>
          <p:nvPr/>
        </p:nvGrpSpPr>
        <p:grpSpPr>
          <a:xfrm>
            <a:off x="1448631" y="2564098"/>
            <a:ext cx="1179195" cy="713105"/>
            <a:chOff x="1448631" y="2564098"/>
            <a:chExt cx="1179195" cy="713105"/>
          </a:xfrm>
        </p:grpSpPr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48642" y="2564098"/>
              <a:ext cx="278764" cy="189052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1453184" y="2568778"/>
              <a:ext cx="899794" cy="708660"/>
            </a:xfrm>
            <a:custGeom>
              <a:avLst/>
              <a:gdLst/>
              <a:ahLst/>
              <a:cxnLst/>
              <a:rect l="l" t="t" r="r" b="b"/>
              <a:pathLst>
                <a:path w="899794" h="708660">
                  <a:moveTo>
                    <a:pt x="0" y="0"/>
                  </a:moveTo>
                  <a:lnTo>
                    <a:pt x="0" y="179946"/>
                  </a:lnTo>
                </a:path>
                <a:path w="899794" h="708660">
                  <a:moveTo>
                    <a:pt x="0" y="528447"/>
                  </a:moveTo>
                  <a:lnTo>
                    <a:pt x="0" y="708393"/>
                  </a:lnTo>
                </a:path>
                <a:path w="899794" h="708660">
                  <a:moveTo>
                    <a:pt x="0" y="89954"/>
                  </a:moveTo>
                  <a:lnTo>
                    <a:pt x="899756" y="89954"/>
                  </a:lnTo>
                </a:path>
                <a:path w="899794" h="708660">
                  <a:moveTo>
                    <a:pt x="449884" y="108927"/>
                  </a:moveTo>
                  <a:lnTo>
                    <a:pt x="449884" y="607796"/>
                  </a:lnTo>
                </a:path>
                <a:path w="899794" h="708660">
                  <a:moveTo>
                    <a:pt x="0" y="618439"/>
                  </a:moveTo>
                  <a:lnTo>
                    <a:pt x="449884" y="618439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260910" y="2435618"/>
            <a:ext cx="133350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039494" algn="l"/>
              </a:tabLst>
            </a:pPr>
            <a:r>
              <a:rPr dirty="0" sz="750" spc="-10">
                <a:latin typeface="Times New Roman"/>
                <a:cs typeface="Times New Roman"/>
              </a:rPr>
              <a:t>005.09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0l0.02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170934" y="2739336"/>
            <a:ext cx="46990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Motorforw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170934" y="2954214"/>
            <a:ext cx="469900" cy="46418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34925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005.06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7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750" spc="-10">
                <a:latin typeface="Times New Roman"/>
                <a:cs typeface="Times New Roman"/>
              </a:rPr>
              <a:t>Motorforw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222548" y="2777300"/>
            <a:ext cx="46990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Motorforw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643394" y="3624173"/>
            <a:ext cx="720090" cy="950594"/>
          </a:xfrm>
          <a:custGeom>
            <a:avLst/>
            <a:gdLst/>
            <a:ahLst/>
            <a:cxnLst/>
            <a:rect l="l" t="t" r="r" b="b"/>
            <a:pathLst>
              <a:path w="720090" h="950595">
                <a:moveTo>
                  <a:pt x="0" y="0"/>
                </a:moveTo>
                <a:lnTo>
                  <a:pt x="0" y="950252"/>
                </a:lnTo>
              </a:path>
              <a:path w="720090" h="950595">
                <a:moveTo>
                  <a:pt x="719810" y="162483"/>
                </a:moveTo>
                <a:lnTo>
                  <a:pt x="719810" y="342061"/>
                </a:lnTo>
              </a:path>
              <a:path w="720090" h="950595">
                <a:moveTo>
                  <a:pt x="719810" y="704621"/>
                </a:moveTo>
                <a:lnTo>
                  <a:pt x="719810" y="884567"/>
                </a:lnTo>
              </a:path>
              <a:path w="720090" h="950595">
                <a:moveTo>
                  <a:pt x="719810" y="257022"/>
                </a:moveTo>
                <a:lnTo>
                  <a:pt x="0" y="257022"/>
                </a:lnTo>
              </a:path>
              <a:path w="720090" h="950595">
                <a:moveTo>
                  <a:pt x="719810" y="799528"/>
                </a:moveTo>
                <a:lnTo>
                  <a:pt x="0" y="79952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2" name="object 22" descr=""/>
          <p:cNvGrpSpPr/>
          <p:nvPr/>
        </p:nvGrpSpPr>
        <p:grpSpPr>
          <a:xfrm>
            <a:off x="1448631" y="3781914"/>
            <a:ext cx="1179195" cy="727075"/>
            <a:chOff x="1448631" y="3781914"/>
            <a:chExt cx="1179195" cy="727075"/>
          </a:xfrm>
        </p:grpSpPr>
        <p:pic>
          <p:nvPicPr>
            <p:cNvPr id="23" name="object 2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8388" y="3781914"/>
              <a:ext cx="279019" cy="188683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453184" y="3786657"/>
              <a:ext cx="899794" cy="722630"/>
            </a:xfrm>
            <a:custGeom>
              <a:avLst/>
              <a:gdLst/>
              <a:ahLst/>
              <a:cxnLst/>
              <a:rect l="l" t="t" r="r" b="b"/>
              <a:pathLst>
                <a:path w="899794" h="722629">
                  <a:moveTo>
                    <a:pt x="0" y="0"/>
                  </a:moveTo>
                  <a:lnTo>
                    <a:pt x="0" y="179577"/>
                  </a:lnTo>
                </a:path>
                <a:path w="899794" h="722629">
                  <a:moveTo>
                    <a:pt x="0" y="542137"/>
                  </a:moveTo>
                  <a:lnTo>
                    <a:pt x="0" y="722083"/>
                  </a:lnTo>
                </a:path>
                <a:path w="899794" h="722629">
                  <a:moveTo>
                    <a:pt x="0" y="94538"/>
                  </a:moveTo>
                  <a:lnTo>
                    <a:pt x="899756" y="94538"/>
                  </a:lnTo>
                </a:path>
                <a:path w="899794" h="722629">
                  <a:moveTo>
                    <a:pt x="449884" y="104406"/>
                  </a:moveTo>
                  <a:lnTo>
                    <a:pt x="449884" y="611987"/>
                  </a:lnTo>
                </a:path>
                <a:path w="899794" h="722629">
                  <a:moveTo>
                    <a:pt x="0" y="637044"/>
                  </a:moveTo>
                  <a:lnTo>
                    <a:pt x="449884" y="637044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1260910" y="3648583"/>
            <a:ext cx="133350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039494" algn="l"/>
              </a:tabLst>
            </a:pPr>
            <a:r>
              <a:rPr dirty="0" sz="750" spc="65">
                <a:latin typeface="Times New Roman"/>
                <a:cs typeface="Times New Roman"/>
              </a:rPr>
              <a:t>005.ll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0l0.03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114748" y="3967481"/>
            <a:ext cx="57213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Motorreverze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270402" y="4185777"/>
            <a:ext cx="306070" cy="4737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005.07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750">
              <a:latin typeface="Times New Roman"/>
              <a:cs typeface="Times New Roman"/>
            </a:endParaRPr>
          </a:p>
          <a:p>
            <a:pPr marL="53340">
              <a:lnSpc>
                <a:spcPct val="100000"/>
              </a:lnSpc>
            </a:pPr>
            <a:r>
              <a:rPr dirty="0" sz="750" spc="-25">
                <a:latin typeface="Times New Roman"/>
                <a:cs typeface="Times New Roman"/>
              </a:rPr>
              <a:t>Rev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2175852" y="4014179"/>
            <a:ext cx="57213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Motorreverze</a:t>
            </a:r>
            <a:endParaRPr sz="750">
              <a:latin typeface="Times New Roman"/>
              <a:cs typeface="Times New Roman"/>
            </a:endParaRPr>
          </a:p>
        </p:txBody>
      </p:sp>
      <p:pic>
        <p:nvPicPr>
          <p:cNvPr id="29" name="object 2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8388" y="5074792"/>
            <a:ext cx="279019" cy="199497"/>
          </a:xfrm>
          <a:prstGeom prst="rect">
            <a:avLst/>
          </a:prstGeom>
        </p:spPr>
      </p:pic>
      <p:graphicFrame>
        <p:nvGraphicFramePr>
          <p:cNvPr id="30" name="object 30" descr=""/>
          <p:cNvGraphicFramePr>
            <a:graphicFrameLocks noGrp="1"/>
          </p:cNvGraphicFramePr>
          <p:nvPr/>
        </p:nvGraphicFramePr>
        <p:xfrm>
          <a:off x="638841" y="4662125"/>
          <a:ext cx="6497320" cy="777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090"/>
                <a:gridCol w="5692140"/>
              </a:tblGrid>
              <a:tr h="245745">
                <a:tc gridSpan="2">
                  <a:txBody>
                    <a:bodyPr/>
                    <a:lstStyle/>
                    <a:p>
                      <a:pPr marL="67945" marR="5372100">
                        <a:lnSpc>
                          <a:spcPts val="940"/>
                        </a:lnSpc>
                      </a:pPr>
                      <a:r>
                        <a:rPr dirty="0" sz="75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dirty="0" sz="75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175">
                          <a:latin typeface="Times New Roman"/>
                          <a:cs typeface="Times New Roman"/>
                        </a:rPr>
                        <a:t>ll</a:t>
                      </a:r>
                      <a:r>
                        <a:rPr dirty="0" sz="7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–</a:t>
                      </a:r>
                      <a:r>
                        <a:rPr dirty="0" sz="75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Autoztart</a:t>
                      </a:r>
                      <a:r>
                        <a:rPr dirty="0" sz="7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Autoztart</a:t>
                      </a:r>
                      <a:r>
                        <a:rPr dirty="0" sz="7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indicator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7800">
                <a:tc gridSpan="2">
                  <a:txBody>
                    <a:bodyPr/>
                    <a:lstStyle/>
                    <a:p>
                      <a:pPr marL="625475">
                        <a:lnSpc>
                          <a:spcPts val="880"/>
                        </a:lnSpc>
                        <a:spcBef>
                          <a:spcPts val="420"/>
                        </a:spcBef>
                        <a:tabLst>
                          <a:tab pos="1667510" algn="l"/>
                        </a:tabLst>
                      </a:pPr>
                      <a:r>
                        <a:rPr dirty="0" baseline="3703" sz="1125" spc="-15">
                          <a:latin typeface="Times New Roman"/>
                          <a:cs typeface="Times New Roman"/>
                        </a:rPr>
                        <a:t>005.08</a:t>
                      </a:r>
                      <a:r>
                        <a:rPr dirty="0" baseline="3703" sz="1125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0l0.04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952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5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25907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577215">
                        <a:lnSpc>
                          <a:spcPts val="875"/>
                        </a:lnSpc>
                        <a:tabLst>
                          <a:tab pos="1520190" algn="l"/>
                        </a:tabLst>
                      </a:pPr>
                      <a:r>
                        <a:rPr dirty="0" baseline="11111" sz="1125" spc="-15">
                          <a:latin typeface="Times New Roman"/>
                          <a:cs typeface="Times New Roman"/>
                        </a:rPr>
                        <a:t>Autoztart</a:t>
                      </a:r>
                      <a:r>
                        <a:rPr dirty="0" baseline="11111" sz="1125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Autoztirtindi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034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1" name="object 31" descr=""/>
          <p:cNvGrpSpPr/>
          <p:nvPr/>
        </p:nvGrpSpPr>
        <p:grpSpPr>
          <a:xfrm>
            <a:off x="638632" y="5691504"/>
            <a:ext cx="1539875" cy="313690"/>
            <a:chOff x="638632" y="5691504"/>
            <a:chExt cx="1539875" cy="313690"/>
          </a:xfrm>
        </p:grpSpPr>
        <p:sp>
          <p:nvSpPr>
            <p:cNvPr id="32" name="object 32" descr=""/>
            <p:cNvSpPr/>
            <p:nvPr/>
          </p:nvSpPr>
          <p:spPr>
            <a:xfrm>
              <a:off x="643394" y="5696267"/>
              <a:ext cx="0" cy="304165"/>
            </a:xfrm>
            <a:custGeom>
              <a:avLst/>
              <a:gdLst/>
              <a:ahLst/>
              <a:cxnLst/>
              <a:rect l="l" t="t" r="r" b="b"/>
              <a:pathLst>
                <a:path w="0" h="304164">
                  <a:moveTo>
                    <a:pt x="0" y="0"/>
                  </a:moveTo>
                  <a:lnTo>
                    <a:pt x="0" y="303707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453184" y="5749035"/>
              <a:ext cx="720725" cy="199390"/>
            </a:xfrm>
            <a:custGeom>
              <a:avLst/>
              <a:gdLst/>
              <a:ahLst/>
              <a:cxnLst/>
              <a:rect l="l" t="t" r="r" b="b"/>
              <a:pathLst>
                <a:path w="720725" h="199389">
                  <a:moveTo>
                    <a:pt x="0" y="0"/>
                  </a:moveTo>
                  <a:lnTo>
                    <a:pt x="720178" y="0"/>
                  </a:lnTo>
                  <a:lnTo>
                    <a:pt x="720178" y="198920"/>
                  </a:lnTo>
                  <a:lnTo>
                    <a:pt x="0" y="19892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1598034" y="5782182"/>
            <a:ext cx="43053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END</a:t>
            </a:r>
            <a:r>
              <a:rPr dirty="0" sz="750" spc="135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(0l)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643394" y="5843955"/>
            <a:ext cx="810260" cy="0"/>
          </a:xfrm>
          <a:custGeom>
            <a:avLst/>
            <a:gdLst/>
            <a:ahLst/>
            <a:cxnLst/>
            <a:rect l="l" t="t" r="r" b="b"/>
            <a:pathLst>
              <a:path w="810260" h="0">
                <a:moveTo>
                  <a:pt x="809790" y="0"/>
                </a:moveTo>
                <a:lnTo>
                  <a:pt x="0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35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4683569" y="2540101"/>
          <a:ext cx="2232025" cy="804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8490"/>
                <a:gridCol w="843915"/>
                <a:gridCol w="675005"/>
              </a:tblGrid>
              <a:tr h="16827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Address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Instruction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30">
                          <a:latin typeface="Times New Roman"/>
                          <a:cs typeface="Times New Roman"/>
                        </a:rPr>
                        <a:t>Data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67310">
                        <a:lnSpc>
                          <a:spcPts val="1105"/>
                        </a:lnSpc>
                        <a:spcBef>
                          <a:spcPts val="7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05"/>
                        </a:lnSpc>
                        <a:spcBef>
                          <a:spcPts val="7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LD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05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40">
                          <a:latin typeface="Times New Roman"/>
                          <a:cs typeface="Times New Roman"/>
                        </a:rPr>
                        <a:t>000l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LD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40">
                          <a:latin typeface="Times New Roman"/>
                          <a:cs typeface="Times New Roman"/>
                        </a:rPr>
                        <a:t>0000l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55">
                          <a:latin typeface="Times New Roman"/>
                          <a:cs typeface="Times New Roman"/>
                        </a:rPr>
                        <a:t>HEEP(ll)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40">
                          <a:latin typeface="Times New Roman"/>
                          <a:cs typeface="Times New Roman"/>
                        </a:rPr>
                        <a:t>l0000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40">
                          <a:latin typeface="Times New Roman"/>
                          <a:cs typeface="Times New Roman"/>
                        </a:rPr>
                        <a:t>END(0l)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 descr=""/>
          <p:cNvSpPr txBox="1"/>
          <p:nvPr/>
        </p:nvSpPr>
        <p:spPr>
          <a:xfrm>
            <a:off x="631082" y="4424276"/>
            <a:ext cx="5864225" cy="8686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25"/>
              </a:spcBef>
              <a:buSzPct val="48387"/>
              <a:buFont typeface="Segoe UI Symbol"/>
              <a:buChar char="❑"/>
              <a:tabLst>
                <a:tab pos="237490" algn="l"/>
              </a:tabLst>
            </a:pPr>
            <a:r>
              <a:rPr dirty="0" sz="1550">
                <a:latin typeface="Times New Roman"/>
                <a:cs typeface="Times New Roman"/>
              </a:rPr>
              <a:t>DIFU(13)</a:t>
            </a:r>
            <a:r>
              <a:rPr dirty="0" sz="1550" spc="160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and</a:t>
            </a:r>
            <a:r>
              <a:rPr dirty="0" sz="1550" spc="1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DIFD(14)</a:t>
            </a:r>
            <a:r>
              <a:rPr dirty="0" sz="1550" spc="170">
                <a:latin typeface="Times New Roman"/>
                <a:cs typeface="Times New Roman"/>
              </a:rPr>
              <a:t> </a:t>
            </a:r>
            <a:r>
              <a:rPr dirty="0" sz="1550">
                <a:latin typeface="Arial"/>
                <a:cs typeface="Arial"/>
              </a:rPr>
              <a:t>–</a:t>
            </a:r>
            <a:r>
              <a:rPr dirty="0" sz="1550" spc="114">
                <a:latin typeface="Arial"/>
                <a:cs typeface="Arial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Differentiation</a:t>
            </a:r>
            <a:endParaRPr sz="1550">
              <a:latin typeface="Times New Roman"/>
              <a:cs typeface="Times New Roman"/>
            </a:endParaRPr>
          </a:p>
          <a:p>
            <a:pPr marL="1362075">
              <a:lnSpc>
                <a:spcPct val="100000"/>
              </a:lnSpc>
              <a:spcBef>
                <a:spcPts val="1240"/>
              </a:spcBef>
            </a:pPr>
            <a:r>
              <a:rPr dirty="0" sz="950">
                <a:latin typeface="Times New Roman"/>
                <a:cs typeface="Times New Roman"/>
              </a:rPr>
              <a:t>DIFU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DIFD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turnz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output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for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one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zcan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only.</a:t>
            </a:r>
            <a:endParaRPr sz="950">
              <a:latin typeface="Times New Roman"/>
              <a:cs typeface="Times New Roman"/>
            </a:endParaRPr>
          </a:p>
          <a:p>
            <a:pPr marL="1362075" marR="5080">
              <a:lnSpc>
                <a:spcPct val="103600"/>
              </a:lnSpc>
            </a:pPr>
            <a:r>
              <a:rPr dirty="0" sz="950">
                <a:latin typeface="Times New Roman"/>
                <a:cs typeface="Times New Roman"/>
              </a:rPr>
              <a:t>DIFU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turnz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itz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output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detectz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OFF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 spc="165">
                <a:latin typeface="Times New Roman"/>
                <a:cs typeface="Times New Roman"/>
              </a:rPr>
              <a:t>-</a:t>
            </a:r>
            <a:r>
              <a:rPr dirty="0" sz="950" spc="290">
                <a:latin typeface="Times New Roman"/>
                <a:cs typeface="Times New Roman"/>
              </a:rPr>
              <a:t>&gt;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tranziztion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in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itz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input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zignal. </a:t>
            </a:r>
            <a:r>
              <a:rPr dirty="0" sz="950">
                <a:latin typeface="Times New Roman"/>
                <a:cs typeface="Times New Roman"/>
              </a:rPr>
              <a:t>DIFD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turnz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itz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output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detectz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 spc="165">
                <a:latin typeface="Times New Roman"/>
                <a:cs typeface="Times New Roman"/>
              </a:rPr>
              <a:t>-</a:t>
            </a:r>
            <a:r>
              <a:rPr dirty="0" sz="950" spc="290">
                <a:latin typeface="Times New Roman"/>
                <a:cs typeface="Times New Roman"/>
              </a:rPr>
              <a:t>&gt;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OFF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tranziztion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in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itz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input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zignal.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980717" y="5866527"/>
            <a:ext cx="28892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Times New Roman"/>
                <a:cs typeface="Times New Roman"/>
              </a:rPr>
              <a:t>Input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980717" y="6466745"/>
            <a:ext cx="32639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20">
                <a:latin typeface="Times New Roman"/>
                <a:cs typeface="Times New Roman"/>
              </a:rPr>
              <a:t>DIFU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980717" y="7066588"/>
            <a:ext cx="32766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20">
                <a:latin typeface="Times New Roman"/>
                <a:cs typeface="Times New Roman"/>
              </a:rPr>
              <a:t>DIFD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2712847" y="2587561"/>
            <a:ext cx="1492250" cy="770255"/>
          </a:xfrm>
          <a:custGeom>
            <a:avLst/>
            <a:gdLst/>
            <a:ahLst/>
            <a:cxnLst/>
            <a:rect l="l" t="t" r="r" b="b"/>
            <a:pathLst>
              <a:path w="1492250" h="770254">
                <a:moveTo>
                  <a:pt x="1491805" y="256070"/>
                </a:moveTo>
                <a:lnTo>
                  <a:pt x="1487757" y="210056"/>
                </a:lnTo>
                <a:lnTo>
                  <a:pt x="1476087" y="166743"/>
                </a:lnTo>
                <a:lnTo>
                  <a:pt x="1457505" y="126853"/>
                </a:lnTo>
                <a:lnTo>
                  <a:pt x="1432723" y="91112"/>
                </a:lnTo>
                <a:lnTo>
                  <a:pt x="1402452" y="60244"/>
                </a:lnTo>
                <a:lnTo>
                  <a:pt x="1367401" y="34974"/>
                </a:lnTo>
                <a:lnTo>
                  <a:pt x="1328284" y="16027"/>
                </a:lnTo>
                <a:lnTo>
                  <a:pt x="1285809" y="4127"/>
                </a:lnTo>
                <a:lnTo>
                  <a:pt x="1240688" y="0"/>
                </a:lnTo>
                <a:lnTo>
                  <a:pt x="1195566" y="4127"/>
                </a:lnTo>
                <a:lnTo>
                  <a:pt x="1153087" y="16027"/>
                </a:lnTo>
                <a:lnTo>
                  <a:pt x="1113964" y="34974"/>
                </a:lnTo>
                <a:lnTo>
                  <a:pt x="1078908" y="60244"/>
                </a:lnTo>
                <a:lnTo>
                  <a:pt x="1048630" y="91112"/>
                </a:lnTo>
                <a:lnTo>
                  <a:pt x="1023842" y="126853"/>
                </a:lnTo>
                <a:lnTo>
                  <a:pt x="1005256" y="166743"/>
                </a:lnTo>
                <a:lnTo>
                  <a:pt x="993582" y="210056"/>
                </a:lnTo>
                <a:lnTo>
                  <a:pt x="989533" y="256070"/>
                </a:lnTo>
                <a:lnTo>
                  <a:pt x="993582" y="302079"/>
                </a:lnTo>
                <a:lnTo>
                  <a:pt x="1005256" y="345391"/>
                </a:lnTo>
                <a:lnTo>
                  <a:pt x="1023842" y="385281"/>
                </a:lnTo>
                <a:lnTo>
                  <a:pt x="1048630" y="421022"/>
                </a:lnTo>
                <a:lnTo>
                  <a:pt x="1078908" y="451891"/>
                </a:lnTo>
                <a:lnTo>
                  <a:pt x="1113964" y="477162"/>
                </a:lnTo>
                <a:lnTo>
                  <a:pt x="1153087" y="496111"/>
                </a:lnTo>
                <a:lnTo>
                  <a:pt x="1195566" y="508012"/>
                </a:lnTo>
                <a:lnTo>
                  <a:pt x="1240688" y="512140"/>
                </a:lnTo>
                <a:lnTo>
                  <a:pt x="1285809" y="508012"/>
                </a:lnTo>
                <a:lnTo>
                  <a:pt x="1328284" y="496111"/>
                </a:lnTo>
                <a:lnTo>
                  <a:pt x="1367401" y="477162"/>
                </a:lnTo>
                <a:lnTo>
                  <a:pt x="1402452" y="451891"/>
                </a:lnTo>
                <a:lnTo>
                  <a:pt x="1432723" y="421022"/>
                </a:lnTo>
                <a:lnTo>
                  <a:pt x="1457505" y="385281"/>
                </a:lnTo>
                <a:lnTo>
                  <a:pt x="1476087" y="345391"/>
                </a:lnTo>
                <a:lnTo>
                  <a:pt x="1487757" y="302079"/>
                </a:lnTo>
                <a:lnTo>
                  <a:pt x="1491805" y="256070"/>
                </a:lnTo>
                <a:close/>
              </a:path>
              <a:path w="1492250" h="770254">
                <a:moveTo>
                  <a:pt x="1250556" y="509663"/>
                </a:moveTo>
                <a:lnTo>
                  <a:pt x="1250556" y="689609"/>
                </a:lnTo>
              </a:path>
              <a:path w="1492250" h="770254">
                <a:moveTo>
                  <a:pt x="0" y="159257"/>
                </a:moveTo>
                <a:lnTo>
                  <a:pt x="0" y="339204"/>
                </a:lnTo>
              </a:path>
              <a:path w="1492250" h="770254">
                <a:moveTo>
                  <a:pt x="0" y="590524"/>
                </a:moveTo>
                <a:lnTo>
                  <a:pt x="0" y="770102"/>
                </a:lnTo>
              </a:path>
              <a:path w="1492250" h="770254">
                <a:moveTo>
                  <a:pt x="0" y="255308"/>
                </a:moveTo>
                <a:lnTo>
                  <a:pt x="989723" y="255308"/>
                </a:lnTo>
              </a:path>
              <a:path w="1492250" h="770254">
                <a:moveTo>
                  <a:pt x="0" y="686193"/>
                </a:moveTo>
                <a:lnTo>
                  <a:pt x="1259662" y="686193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993036" y="2623045"/>
            <a:ext cx="2221865" cy="1318895"/>
          </a:xfrm>
          <a:custGeom>
            <a:avLst/>
            <a:gdLst/>
            <a:ahLst/>
            <a:cxnLst/>
            <a:rect l="l" t="t" r="r" b="b"/>
            <a:pathLst>
              <a:path w="2221865" h="1318895">
                <a:moveTo>
                  <a:pt x="0" y="0"/>
                </a:moveTo>
                <a:lnTo>
                  <a:pt x="0" y="1271054"/>
                </a:lnTo>
              </a:path>
              <a:path w="2221865" h="1318895">
                <a:moveTo>
                  <a:pt x="2221293" y="1067180"/>
                </a:moveTo>
                <a:lnTo>
                  <a:pt x="2217168" y="1022023"/>
                </a:lnTo>
                <a:lnTo>
                  <a:pt x="2205277" y="979513"/>
                </a:lnTo>
                <a:lnTo>
                  <a:pt x="2186343" y="940363"/>
                </a:lnTo>
                <a:lnTo>
                  <a:pt x="2161091" y="905285"/>
                </a:lnTo>
                <a:lnTo>
                  <a:pt x="2130245" y="874989"/>
                </a:lnTo>
                <a:lnTo>
                  <a:pt x="2094530" y="850187"/>
                </a:lnTo>
                <a:lnTo>
                  <a:pt x="2054670" y="831591"/>
                </a:lnTo>
                <a:lnTo>
                  <a:pt x="2011390" y="819911"/>
                </a:lnTo>
                <a:lnTo>
                  <a:pt x="1965413" y="815860"/>
                </a:lnTo>
                <a:lnTo>
                  <a:pt x="1919437" y="819911"/>
                </a:lnTo>
                <a:lnTo>
                  <a:pt x="1876157" y="831591"/>
                </a:lnTo>
                <a:lnTo>
                  <a:pt x="1836297" y="850187"/>
                </a:lnTo>
                <a:lnTo>
                  <a:pt x="1800582" y="874989"/>
                </a:lnTo>
                <a:lnTo>
                  <a:pt x="1769736" y="905285"/>
                </a:lnTo>
                <a:lnTo>
                  <a:pt x="1744484" y="940363"/>
                </a:lnTo>
                <a:lnTo>
                  <a:pt x="1725550" y="979513"/>
                </a:lnTo>
                <a:lnTo>
                  <a:pt x="1713659" y="1022023"/>
                </a:lnTo>
                <a:lnTo>
                  <a:pt x="1709534" y="1067180"/>
                </a:lnTo>
                <a:lnTo>
                  <a:pt x="1713659" y="1112339"/>
                </a:lnTo>
                <a:lnTo>
                  <a:pt x="1725550" y="1154849"/>
                </a:lnTo>
                <a:lnTo>
                  <a:pt x="1744484" y="1194001"/>
                </a:lnTo>
                <a:lnTo>
                  <a:pt x="1769736" y="1229081"/>
                </a:lnTo>
                <a:lnTo>
                  <a:pt x="1800582" y="1259379"/>
                </a:lnTo>
                <a:lnTo>
                  <a:pt x="1836297" y="1284183"/>
                </a:lnTo>
                <a:lnTo>
                  <a:pt x="1876157" y="1302781"/>
                </a:lnTo>
                <a:lnTo>
                  <a:pt x="1919437" y="1314462"/>
                </a:lnTo>
                <a:lnTo>
                  <a:pt x="1965413" y="1318514"/>
                </a:lnTo>
                <a:lnTo>
                  <a:pt x="2011390" y="1314462"/>
                </a:lnTo>
                <a:lnTo>
                  <a:pt x="2054670" y="1302781"/>
                </a:lnTo>
                <a:lnTo>
                  <a:pt x="2094530" y="1284183"/>
                </a:lnTo>
                <a:lnTo>
                  <a:pt x="2130245" y="1259379"/>
                </a:lnTo>
                <a:lnTo>
                  <a:pt x="2161091" y="1229081"/>
                </a:lnTo>
                <a:lnTo>
                  <a:pt x="2186343" y="1194001"/>
                </a:lnTo>
                <a:lnTo>
                  <a:pt x="2205277" y="1154849"/>
                </a:lnTo>
                <a:lnTo>
                  <a:pt x="2217168" y="1112339"/>
                </a:lnTo>
                <a:lnTo>
                  <a:pt x="2221293" y="1067180"/>
                </a:lnTo>
                <a:close/>
              </a:path>
              <a:path w="2221865" h="1318895">
                <a:moveTo>
                  <a:pt x="629818" y="123774"/>
                </a:moveTo>
                <a:lnTo>
                  <a:pt x="629818" y="303720"/>
                </a:lnTo>
              </a:path>
              <a:path w="2221865" h="1318895">
                <a:moveTo>
                  <a:pt x="629818" y="555040"/>
                </a:moveTo>
                <a:lnTo>
                  <a:pt x="629818" y="734618"/>
                </a:lnTo>
              </a:path>
              <a:path w="2221865" h="1318895">
                <a:moveTo>
                  <a:pt x="629818" y="219824"/>
                </a:moveTo>
                <a:lnTo>
                  <a:pt x="0" y="219824"/>
                </a:lnTo>
              </a:path>
              <a:path w="2221865" h="1318895">
                <a:moveTo>
                  <a:pt x="629818" y="650709"/>
                </a:moveTo>
                <a:lnTo>
                  <a:pt x="0" y="650709"/>
                </a:lnTo>
              </a:path>
              <a:path w="2221865" h="1318895">
                <a:moveTo>
                  <a:pt x="1709534" y="1064158"/>
                </a:moveTo>
                <a:lnTo>
                  <a:pt x="0" y="106415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631082" y="961543"/>
            <a:ext cx="6407785" cy="22358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31495" indent="-518795">
              <a:lnSpc>
                <a:spcPct val="100000"/>
              </a:lnSpc>
              <a:spcBef>
                <a:spcPts val="125"/>
              </a:spcBef>
              <a:buAutoNum type="arabicPeriod" startAt="6"/>
              <a:tabLst>
                <a:tab pos="531495" algn="l"/>
              </a:tabLst>
            </a:pP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  <a:p>
            <a:pPr lvl="1" marL="237490" indent="-224790">
              <a:lnSpc>
                <a:spcPct val="100000"/>
              </a:lnSpc>
              <a:spcBef>
                <a:spcPts val="1430"/>
              </a:spcBef>
              <a:buSzPct val="48387"/>
              <a:buFont typeface="Segoe UI Symbol"/>
              <a:buChar char="❑"/>
              <a:tabLst>
                <a:tab pos="237490" algn="l"/>
              </a:tabLst>
            </a:pPr>
            <a:r>
              <a:rPr dirty="0" sz="1550">
                <a:latin typeface="Times New Roman"/>
                <a:cs typeface="Times New Roman"/>
              </a:rPr>
              <a:t>KEEP(11)</a:t>
            </a:r>
            <a:r>
              <a:rPr dirty="0" sz="1550" spc="170">
                <a:latin typeface="Times New Roman"/>
                <a:cs typeface="Times New Roman"/>
              </a:rPr>
              <a:t> </a:t>
            </a:r>
            <a:r>
              <a:rPr dirty="0" sz="1550">
                <a:latin typeface="Arial"/>
                <a:cs typeface="Arial"/>
              </a:rPr>
              <a:t>–</a:t>
            </a:r>
            <a:r>
              <a:rPr dirty="0" sz="1550" spc="125">
                <a:latin typeface="Arial"/>
                <a:cs typeface="Arial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Latching</a:t>
            </a:r>
            <a:r>
              <a:rPr dirty="0" sz="1550" spc="170">
                <a:latin typeface="Times New Roman"/>
                <a:cs typeface="Times New Roman"/>
              </a:rPr>
              <a:t> </a:t>
            </a:r>
            <a:r>
              <a:rPr dirty="0" sz="1550" spc="45">
                <a:latin typeface="Times New Roman"/>
                <a:cs typeface="Times New Roman"/>
              </a:rPr>
              <a:t>relay</a:t>
            </a:r>
            <a:endParaRPr sz="1550">
              <a:latin typeface="Times New Roman"/>
              <a:cs typeface="Times New Roman"/>
            </a:endParaRPr>
          </a:p>
          <a:p>
            <a:pPr algn="just" marL="1362075" marR="5080">
              <a:lnSpc>
                <a:spcPct val="103600"/>
              </a:lnSpc>
              <a:spcBef>
                <a:spcPts val="1200"/>
              </a:spcBef>
            </a:pPr>
            <a:r>
              <a:rPr dirty="0" sz="950">
                <a:latin typeface="Times New Roman"/>
                <a:cs typeface="Times New Roman"/>
              </a:rPr>
              <a:t>HEEP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uzed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az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latch.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maintainz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or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OFF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ztate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bit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until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one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itz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two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inputz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 spc="-20">
                <a:latin typeface="Times New Roman"/>
                <a:cs typeface="Times New Roman"/>
              </a:rPr>
              <a:t>zetz </a:t>
            </a:r>
            <a:r>
              <a:rPr dirty="0" sz="950">
                <a:latin typeface="Times New Roman"/>
                <a:cs typeface="Times New Roman"/>
              </a:rPr>
              <a:t>or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rezetz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it.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If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HEEP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function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uzed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together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with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HR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relay,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ztate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latched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output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retained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even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during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power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failure.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950">
              <a:latin typeface="Times New Roman"/>
              <a:cs typeface="Times New Roman"/>
            </a:endParaRPr>
          </a:p>
          <a:p>
            <a:pPr algn="just" marL="1362075">
              <a:lnSpc>
                <a:spcPct val="100000"/>
              </a:lnSpc>
              <a:tabLst>
                <a:tab pos="4060825" algn="l"/>
              </a:tabLst>
            </a:pPr>
            <a:r>
              <a:rPr dirty="0" sz="950" spc="60">
                <a:latin typeface="Times New Roman"/>
                <a:cs typeface="Times New Roman"/>
              </a:rPr>
              <a:t>Ladder</a:t>
            </a:r>
            <a:r>
              <a:rPr dirty="0" sz="950" spc="65">
                <a:latin typeface="Times New Roman"/>
                <a:cs typeface="Times New Roman"/>
              </a:rPr>
              <a:t> </a:t>
            </a:r>
            <a:r>
              <a:rPr dirty="0" sz="950" spc="45">
                <a:latin typeface="Times New Roman"/>
                <a:cs typeface="Times New Roman"/>
              </a:rPr>
              <a:t>diagram</a:t>
            </a:r>
            <a:r>
              <a:rPr dirty="0" sz="950">
                <a:latin typeface="Times New Roman"/>
                <a:cs typeface="Times New Roman"/>
              </a:rPr>
              <a:t>	</a:t>
            </a:r>
            <a:r>
              <a:rPr dirty="0" sz="950" spc="10">
                <a:latin typeface="Times New Roman"/>
                <a:cs typeface="Times New Roman"/>
              </a:rPr>
              <a:t>Mnemonic</a:t>
            </a:r>
            <a:r>
              <a:rPr dirty="0" sz="950" spc="254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codes</a:t>
            </a:r>
            <a:endParaRPr sz="950">
              <a:latin typeface="Times New Roman"/>
              <a:cs typeface="Times New Roman"/>
            </a:endParaRPr>
          </a:p>
          <a:p>
            <a:pPr marL="1919605">
              <a:lnSpc>
                <a:spcPct val="100000"/>
              </a:lnSpc>
              <a:spcBef>
                <a:spcPts val="815"/>
              </a:spcBef>
            </a:pPr>
            <a:r>
              <a:rPr dirty="0" sz="750" spc="-10">
                <a:latin typeface="Times New Roman"/>
                <a:cs typeface="Times New Roman"/>
              </a:rPr>
              <a:t>00000</a:t>
            </a:r>
            <a:endParaRPr sz="750">
              <a:latin typeface="Times New Roman"/>
              <a:cs typeface="Times New Roman"/>
            </a:endParaRPr>
          </a:p>
          <a:p>
            <a:pPr algn="ctr" marL="3121025" marR="2861945">
              <a:lnSpc>
                <a:spcPct val="104299"/>
              </a:lnSpc>
              <a:spcBef>
                <a:spcPts val="15"/>
              </a:spcBef>
            </a:pPr>
            <a:r>
              <a:rPr dirty="0" sz="750" spc="40">
                <a:latin typeface="Times New Roman"/>
                <a:cs typeface="Times New Roman"/>
              </a:rPr>
              <a:t>HEEP(ll) </a:t>
            </a:r>
            <a:r>
              <a:rPr dirty="0" sz="750" spc="-10">
                <a:latin typeface="Times New Roman"/>
                <a:cs typeface="Times New Roman"/>
              </a:rPr>
              <a:t>l0000</a:t>
            </a:r>
            <a:endParaRPr sz="750">
              <a:latin typeface="Times New Roman"/>
              <a:cs typeface="Times New Roman"/>
            </a:endParaRPr>
          </a:p>
          <a:p>
            <a:pPr marL="1911985">
              <a:lnSpc>
                <a:spcPct val="100000"/>
              </a:lnSpc>
              <a:spcBef>
                <a:spcPts val="605"/>
              </a:spcBef>
            </a:pPr>
            <a:r>
              <a:rPr dirty="0" sz="750" spc="-10">
                <a:latin typeface="Times New Roman"/>
                <a:cs typeface="Times New Roman"/>
              </a:rPr>
              <a:t>0000l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770360" y="3615168"/>
            <a:ext cx="40068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END(0l)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2365844" y="5592254"/>
            <a:ext cx="3974465" cy="1565275"/>
            <a:chOff x="2365844" y="5592254"/>
            <a:chExt cx="3974465" cy="1565275"/>
          </a:xfrm>
        </p:grpSpPr>
        <p:sp>
          <p:nvSpPr>
            <p:cNvPr id="17" name="object 17" descr=""/>
            <p:cNvSpPr/>
            <p:nvPr/>
          </p:nvSpPr>
          <p:spPr>
            <a:xfrm>
              <a:off x="2365844" y="5975311"/>
              <a:ext cx="3974465" cy="1177925"/>
            </a:xfrm>
            <a:custGeom>
              <a:avLst/>
              <a:gdLst/>
              <a:ahLst/>
              <a:cxnLst/>
              <a:rect l="l" t="t" r="r" b="b"/>
              <a:pathLst>
                <a:path w="3974465" h="1177925">
                  <a:moveTo>
                    <a:pt x="0" y="0"/>
                  </a:moveTo>
                  <a:lnTo>
                    <a:pt x="3974122" y="0"/>
                  </a:lnTo>
                </a:path>
                <a:path w="3974465" h="1177925">
                  <a:moveTo>
                    <a:pt x="0" y="584263"/>
                  </a:moveTo>
                  <a:lnTo>
                    <a:pt x="3974122" y="584263"/>
                  </a:lnTo>
                </a:path>
                <a:path w="3974465" h="1177925">
                  <a:moveTo>
                    <a:pt x="0" y="1177645"/>
                  </a:moveTo>
                  <a:lnTo>
                    <a:pt x="3974122" y="1177645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2841" y="5795358"/>
              <a:ext cx="885709" cy="179951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3599300" y="5796127"/>
              <a:ext cx="12700" cy="178435"/>
            </a:xfrm>
            <a:custGeom>
              <a:avLst/>
              <a:gdLst/>
              <a:ahLst/>
              <a:cxnLst/>
              <a:rect l="l" t="t" r="r" b="b"/>
              <a:pathLst>
                <a:path w="12700" h="178435">
                  <a:moveTo>
                    <a:pt x="0" y="178422"/>
                  </a:moveTo>
                  <a:lnTo>
                    <a:pt x="12534" y="178422"/>
                  </a:lnTo>
                  <a:lnTo>
                    <a:pt x="12534" y="0"/>
                  </a:lnTo>
                  <a:lnTo>
                    <a:pt x="0" y="0"/>
                  </a:lnTo>
                  <a:lnTo>
                    <a:pt x="0" y="1784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598551" y="5795358"/>
              <a:ext cx="14604" cy="180340"/>
            </a:xfrm>
            <a:custGeom>
              <a:avLst/>
              <a:gdLst/>
              <a:ahLst/>
              <a:cxnLst/>
              <a:rect l="l" t="t" r="r" b="b"/>
              <a:pathLst>
                <a:path w="14604" h="180339">
                  <a:moveTo>
                    <a:pt x="0" y="179951"/>
                  </a:moveTo>
                  <a:lnTo>
                    <a:pt x="14046" y="179951"/>
                  </a:lnTo>
                  <a:lnTo>
                    <a:pt x="14046" y="0"/>
                  </a:lnTo>
                  <a:lnTo>
                    <a:pt x="0" y="0"/>
                  </a:lnTo>
                  <a:lnTo>
                    <a:pt x="0" y="179951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712847" y="5795365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29" h="180339">
                  <a:moveTo>
                    <a:pt x="0" y="0"/>
                  </a:moveTo>
                  <a:lnTo>
                    <a:pt x="900150" y="0"/>
                  </a:lnTo>
                  <a:lnTo>
                    <a:pt x="900150" y="180327"/>
                  </a:lnTo>
                  <a:lnTo>
                    <a:pt x="0" y="180327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02329" y="5795358"/>
              <a:ext cx="885709" cy="179951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5488794" y="5796127"/>
              <a:ext cx="12700" cy="178435"/>
            </a:xfrm>
            <a:custGeom>
              <a:avLst/>
              <a:gdLst/>
              <a:ahLst/>
              <a:cxnLst/>
              <a:rect l="l" t="t" r="r" b="b"/>
              <a:pathLst>
                <a:path w="12700" h="178435">
                  <a:moveTo>
                    <a:pt x="0" y="178422"/>
                  </a:moveTo>
                  <a:lnTo>
                    <a:pt x="12534" y="178422"/>
                  </a:lnTo>
                  <a:lnTo>
                    <a:pt x="12534" y="0"/>
                  </a:lnTo>
                  <a:lnTo>
                    <a:pt x="0" y="0"/>
                  </a:lnTo>
                  <a:lnTo>
                    <a:pt x="0" y="1784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488039" y="5795358"/>
              <a:ext cx="14604" cy="180340"/>
            </a:xfrm>
            <a:custGeom>
              <a:avLst/>
              <a:gdLst/>
              <a:ahLst/>
              <a:cxnLst/>
              <a:rect l="l" t="t" r="r" b="b"/>
              <a:pathLst>
                <a:path w="14604" h="180339">
                  <a:moveTo>
                    <a:pt x="0" y="179951"/>
                  </a:moveTo>
                  <a:lnTo>
                    <a:pt x="14046" y="179951"/>
                  </a:lnTo>
                  <a:lnTo>
                    <a:pt x="14046" y="0"/>
                  </a:lnTo>
                  <a:lnTo>
                    <a:pt x="0" y="0"/>
                  </a:lnTo>
                  <a:lnTo>
                    <a:pt x="0" y="179951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602340" y="5795365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29" h="180339">
                  <a:moveTo>
                    <a:pt x="0" y="0"/>
                  </a:moveTo>
                  <a:lnTo>
                    <a:pt x="900150" y="0"/>
                  </a:lnTo>
                  <a:lnTo>
                    <a:pt x="900150" y="180327"/>
                  </a:lnTo>
                  <a:lnTo>
                    <a:pt x="0" y="180327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713024" y="5592254"/>
              <a:ext cx="0" cy="1522095"/>
            </a:xfrm>
            <a:custGeom>
              <a:avLst/>
              <a:gdLst/>
              <a:ahLst/>
              <a:cxnLst/>
              <a:rect l="l" t="t" r="r" b="b"/>
              <a:pathLst>
                <a:path w="0" h="1522095">
                  <a:moveTo>
                    <a:pt x="0" y="0"/>
                  </a:moveTo>
                  <a:lnTo>
                    <a:pt x="0" y="1521980"/>
                  </a:lnTo>
                </a:path>
              </a:pathLst>
            </a:custGeom>
            <a:ln w="9499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612788" y="5592254"/>
              <a:ext cx="0" cy="1522095"/>
            </a:xfrm>
            <a:custGeom>
              <a:avLst/>
              <a:gdLst/>
              <a:ahLst/>
              <a:cxnLst/>
              <a:rect l="l" t="t" r="r" b="b"/>
              <a:pathLst>
                <a:path w="0" h="1522095">
                  <a:moveTo>
                    <a:pt x="0" y="0"/>
                  </a:moveTo>
                  <a:lnTo>
                    <a:pt x="0" y="1521980"/>
                  </a:lnTo>
                </a:path>
              </a:pathLst>
            </a:custGeom>
            <a:ln w="948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602702" y="5592254"/>
              <a:ext cx="0" cy="1522095"/>
            </a:xfrm>
            <a:custGeom>
              <a:avLst/>
              <a:gdLst/>
              <a:ahLst/>
              <a:cxnLst/>
              <a:rect l="l" t="t" r="r" b="b"/>
              <a:pathLst>
                <a:path w="0" h="1522095">
                  <a:moveTo>
                    <a:pt x="0" y="0"/>
                  </a:moveTo>
                  <a:lnTo>
                    <a:pt x="0" y="1521980"/>
                  </a:lnTo>
                </a:path>
              </a:pathLst>
            </a:custGeom>
            <a:ln w="910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502471" y="5592254"/>
              <a:ext cx="0" cy="1522095"/>
            </a:xfrm>
            <a:custGeom>
              <a:avLst/>
              <a:gdLst/>
              <a:ahLst/>
              <a:cxnLst/>
              <a:rect l="l" t="t" r="r" b="b"/>
              <a:pathLst>
                <a:path w="0" h="1522095">
                  <a:moveTo>
                    <a:pt x="0" y="0"/>
                  </a:moveTo>
                  <a:lnTo>
                    <a:pt x="0" y="1521980"/>
                  </a:lnTo>
                </a:path>
              </a:pathLst>
            </a:custGeom>
            <a:ln w="910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2841" y="6369379"/>
              <a:ext cx="89975" cy="179951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2712847" y="6369380"/>
              <a:ext cx="90805" cy="180340"/>
            </a:xfrm>
            <a:custGeom>
              <a:avLst/>
              <a:gdLst/>
              <a:ahLst/>
              <a:cxnLst/>
              <a:rect l="l" t="t" r="r" b="b"/>
              <a:pathLst>
                <a:path w="90805" h="180340">
                  <a:moveTo>
                    <a:pt x="0" y="0"/>
                  </a:moveTo>
                  <a:lnTo>
                    <a:pt x="90354" y="0"/>
                  </a:lnTo>
                  <a:lnTo>
                    <a:pt x="90354" y="180327"/>
                  </a:lnTo>
                  <a:lnTo>
                    <a:pt x="0" y="180327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12598" y="6964660"/>
              <a:ext cx="89975" cy="180330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3612616" y="6964654"/>
              <a:ext cx="90805" cy="180975"/>
            </a:xfrm>
            <a:custGeom>
              <a:avLst/>
              <a:gdLst/>
              <a:ahLst/>
              <a:cxnLst/>
              <a:rect l="l" t="t" r="r" b="b"/>
              <a:pathLst>
                <a:path w="90804" h="180975">
                  <a:moveTo>
                    <a:pt x="0" y="0"/>
                  </a:moveTo>
                  <a:lnTo>
                    <a:pt x="90354" y="0"/>
                  </a:lnTo>
                  <a:lnTo>
                    <a:pt x="90354" y="180708"/>
                  </a:lnTo>
                  <a:lnTo>
                    <a:pt x="0" y="180708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02329" y="6369379"/>
              <a:ext cx="89975" cy="179951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4602340" y="6369380"/>
              <a:ext cx="90805" cy="180340"/>
            </a:xfrm>
            <a:custGeom>
              <a:avLst/>
              <a:gdLst/>
              <a:ahLst/>
              <a:cxnLst/>
              <a:rect l="l" t="t" r="r" b="b"/>
              <a:pathLst>
                <a:path w="90804" h="180340">
                  <a:moveTo>
                    <a:pt x="0" y="0"/>
                  </a:moveTo>
                  <a:lnTo>
                    <a:pt x="90354" y="0"/>
                  </a:lnTo>
                  <a:lnTo>
                    <a:pt x="90354" y="180327"/>
                  </a:lnTo>
                  <a:lnTo>
                    <a:pt x="0" y="180327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2087" y="6964660"/>
              <a:ext cx="89975" cy="180330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5502084" y="6964654"/>
              <a:ext cx="90805" cy="180975"/>
            </a:xfrm>
            <a:custGeom>
              <a:avLst/>
              <a:gdLst/>
              <a:ahLst/>
              <a:cxnLst/>
              <a:rect l="l" t="t" r="r" b="b"/>
              <a:pathLst>
                <a:path w="90804" h="180975">
                  <a:moveTo>
                    <a:pt x="0" y="0"/>
                  </a:moveTo>
                  <a:lnTo>
                    <a:pt x="90354" y="0"/>
                  </a:lnTo>
                  <a:lnTo>
                    <a:pt x="90354" y="180708"/>
                  </a:lnTo>
                  <a:lnTo>
                    <a:pt x="0" y="180708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36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1082" y="961543"/>
            <a:ext cx="5378450" cy="6838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31495" indent="-518795">
              <a:lnSpc>
                <a:spcPct val="100000"/>
              </a:lnSpc>
              <a:spcBef>
                <a:spcPts val="125"/>
              </a:spcBef>
              <a:buAutoNum type="arabicPeriod" startAt="6"/>
              <a:tabLst>
                <a:tab pos="531495" algn="l"/>
              </a:tabLst>
            </a:pP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  <a:p>
            <a:pPr lvl="1" marL="237490" indent="-224790">
              <a:lnSpc>
                <a:spcPct val="100000"/>
              </a:lnSpc>
              <a:spcBef>
                <a:spcPts val="1430"/>
              </a:spcBef>
              <a:buSzPct val="48387"/>
              <a:buFont typeface="Segoe UI Symbol"/>
              <a:buChar char="❑"/>
              <a:tabLst>
                <a:tab pos="237490" algn="l"/>
              </a:tabLst>
            </a:pPr>
            <a:r>
              <a:rPr dirty="0" sz="1550" spc="20">
                <a:latin typeface="Times New Roman"/>
                <a:cs typeface="Times New Roman"/>
              </a:rPr>
              <a:t>Application</a:t>
            </a:r>
            <a:r>
              <a:rPr dirty="0" sz="1550" spc="250">
                <a:latin typeface="Times New Roman"/>
                <a:cs typeface="Times New Roman"/>
              </a:rPr>
              <a:t> </a:t>
            </a:r>
            <a:r>
              <a:rPr dirty="0" sz="1550" spc="20">
                <a:latin typeface="Times New Roman"/>
                <a:cs typeface="Times New Roman"/>
              </a:rPr>
              <a:t>#3:</a:t>
            </a:r>
            <a:r>
              <a:rPr dirty="0" sz="1550" spc="250">
                <a:latin typeface="Times New Roman"/>
                <a:cs typeface="Times New Roman"/>
              </a:rPr>
              <a:t> </a:t>
            </a:r>
            <a:r>
              <a:rPr dirty="0" sz="1550" spc="20">
                <a:latin typeface="Times New Roman"/>
                <a:cs typeface="Times New Roman"/>
              </a:rPr>
              <a:t>Filling/Draining</a:t>
            </a:r>
            <a:r>
              <a:rPr dirty="0" sz="1550" spc="250">
                <a:latin typeface="Times New Roman"/>
                <a:cs typeface="Times New Roman"/>
              </a:rPr>
              <a:t> </a:t>
            </a:r>
            <a:r>
              <a:rPr dirty="0" sz="1550" spc="60">
                <a:latin typeface="Times New Roman"/>
                <a:cs typeface="Times New Roman"/>
              </a:rPr>
              <a:t>Control</a:t>
            </a:r>
            <a:r>
              <a:rPr dirty="0" sz="1550" spc="250">
                <a:latin typeface="Times New Roman"/>
                <a:cs typeface="Times New Roman"/>
              </a:rPr>
              <a:t> </a:t>
            </a:r>
            <a:r>
              <a:rPr dirty="0" sz="1550" spc="60">
                <a:latin typeface="Times New Roman"/>
                <a:cs typeface="Times New Roman"/>
              </a:rPr>
              <a:t>Operation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31082" y="6577243"/>
            <a:ext cx="13220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30"/>
              </a:spcBef>
              <a:buFont typeface="Symbol"/>
              <a:buChar char=""/>
              <a:tabLst>
                <a:tab pos="237490" algn="l"/>
              </a:tabLst>
            </a:pPr>
            <a:r>
              <a:rPr dirty="0" sz="1150" spc="65">
                <a:latin typeface="Times New Roman"/>
                <a:cs typeface="Times New Roman"/>
              </a:rPr>
              <a:t>I/O </a:t>
            </a:r>
            <a:r>
              <a:rPr dirty="0" sz="1150" spc="-10">
                <a:latin typeface="Times New Roman"/>
                <a:cs typeface="Times New Roman"/>
              </a:rPr>
              <a:t>Assignments</a:t>
            </a:r>
            <a:endParaRPr sz="1150">
              <a:latin typeface="Times New Roman"/>
              <a:cs typeface="Times New Roman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1984298" y="6776173"/>
          <a:ext cx="2277110" cy="9613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1975"/>
                <a:gridCol w="1619250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55">
                          <a:latin typeface="Times New Roman"/>
                          <a:cs typeface="Times New Roman"/>
                        </a:rPr>
                        <a:t>Input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Device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15"/>
                        </a:lnSpc>
                        <a:spcBef>
                          <a:spcPts val="6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Start</a:t>
                      </a:r>
                      <a:r>
                        <a:rPr dirty="0" sz="95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Button</a:t>
                      </a:r>
                      <a:r>
                        <a:rPr dirty="0" sz="95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(PBl)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40">
                          <a:latin typeface="Times New Roman"/>
                          <a:cs typeface="Times New Roman"/>
                        </a:rPr>
                        <a:t>0000l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Stop</a:t>
                      </a:r>
                      <a:r>
                        <a:rPr dirty="0" sz="95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Button</a:t>
                      </a:r>
                      <a:r>
                        <a:rPr dirty="0" sz="95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(PB2)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Rezet</a:t>
                      </a:r>
                      <a:r>
                        <a:rPr dirty="0" sz="95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Button</a:t>
                      </a:r>
                      <a:r>
                        <a:rPr dirty="0" sz="95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(PB3)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Upper</a:t>
                      </a:r>
                      <a:r>
                        <a:rPr dirty="0" sz="9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dirty="0" sz="9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Switch</a:t>
                      </a:r>
                      <a:r>
                        <a:rPr dirty="0" sz="9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(TLBl)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00006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Lower</a:t>
                      </a:r>
                      <a:r>
                        <a:rPr dirty="0" sz="9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dirty="0" sz="9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Switch</a:t>
                      </a:r>
                      <a:r>
                        <a:rPr dirty="0" sz="9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(TLB2)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4391266" y="6776173"/>
          <a:ext cx="2355215" cy="9613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9920"/>
                <a:gridCol w="1631314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55">
                          <a:latin typeface="Times New Roman"/>
                          <a:cs typeface="Times New Roman"/>
                        </a:rPr>
                        <a:t>Output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Device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  <a:spcBef>
                          <a:spcPts val="65"/>
                        </a:spcBef>
                      </a:pPr>
                      <a:r>
                        <a:rPr dirty="0" sz="950" spc="40">
                          <a:latin typeface="Times New Roman"/>
                          <a:cs typeface="Times New Roman"/>
                        </a:rPr>
                        <a:t>0l000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5"/>
                        </a:lnSpc>
                        <a:spcBef>
                          <a:spcPts val="6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Water</a:t>
                      </a:r>
                      <a:r>
                        <a:rPr dirty="0" sz="95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Supply</a:t>
                      </a:r>
                      <a:r>
                        <a:rPr dirty="0" sz="95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Valve</a:t>
                      </a:r>
                      <a:r>
                        <a:rPr dirty="0" sz="9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45">
                          <a:latin typeface="Times New Roman"/>
                          <a:cs typeface="Times New Roman"/>
                        </a:rPr>
                        <a:t>(MVl)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80">
                          <a:latin typeface="Times New Roman"/>
                          <a:cs typeface="Times New Roman"/>
                        </a:rPr>
                        <a:t>0l00l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Drain</a:t>
                      </a:r>
                      <a:r>
                        <a:rPr dirty="0" sz="9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Valve</a:t>
                      </a:r>
                      <a:r>
                        <a:rPr dirty="0" sz="9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0">
                          <a:latin typeface="Times New Roman"/>
                          <a:cs typeface="Times New Roman"/>
                        </a:rPr>
                        <a:t>(MV2)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40">
                          <a:latin typeface="Times New Roman"/>
                          <a:cs typeface="Times New Roman"/>
                        </a:rPr>
                        <a:t>0l002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Stirring</a:t>
                      </a:r>
                      <a:r>
                        <a:rPr dirty="0" sz="9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Motor</a:t>
                      </a:r>
                      <a:r>
                        <a:rPr dirty="0" sz="9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5">
                          <a:latin typeface="Times New Roman"/>
                          <a:cs typeface="Times New Roman"/>
                        </a:rPr>
                        <a:t>(M)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40">
                          <a:latin typeface="Times New Roman"/>
                          <a:cs typeface="Times New Roman"/>
                        </a:rPr>
                        <a:t>0l004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9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Indicator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40">
                          <a:latin typeface="Times New Roman"/>
                          <a:cs typeface="Times New Roman"/>
                        </a:rPr>
                        <a:t>0l005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Buzzer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 descr=""/>
          <p:cNvSpPr txBox="1"/>
          <p:nvPr/>
        </p:nvSpPr>
        <p:spPr>
          <a:xfrm>
            <a:off x="631082" y="7894989"/>
            <a:ext cx="6405880" cy="140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30"/>
              </a:spcBef>
              <a:buFont typeface="Symbol"/>
              <a:buChar char=""/>
              <a:tabLst>
                <a:tab pos="237490" algn="l"/>
              </a:tabLst>
            </a:pPr>
            <a:r>
              <a:rPr dirty="0" sz="1150" spc="40">
                <a:latin typeface="Times New Roman"/>
                <a:cs typeface="Times New Roman"/>
              </a:rPr>
              <a:t>Procedure</a:t>
            </a:r>
            <a:endParaRPr sz="1150">
              <a:latin typeface="Times New Roman"/>
              <a:cs typeface="Times New Roman"/>
            </a:endParaRPr>
          </a:p>
          <a:p>
            <a:pPr marL="1586865" marR="5080" indent="-225425">
              <a:lnSpc>
                <a:spcPct val="103600"/>
              </a:lnSpc>
              <a:spcBef>
                <a:spcPts val="10"/>
              </a:spcBef>
            </a:pPr>
            <a:r>
              <a:rPr dirty="0" sz="950" spc="155">
                <a:latin typeface="Times New Roman"/>
                <a:cs typeface="Times New Roman"/>
              </a:rPr>
              <a:t>l.</a:t>
            </a:r>
            <a:r>
              <a:rPr dirty="0" sz="950" spc="275">
                <a:latin typeface="Times New Roman"/>
                <a:cs typeface="Times New Roman"/>
              </a:rPr>
              <a:t>  </a:t>
            </a:r>
            <a:r>
              <a:rPr dirty="0" sz="950">
                <a:latin typeface="Times New Roman"/>
                <a:cs typeface="Times New Roman"/>
              </a:rPr>
              <a:t>Az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75">
                <a:latin typeface="Times New Roman"/>
                <a:cs typeface="Times New Roman"/>
              </a:rPr>
              <a:t> PBl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prezzed,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 spc="90">
                <a:latin typeface="Times New Roman"/>
                <a:cs typeface="Times New Roman"/>
              </a:rPr>
              <a:t>MVl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openz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water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beginz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fill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tank.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At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zame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time,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the </a:t>
            </a:r>
            <a:r>
              <a:rPr dirty="0" sz="950">
                <a:latin typeface="Times New Roman"/>
                <a:cs typeface="Times New Roman"/>
              </a:rPr>
              <a:t>ztirring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ztartz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operationz.</a:t>
            </a:r>
            <a:endParaRPr sz="950">
              <a:latin typeface="Times New Roman"/>
              <a:cs typeface="Times New Roman"/>
            </a:endParaRPr>
          </a:p>
          <a:p>
            <a:pPr marL="1585595" marR="40640" indent="-224154">
              <a:lnSpc>
                <a:spcPct val="103600"/>
              </a:lnSpc>
              <a:buAutoNum type="arabicPeriod" startAt="2"/>
              <a:tabLst>
                <a:tab pos="1586865" algn="l"/>
              </a:tabLst>
            </a:pP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water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level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pazzez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TLB2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reachez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 spc="65">
                <a:latin typeface="Times New Roman"/>
                <a:cs typeface="Times New Roman"/>
              </a:rPr>
              <a:t>TLBl,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 spc="90">
                <a:latin typeface="Times New Roman"/>
                <a:cs typeface="Times New Roman"/>
              </a:rPr>
              <a:t>MVl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clozez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ztirring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motor 	ztopz.</a:t>
            </a:r>
            <a:endParaRPr sz="950">
              <a:latin typeface="Times New Roman"/>
              <a:cs typeface="Times New Roman"/>
            </a:endParaRPr>
          </a:p>
          <a:p>
            <a:pPr marL="1585595" marR="157480" indent="-224154">
              <a:lnSpc>
                <a:spcPct val="103600"/>
              </a:lnSpc>
              <a:buAutoNum type="arabicPeriod" startAt="2"/>
              <a:tabLst>
                <a:tab pos="1586865" algn="l"/>
              </a:tabLst>
            </a:pPr>
            <a:r>
              <a:rPr dirty="0" sz="950">
                <a:latin typeface="Times New Roman"/>
                <a:cs typeface="Times New Roman"/>
              </a:rPr>
              <a:t>Next,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MV2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openz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ztartz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draining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water.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water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levelz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dropz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below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TLB2, </a:t>
            </a:r>
            <a:r>
              <a:rPr dirty="0" sz="950" spc="-10">
                <a:latin typeface="Times New Roman"/>
                <a:cs typeface="Times New Roman"/>
              </a:rPr>
              <a:t>	</a:t>
            </a:r>
            <a:r>
              <a:rPr dirty="0" sz="950">
                <a:latin typeface="Times New Roman"/>
                <a:cs typeface="Times New Roman"/>
              </a:rPr>
              <a:t>MV2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clozez.</a:t>
            </a:r>
            <a:endParaRPr sz="950">
              <a:latin typeface="Times New Roman"/>
              <a:cs typeface="Times New Roman"/>
            </a:endParaRPr>
          </a:p>
          <a:p>
            <a:pPr marL="1585595" marR="283210" indent="-224154">
              <a:lnSpc>
                <a:spcPts val="1180"/>
              </a:lnSpc>
              <a:spcBef>
                <a:spcPts val="45"/>
              </a:spcBef>
              <a:buAutoNum type="arabicPeriod" startAt="2"/>
              <a:tabLst>
                <a:tab pos="1586865" algn="l"/>
              </a:tabLst>
            </a:pP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cycle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operation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haz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repeated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four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timez,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operation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END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indicator </a:t>
            </a:r>
            <a:r>
              <a:rPr dirty="0" sz="950" spc="-10">
                <a:latin typeface="Times New Roman"/>
                <a:cs typeface="Times New Roman"/>
              </a:rPr>
              <a:t>	</a:t>
            </a:r>
            <a:r>
              <a:rPr dirty="0" sz="950">
                <a:latin typeface="Times New Roman"/>
                <a:cs typeface="Times New Roman"/>
              </a:rPr>
              <a:t>illuminatez,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filling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draining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operation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will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not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reztart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even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if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 spc="75">
                <a:latin typeface="Times New Roman"/>
                <a:cs typeface="Times New Roman"/>
              </a:rPr>
              <a:t>PBl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prezzed.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5959373" y="2282875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4">
                <a:moveTo>
                  <a:pt x="359524" y="179958"/>
                </a:moveTo>
                <a:lnTo>
                  <a:pt x="353098" y="132144"/>
                </a:lnTo>
                <a:lnTo>
                  <a:pt x="334967" y="89163"/>
                </a:lnTo>
                <a:lnTo>
                  <a:pt x="306849" y="52736"/>
                </a:lnTo>
                <a:lnTo>
                  <a:pt x="270462" y="24586"/>
                </a:lnTo>
                <a:lnTo>
                  <a:pt x="227525" y="6433"/>
                </a:lnTo>
                <a:lnTo>
                  <a:pt x="179755" y="0"/>
                </a:lnTo>
                <a:lnTo>
                  <a:pt x="131987" y="6433"/>
                </a:lnTo>
                <a:lnTo>
                  <a:pt x="89052" y="24586"/>
                </a:lnTo>
                <a:lnTo>
                  <a:pt x="52668" y="52736"/>
                </a:lnTo>
                <a:lnTo>
                  <a:pt x="24553" y="89163"/>
                </a:lnTo>
                <a:lnTo>
                  <a:pt x="6424" y="132144"/>
                </a:lnTo>
                <a:lnTo>
                  <a:pt x="0" y="179958"/>
                </a:lnTo>
                <a:lnTo>
                  <a:pt x="6424" y="227778"/>
                </a:lnTo>
                <a:lnTo>
                  <a:pt x="24553" y="270763"/>
                </a:lnTo>
                <a:lnTo>
                  <a:pt x="52668" y="307192"/>
                </a:lnTo>
                <a:lnTo>
                  <a:pt x="89052" y="335343"/>
                </a:lnTo>
                <a:lnTo>
                  <a:pt x="131987" y="353497"/>
                </a:lnTo>
                <a:lnTo>
                  <a:pt x="179755" y="359930"/>
                </a:lnTo>
                <a:lnTo>
                  <a:pt x="227525" y="353497"/>
                </a:lnTo>
                <a:lnTo>
                  <a:pt x="270462" y="335343"/>
                </a:lnTo>
                <a:lnTo>
                  <a:pt x="306849" y="307192"/>
                </a:lnTo>
                <a:lnTo>
                  <a:pt x="334967" y="270763"/>
                </a:lnTo>
                <a:lnTo>
                  <a:pt x="353098" y="227778"/>
                </a:lnTo>
                <a:lnTo>
                  <a:pt x="359524" y="179958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5954820" y="2998527"/>
            <a:ext cx="368935" cy="369570"/>
            <a:chOff x="5954820" y="2998527"/>
            <a:chExt cx="368935" cy="369570"/>
          </a:xfrm>
        </p:grpSpPr>
        <p:sp>
          <p:nvSpPr>
            <p:cNvPr id="14" name="object 14" descr=""/>
            <p:cNvSpPr/>
            <p:nvPr/>
          </p:nvSpPr>
          <p:spPr>
            <a:xfrm>
              <a:off x="5959373" y="3003080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359524" y="179946"/>
                  </a:moveTo>
                  <a:lnTo>
                    <a:pt x="353098" y="132124"/>
                  </a:lnTo>
                  <a:lnTo>
                    <a:pt x="334967" y="89142"/>
                  </a:lnTo>
                  <a:lnTo>
                    <a:pt x="306849" y="52720"/>
                  </a:lnTo>
                  <a:lnTo>
                    <a:pt x="270462" y="24577"/>
                  </a:lnTo>
                  <a:lnTo>
                    <a:pt x="227525" y="6430"/>
                  </a:lnTo>
                  <a:lnTo>
                    <a:pt x="179755" y="0"/>
                  </a:lnTo>
                  <a:lnTo>
                    <a:pt x="131987" y="6430"/>
                  </a:lnTo>
                  <a:lnTo>
                    <a:pt x="89052" y="24577"/>
                  </a:lnTo>
                  <a:lnTo>
                    <a:pt x="52668" y="52720"/>
                  </a:lnTo>
                  <a:lnTo>
                    <a:pt x="24553" y="89142"/>
                  </a:lnTo>
                  <a:lnTo>
                    <a:pt x="6424" y="132124"/>
                  </a:lnTo>
                  <a:lnTo>
                    <a:pt x="0" y="179946"/>
                  </a:lnTo>
                  <a:lnTo>
                    <a:pt x="6424" y="227764"/>
                  </a:lnTo>
                  <a:lnTo>
                    <a:pt x="24553" y="270744"/>
                  </a:lnTo>
                  <a:lnTo>
                    <a:pt x="52668" y="307166"/>
                  </a:lnTo>
                  <a:lnTo>
                    <a:pt x="89052" y="335312"/>
                  </a:lnTo>
                  <a:lnTo>
                    <a:pt x="131987" y="353460"/>
                  </a:lnTo>
                  <a:lnTo>
                    <a:pt x="179755" y="359892"/>
                  </a:lnTo>
                  <a:lnTo>
                    <a:pt x="227525" y="353460"/>
                  </a:lnTo>
                  <a:lnTo>
                    <a:pt x="270462" y="335312"/>
                  </a:lnTo>
                  <a:lnTo>
                    <a:pt x="306849" y="307166"/>
                  </a:lnTo>
                  <a:lnTo>
                    <a:pt x="334967" y="270744"/>
                  </a:lnTo>
                  <a:lnTo>
                    <a:pt x="353098" y="227764"/>
                  </a:lnTo>
                  <a:lnTo>
                    <a:pt x="359524" y="179946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1761" y="3064573"/>
              <a:ext cx="245630" cy="246011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6011761" y="3064573"/>
              <a:ext cx="245745" cy="246379"/>
            </a:xfrm>
            <a:custGeom>
              <a:avLst/>
              <a:gdLst/>
              <a:ahLst/>
              <a:cxnLst/>
              <a:rect l="l" t="t" r="r" b="b"/>
              <a:pathLst>
                <a:path w="245745" h="246379">
                  <a:moveTo>
                    <a:pt x="245630" y="123012"/>
                  </a:moveTo>
                  <a:lnTo>
                    <a:pt x="235974" y="75148"/>
                  </a:lnTo>
                  <a:lnTo>
                    <a:pt x="209646" y="36045"/>
                  </a:lnTo>
                  <a:lnTo>
                    <a:pt x="170605" y="9673"/>
                  </a:lnTo>
                  <a:lnTo>
                    <a:pt x="122808" y="0"/>
                  </a:lnTo>
                  <a:lnTo>
                    <a:pt x="75025" y="9673"/>
                  </a:lnTo>
                  <a:lnTo>
                    <a:pt x="35987" y="36045"/>
                  </a:lnTo>
                  <a:lnTo>
                    <a:pt x="9657" y="75148"/>
                  </a:lnTo>
                  <a:lnTo>
                    <a:pt x="0" y="123012"/>
                  </a:lnTo>
                  <a:lnTo>
                    <a:pt x="9657" y="170868"/>
                  </a:lnTo>
                  <a:lnTo>
                    <a:pt x="35987" y="209967"/>
                  </a:lnTo>
                  <a:lnTo>
                    <a:pt x="75025" y="236338"/>
                  </a:lnTo>
                  <a:lnTo>
                    <a:pt x="122808" y="246011"/>
                  </a:lnTo>
                  <a:lnTo>
                    <a:pt x="170605" y="236338"/>
                  </a:lnTo>
                  <a:lnTo>
                    <a:pt x="209646" y="209967"/>
                  </a:lnTo>
                  <a:lnTo>
                    <a:pt x="235974" y="170868"/>
                  </a:lnTo>
                  <a:lnTo>
                    <a:pt x="245630" y="123012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5512925" y="2399977"/>
            <a:ext cx="238125" cy="325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355" marR="5080" indent="-34290">
              <a:lnSpc>
                <a:spcPct val="103600"/>
              </a:lnSpc>
              <a:spcBef>
                <a:spcPts val="95"/>
              </a:spcBef>
            </a:pPr>
            <a:r>
              <a:rPr dirty="0" sz="950" spc="55">
                <a:latin typeface="Times New Roman"/>
                <a:cs typeface="Times New Roman"/>
              </a:rPr>
              <a:t>PBl </a:t>
            </a:r>
            <a:r>
              <a:rPr dirty="0" sz="950" spc="-25">
                <a:latin typeface="Times New Roman"/>
                <a:cs typeface="Times New Roman"/>
              </a:rPr>
              <a:t>(0)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5959373" y="3722496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59524" y="179958"/>
                </a:moveTo>
                <a:lnTo>
                  <a:pt x="353098" y="132140"/>
                </a:lnTo>
                <a:lnTo>
                  <a:pt x="334967" y="89157"/>
                </a:lnTo>
                <a:lnTo>
                  <a:pt x="306849" y="52731"/>
                </a:lnTo>
                <a:lnTo>
                  <a:pt x="270462" y="24583"/>
                </a:lnTo>
                <a:lnTo>
                  <a:pt x="227525" y="6432"/>
                </a:lnTo>
                <a:lnTo>
                  <a:pt x="179755" y="0"/>
                </a:lnTo>
                <a:lnTo>
                  <a:pt x="131987" y="6432"/>
                </a:lnTo>
                <a:lnTo>
                  <a:pt x="89052" y="24583"/>
                </a:lnTo>
                <a:lnTo>
                  <a:pt x="52668" y="52731"/>
                </a:lnTo>
                <a:lnTo>
                  <a:pt x="24553" y="89157"/>
                </a:lnTo>
                <a:lnTo>
                  <a:pt x="6424" y="132140"/>
                </a:lnTo>
                <a:lnTo>
                  <a:pt x="0" y="179958"/>
                </a:lnTo>
                <a:lnTo>
                  <a:pt x="6424" y="227776"/>
                </a:lnTo>
                <a:lnTo>
                  <a:pt x="24553" y="270756"/>
                </a:lnTo>
                <a:lnTo>
                  <a:pt x="52668" y="307179"/>
                </a:lnTo>
                <a:lnTo>
                  <a:pt x="89052" y="335325"/>
                </a:lnTo>
                <a:lnTo>
                  <a:pt x="131987" y="353473"/>
                </a:lnTo>
                <a:lnTo>
                  <a:pt x="179755" y="359905"/>
                </a:lnTo>
                <a:lnTo>
                  <a:pt x="227525" y="353473"/>
                </a:lnTo>
                <a:lnTo>
                  <a:pt x="270462" y="335325"/>
                </a:lnTo>
                <a:lnTo>
                  <a:pt x="306849" y="307179"/>
                </a:lnTo>
                <a:lnTo>
                  <a:pt x="334967" y="270756"/>
                </a:lnTo>
                <a:lnTo>
                  <a:pt x="353098" y="227776"/>
                </a:lnTo>
                <a:lnTo>
                  <a:pt x="359524" y="179958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" name="object 19" descr=""/>
          <p:cNvGrpSpPr/>
          <p:nvPr/>
        </p:nvGrpSpPr>
        <p:grpSpPr>
          <a:xfrm>
            <a:off x="5864459" y="4437754"/>
            <a:ext cx="549910" cy="549275"/>
            <a:chOff x="5864459" y="4437754"/>
            <a:chExt cx="549910" cy="549275"/>
          </a:xfrm>
        </p:grpSpPr>
        <p:sp>
          <p:nvSpPr>
            <p:cNvPr id="20" name="object 20" descr=""/>
            <p:cNvSpPr/>
            <p:nvPr/>
          </p:nvSpPr>
          <p:spPr>
            <a:xfrm>
              <a:off x="5869012" y="4442307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540232" y="269925"/>
                  </a:moveTo>
                  <a:lnTo>
                    <a:pt x="535877" y="221427"/>
                  </a:lnTo>
                  <a:lnTo>
                    <a:pt x="523323" y="175772"/>
                  </a:lnTo>
                  <a:lnTo>
                    <a:pt x="503335" y="133724"/>
                  </a:lnTo>
                  <a:lnTo>
                    <a:pt x="476677" y="96048"/>
                  </a:lnTo>
                  <a:lnTo>
                    <a:pt x="444114" y="63509"/>
                  </a:lnTo>
                  <a:lnTo>
                    <a:pt x="406412" y="36870"/>
                  </a:lnTo>
                  <a:lnTo>
                    <a:pt x="364335" y="16896"/>
                  </a:lnTo>
                  <a:lnTo>
                    <a:pt x="318648" y="4351"/>
                  </a:lnTo>
                  <a:lnTo>
                    <a:pt x="270116" y="0"/>
                  </a:lnTo>
                  <a:lnTo>
                    <a:pt x="221584" y="4351"/>
                  </a:lnTo>
                  <a:lnTo>
                    <a:pt x="175897" y="16896"/>
                  </a:lnTo>
                  <a:lnTo>
                    <a:pt x="133820" y="36870"/>
                  </a:lnTo>
                  <a:lnTo>
                    <a:pt x="96118" y="63509"/>
                  </a:lnTo>
                  <a:lnTo>
                    <a:pt x="63555" y="96048"/>
                  </a:lnTo>
                  <a:lnTo>
                    <a:pt x="36897" y="133724"/>
                  </a:lnTo>
                  <a:lnTo>
                    <a:pt x="16908" y="175772"/>
                  </a:lnTo>
                  <a:lnTo>
                    <a:pt x="4354" y="221427"/>
                  </a:lnTo>
                  <a:lnTo>
                    <a:pt x="0" y="269925"/>
                  </a:lnTo>
                  <a:lnTo>
                    <a:pt x="4354" y="318424"/>
                  </a:lnTo>
                  <a:lnTo>
                    <a:pt x="16908" y="364079"/>
                  </a:lnTo>
                  <a:lnTo>
                    <a:pt x="36897" y="406127"/>
                  </a:lnTo>
                  <a:lnTo>
                    <a:pt x="63555" y="443802"/>
                  </a:lnTo>
                  <a:lnTo>
                    <a:pt x="96118" y="476342"/>
                  </a:lnTo>
                  <a:lnTo>
                    <a:pt x="133820" y="502981"/>
                  </a:lnTo>
                  <a:lnTo>
                    <a:pt x="175897" y="522955"/>
                  </a:lnTo>
                  <a:lnTo>
                    <a:pt x="221584" y="535500"/>
                  </a:lnTo>
                  <a:lnTo>
                    <a:pt x="270116" y="539851"/>
                  </a:lnTo>
                  <a:lnTo>
                    <a:pt x="318648" y="535500"/>
                  </a:lnTo>
                  <a:lnTo>
                    <a:pt x="364335" y="522955"/>
                  </a:lnTo>
                  <a:lnTo>
                    <a:pt x="406412" y="502981"/>
                  </a:lnTo>
                  <a:lnTo>
                    <a:pt x="444114" y="476342"/>
                  </a:lnTo>
                  <a:lnTo>
                    <a:pt x="476677" y="443802"/>
                  </a:lnTo>
                  <a:lnTo>
                    <a:pt x="503335" y="406127"/>
                  </a:lnTo>
                  <a:lnTo>
                    <a:pt x="523323" y="364079"/>
                  </a:lnTo>
                  <a:lnTo>
                    <a:pt x="535877" y="318424"/>
                  </a:lnTo>
                  <a:lnTo>
                    <a:pt x="540232" y="269925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959373" y="4532287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79755" y="0"/>
                  </a:moveTo>
                  <a:lnTo>
                    <a:pt x="131987" y="6431"/>
                  </a:lnTo>
                  <a:lnTo>
                    <a:pt x="89052" y="24580"/>
                  </a:lnTo>
                  <a:lnTo>
                    <a:pt x="52668" y="52725"/>
                  </a:lnTo>
                  <a:lnTo>
                    <a:pt x="24553" y="89148"/>
                  </a:lnTo>
                  <a:lnTo>
                    <a:pt x="6424" y="132128"/>
                  </a:lnTo>
                  <a:lnTo>
                    <a:pt x="0" y="179946"/>
                  </a:lnTo>
                  <a:lnTo>
                    <a:pt x="6424" y="227764"/>
                  </a:lnTo>
                  <a:lnTo>
                    <a:pt x="24553" y="270744"/>
                  </a:lnTo>
                  <a:lnTo>
                    <a:pt x="52668" y="307166"/>
                  </a:lnTo>
                  <a:lnTo>
                    <a:pt x="89052" y="335312"/>
                  </a:lnTo>
                  <a:lnTo>
                    <a:pt x="131987" y="353460"/>
                  </a:lnTo>
                  <a:lnTo>
                    <a:pt x="179755" y="359892"/>
                  </a:lnTo>
                  <a:lnTo>
                    <a:pt x="227525" y="353460"/>
                  </a:lnTo>
                  <a:lnTo>
                    <a:pt x="270462" y="335312"/>
                  </a:lnTo>
                  <a:lnTo>
                    <a:pt x="306849" y="307166"/>
                  </a:lnTo>
                  <a:lnTo>
                    <a:pt x="334967" y="270744"/>
                  </a:lnTo>
                  <a:lnTo>
                    <a:pt x="353098" y="227764"/>
                  </a:lnTo>
                  <a:lnTo>
                    <a:pt x="359524" y="179946"/>
                  </a:lnTo>
                  <a:lnTo>
                    <a:pt x="353098" y="132128"/>
                  </a:lnTo>
                  <a:lnTo>
                    <a:pt x="334967" y="89148"/>
                  </a:lnTo>
                  <a:lnTo>
                    <a:pt x="306849" y="52725"/>
                  </a:lnTo>
                  <a:lnTo>
                    <a:pt x="270462" y="24580"/>
                  </a:lnTo>
                  <a:lnTo>
                    <a:pt x="227525" y="6431"/>
                  </a:lnTo>
                  <a:lnTo>
                    <a:pt x="1797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959373" y="4532287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359524" y="179946"/>
                  </a:moveTo>
                  <a:lnTo>
                    <a:pt x="353098" y="132128"/>
                  </a:lnTo>
                  <a:lnTo>
                    <a:pt x="334967" y="89148"/>
                  </a:lnTo>
                  <a:lnTo>
                    <a:pt x="306849" y="52725"/>
                  </a:lnTo>
                  <a:lnTo>
                    <a:pt x="270462" y="24580"/>
                  </a:lnTo>
                  <a:lnTo>
                    <a:pt x="227525" y="6431"/>
                  </a:lnTo>
                  <a:lnTo>
                    <a:pt x="179755" y="0"/>
                  </a:lnTo>
                  <a:lnTo>
                    <a:pt x="131987" y="6431"/>
                  </a:lnTo>
                  <a:lnTo>
                    <a:pt x="89052" y="24580"/>
                  </a:lnTo>
                  <a:lnTo>
                    <a:pt x="52668" y="52725"/>
                  </a:lnTo>
                  <a:lnTo>
                    <a:pt x="24553" y="89148"/>
                  </a:lnTo>
                  <a:lnTo>
                    <a:pt x="6424" y="132128"/>
                  </a:lnTo>
                  <a:lnTo>
                    <a:pt x="0" y="179946"/>
                  </a:lnTo>
                  <a:lnTo>
                    <a:pt x="6424" y="227764"/>
                  </a:lnTo>
                  <a:lnTo>
                    <a:pt x="24553" y="270744"/>
                  </a:lnTo>
                  <a:lnTo>
                    <a:pt x="52668" y="307166"/>
                  </a:lnTo>
                  <a:lnTo>
                    <a:pt x="89052" y="335312"/>
                  </a:lnTo>
                  <a:lnTo>
                    <a:pt x="131987" y="353460"/>
                  </a:lnTo>
                  <a:lnTo>
                    <a:pt x="179755" y="359892"/>
                  </a:lnTo>
                  <a:lnTo>
                    <a:pt x="227525" y="353460"/>
                  </a:lnTo>
                  <a:lnTo>
                    <a:pt x="270462" y="335312"/>
                  </a:lnTo>
                  <a:lnTo>
                    <a:pt x="306849" y="307166"/>
                  </a:lnTo>
                  <a:lnTo>
                    <a:pt x="334967" y="270744"/>
                  </a:lnTo>
                  <a:lnTo>
                    <a:pt x="353098" y="227764"/>
                  </a:lnTo>
                  <a:lnTo>
                    <a:pt x="359524" y="179946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5864459" y="5428253"/>
            <a:ext cx="549910" cy="549275"/>
            <a:chOff x="5864459" y="5428253"/>
            <a:chExt cx="549910" cy="549275"/>
          </a:xfrm>
        </p:grpSpPr>
        <p:sp>
          <p:nvSpPr>
            <p:cNvPr id="24" name="object 24" descr=""/>
            <p:cNvSpPr/>
            <p:nvPr/>
          </p:nvSpPr>
          <p:spPr>
            <a:xfrm>
              <a:off x="5869012" y="5432806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540232" y="269913"/>
                  </a:moveTo>
                  <a:lnTo>
                    <a:pt x="535877" y="221414"/>
                  </a:lnTo>
                  <a:lnTo>
                    <a:pt x="523323" y="175760"/>
                  </a:lnTo>
                  <a:lnTo>
                    <a:pt x="503335" y="133715"/>
                  </a:lnTo>
                  <a:lnTo>
                    <a:pt x="476677" y="96041"/>
                  </a:lnTo>
                  <a:lnTo>
                    <a:pt x="444114" y="63504"/>
                  </a:lnTo>
                  <a:lnTo>
                    <a:pt x="406412" y="36867"/>
                  </a:lnTo>
                  <a:lnTo>
                    <a:pt x="364335" y="16894"/>
                  </a:lnTo>
                  <a:lnTo>
                    <a:pt x="318648" y="4351"/>
                  </a:lnTo>
                  <a:lnTo>
                    <a:pt x="270116" y="0"/>
                  </a:lnTo>
                  <a:lnTo>
                    <a:pt x="221584" y="4351"/>
                  </a:lnTo>
                  <a:lnTo>
                    <a:pt x="175897" y="16894"/>
                  </a:lnTo>
                  <a:lnTo>
                    <a:pt x="133820" y="36867"/>
                  </a:lnTo>
                  <a:lnTo>
                    <a:pt x="96118" y="63504"/>
                  </a:lnTo>
                  <a:lnTo>
                    <a:pt x="63555" y="96041"/>
                  </a:lnTo>
                  <a:lnTo>
                    <a:pt x="36897" y="133715"/>
                  </a:lnTo>
                  <a:lnTo>
                    <a:pt x="16908" y="175760"/>
                  </a:lnTo>
                  <a:lnTo>
                    <a:pt x="4354" y="221414"/>
                  </a:lnTo>
                  <a:lnTo>
                    <a:pt x="0" y="269913"/>
                  </a:lnTo>
                  <a:lnTo>
                    <a:pt x="4354" y="318411"/>
                  </a:lnTo>
                  <a:lnTo>
                    <a:pt x="16908" y="364066"/>
                  </a:lnTo>
                  <a:lnTo>
                    <a:pt x="36897" y="406114"/>
                  </a:lnTo>
                  <a:lnTo>
                    <a:pt x="63555" y="443790"/>
                  </a:lnTo>
                  <a:lnTo>
                    <a:pt x="96118" y="476329"/>
                  </a:lnTo>
                  <a:lnTo>
                    <a:pt x="133820" y="502968"/>
                  </a:lnTo>
                  <a:lnTo>
                    <a:pt x="175897" y="522942"/>
                  </a:lnTo>
                  <a:lnTo>
                    <a:pt x="221584" y="535487"/>
                  </a:lnTo>
                  <a:lnTo>
                    <a:pt x="270116" y="539838"/>
                  </a:lnTo>
                  <a:lnTo>
                    <a:pt x="318648" y="535487"/>
                  </a:lnTo>
                  <a:lnTo>
                    <a:pt x="364335" y="522942"/>
                  </a:lnTo>
                  <a:lnTo>
                    <a:pt x="406412" y="502968"/>
                  </a:lnTo>
                  <a:lnTo>
                    <a:pt x="444114" y="476329"/>
                  </a:lnTo>
                  <a:lnTo>
                    <a:pt x="476677" y="443790"/>
                  </a:lnTo>
                  <a:lnTo>
                    <a:pt x="503335" y="406114"/>
                  </a:lnTo>
                  <a:lnTo>
                    <a:pt x="523323" y="364066"/>
                  </a:lnTo>
                  <a:lnTo>
                    <a:pt x="535877" y="318411"/>
                  </a:lnTo>
                  <a:lnTo>
                    <a:pt x="540232" y="269913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959373" y="5522772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79755" y="0"/>
                  </a:moveTo>
                  <a:lnTo>
                    <a:pt x="131987" y="6432"/>
                  </a:lnTo>
                  <a:lnTo>
                    <a:pt x="89052" y="24582"/>
                  </a:lnTo>
                  <a:lnTo>
                    <a:pt x="52668" y="52730"/>
                  </a:lnTo>
                  <a:lnTo>
                    <a:pt x="24553" y="89154"/>
                  </a:lnTo>
                  <a:lnTo>
                    <a:pt x="6424" y="132132"/>
                  </a:lnTo>
                  <a:lnTo>
                    <a:pt x="0" y="179946"/>
                  </a:lnTo>
                  <a:lnTo>
                    <a:pt x="6424" y="227768"/>
                  </a:lnTo>
                  <a:lnTo>
                    <a:pt x="24553" y="270749"/>
                  </a:lnTo>
                  <a:lnTo>
                    <a:pt x="52668" y="307171"/>
                  </a:lnTo>
                  <a:lnTo>
                    <a:pt x="89052" y="335315"/>
                  </a:lnTo>
                  <a:lnTo>
                    <a:pt x="131987" y="353461"/>
                  </a:lnTo>
                  <a:lnTo>
                    <a:pt x="179755" y="359892"/>
                  </a:lnTo>
                  <a:lnTo>
                    <a:pt x="227525" y="353461"/>
                  </a:lnTo>
                  <a:lnTo>
                    <a:pt x="270462" y="335315"/>
                  </a:lnTo>
                  <a:lnTo>
                    <a:pt x="306849" y="307171"/>
                  </a:lnTo>
                  <a:lnTo>
                    <a:pt x="334967" y="270749"/>
                  </a:lnTo>
                  <a:lnTo>
                    <a:pt x="353098" y="227768"/>
                  </a:lnTo>
                  <a:lnTo>
                    <a:pt x="359524" y="179946"/>
                  </a:lnTo>
                  <a:lnTo>
                    <a:pt x="353098" y="132132"/>
                  </a:lnTo>
                  <a:lnTo>
                    <a:pt x="334967" y="89154"/>
                  </a:lnTo>
                  <a:lnTo>
                    <a:pt x="306849" y="52730"/>
                  </a:lnTo>
                  <a:lnTo>
                    <a:pt x="270462" y="24582"/>
                  </a:lnTo>
                  <a:lnTo>
                    <a:pt x="227525" y="6432"/>
                  </a:lnTo>
                  <a:lnTo>
                    <a:pt x="1797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959373" y="5522772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359524" y="179946"/>
                  </a:moveTo>
                  <a:lnTo>
                    <a:pt x="353098" y="132132"/>
                  </a:lnTo>
                  <a:lnTo>
                    <a:pt x="334967" y="89154"/>
                  </a:lnTo>
                  <a:lnTo>
                    <a:pt x="306849" y="52730"/>
                  </a:lnTo>
                  <a:lnTo>
                    <a:pt x="270462" y="24582"/>
                  </a:lnTo>
                  <a:lnTo>
                    <a:pt x="227525" y="6432"/>
                  </a:lnTo>
                  <a:lnTo>
                    <a:pt x="179755" y="0"/>
                  </a:lnTo>
                  <a:lnTo>
                    <a:pt x="131987" y="6432"/>
                  </a:lnTo>
                  <a:lnTo>
                    <a:pt x="89052" y="24582"/>
                  </a:lnTo>
                  <a:lnTo>
                    <a:pt x="52668" y="52730"/>
                  </a:lnTo>
                  <a:lnTo>
                    <a:pt x="24553" y="89154"/>
                  </a:lnTo>
                  <a:lnTo>
                    <a:pt x="6424" y="132132"/>
                  </a:lnTo>
                  <a:lnTo>
                    <a:pt x="0" y="179946"/>
                  </a:lnTo>
                  <a:lnTo>
                    <a:pt x="6424" y="227768"/>
                  </a:lnTo>
                  <a:lnTo>
                    <a:pt x="24553" y="270749"/>
                  </a:lnTo>
                  <a:lnTo>
                    <a:pt x="52668" y="307171"/>
                  </a:lnTo>
                  <a:lnTo>
                    <a:pt x="89052" y="335315"/>
                  </a:lnTo>
                  <a:lnTo>
                    <a:pt x="131987" y="353461"/>
                  </a:lnTo>
                  <a:lnTo>
                    <a:pt x="179755" y="359892"/>
                  </a:lnTo>
                  <a:lnTo>
                    <a:pt x="227525" y="353461"/>
                  </a:lnTo>
                  <a:lnTo>
                    <a:pt x="270462" y="335315"/>
                  </a:lnTo>
                  <a:lnTo>
                    <a:pt x="306849" y="307171"/>
                  </a:lnTo>
                  <a:lnTo>
                    <a:pt x="334967" y="270749"/>
                  </a:lnTo>
                  <a:lnTo>
                    <a:pt x="353098" y="227768"/>
                  </a:lnTo>
                  <a:lnTo>
                    <a:pt x="359524" y="179946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5813387" y="2103310"/>
            <a:ext cx="643255" cy="422910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8890" rIns="0" bIns="0" rtlCol="0" vert="horz">
            <a:spAutoFit/>
          </a:bodyPr>
          <a:lstStyle/>
          <a:p>
            <a:pPr algn="ctr" marL="127000" marR="110489">
              <a:lnSpc>
                <a:spcPct val="497200"/>
              </a:lnSpc>
              <a:spcBef>
                <a:spcPts val="70"/>
              </a:spcBef>
            </a:pPr>
            <a:r>
              <a:rPr dirty="0" sz="950" spc="-10">
                <a:latin typeface="Times New Roman"/>
                <a:cs typeface="Times New Roman"/>
              </a:rPr>
              <a:t>START </a:t>
            </a:r>
            <a:r>
              <a:rPr dirty="0" sz="950" spc="-20">
                <a:latin typeface="Times New Roman"/>
                <a:cs typeface="Times New Roman"/>
              </a:rPr>
              <a:t>STOP </a:t>
            </a:r>
            <a:r>
              <a:rPr dirty="0" sz="950" spc="-10">
                <a:latin typeface="Times New Roman"/>
                <a:cs typeface="Times New Roman"/>
              </a:rPr>
              <a:t>RESET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950">
              <a:latin typeface="Times New Roman"/>
              <a:cs typeface="Times New Roman"/>
            </a:endParaRPr>
          </a:p>
          <a:p>
            <a:pPr algn="ctr" marL="8890">
              <a:lnSpc>
                <a:spcPct val="100000"/>
              </a:lnSpc>
            </a:pPr>
            <a:r>
              <a:rPr dirty="0" sz="950" spc="-25">
                <a:latin typeface="Times New Roman"/>
                <a:cs typeface="Times New Roman"/>
              </a:rPr>
              <a:t>END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950">
              <a:latin typeface="Times New Roman"/>
              <a:cs typeface="Times New Roman"/>
            </a:endParaRPr>
          </a:p>
          <a:p>
            <a:pPr algn="ctr" marL="10160">
              <a:lnSpc>
                <a:spcPct val="100000"/>
              </a:lnSpc>
            </a:pPr>
            <a:r>
              <a:rPr dirty="0" sz="950" spc="-10">
                <a:latin typeface="Times New Roman"/>
                <a:cs typeface="Times New Roman"/>
              </a:rPr>
              <a:t>BUZZER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512923" y="3119773"/>
            <a:ext cx="238125" cy="325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25">
                <a:latin typeface="Times New Roman"/>
                <a:cs typeface="Times New Roman"/>
              </a:rPr>
              <a:t>PB2</a:t>
            </a:r>
            <a:endParaRPr sz="950">
              <a:latin typeface="Times New Roman"/>
              <a:cs typeface="Times New Roman"/>
            </a:endParaRPr>
          </a:p>
          <a:p>
            <a:pPr marL="46355">
              <a:lnSpc>
                <a:spcPct val="100000"/>
              </a:lnSpc>
              <a:spcBef>
                <a:spcPts val="40"/>
              </a:spcBef>
            </a:pPr>
            <a:r>
              <a:rPr dirty="0" sz="950" spc="60">
                <a:latin typeface="Times New Roman"/>
                <a:cs typeface="Times New Roman"/>
              </a:rPr>
              <a:t>(l)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512923" y="3839586"/>
            <a:ext cx="238125" cy="325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355" marR="5080" indent="-34290">
              <a:lnSpc>
                <a:spcPct val="103600"/>
              </a:lnSpc>
              <a:spcBef>
                <a:spcPts val="95"/>
              </a:spcBef>
            </a:pPr>
            <a:r>
              <a:rPr dirty="0" sz="950" spc="-25">
                <a:latin typeface="Times New Roman"/>
                <a:cs typeface="Times New Roman"/>
              </a:rPr>
              <a:t>PB3 (2)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5420289" y="4559399"/>
            <a:ext cx="358775" cy="325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91440">
              <a:lnSpc>
                <a:spcPct val="103600"/>
              </a:lnSpc>
              <a:spcBef>
                <a:spcPts val="95"/>
              </a:spcBef>
            </a:pPr>
            <a:r>
              <a:rPr dirty="0" sz="950" spc="-25">
                <a:latin typeface="Times New Roman"/>
                <a:cs typeface="Times New Roman"/>
              </a:rPr>
              <a:t>PL </a:t>
            </a:r>
            <a:r>
              <a:rPr dirty="0" sz="950" spc="40">
                <a:latin typeface="Times New Roman"/>
                <a:cs typeface="Times New Roman"/>
              </a:rPr>
              <a:t>(l004)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5420291" y="5549899"/>
            <a:ext cx="358140" cy="325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86360">
              <a:lnSpc>
                <a:spcPct val="103600"/>
              </a:lnSpc>
              <a:spcBef>
                <a:spcPts val="95"/>
              </a:spcBef>
            </a:pPr>
            <a:r>
              <a:rPr dirty="0" sz="950" spc="-25">
                <a:latin typeface="Times New Roman"/>
                <a:cs typeface="Times New Roman"/>
              </a:rPr>
              <a:t>BZ </a:t>
            </a:r>
            <a:r>
              <a:rPr dirty="0" sz="950" spc="-10">
                <a:latin typeface="Times New Roman"/>
                <a:cs typeface="Times New Roman"/>
              </a:rPr>
              <a:t>(l005)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6007208" y="2338711"/>
            <a:ext cx="255270" cy="254635"/>
            <a:chOff x="6007208" y="2338711"/>
            <a:chExt cx="255270" cy="254635"/>
          </a:xfrm>
        </p:grpSpPr>
        <p:pic>
          <p:nvPicPr>
            <p:cNvPr id="33" name="object 3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1761" y="2343264"/>
              <a:ext cx="245630" cy="245249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6011761" y="2343264"/>
              <a:ext cx="245745" cy="245745"/>
            </a:xfrm>
            <a:custGeom>
              <a:avLst/>
              <a:gdLst/>
              <a:ahLst/>
              <a:cxnLst/>
              <a:rect l="l" t="t" r="r" b="b"/>
              <a:pathLst>
                <a:path w="245745" h="245744">
                  <a:moveTo>
                    <a:pt x="245630" y="122605"/>
                  </a:moveTo>
                  <a:lnTo>
                    <a:pt x="235974" y="74896"/>
                  </a:lnTo>
                  <a:lnTo>
                    <a:pt x="209646" y="35923"/>
                  </a:lnTo>
                  <a:lnTo>
                    <a:pt x="170605" y="9639"/>
                  </a:lnTo>
                  <a:lnTo>
                    <a:pt x="122808" y="0"/>
                  </a:lnTo>
                  <a:lnTo>
                    <a:pt x="75025" y="9639"/>
                  </a:lnTo>
                  <a:lnTo>
                    <a:pt x="35987" y="35923"/>
                  </a:lnTo>
                  <a:lnTo>
                    <a:pt x="9657" y="74896"/>
                  </a:lnTo>
                  <a:lnTo>
                    <a:pt x="0" y="122605"/>
                  </a:lnTo>
                  <a:lnTo>
                    <a:pt x="9657" y="170331"/>
                  </a:lnTo>
                  <a:lnTo>
                    <a:pt x="35987" y="209316"/>
                  </a:lnTo>
                  <a:lnTo>
                    <a:pt x="75025" y="235607"/>
                  </a:lnTo>
                  <a:lnTo>
                    <a:pt x="122808" y="245249"/>
                  </a:lnTo>
                  <a:lnTo>
                    <a:pt x="170605" y="235607"/>
                  </a:lnTo>
                  <a:lnTo>
                    <a:pt x="209646" y="209316"/>
                  </a:lnTo>
                  <a:lnTo>
                    <a:pt x="235974" y="170331"/>
                  </a:lnTo>
                  <a:lnTo>
                    <a:pt x="245630" y="122605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 descr=""/>
          <p:cNvGrpSpPr/>
          <p:nvPr/>
        </p:nvGrpSpPr>
        <p:grpSpPr>
          <a:xfrm>
            <a:off x="6007208" y="3782104"/>
            <a:ext cx="255270" cy="254635"/>
            <a:chOff x="6007208" y="3782104"/>
            <a:chExt cx="255270" cy="254635"/>
          </a:xfrm>
        </p:grpSpPr>
        <p:pic>
          <p:nvPicPr>
            <p:cNvPr id="36" name="object 3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11761" y="3786657"/>
              <a:ext cx="245630" cy="245249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6011761" y="3786657"/>
              <a:ext cx="245745" cy="245745"/>
            </a:xfrm>
            <a:custGeom>
              <a:avLst/>
              <a:gdLst/>
              <a:ahLst/>
              <a:cxnLst/>
              <a:rect l="l" t="t" r="r" b="b"/>
              <a:pathLst>
                <a:path w="245745" h="245745">
                  <a:moveTo>
                    <a:pt x="245630" y="122631"/>
                  </a:moveTo>
                  <a:lnTo>
                    <a:pt x="235974" y="74907"/>
                  </a:lnTo>
                  <a:lnTo>
                    <a:pt x="209646" y="35926"/>
                  </a:lnTo>
                  <a:lnTo>
                    <a:pt x="170605" y="9640"/>
                  </a:lnTo>
                  <a:lnTo>
                    <a:pt x="122808" y="0"/>
                  </a:lnTo>
                  <a:lnTo>
                    <a:pt x="75025" y="9640"/>
                  </a:lnTo>
                  <a:lnTo>
                    <a:pt x="35987" y="35926"/>
                  </a:lnTo>
                  <a:lnTo>
                    <a:pt x="9657" y="74907"/>
                  </a:lnTo>
                  <a:lnTo>
                    <a:pt x="0" y="122631"/>
                  </a:lnTo>
                  <a:lnTo>
                    <a:pt x="9657" y="170347"/>
                  </a:lnTo>
                  <a:lnTo>
                    <a:pt x="35987" y="209324"/>
                  </a:lnTo>
                  <a:lnTo>
                    <a:pt x="75025" y="235609"/>
                  </a:lnTo>
                  <a:lnTo>
                    <a:pt x="122808" y="245249"/>
                  </a:lnTo>
                  <a:lnTo>
                    <a:pt x="170605" y="235609"/>
                  </a:lnTo>
                  <a:lnTo>
                    <a:pt x="209646" y="209324"/>
                  </a:lnTo>
                  <a:lnTo>
                    <a:pt x="235974" y="170347"/>
                  </a:lnTo>
                  <a:lnTo>
                    <a:pt x="245630" y="122631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5760072" y="1852652"/>
            <a:ext cx="77470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45">
                <a:latin typeface="Times New Roman"/>
                <a:cs typeface="Times New Roman"/>
              </a:rPr>
              <a:t>Control</a:t>
            </a:r>
            <a:r>
              <a:rPr dirty="0" sz="950" spc="5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Panel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1639760" y="2214714"/>
            <a:ext cx="3515360" cy="3234055"/>
            <a:chOff x="1639760" y="2214714"/>
            <a:chExt cx="3515360" cy="3234055"/>
          </a:xfrm>
        </p:grpSpPr>
        <p:sp>
          <p:nvSpPr>
            <p:cNvPr id="40" name="object 40" descr=""/>
            <p:cNvSpPr/>
            <p:nvPr/>
          </p:nvSpPr>
          <p:spPr>
            <a:xfrm>
              <a:off x="4662309" y="2219477"/>
              <a:ext cx="488315" cy="169545"/>
            </a:xfrm>
            <a:custGeom>
              <a:avLst/>
              <a:gdLst/>
              <a:ahLst/>
              <a:cxnLst/>
              <a:rect l="l" t="t" r="r" b="b"/>
              <a:pathLst>
                <a:path w="488314" h="169544">
                  <a:moveTo>
                    <a:pt x="487832" y="0"/>
                  </a:moveTo>
                  <a:lnTo>
                    <a:pt x="0" y="0"/>
                  </a:lnTo>
                  <a:lnTo>
                    <a:pt x="0" y="168935"/>
                  </a:lnTo>
                  <a:lnTo>
                    <a:pt x="487832" y="168935"/>
                  </a:lnTo>
                  <a:lnTo>
                    <a:pt x="487832" y="0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662309" y="2219477"/>
              <a:ext cx="488315" cy="169545"/>
            </a:xfrm>
            <a:custGeom>
              <a:avLst/>
              <a:gdLst/>
              <a:ahLst/>
              <a:cxnLst/>
              <a:rect l="l" t="t" r="r" b="b"/>
              <a:pathLst>
                <a:path w="488314" h="169544">
                  <a:moveTo>
                    <a:pt x="0" y="0"/>
                  </a:moveTo>
                  <a:lnTo>
                    <a:pt x="487832" y="0"/>
                  </a:lnTo>
                  <a:lnTo>
                    <a:pt x="487832" y="168935"/>
                  </a:lnTo>
                  <a:lnTo>
                    <a:pt x="0" y="168935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915972" y="2650769"/>
              <a:ext cx="0" cy="1733550"/>
            </a:xfrm>
            <a:custGeom>
              <a:avLst/>
              <a:gdLst/>
              <a:ahLst/>
              <a:cxnLst/>
              <a:rect l="l" t="t" r="r" b="b"/>
              <a:pathLst>
                <a:path w="0" h="1733550">
                  <a:moveTo>
                    <a:pt x="0" y="0"/>
                  </a:moveTo>
                  <a:lnTo>
                    <a:pt x="0" y="393306"/>
                  </a:lnTo>
                </a:path>
                <a:path w="0" h="1733550">
                  <a:moveTo>
                    <a:pt x="0" y="515932"/>
                  </a:moveTo>
                  <a:lnTo>
                    <a:pt x="0" y="1302562"/>
                  </a:lnTo>
                </a:path>
                <a:path w="0" h="1733550">
                  <a:moveTo>
                    <a:pt x="0" y="1424807"/>
                  </a:moveTo>
                  <a:lnTo>
                    <a:pt x="0" y="1733448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925459" y="4384217"/>
              <a:ext cx="2455545" cy="834390"/>
            </a:xfrm>
            <a:custGeom>
              <a:avLst/>
              <a:gdLst/>
              <a:ahLst/>
              <a:cxnLst/>
              <a:rect l="l" t="t" r="r" b="b"/>
              <a:pathLst>
                <a:path w="2455545" h="834389">
                  <a:moveTo>
                    <a:pt x="2455545" y="0"/>
                  </a:moveTo>
                  <a:lnTo>
                    <a:pt x="0" y="0"/>
                  </a:lnTo>
                  <a:lnTo>
                    <a:pt x="1228153" y="834085"/>
                  </a:lnTo>
                  <a:lnTo>
                    <a:pt x="2455545" y="0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925459" y="4384217"/>
              <a:ext cx="2455545" cy="834390"/>
            </a:xfrm>
            <a:custGeom>
              <a:avLst/>
              <a:gdLst/>
              <a:ahLst/>
              <a:cxnLst/>
              <a:rect l="l" t="t" r="r" b="b"/>
              <a:pathLst>
                <a:path w="2455545" h="834389">
                  <a:moveTo>
                    <a:pt x="1228153" y="834085"/>
                  </a:moveTo>
                  <a:lnTo>
                    <a:pt x="2455545" y="0"/>
                  </a:lnTo>
                  <a:lnTo>
                    <a:pt x="0" y="0"/>
                  </a:lnTo>
                  <a:lnTo>
                    <a:pt x="1228153" y="834085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925459" y="3213023"/>
              <a:ext cx="2465070" cy="1181100"/>
            </a:xfrm>
            <a:custGeom>
              <a:avLst/>
              <a:gdLst/>
              <a:ahLst/>
              <a:cxnLst/>
              <a:rect l="l" t="t" r="r" b="b"/>
              <a:pathLst>
                <a:path w="2465070" h="1181100">
                  <a:moveTo>
                    <a:pt x="2465031" y="0"/>
                  </a:moveTo>
                  <a:lnTo>
                    <a:pt x="0" y="0"/>
                  </a:lnTo>
                  <a:lnTo>
                    <a:pt x="0" y="1180680"/>
                  </a:lnTo>
                  <a:lnTo>
                    <a:pt x="2465031" y="1180680"/>
                  </a:lnTo>
                  <a:lnTo>
                    <a:pt x="2465031" y="0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644523" y="2922206"/>
              <a:ext cx="412750" cy="366395"/>
            </a:xfrm>
            <a:custGeom>
              <a:avLst/>
              <a:gdLst/>
              <a:ahLst/>
              <a:cxnLst/>
              <a:rect l="l" t="t" r="r" b="b"/>
              <a:pathLst>
                <a:path w="412750" h="366395">
                  <a:moveTo>
                    <a:pt x="0" y="0"/>
                  </a:moveTo>
                  <a:lnTo>
                    <a:pt x="168935" y="0"/>
                  </a:lnTo>
                  <a:lnTo>
                    <a:pt x="168935" y="365988"/>
                  </a:lnTo>
                  <a:lnTo>
                    <a:pt x="0" y="365988"/>
                  </a:lnTo>
                  <a:lnTo>
                    <a:pt x="0" y="0"/>
                  </a:lnTo>
                  <a:close/>
                </a:path>
                <a:path w="412750" h="366395">
                  <a:moveTo>
                    <a:pt x="168554" y="121869"/>
                  </a:moveTo>
                  <a:lnTo>
                    <a:pt x="412661" y="121869"/>
                  </a:lnTo>
                  <a:lnTo>
                    <a:pt x="412661" y="244495"/>
                  </a:lnTo>
                  <a:lnTo>
                    <a:pt x="168554" y="244495"/>
                  </a:lnTo>
                  <a:lnTo>
                    <a:pt x="168554" y="121869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056815" y="3100654"/>
              <a:ext cx="497205" cy="0"/>
            </a:xfrm>
            <a:custGeom>
              <a:avLst/>
              <a:gdLst/>
              <a:ahLst/>
              <a:cxnLst/>
              <a:rect l="l" t="t" r="r" b="b"/>
              <a:pathLst>
                <a:path w="497205" h="0">
                  <a:moveTo>
                    <a:pt x="0" y="0"/>
                  </a:moveTo>
                  <a:lnTo>
                    <a:pt x="496582" y="0"/>
                  </a:lnTo>
                </a:path>
              </a:pathLst>
            </a:custGeom>
            <a:ln w="28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672615" y="3831450"/>
              <a:ext cx="169545" cy="366395"/>
            </a:xfrm>
            <a:custGeom>
              <a:avLst/>
              <a:gdLst/>
              <a:ahLst/>
              <a:cxnLst/>
              <a:rect l="l" t="t" r="r" b="b"/>
              <a:pathLst>
                <a:path w="169544" h="366395">
                  <a:moveTo>
                    <a:pt x="168935" y="0"/>
                  </a:moveTo>
                  <a:lnTo>
                    <a:pt x="0" y="0"/>
                  </a:lnTo>
                  <a:lnTo>
                    <a:pt x="0" y="365988"/>
                  </a:lnTo>
                  <a:lnTo>
                    <a:pt x="168935" y="365988"/>
                  </a:lnTo>
                  <a:lnTo>
                    <a:pt x="16893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672615" y="3831450"/>
              <a:ext cx="169545" cy="366395"/>
            </a:xfrm>
            <a:custGeom>
              <a:avLst/>
              <a:gdLst/>
              <a:ahLst/>
              <a:cxnLst/>
              <a:rect l="l" t="t" r="r" b="b"/>
              <a:pathLst>
                <a:path w="169544" h="366395">
                  <a:moveTo>
                    <a:pt x="0" y="0"/>
                  </a:moveTo>
                  <a:lnTo>
                    <a:pt x="168935" y="0"/>
                  </a:lnTo>
                  <a:lnTo>
                    <a:pt x="168935" y="365988"/>
                  </a:lnTo>
                  <a:lnTo>
                    <a:pt x="0" y="365988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841182" y="3953332"/>
              <a:ext cx="243840" cy="122555"/>
            </a:xfrm>
            <a:custGeom>
              <a:avLst/>
              <a:gdLst/>
              <a:ahLst/>
              <a:cxnLst/>
              <a:rect l="l" t="t" r="r" b="b"/>
              <a:pathLst>
                <a:path w="243839" h="122554">
                  <a:moveTo>
                    <a:pt x="243725" y="0"/>
                  </a:moveTo>
                  <a:lnTo>
                    <a:pt x="0" y="0"/>
                  </a:lnTo>
                  <a:lnTo>
                    <a:pt x="0" y="122245"/>
                  </a:lnTo>
                  <a:lnTo>
                    <a:pt x="243725" y="122245"/>
                  </a:lnTo>
                  <a:lnTo>
                    <a:pt x="24372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841182" y="3953332"/>
              <a:ext cx="243840" cy="122555"/>
            </a:xfrm>
            <a:custGeom>
              <a:avLst/>
              <a:gdLst/>
              <a:ahLst/>
              <a:cxnLst/>
              <a:rect l="l" t="t" r="r" b="b"/>
              <a:pathLst>
                <a:path w="243839" h="122554">
                  <a:moveTo>
                    <a:pt x="0" y="0"/>
                  </a:moveTo>
                  <a:lnTo>
                    <a:pt x="243725" y="0"/>
                  </a:lnTo>
                  <a:lnTo>
                    <a:pt x="243725" y="122245"/>
                  </a:lnTo>
                  <a:lnTo>
                    <a:pt x="0" y="122245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084539" y="4009504"/>
              <a:ext cx="497205" cy="0"/>
            </a:xfrm>
            <a:custGeom>
              <a:avLst/>
              <a:gdLst/>
              <a:ahLst/>
              <a:cxnLst/>
              <a:rect l="l" t="t" r="r" b="b"/>
              <a:pathLst>
                <a:path w="497205" h="0">
                  <a:moveTo>
                    <a:pt x="0" y="0"/>
                  </a:moveTo>
                  <a:lnTo>
                    <a:pt x="496938" y="0"/>
                  </a:lnTo>
                </a:path>
              </a:pathLst>
            </a:custGeom>
            <a:ln w="28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4381004" y="2650769"/>
              <a:ext cx="0" cy="1733550"/>
            </a:xfrm>
            <a:custGeom>
              <a:avLst/>
              <a:gdLst/>
              <a:ahLst/>
              <a:cxnLst/>
              <a:rect l="l" t="t" r="r" b="b"/>
              <a:pathLst>
                <a:path w="0" h="1733550">
                  <a:moveTo>
                    <a:pt x="0" y="1733448"/>
                  </a:move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3012770" y="5172176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4" h="271779">
                  <a:moveTo>
                    <a:pt x="135902" y="0"/>
                  </a:moveTo>
                  <a:lnTo>
                    <a:pt x="92956" y="6922"/>
                  </a:lnTo>
                  <a:lnTo>
                    <a:pt x="55651" y="26194"/>
                  </a:lnTo>
                  <a:lnTo>
                    <a:pt x="26228" y="55577"/>
                  </a:lnTo>
                  <a:lnTo>
                    <a:pt x="6930" y="92829"/>
                  </a:lnTo>
                  <a:lnTo>
                    <a:pt x="0" y="135712"/>
                  </a:lnTo>
                  <a:lnTo>
                    <a:pt x="6930" y="178597"/>
                  </a:lnTo>
                  <a:lnTo>
                    <a:pt x="26228" y="215856"/>
                  </a:lnTo>
                  <a:lnTo>
                    <a:pt x="55651" y="245246"/>
                  </a:lnTo>
                  <a:lnTo>
                    <a:pt x="92956" y="264525"/>
                  </a:lnTo>
                  <a:lnTo>
                    <a:pt x="135902" y="271449"/>
                  </a:lnTo>
                  <a:lnTo>
                    <a:pt x="178843" y="264525"/>
                  </a:lnTo>
                  <a:lnTo>
                    <a:pt x="216148" y="245246"/>
                  </a:lnTo>
                  <a:lnTo>
                    <a:pt x="245573" y="215856"/>
                  </a:lnTo>
                  <a:lnTo>
                    <a:pt x="264873" y="178597"/>
                  </a:lnTo>
                  <a:lnTo>
                    <a:pt x="271805" y="135712"/>
                  </a:lnTo>
                  <a:lnTo>
                    <a:pt x="264873" y="92829"/>
                  </a:lnTo>
                  <a:lnTo>
                    <a:pt x="245573" y="55577"/>
                  </a:lnTo>
                  <a:lnTo>
                    <a:pt x="216148" y="26194"/>
                  </a:lnTo>
                  <a:lnTo>
                    <a:pt x="178843" y="6922"/>
                  </a:lnTo>
                  <a:lnTo>
                    <a:pt x="1359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3012770" y="5172176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4" h="271779">
                  <a:moveTo>
                    <a:pt x="271805" y="135712"/>
                  </a:moveTo>
                  <a:lnTo>
                    <a:pt x="264873" y="92829"/>
                  </a:lnTo>
                  <a:lnTo>
                    <a:pt x="245573" y="55577"/>
                  </a:lnTo>
                  <a:lnTo>
                    <a:pt x="216148" y="26194"/>
                  </a:lnTo>
                  <a:lnTo>
                    <a:pt x="178843" y="6922"/>
                  </a:lnTo>
                  <a:lnTo>
                    <a:pt x="135902" y="0"/>
                  </a:lnTo>
                  <a:lnTo>
                    <a:pt x="92956" y="6922"/>
                  </a:lnTo>
                  <a:lnTo>
                    <a:pt x="55651" y="26194"/>
                  </a:lnTo>
                  <a:lnTo>
                    <a:pt x="26228" y="55577"/>
                  </a:lnTo>
                  <a:lnTo>
                    <a:pt x="6930" y="92829"/>
                  </a:lnTo>
                  <a:lnTo>
                    <a:pt x="0" y="135712"/>
                  </a:lnTo>
                  <a:lnTo>
                    <a:pt x="6930" y="178597"/>
                  </a:lnTo>
                  <a:lnTo>
                    <a:pt x="26228" y="215856"/>
                  </a:lnTo>
                  <a:lnTo>
                    <a:pt x="55651" y="245246"/>
                  </a:lnTo>
                  <a:lnTo>
                    <a:pt x="92956" y="264525"/>
                  </a:lnTo>
                  <a:lnTo>
                    <a:pt x="135902" y="271449"/>
                  </a:lnTo>
                  <a:lnTo>
                    <a:pt x="178843" y="264525"/>
                  </a:lnTo>
                  <a:lnTo>
                    <a:pt x="216148" y="245246"/>
                  </a:lnTo>
                  <a:lnTo>
                    <a:pt x="245573" y="215856"/>
                  </a:lnTo>
                  <a:lnTo>
                    <a:pt x="264873" y="178597"/>
                  </a:lnTo>
                  <a:lnTo>
                    <a:pt x="271805" y="135712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3090035" y="5227312"/>
            <a:ext cx="14351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25">
                <a:latin typeface="Times New Roman"/>
                <a:cs typeface="Times New Roman"/>
              </a:rPr>
              <a:t>M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2773978" y="2003488"/>
            <a:ext cx="2155825" cy="3731260"/>
            <a:chOff x="2773978" y="2003488"/>
            <a:chExt cx="2155825" cy="3731260"/>
          </a:xfrm>
        </p:grpSpPr>
        <p:sp>
          <p:nvSpPr>
            <p:cNvPr id="58" name="object 58" descr=""/>
            <p:cNvSpPr/>
            <p:nvPr/>
          </p:nvSpPr>
          <p:spPr>
            <a:xfrm>
              <a:off x="3097047" y="4675022"/>
              <a:ext cx="90170" cy="519430"/>
            </a:xfrm>
            <a:custGeom>
              <a:avLst/>
              <a:gdLst/>
              <a:ahLst/>
              <a:cxnLst/>
              <a:rect l="l" t="t" r="r" b="b"/>
              <a:pathLst>
                <a:path w="90169" h="519429">
                  <a:moveTo>
                    <a:pt x="89595" y="0"/>
                  </a:moveTo>
                  <a:lnTo>
                    <a:pt x="0" y="0"/>
                  </a:lnTo>
                  <a:lnTo>
                    <a:pt x="0" y="519341"/>
                  </a:lnTo>
                  <a:lnTo>
                    <a:pt x="89595" y="519341"/>
                  </a:lnTo>
                  <a:lnTo>
                    <a:pt x="895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3097047" y="4675022"/>
              <a:ext cx="90170" cy="519430"/>
            </a:xfrm>
            <a:custGeom>
              <a:avLst/>
              <a:gdLst/>
              <a:ahLst/>
              <a:cxnLst/>
              <a:rect l="l" t="t" r="r" b="b"/>
              <a:pathLst>
                <a:path w="90169" h="519429">
                  <a:moveTo>
                    <a:pt x="0" y="0"/>
                  </a:moveTo>
                  <a:lnTo>
                    <a:pt x="89595" y="0"/>
                  </a:lnTo>
                  <a:lnTo>
                    <a:pt x="89595" y="519341"/>
                  </a:lnTo>
                  <a:lnTo>
                    <a:pt x="0" y="519341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3190620" y="4675022"/>
              <a:ext cx="321310" cy="92075"/>
            </a:xfrm>
            <a:custGeom>
              <a:avLst/>
              <a:gdLst/>
              <a:ahLst/>
              <a:cxnLst/>
              <a:rect l="l" t="t" r="r" b="b"/>
              <a:pathLst>
                <a:path w="321310" h="92075">
                  <a:moveTo>
                    <a:pt x="160401" y="0"/>
                  </a:moveTo>
                  <a:lnTo>
                    <a:pt x="97978" y="3612"/>
                  </a:lnTo>
                  <a:lnTo>
                    <a:pt x="46991" y="13463"/>
                  </a:lnTo>
                  <a:lnTo>
                    <a:pt x="12609" y="28069"/>
                  </a:lnTo>
                  <a:lnTo>
                    <a:pt x="0" y="45948"/>
                  </a:lnTo>
                  <a:lnTo>
                    <a:pt x="12609" y="63820"/>
                  </a:lnTo>
                  <a:lnTo>
                    <a:pt x="46991" y="78422"/>
                  </a:lnTo>
                  <a:lnTo>
                    <a:pt x="97978" y="88271"/>
                  </a:lnTo>
                  <a:lnTo>
                    <a:pt x="160401" y="91884"/>
                  </a:lnTo>
                  <a:lnTo>
                    <a:pt x="222823" y="88271"/>
                  </a:lnTo>
                  <a:lnTo>
                    <a:pt x="273810" y="78422"/>
                  </a:lnTo>
                  <a:lnTo>
                    <a:pt x="308192" y="63820"/>
                  </a:lnTo>
                  <a:lnTo>
                    <a:pt x="320802" y="45948"/>
                  </a:lnTo>
                  <a:lnTo>
                    <a:pt x="308192" y="28069"/>
                  </a:lnTo>
                  <a:lnTo>
                    <a:pt x="273810" y="13463"/>
                  </a:lnTo>
                  <a:lnTo>
                    <a:pt x="222823" y="3612"/>
                  </a:lnTo>
                  <a:lnTo>
                    <a:pt x="1604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3190620" y="4675022"/>
              <a:ext cx="321310" cy="92075"/>
            </a:xfrm>
            <a:custGeom>
              <a:avLst/>
              <a:gdLst/>
              <a:ahLst/>
              <a:cxnLst/>
              <a:rect l="l" t="t" r="r" b="b"/>
              <a:pathLst>
                <a:path w="321310" h="92075">
                  <a:moveTo>
                    <a:pt x="320802" y="45948"/>
                  </a:moveTo>
                  <a:lnTo>
                    <a:pt x="308192" y="28069"/>
                  </a:lnTo>
                  <a:lnTo>
                    <a:pt x="273810" y="13463"/>
                  </a:lnTo>
                  <a:lnTo>
                    <a:pt x="222823" y="3612"/>
                  </a:lnTo>
                  <a:lnTo>
                    <a:pt x="160401" y="0"/>
                  </a:lnTo>
                  <a:lnTo>
                    <a:pt x="97978" y="3612"/>
                  </a:lnTo>
                  <a:lnTo>
                    <a:pt x="46991" y="13463"/>
                  </a:lnTo>
                  <a:lnTo>
                    <a:pt x="12609" y="28069"/>
                  </a:lnTo>
                  <a:lnTo>
                    <a:pt x="0" y="45948"/>
                  </a:lnTo>
                  <a:lnTo>
                    <a:pt x="12609" y="63820"/>
                  </a:lnTo>
                  <a:lnTo>
                    <a:pt x="46991" y="78422"/>
                  </a:lnTo>
                  <a:lnTo>
                    <a:pt x="97978" y="88271"/>
                  </a:lnTo>
                  <a:lnTo>
                    <a:pt x="160401" y="91884"/>
                  </a:lnTo>
                  <a:lnTo>
                    <a:pt x="222823" y="88271"/>
                  </a:lnTo>
                  <a:lnTo>
                    <a:pt x="273810" y="78422"/>
                  </a:lnTo>
                  <a:lnTo>
                    <a:pt x="308192" y="63820"/>
                  </a:lnTo>
                  <a:lnTo>
                    <a:pt x="320802" y="45948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778531" y="4675022"/>
              <a:ext cx="320675" cy="92075"/>
            </a:xfrm>
            <a:custGeom>
              <a:avLst/>
              <a:gdLst/>
              <a:ahLst/>
              <a:cxnLst/>
              <a:rect l="l" t="t" r="r" b="b"/>
              <a:pathLst>
                <a:path w="320675" h="92075">
                  <a:moveTo>
                    <a:pt x="160210" y="0"/>
                  </a:moveTo>
                  <a:lnTo>
                    <a:pt x="97865" y="3612"/>
                  </a:lnTo>
                  <a:lnTo>
                    <a:pt x="46939" y="13463"/>
                  </a:lnTo>
                  <a:lnTo>
                    <a:pt x="12595" y="28069"/>
                  </a:lnTo>
                  <a:lnTo>
                    <a:pt x="0" y="45948"/>
                  </a:lnTo>
                  <a:lnTo>
                    <a:pt x="12595" y="63820"/>
                  </a:lnTo>
                  <a:lnTo>
                    <a:pt x="46939" y="78422"/>
                  </a:lnTo>
                  <a:lnTo>
                    <a:pt x="97865" y="88271"/>
                  </a:lnTo>
                  <a:lnTo>
                    <a:pt x="160210" y="91884"/>
                  </a:lnTo>
                  <a:lnTo>
                    <a:pt x="222539" y="88271"/>
                  </a:lnTo>
                  <a:lnTo>
                    <a:pt x="273467" y="78422"/>
                  </a:lnTo>
                  <a:lnTo>
                    <a:pt x="307820" y="63820"/>
                  </a:lnTo>
                  <a:lnTo>
                    <a:pt x="320420" y="45948"/>
                  </a:lnTo>
                  <a:lnTo>
                    <a:pt x="307820" y="28069"/>
                  </a:lnTo>
                  <a:lnTo>
                    <a:pt x="273467" y="13463"/>
                  </a:lnTo>
                  <a:lnTo>
                    <a:pt x="222539" y="3612"/>
                  </a:lnTo>
                  <a:lnTo>
                    <a:pt x="1602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778531" y="4675022"/>
              <a:ext cx="2071370" cy="572135"/>
            </a:xfrm>
            <a:custGeom>
              <a:avLst/>
              <a:gdLst/>
              <a:ahLst/>
              <a:cxnLst/>
              <a:rect l="l" t="t" r="r" b="b"/>
              <a:pathLst>
                <a:path w="2071370" h="572135">
                  <a:moveTo>
                    <a:pt x="320420" y="45948"/>
                  </a:moveTo>
                  <a:lnTo>
                    <a:pt x="307820" y="28069"/>
                  </a:lnTo>
                  <a:lnTo>
                    <a:pt x="273467" y="13463"/>
                  </a:lnTo>
                  <a:lnTo>
                    <a:pt x="222539" y="3612"/>
                  </a:lnTo>
                  <a:lnTo>
                    <a:pt x="160210" y="0"/>
                  </a:lnTo>
                  <a:lnTo>
                    <a:pt x="97865" y="3612"/>
                  </a:lnTo>
                  <a:lnTo>
                    <a:pt x="46939" y="13463"/>
                  </a:lnTo>
                  <a:lnTo>
                    <a:pt x="12595" y="28069"/>
                  </a:lnTo>
                  <a:lnTo>
                    <a:pt x="0" y="45948"/>
                  </a:lnTo>
                  <a:lnTo>
                    <a:pt x="12595" y="63820"/>
                  </a:lnTo>
                  <a:lnTo>
                    <a:pt x="46939" y="78422"/>
                  </a:lnTo>
                  <a:lnTo>
                    <a:pt x="97865" y="88271"/>
                  </a:lnTo>
                  <a:lnTo>
                    <a:pt x="160210" y="91884"/>
                  </a:lnTo>
                  <a:lnTo>
                    <a:pt x="222539" y="88271"/>
                  </a:lnTo>
                  <a:lnTo>
                    <a:pt x="273467" y="78422"/>
                  </a:lnTo>
                  <a:lnTo>
                    <a:pt x="307820" y="63820"/>
                  </a:lnTo>
                  <a:lnTo>
                    <a:pt x="320420" y="45948"/>
                  </a:lnTo>
                  <a:close/>
                </a:path>
                <a:path w="2071370" h="572135">
                  <a:moveTo>
                    <a:pt x="1199273" y="572134"/>
                  </a:moveTo>
                  <a:lnTo>
                    <a:pt x="2071331" y="563016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4324819" y="5378513"/>
              <a:ext cx="393700" cy="0"/>
            </a:xfrm>
            <a:custGeom>
              <a:avLst/>
              <a:gdLst/>
              <a:ahLst/>
              <a:cxnLst/>
              <a:rect l="l" t="t" r="r" b="b"/>
              <a:pathLst>
                <a:path w="393700" h="0">
                  <a:moveTo>
                    <a:pt x="0" y="0"/>
                  </a:moveTo>
                  <a:lnTo>
                    <a:pt x="393687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4783810" y="5369014"/>
              <a:ext cx="140970" cy="365760"/>
            </a:xfrm>
            <a:custGeom>
              <a:avLst/>
              <a:gdLst/>
              <a:ahLst/>
              <a:cxnLst/>
              <a:rect l="l" t="t" r="r" b="b"/>
              <a:pathLst>
                <a:path w="140970" h="365760">
                  <a:moveTo>
                    <a:pt x="0" y="103263"/>
                  </a:moveTo>
                  <a:lnTo>
                    <a:pt x="0" y="365594"/>
                  </a:lnTo>
                </a:path>
                <a:path w="140970" h="365760">
                  <a:moveTo>
                    <a:pt x="140842" y="0"/>
                  </a:moveTo>
                  <a:lnTo>
                    <a:pt x="140842" y="365594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3758749" y="528407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1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3763682" y="5284165"/>
              <a:ext cx="3175" cy="20955"/>
            </a:xfrm>
            <a:custGeom>
              <a:avLst/>
              <a:gdLst/>
              <a:ahLst/>
              <a:cxnLst/>
              <a:rect l="l" t="t" r="r" b="b"/>
              <a:pathLst>
                <a:path w="3175" h="20954">
                  <a:moveTo>
                    <a:pt x="0" y="380"/>
                  </a:moveTo>
                  <a:lnTo>
                    <a:pt x="0" y="0"/>
                  </a:lnTo>
                </a:path>
                <a:path w="3175" h="20954">
                  <a:moveTo>
                    <a:pt x="0" y="762"/>
                  </a:moveTo>
                  <a:lnTo>
                    <a:pt x="0" y="380"/>
                  </a:lnTo>
                </a:path>
                <a:path w="3175" h="20954">
                  <a:moveTo>
                    <a:pt x="0" y="1142"/>
                  </a:moveTo>
                  <a:lnTo>
                    <a:pt x="0" y="762"/>
                  </a:lnTo>
                </a:path>
                <a:path w="3175" h="20954">
                  <a:moveTo>
                    <a:pt x="0" y="1511"/>
                  </a:moveTo>
                  <a:lnTo>
                    <a:pt x="0" y="1142"/>
                  </a:lnTo>
                </a:path>
                <a:path w="3175" h="20954">
                  <a:moveTo>
                    <a:pt x="0" y="1892"/>
                  </a:moveTo>
                  <a:lnTo>
                    <a:pt x="0" y="1511"/>
                  </a:lnTo>
                </a:path>
                <a:path w="3175" h="20954">
                  <a:moveTo>
                    <a:pt x="0" y="2273"/>
                  </a:moveTo>
                  <a:lnTo>
                    <a:pt x="0" y="1892"/>
                  </a:lnTo>
                </a:path>
                <a:path w="3175" h="20954">
                  <a:moveTo>
                    <a:pt x="0" y="2654"/>
                  </a:moveTo>
                  <a:lnTo>
                    <a:pt x="0" y="2273"/>
                  </a:lnTo>
                </a:path>
                <a:path w="3175" h="20954">
                  <a:moveTo>
                    <a:pt x="0" y="3035"/>
                  </a:moveTo>
                  <a:lnTo>
                    <a:pt x="0" y="2654"/>
                  </a:lnTo>
                </a:path>
                <a:path w="3175" h="20954">
                  <a:moveTo>
                    <a:pt x="0" y="3416"/>
                  </a:moveTo>
                  <a:lnTo>
                    <a:pt x="0" y="3035"/>
                  </a:lnTo>
                </a:path>
                <a:path w="3175" h="20954">
                  <a:moveTo>
                    <a:pt x="380" y="3797"/>
                  </a:moveTo>
                  <a:lnTo>
                    <a:pt x="380" y="3416"/>
                  </a:lnTo>
                </a:path>
                <a:path w="3175" h="20954">
                  <a:moveTo>
                    <a:pt x="380" y="4178"/>
                  </a:moveTo>
                  <a:lnTo>
                    <a:pt x="380" y="3797"/>
                  </a:lnTo>
                </a:path>
                <a:path w="3175" h="20954">
                  <a:moveTo>
                    <a:pt x="380" y="4559"/>
                  </a:moveTo>
                  <a:lnTo>
                    <a:pt x="380" y="4178"/>
                  </a:lnTo>
                </a:path>
                <a:path w="3175" h="20954">
                  <a:moveTo>
                    <a:pt x="380" y="4940"/>
                  </a:moveTo>
                  <a:lnTo>
                    <a:pt x="380" y="4559"/>
                  </a:lnTo>
                </a:path>
                <a:path w="3175" h="20954">
                  <a:moveTo>
                    <a:pt x="380" y="5321"/>
                  </a:moveTo>
                  <a:lnTo>
                    <a:pt x="380" y="4940"/>
                  </a:lnTo>
                </a:path>
                <a:path w="3175" h="20954">
                  <a:moveTo>
                    <a:pt x="380" y="5702"/>
                  </a:moveTo>
                  <a:lnTo>
                    <a:pt x="380" y="5321"/>
                  </a:lnTo>
                </a:path>
                <a:path w="3175" h="20954">
                  <a:moveTo>
                    <a:pt x="380" y="6070"/>
                  </a:moveTo>
                  <a:lnTo>
                    <a:pt x="380" y="5702"/>
                  </a:lnTo>
                </a:path>
                <a:path w="3175" h="20954">
                  <a:moveTo>
                    <a:pt x="380" y="6451"/>
                  </a:moveTo>
                  <a:lnTo>
                    <a:pt x="380" y="6070"/>
                  </a:lnTo>
                </a:path>
                <a:path w="3175" h="20954">
                  <a:moveTo>
                    <a:pt x="762" y="6832"/>
                  </a:moveTo>
                  <a:lnTo>
                    <a:pt x="762" y="6451"/>
                  </a:lnTo>
                </a:path>
                <a:path w="3175" h="20954">
                  <a:moveTo>
                    <a:pt x="762" y="7213"/>
                  </a:moveTo>
                  <a:lnTo>
                    <a:pt x="762" y="6832"/>
                  </a:lnTo>
                </a:path>
                <a:path w="3175" h="20954">
                  <a:moveTo>
                    <a:pt x="762" y="7594"/>
                  </a:moveTo>
                  <a:lnTo>
                    <a:pt x="762" y="7213"/>
                  </a:lnTo>
                </a:path>
                <a:path w="3175" h="20954">
                  <a:moveTo>
                    <a:pt x="762" y="7975"/>
                  </a:moveTo>
                  <a:lnTo>
                    <a:pt x="762" y="7594"/>
                  </a:lnTo>
                </a:path>
                <a:path w="3175" h="20954">
                  <a:moveTo>
                    <a:pt x="762" y="8356"/>
                  </a:moveTo>
                  <a:lnTo>
                    <a:pt x="762" y="7975"/>
                  </a:lnTo>
                </a:path>
                <a:path w="3175" h="20954">
                  <a:moveTo>
                    <a:pt x="762" y="8737"/>
                  </a:moveTo>
                  <a:lnTo>
                    <a:pt x="762" y="8356"/>
                  </a:lnTo>
                </a:path>
                <a:path w="3175" h="20954">
                  <a:moveTo>
                    <a:pt x="762" y="9118"/>
                  </a:moveTo>
                  <a:lnTo>
                    <a:pt x="762" y="8737"/>
                  </a:lnTo>
                </a:path>
                <a:path w="3175" h="20954">
                  <a:moveTo>
                    <a:pt x="762" y="9499"/>
                  </a:moveTo>
                  <a:lnTo>
                    <a:pt x="762" y="9118"/>
                  </a:lnTo>
                </a:path>
                <a:path w="3175" h="20954">
                  <a:moveTo>
                    <a:pt x="1142" y="9880"/>
                  </a:moveTo>
                  <a:lnTo>
                    <a:pt x="1142" y="9499"/>
                  </a:lnTo>
                </a:path>
                <a:path w="3175" h="20954">
                  <a:moveTo>
                    <a:pt x="1142" y="10248"/>
                  </a:moveTo>
                  <a:lnTo>
                    <a:pt x="1142" y="9880"/>
                  </a:lnTo>
                </a:path>
                <a:path w="3175" h="20954">
                  <a:moveTo>
                    <a:pt x="1142" y="10629"/>
                  </a:moveTo>
                  <a:lnTo>
                    <a:pt x="1142" y="10248"/>
                  </a:lnTo>
                </a:path>
                <a:path w="3175" h="20954">
                  <a:moveTo>
                    <a:pt x="1142" y="11010"/>
                  </a:moveTo>
                  <a:lnTo>
                    <a:pt x="1142" y="10629"/>
                  </a:lnTo>
                </a:path>
                <a:path w="3175" h="20954">
                  <a:moveTo>
                    <a:pt x="1142" y="11391"/>
                  </a:moveTo>
                  <a:lnTo>
                    <a:pt x="1142" y="11010"/>
                  </a:lnTo>
                </a:path>
                <a:path w="3175" h="20954">
                  <a:moveTo>
                    <a:pt x="1142" y="11772"/>
                  </a:moveTo>
                  <a:lnTo>
                    <a:pt x="1142" y="11391"/>
                  </a:lnTo>
                </a:path>
                <a:path w="3175" h="20954">
                  <a:moveTo>
                    <a:pt x="1142" y="12153"/>
                  </a:moveTo>
                  <a:lnTo>
                    <a:pt x="1142" y="11772"/>
                  </a:lnTo>
                </a:path>
                <a:path w="3175" h="20954">
                  <a:moveTo>
                    <a:pt x="1524" y="12522"/>
                  </a:moveTo>
                  <a:lnTo>
                    <a:pt x="1524" y="12153"/>
                  </a:lnTo>
                </a:path>
                <a:path w="3175" h="20954">
                  <a:moveTo>
                    <a:pt x="1524" y="12903"/>
                  </a:moveTo>
                  <a:lnTo>
                    <a:pt x="1524" y="12522"/>
                  </a:lnTo>
                </a:path>
                <a:path w="3175" h="20954">
                  <a:moveTo>
                    <a:pt x="1524" y="13284"/>
                  </a:moveTo>
                  <a:lnTo>
                    <a:pt x="1524" y="12903"/>
                  </a:lnTo>
                </a:path>
                <a:path w="3175" h="20954">
                  <a:moveTo>
                    <a:pt x="1524" y="13665"/>
                  </a:moveTo>
                  <a:lnTo>
                    <a:pt x="1524" y="13284"/>
                  </a:lnTo>
                </a:path>
                <a:path w="3175" h="20954">
                  <a:moveTo>
                    <a:pt x="1524" y="14046"/>
                  </a:moveTo>
                  <a:lnTo>
                    <a:pt x="1524" y="13665"/>
                  </a:lnTo>
                </a:path>
                <a:path w="3175" h="20954">
                  <a:moveTo>
                    <a:pt x="1524" y="14427"/>
                  </a:moveTo>
                  <a:lnTo>
                    <a:pt x="1524" y="14046"/>
                  </a:lnTo>
                </a:path>
                <a:path w="3175" h="20954">
                  <a:moveTo>
                    <a:pt x="1904" y="14808"/>
                  </a:moveTo>
                  <a:lnTo>
                    <a:pt x="1904" y="14427"/>
                  </a:lnTo>
                </a:path>
                <a:path w="3175" h="20954">
                  <a:moveTo>
                    <a:pt x="1904" y="15189"/>
                  </a:moveTo>
                  <a:lnTo>
                    <a:pt x="1904" y="14808"/>
                  </a:lnTo>
                </a:path>
                <a:path w="3175" h="20954">
                  <a:moveTo>
                    <a:pt x="1904" y="15570"/>
                  </a:moveTo>
                  <a:lnTo>
                    <a:pt x="1904" y="15189"/>
                  </a:lnTo>
                </a:path>
                <a:path w="3175" h="20954">
                  <a:moveTo>
                    <a:pt x="1904" y="15951"/>
                  </a:moveTo>
                  <a:lnTo>
                    <a:pt x="1904" y="15570"/>
                  </a:lnTo>
                </a:path>
                <a:path w="3175" h="20954">
                  <a:moveTo>
                    <a:pt x="1904" y="16332"/>
                  </a:moveTo>
                  <a:lnTo>
                    <a:pt x="1904" y="15951"/>
                  </a:lnTo>
                </a:path>
                <a:path w="3175" h="20954">
                  <a:moveTo>
                    <a:pt x="1904" y="16700"/>
                  </a:moveTo>
                  <a:lnTo>
                    <a:pt x="1904" y="16332"/>
                  </a:lnTo>
                </a:path>
                <a:path w="3175" h="20954">
                  <a:moveTo>
                    <a:pt x="2286" y="17081"/>
                  </a:moveTo>
                  <a:lnTo>
                    <a:pt x="2286" y="16700"/>
                  </a:lnTo>
                </a:path>
                <a:path w="3175" h="20954">
                  <a:moveTo>
                    <a:pt x="2286" y="17462"/>
                  </a:moveTo>
                  <a:lnTo>
                    <a:pt x="2286" y="17081"/>
                  </a:lnTo>
                </a:path>
                <a:path w="3175" h="20954">
                  <a:moveTo>
                    <a:pt x="2286" y="17843"/>
                  </a:moveTo>
                  <a:lnTo>
                    <a:pt x="2286" y="17462"/>
                  </a:lnTo>
                </a:path>
                <a:path w="3175" h="20954">
                  <a:moveTo>
                    <a:pt x="2286" y="18224"/>
                  </a:moveTo>
                  <a:lnTo>
                    <a:pt x="2286" y="17843"/>
                  </a:lnTo>
                </a:path>
                <a:path w="3175" h="20954">
                  <a:moveTo>
                    <a:pt x="2286" y="18605"/>
                  </a:moveTo>
                  <a:lnTo>
                    <a:pt x="2286" y="18224"/>
                  </a:lnTo>
                </a:path>
                <a:path w="3175" h="20954">
                  <a:moveTo>
                    <a:pt x="2286" y="18986"/>
                  </a:moveTo>
                  <a:lnTo>
                    <a:pt x="2286" y="18605"/>
                  </a:lnTo>
                </a:path>
                <a:path w="3175" h="20954">
                  <a:moveTo>
                    <a:pt x="2666" y="19367"/>
                  </a:moveTo>
                  <a:lnTo>
                    <a:pt x="2666" y="18986"/>
                  </a:lnTo>
                </a:path>
                <a:path w="3175" h="20954">
                  <a:moveTo>
                    <a:pt x="2666" y="19748"/>
                  </a:moveTo>
                  <a:lnTo>
                    <a:pt x="2666" y="19367"/>
                  </a:lnTo>
                </a:path>
                <a:path w="3175" h="20954">
                  <a:moveTo>
                    <a:pt x="2666" y="20129"/>
                  </a:moveTo>
                  <a:lnTo>
                    <a:pt x="2666" y="19748"/>
                  </a:lnTo>
                </a:path>
                <a:path w="3175" h="20954">
                  <a:moveTo>
                    <a:pt x="2666" y="20497"/>
                  </a:moveTo>
                  <a:lnTo>
                    <a:pt x="2666" y="20129"/>
                  </a:lnTo>
                </a:path>
                <a:path w="3175" h="20954">
                  <a:moveTo>
                    <a:pt x="2666" y="20878"/>
                  </a:moveTo>
                  <a:lnTo>
                    <a:pt x="2666" y="20497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3766540" y="5305044"/>
              <a:ext cx="0" cy="1905"/>
            </a:xfrm>
            <a:custGeom>
              <a:avLst/>
              <a:gdLst/>
              <a:ahLst/>
              <a:cxnLst/>
              <a:rect l="l" t="t" r="r" b="b"/>
              <a:pathLst>
                <a:path w="0" h="1904">
                  <a:moveTo>
                    <a:pt x="0" y="380"/>
                  </a:moveTo>
                  <a:lnTo>
                    <a:pt x="0" y="0"/>
                  </a:lnTo>
                </a:path>
                <a:path w="0" h="1904">
                  <a:moveTo>
                    <a:pt x="0" y="761"/>
                  </a:moveTo>
                  <a:lnTo>
                    <a:pt x="0" y="380"/>
                  </a:lnTo>
                </a:path>
                <a:path w="0" h="1904">
                  <a:moveTo>
                    <a:pt x="0" y="1142"/>
                  </a:moveTo>
                  <a:lnTo>
                    <a:pt x="0" y="761"/>
                  </a:lnTo>
                </a:path>
                <a:path w="0" h="1904">
                  <a:moveTo>
                    <a:pt x="0" y="1523"/>
                  </a:moveTo>
                  <a:lnTo>
                    <a:pt x="0" y="1142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3766731" y="5306567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68"/>
                  </a:moveTo>
                  <a:lnTo>
                    <a:pt x="0" y="0"/>
                  </a:lnTo>
                </a:path>
                <a:path w="0" h="1270">
                  <a:moveTo>
                    <a:pt x="0" y="749"/>
                  </a:moveTo>
                  <a:lnTo>
                    <a:pt x="0" y="368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3766921" y="5307317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  <a:path w="0" h="1270">
                  <a:moveTo>
                    <a:pt x="0" y="1142"/>
                  </a:moveTo>
                  <a:lnTo>
                    <a:pt x="0" y="762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3767112" y="530846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3767302" y="5308841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  <a:path w="0" h="1270">
                  <a:moveTo>
                    <a:pt x="0" y="1142"/>
                  </a:moveTo>
                  <a:lnTo>
                    <a:pt x="0" y="762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3767493" y="530998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3767683" y="5310365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  <a:path w="0" h="1270">
                  <a:moveTo>
                    <a:pt x="0" y="1130"/>
                  </a:moveTo>
                  <a:lnTo>
                    <a:pt x="0" y="762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3767873" y="5311495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3768064" y="5312257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3768254" y="5313019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3768445" y="5313781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3768636" y="5314543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3768826" y="5315305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68"/>
                  </a:moveTo>
                  <a:lnTo>
                    <a:pt x="0" y="0"/>
                  </a:lnTo>
                </a:path>
                <a:path w="0" h="1270">
                  <a:moveTo>
                    <a:pt x="0" y="749"/>
                  </a:moveTo>
                  <a:lnTo>
                    <a:pt x="0" y="368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3769017" y="5316054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1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1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3769207" y="5316816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1"/>
                  </a:moveTo>
                  <a:lnTo>
                    <a:pt x="0" y="0"/>
                  </a:lnTo>
                </a:path>
                <a:path w="0" h="1270">
                  <a:moveTo>
                    <a:pt x="0" y="749"/>
                  </a:moveTo>
                  <a:lnTo>
                    <a:pt x="0" y="381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3769398" y="5317566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3769588" y="5318328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3769779" y="5319090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5" h="1904">
                  <a:moveTo>
                    <a:pt x="0" y="380"/>
                  </a:moveTo>
                  <a:lnTo>
                    <a:pt x="0" y="0"/>
                  </a:lnTo>
                </a:path>
                <a:path w="635" h="1904">
                  <a:moveTo>
                    <a:pt x="0" y="762"/>
                  </a:moveTo>
                  <a:lnTo>
                    <a:pt x="0" y="380"/>
                  </a:lnTo>
                </a:path>
                <a:path w="635" h="1904">
                  <a:moveTo>
                    <a:pt x="380" y="1142"/>
                  </a:moveTo>
                  <a:lnTo>
                    <a:pt x="380" y="762"/>
                  </a:lnTo>
                </a:path>
                <a:path w="635" h="1904">
                  <a:moveTo>
                    <a:pt x="380" y="1524"/>
                  </a:moveTo>
                  <a:lnTo>
                    <a:pt x="380" y="1142"/>
                  </a:lnTo>
                </a:path>
                <a:path w="635" h="1904">
                  <a:moveTo>
                    <a:pt x="380" y="1904"/>
                  </a:moveTo>
                  <a:lnTo>
                    <a:pt x="380" y="1524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3770350" y="532099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3770540" y="532137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3770731" y="5321757"/>
              <a:ext cx="1905" cy="5080"/>
            </a:xfrm>
            <a:custGeom>
              <a:avLst/>
              <a:gdLst/>
              <a:ahLst/>
              <a:cxnLst/>
              <a:rect l="l" t="t" r="r" b="b"/>
              <a:pathLst>
                <a:path w="1904" h="5079">
                  <a:moveTo>
                    <a:pt x="0" y="368"/>
                  </a:moveTo>
                  <a:lnTo>
                    <a:pt x="0" y="0"/>
                  </a:lnTo>
                </a:path>
                <a:path w="1904" h="5079">
                  <a:moveTo>
                    <a:pt x="0" y="749"/>
                  </a:moveTo>
                  <a:lnTo>
                    <a:pt x="0" y="368"/>
                  </a:lnTo>
                </a:path>
                <a:path w="1904" h="5079">
                  <a:moveTo>
                    <a:pt x="0" y="1130"/>
                  </a:moveTo>
                  <a:lnTo>
                    <a:pt x="0" y="749"/>
                  </a:lnTo>
                </a:path>
                <a:path w="1904" h="5079">
                  <a:moveTo>
                    <a:pt x="380" y="1511"/>
                  </a:moveTo>
                  <a:lnTo>
                    <a:pt x="380" y="1130"/>
                  </a:lnTo>
                </a:path>
                <a:path w="1904" h="5079">
                  <a:moveTo>
                    <a:pt x="380" y="1892"/>
                  </a:moveTo>
                  <a:lnTo>
                    <a:pt x="380" y="1511"/>
                  </a:lnTo>
                </a:path>
                <a:path w="1904" h="5079">
                  <a:moveTo>
                    <a:pt x="762" y="2273"/>
                  </a:moveTo>
                  <a:lnTo>
                    <a:pt x="762" y="1892"/>
                  </a:lnTo>
                </a:path>
                <a:path w="1904" h="5079">
                  <a:moveTo>
                    <a:pt x="762" y="2654"/>
                  </a:moveTo>
                  <a:lnTo>
                    <a:pt x="762" y="2273"/>
                  </a:lnTo>
                </a:path>
                <a:path w="1904" h="5079">
                  <a:moveTo>
                    <a:pt x="762" y="3035"/>
                  </a:moveTo>
                  <a:lnTo>
                    <a:pt x="762" y="2654"/>
                  </a:lnTo>
                </a:path>
                <a:path w="1904" h="5079">
                  <a:moveTo>
                    <a:pt x="1142" y="3416"/>
                  </a:moveTo>
                  <a:lnTo>
                    <a:pt x="1142" y="3035"/>
                  </a:lnTo>
                </a:path>
                <a:path w="1904" h="5079">
                  <a:moveTo>
                    <a:pt x="1142" y="3797"/>
                  </a:moveTo>
                  <a:lnTo>
                    <a:pt x="1142" y="3416"/>
                  </a:lnTo>
                </a:path>
                <a:path w="1904" h="5079">
                  <a:moveTo>
                    <a:pt x="1524" y="4178"/>
                  </a:moveTo>
                  <a:lnTo>
                    <a:pt x="1524" y="3797"/>
                  </a:lnTo>
                </a:path>
                <a:path w="1904" h="5079">
                  <a:moveTo>
                    <a:pt x="1524" y="4546"/>
                  </a:moveTo>
                  <a:lnTo>
                    <a:pt x="1524" y="4178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3772433" y="532630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3772636" y="532668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3772788" y="532706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3772992" y="532744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3773169" y="5327827"/>
              <a:ext cx="3175" cy="6985"/>
            </a:xfrm>
            <a:custGeom>
              <a:avLst/>
              <a:gdLst/>
              <a:ahLst/>
              <a:cxnLst/>
              <a:rect l="l" t="t" r="r" b="b"/>
              <a:pathLst>
                <a:path w="3175" h="6985">
                  <a:moveTo>
                    <a:pt x="0" y="368"/>
                  </a:moveTo>
                  <a:lnTo>
                    <a:pt x="0" y="0"/>
                  </a:lnTo>
                </a:path>
                <a:path w="3175" h="6985">
                  <a:moveTo>
                    <a:pt x="0" y="749"/>
                  </a:moveTo>
                  <a:lnTo>
                    <a:pt x="0" y="368"/>
                  </a:lnTo>
                </a:path>
                <a:path w="3175" h="6985">
                  <a:moveTo>
                    <a:pt x="380" y="1130"/>
                  </a:moveTo>
                  <a:lnTo>
                    <a:pt x="380" y="749"/>
                  </a:lnTo>
                </a:path>
                <a:path w="3175" h="6985">
                  <a:moveTo>
                    <a:pt x="380" y="1511"/>
                  </a:moveTo>
                  <a:lnTo>
                    <a:pt x="380" y="1130"/>
                  </a:lnTo>
                </a:path>
                <a:path w="3175" h="6985">
                  <a:moveTo>
                    <a:pt x="762" y="1892"/>
                  </a:moveTo>
                  <a:lnTo>
                    <a:pt x="762" y="1511"/>
                  </a:lnTo>
                </a:path>
                <a:path w="3175" h="6985">
                  <a:moveTo>
                    <a:pt x="762" y="2273"/>
                  </a:moveTo>
                  <a:lnTo>
                    <a:pt x="762" y="1892"/>
                  </a:lnTo>
                </a:path>
                <a:path w="3175" h="6985">
                  <a:moveTo>
                    <a:pt x="1142" y="2654"/>
                  </a:moveTo>
                  <a:lnTo>
                    <a:pt x="1142" y="2273"/>
                  </a:lnTo>
                </a:path>
                <a:path w="3175" h="6985">
                  <a:moveTo>
                    <a:pt x="1142" y="3035"/>
                  </a:moveTo>
                  <a:lnTo>
                    <a:pt x="1142" y="2654"/>
                  </a:lnTo>
                </a:path>
                <a:path w="3175" h="6985">
                  <a:moveTo>
                    <a:pt x="1524" y="3416"/>
                  </a:moveTo>
                  <a:lnTo>
                    <a:pt x="1524" y="3035"/>
                  </a:lnTo>
                </a:path>
                <a:path w="3175" h="6985">
                  <a:moveTo>
                    <a:pt x="1524" y="3797"/>
                  </a:moveTo>
                  <a:lnTo>
                    <a:pt x="1524" y="3416"/>
                  </a:lnTo>
                </a:path>
                <a:path w="3175" h="6985">
                  <a:moveTo>
                    <a:pt x="1904" y="4178"/>
                  </a:moveTo>
                  <a:lnTo>
                    <a:pt x="1904" y="3797"/>
                  </a:lnTo>
                </a:path>
                <a:path w="3175" h="6985">
                  <a:moveTo>
                    <a:pt x="1904" y="4559"/>
                  </a:moveTo>
                  <a:lnTo>
                    <a:pt x="1904" y="4178"/>
                  </a:lnTo>
                </a:path>
                <a:path w="3175" h="6985">
                  <a:moveTo>
                    <a:pt x="2285" y="4927"/>
                  </a:moveTo>
                  <a:lnTo>
                    <a:pt x="2285" y="4559"/>
                  </a:lnTo>
                </a:path>
                <a:path w="3175" h="6985">
                  <a:moveTo>
                    <a:pt x="2285" y="5308"/>
                  </a:moveTo>
                  <a:lnTo>
                    <a:pt x="2285" y="4927"/>
                  </a:lnTo>
                </a:path>
                <a:path w="3175" h="6985">
                  <a:moveTo>
                    <a:pt x="2666" y="5689"/>
                  </a:moveTo>
                  <a:lnTo>
                    <a:pt x="2666" y="5308"/>
                  </a:lnTo>
                </a:path>
                <a:path w="3175" h="6985">
                  <a:moveTo>
                    <a:pt x="2666" y="6070"/>
                  </a:moveTo>
                  <a:lnTo>
                    <a:pt x="2666" y="5689"/>
                  </a:lnTo>
                </a:path>
                <a:path w="3175" h="6985">
                  <a:moveTo>
                    <a:pt x="3047" y="6451"/>
                  </a:moveTo>
                  <a:lnTo>
                    <a:pt x="3047" y="607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3776408" y="5334279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4">
                  <a:moveTo>
                    <a:pt x="0" y="381"/>
                  </a:moveTo>
                  <a:lnTo>
                    <a:pt x="0" y="0"/>
                  </a:lnTo>
                </a:path>
                <a:path w="1270" h="1904">
                  <a:moveTo>
                    <a:pt x="380" y="762"/>
                  </a:moveTo>
                  <a:lnTo>
                    <a:pt x="380" y="381"/>
                  </a:lnTo>
                </a:path>
                <a:path w="1270" h="1904">
                  <a:moveTo>
                    <a:pt x="380" y="1143"/>
                  </a:moveTo>
                  <a:lnTo>
                    <a:pt x="380" y="762"/>
                  </a:lnTo>
                </a:path>
                <a:path w="1270" h="1904">
                  <a:moveTo>
                    <a:pt x="762" y="1524"/>
                  </a:moveTo>
                  <a:lnTo>
                    <a:pt x="762" y="1143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3777360" y="533580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1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3777551" y="533618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3777741" y="5336565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1"/>
                  </a:moveTo>
                  <a:lnTo>
                    <a:pt x="0" y="0"/>
                  </a:lnTo>
                </a:path>
                <a:path w="1270" h="1270">
                  <a:moveTo>
                    <a:pt x="381" y="749"/>
                  </a:moveTo>
                  <a:lnTo>
                    <a:pt x="381" y="381"/>
                  </a:lnTo>
                </a:path>
                <a:path w="1270" h="1270">
                  <a:moveTo>
                    <a:pt x="762" y="1130"/>
                  </a:moveTo>
                  <a:lnTo>
                    <a:pt x="762" y="749"/>
                  </a:lnTo>
                </a:path>
              </a:pathLst>
            </a:custGeom>
            <a:ln w="11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3778694" y="5337695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70">
                  <a:moveTo>
                    <a:pt x="0" y="381"/>
                  </a:moveTo>
                  <a:lnTo>
                    <a:pt x="0" y="0"/>
                  </a:lnTo>
                </a:path>
                <a:path w="635" h="1270">
                  <a:moveTo>
                    <a:pt x="380" y="762"/>
                  </a:moveTo>
                  <a:lnTo>
                    <a:pt x="380" y="381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3779265" y="5338457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39" h="3175">
                  <a:moveTo>
                    <a:pt x="0" y="380"/>
                  </a:moveTo>
                  <a:lnTo>
                    <a:pt x="0" y="0"/>
                  </a:lnTo>
                </a:path>
                <a:path w="2539" h="3175">
                  <a:moveTo>
                    <a:pt x="381" y="749"/>
                  </a:moveTo>
                  <a:lnTo>
                    <a:pt x="381" y="380"/>
                  </a:lnTo>
                </a:path>
                <a:path w="2539" h="3175">
                  <a:moveTo>
                    <a:pt x="762" y="1130"/>
                  </a:moveTo>
                  <a:lnTo>
                    <a:pt x="762" y="749"/>
                  </a:lnTo>
                </a:path>
                <a:path w="2539" h="3175">
                  <a:moveTo>
                    <a:pt x="1143" y="1511"/>
                  </a:moveTo>
                  <a:lnTo>
                    <a:pt x="1143" y="1130"/>
                  </a:lnTo>
                </a:path>
                <a:path w="2539" h="3175">
                  <a:moveTo>
                    <a:pt x="1143" y="1892"/>
                  </a:moveTo>
                  <a:lnTo>
                    <a:pt x="1143" y="1511"/>
                  </a:lnTo>
                </a:path>
                <a:path w="2539" h="3175">
                  <a:moveTo>
                    <a:pt x="1524" y="2273"/>
                  </a:moveTo>
                  <a:lnTo>
                    <a:pt x="1524" y="1892"/>
                  </a:lnTo>
                </a:path>
                <a:path w="2539" h="3175">
                  <a:moveTo>
                    <a:pt x="1905" y="2654"/>
                  </a:moveTo>
                  <a:lnTo>
                    <a:pt x="1905" y="2273"/>
                  </a:lnTo>
                </a:path>
                <a:path w="2539" h="3175">
                  <a:moveTo>
                    <a:pt x="2286" y="3035"/>
                  </a:moveTo>
                  <a:lnTo>
                    <a:pt x="2286" y="2654"/>
                  </a:lnTo>
                </a:path>
              </a:pathLst>
            </a:custGeom>
            <a:ln w="11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3781742" y="534149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1"/>
                  </a:moveTo>
                  <a:lnTo>
                    <a:pt x="0" y="0"/>
                  </a:lnTo>
                </a:path>
                <a:path w="1270" h="1270">
                  <a:moveTo>
                    <a:pt x="381" y="762"/>
                  </a:moveTo>
                  <a:lnTo>
                    <a:pt x="381" y="381"/>
                  </a:lnTo>
                </a:path>
                <a:path w="1270" h="1270">
                  <a:moveTo>
                    <a:pt x="762" y="1143"/>
                  </a:moveTo>
                  <a:lnTo>
                    <a:pt x="762" y="762"/>
                  </a:lnTo>
                </a:path>
              </a:pathLst>
            </a:custGeom>
            <a:ln w="117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3782694" y="5342635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4">
                  <a:moveTo>
                    <a:pt x="0" y="368"/>
                  </a:moveTo>
                  <a:lnTo>
                    <a:pt x="0" y="0"/>
                  </a:lnTo>
                </a:path>
                <a:path w="1270" h="1904">
                  <a:moveTo>
                    <a:pt x="380" y="749"/>
                  </a:moveTo>
                  <a:lnTo>
                    <a:pt x="380" y="368"/>
                  </a:lnTo>
                </a:path>
                <a:path w="1270" h="1904">
                  <a:moveTo>
                    <a:pt x="762" y="1130"/>
                  </a:moveTo>
                  <a:lnTo>
                    <a:pt x="762" y="749"/>
                  </a:lnTo>
                </a:path>
                <a:path w="1270" h="1904">
                  <a:moveTo>
                    <a:pt x="1130" y="1511"/>
                  </a:moveTo>
                  <a:lnTo>
                    <a:pt x="1130" y="1130"/>
                  </a:lnTo>
                </a:path>
              </a:pathLst>
            </a:custGeom>
            <a:ln w="12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3783990" y="534414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1"/>
                  </a:moveTo>
                  <a:lnTo>
                    <a:pt x="0" y="0"/>
                  </a:lnTo>
                </a:path>
                <a:path w="1270" h="1270">
                  <a:moveTo>
                    <a:pt x="381" y="762"/>
                  </a:moveTo>
                  <a:lnTo>
                    <a:pt x="381" y="381"/>
                  </a:lnTo>
                </a:path>
                <a:path w="1270" h="1270">
                  <a:moveTo>
                    <a:pt x="762" y="1143"/>
                  </a:moveTo>
                  <a:lnTo>
                    <a:pt x="762" y="762"/>
                  </a:lnTo>
                </a:path>
              </a:pathLst>
            </a:custGeom>
            <a:ln w="125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3785323" y="5345290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0"/>
                  </a:moveTo>
                  <a:lnTo>
                    <a:pt x="0" y="0"/>
                  </a:lnTo>
                </a:path>
                <a:path w="1270" h="1270">
                  <a:moveTo>
                    <a:pt x="380" y="762"/>
                  </a:moveTo>
                  <a:lnTo>
                    <a:pt x="380" y="380"/>
                  </a:lnTo>
                </a:path>
                <a:path w="1270" h="1270">
                  <a:moveTo>
                    <a:pt x="762" y="1142"/>
                  </a:moveTo>
                  <a:lnTo>
                    <a:pt x="762" y="762"/>
                  </a:lnTo>
                </a:path>
              </a:pathLst>
            </a:custGeom>
            <a:ln w="12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3786276" y="5346433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70">
                  <a:moveTo>
                    <a:pt x="0" y="381"/>
                  </a:moveTo>
                  <a:lnTo>
                    <a:pt x="0" y="0"/>
                  </a:lnTo>
                </a:path>
                <a:path w="635" h="1270">
                  <a:moveTo>
                    <a:pt x="380" y="762"/>
                  </a:moveTo>
                  <a:lnTo>
                    <a:pt x="380" y="381"/>
                  </a:lnTo>
                </a:path>
              </a:pathLst>
            </a:custGeom>
            <a:ln w="1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3787228" y="5347195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0" y="381"/>
                  </a:moveTo>
                  <a:lnTo>
                    <a:pt x="0" y="0"/>
                  </a:lnTo>
                </a:path>
                <a:path w="1904" h="1904">
                  <a:moveTo>
                    <a:pt x="381" y="749"/>
                  </a:moveTo>
                  <a:lnTo>
                    <a:pt x="381" y="381"/>
                  </a:lnTo>
                </a:path>
                <a:path w="1904" h="1904">
                  <a:moveTo>
                    <a:pt x="762" y="1130"/>
                  </a:moveTo>
                  <a:lnTo>
                    <a:pt x="762" y="749"/>
                  </a:lnTo>
                </a:path>
                <a:path w="1904" h="1904">
                  <a:moveTo>
                    <a:pt x="1143" y="1511"/>
                  </a:moveTo>
                  <a:lnTo>
                    <a:pt x="1143" y="1130"/>
                  </a:lnTo>
                </a:path>
                <a:path w="1904" h="1904">
                  <a:moveTo>
                    <a:pt x="1524" y="1892"/>
                  </a:moveTo>
                  <a:lnTo>
                    <a:pt x="1524" y="1511"/>
                  </a:lnTo>
                </a:path>
              </a:pathLst>
            </a:custGeom>
            <a:ln w="136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3789324" y="5349087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4">
                  <a:moveTo>
                    <a:pt x="0" y="368"/>
                  </a:moveTo>
                  <a:lnTo>
                    <a:pt x="0" y="0"/>
                  </a:lnTo>
                </a:path>
                <a:path w="1270" h="1904">
                  <a:moveTo>
                    <a:pt x="380" y="749"/>
                  </a:moveTo>
                  <a:lnTo>
                    <a:pt x="380" y="368"/>
                  </a:lnTo>
                </a:path>
                <a:path w="1270" h="1904">
                  <a:moveTo>
                    <a:pt x="762" y="1130"/>
                  </a:moveTo>
                  <a:lnTo>
                    <a:pt x="762" y="749"/>
                  </a:lnTo>
                </a:path>
                <a:path w="1270" h="1904">
                  <a:moveTo>
                    <a:pt x="1142" y="1511"/>
                  </a:moveTo>
                  <a:lnTo>
                    <a:pt x="1142" y="1130"/>
                  </a:lnTo>
                </a:path>
              </a:pathLst>
            </a:custGeom>
            <a:ln w="14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3791038" y="5350598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70">
                  <a:moveTo>
                    <a:pt x="0" y="380"/>
                  </a:moveTo>
                  <a:lnTo>
                    <a:pt x="0" y="0"/>
                  </a:lnTo>
                </a:path>
                <a:path w="635" h="1270">
                  <a:moveTo>
                    <a:pt x="380" y="762"/>
                  </a:moveTo>
                  <a:lnTo>
                    <a:pt x="380" y="380"/>
                  </a:lnTo>
                </a:path>
              </a:pathLst>
            </a:custGeom>
            <a:ln w="14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3791991" y="535136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48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3792562" y="535174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4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3793134" y="5352122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70">
                  <a:moveTo>
                    <a:pt x="0" y="380"/>
                  </a:moveTo>
                  <a:lnTo>
                    <a:pt x="0" y="0"/>
                  </a:lnTo>
                </a:path>
                <a:path w="635" h="1270">
                  <a:moveTo>
                    <a:pt x="380" y="762"/>
                  </a:moveTo>
                  <a:lnTo>
                    <a:pt x="380" y="380"/>
                  </a:lnTo>
                </a:path>
              </a:pathLst>
            </a:custGeom>
            <a:ln w="148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3794086" y="5352884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0" y="380"/>
                  </a:moveTo>
                  <a:lnTo>
                    <a:pt x="0" y="0"/>
                  </a:lnTo>
                </a:path>
                <a:path w="1904" h="1904">
                  <a:moveTo>
                    <a:pt x="342" y="762"/>
                  </a:moveTo>
                  <a:lnTo>
                    <a:pt x="342" y="380"/>
                  </a:lnTo>
                </a:path>
                <a:path w="1904" h="1904">
                  <a:moveTo>
                    <a:pt x="1104" y="1130"/>
                  </a:moveTo>
                  <a:lnTo>
                    <a:pt x="1104" y="762"/>
                  </a:lnTo>
                </a:path>
                <a:path w="1904" h="1904">
                  <a:moveTo>
                    <a:pt x="1485" y="1511"/>
                  </a:moveTo>
                  <a:lnTo>
                    <a:pt x="1485" y="1130"/>
                  </a:lnTo>
                </a:path>
              </a:pathLst>
            </a:custGeom>
            <a:ln w="152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3796144" y="535439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55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3796906" y="535477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63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3797477" y="535515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6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3798049" y="535553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63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3798620" y="535592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6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3799192" y="5356301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39" h="1904">
                  <a:moveTo>
                    <a:pt x="0" y="381"/>
                  </a:moveTo>
                  <a:lnTo>
                    <a:pt x="0" y="0"/>
                  </a:lnTo>
                </a:path>
                <a:path w="2539" h="1904">
                  <a:moveTo>
                    <a:pt x="380" y="762"/>
                  </a:moveTo>
                  <a:lnTo>
                    <a:pt x="380" y="381"/>
                  </a:lnTo>
                </a:path>
                <a:path w="2539" h="1904">
                  <a:moveTo>
                    <a:pt x="1142" y="1143"/>
                  </a:moveTo>
                  <a:lnTo>
                    <a:pt x="1142" y="762"/>
                  </a:lnTo>
                </a:path>
                <a:path w="2539" h="1904">
                  <a:moveTo>
                    <a:pt x="1524" y="1524"/>
                  </a:moveTo>
                  <a:lnTo>
                    <a:pt x="1524" y="1143"/>
                  </a:lnTo>
                </a:path>
                <a:path w="2539" h="1904">
                  <a:moveTo>
                    <a:pt x="2286" y="1892"/>
                  </a:moveTo>
                  <a:lnTo>
                    <a:pt x="2286" y="1524"/>
                  </a:lnTo>
                </a:path>
              </a:pathLst>
            </a:custGeom>
            <a:ln w="170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3802049" y="535819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74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3802621" y="535857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70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3803192" y="5358955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0" y="381"/>
                  </a:moveTo>
                  <a:lnTo>
                    <a:pt x="0" y="0"/>
                  </a:lnTo>
                </a:path>
                <a:path w="1904" h="1904">
                  <a:moveTo>
                    <a:pt x="762" y="762"/>
                  </a:moveTo>
                  <a:lnTo>
                    <a:pt x="762" y="381"/>
                  </a:lnTo>
                </a:path>
                <a:path w="1904" h="1904">
                  <a:moveTo>
                    <a:pt x="1142" y="1143"/>
                  </a:moveTo>
                  <a:lnTo>
                    <a:pt x="1142" y="762"/>
                  </a:lnTo>
                </a:path>
                <a:path w="1904" h="1904">
                  <a:moveTo>
                    <a:pt x="1879" y="1511"/>
                  </a:moveTo>
                  <a:lnTo>
                    <a:pt x="1879" y="1143"/>
                  </a:lnTo>
                </a:path>
              </a:pathLst>
            </a:custGeom>
            <a:ln w="174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3805631" y="5360466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0"/>
                  </a:moveTo>
                  <a:lnTo>
                    <a:pt x="0" y="0"/>
                  </a:lnTo>
                </a:path>
                <a:path w="1270" h="1270">
                  <a:moveTo>
                    <a:pt x="762" y="762"/>
                  </a:moveTo>
                  <a:lnTo>
                    <a:pt x="762" y="380"/>
                  </a:lnTo>
                </a:path>
              </a:pathLst>
            </a:custGeom>
            <a:ln w="17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3806964" y="5361228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0"/>
                  </a:moveTo>
                  <a:lnTo>
                    <a:pt x="0" y="0"/>
                  </a:lnTo>
                </a:path>
                <a:path w="1270" h="1270">
                  <a:moveTo>
                    <a:pt x="762" y="762"/>
                  </a:moveTo>
                  <a:lnTo>
                    <a:pt x="762" y="38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3808298" y="536199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8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3808869" y="5362371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1"/>
                  </a:moveTo>
                  <a:lnTo>
                    <a:pt x="0" y="0"/>
                  </a:lnTo>
                </a:path>
                <a:path w="1270" h="1270">
                  <a:moveTo>
                    <a:pt x="762" y="762"/>
                  </a:moveTo>
                  <a:lnTo>
                    <a:pt x="762" y="381"/>
                  </a:lnTo>
                </a:path>
              </a:pathLst>
            </a:custGeom>
            <a:ln w="189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3810203" y="5363133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70">
                  <a:moveTo>
                    <a:pt x="0" y="381"/>
                  </a:moveTo>
                  <a:lnTo>
                    <a:pt x="0" y="0"/>
                  </a:lnTo>
                </a:path>
                <a:path w="1904" h="1270">
                  <a:moveTo>
                    <a:pt x="762" y="762"/>
                  </a:moveTo>
                  <a:lnTo>
                    <a:pt x="762" y="381"/>
                  </a:lnTo>
                </a:path>
                <a:path w="1904" h="1270">
                  <a:moveTo>
                    <a:pt x="1524" y="1143"/>
                  </a:moveTo>
                  <a:lnTo>
                    <a:pt x="1524" y="762"/>
                  </a:lnTo>
                </a:path>
              </a:pathLst>
            </a:custGeom>
            <a:ln w="193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3812298" y="536427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197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3813251" y="5364645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0"/>
                  </a:moveTo>
                  <a:lnTo>
                    <a:pt x="0" y="0"/>
                  </a:lnTo>
                </a:path>
                <a:path w="1270" h="1270">
                  <a:moveTo>
                    <a:pt x="762" y="762"/>
                  </a:moveTo>
                  <a:lnTo>
                    <a:pt x="762" y="380"/>
                  </a:lnTo>
                </a:path>
              </a:pathLst>
            </a:custGeom>
            <a:ln w="201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3814584" y="5365406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0"/>
                  </a:moveTo>
                  <a:lnTo>
                    <a:pt x="0" y="0"/>
                  </a:lnTo>
                </a:path>
                <a:path w="1270" h="1270">
                  <a:moveTo>
                    <a:pt x="762" y="762"/>
                  </a:moveTo>
                  <a:lnTo>
                    <a:pt x="762" y="380"/>
                  </a:lnTo>
                </a:path>
              </a:pathLst>
            </a:custGeom>
            <a:ln w="204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3815892" y="536616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0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3816832" y="5366550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1"/>
                  </a:moveTo>
                  <a:lnTo>
                    <a:pt x="0" y="0"/>
                  </a:lnTo>
                </a:path>
                <a:path w="1270" h="1270">
                  <a:moveTo>
                    <a:pt x="762" y="762"/>
                  </a:moveTo>
                  <a:lnTo>
                    <a:pt x="762" y="381"/>
                  </a:lnTo>
                </a:path>
              </a:pathLst>
            </a:custGeom>
            <a:ln w="21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3818165" y="5367312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70">
                  <a:moveTo>
                    <a:pt x="0" y="381"/>
                  </a:moveTo>
                  <a:lnTo>
                    <a:pt x="0" y="0"/>
                  </a:lnTo>
                </a:path>
                <a:path w="1904" h="1270">
                  <a:moveTo>
                    <a:pt x="762" y="762"/>
                  </a:moveTo>
                  <a:lnTo>
                    <a:pt x="762" y="381"/>
                  </a:lnTo>
                </a:path>
                <a:path w="1904" h="1270">
                  <a:moveTo>
                    <a:pt x="1524" y="1143"/>
                  </a:moveTo>
                  <a:lnTo>
                    <a:pt x="1524" y="762"/>
                  </a:lnTo>
                </a:path>
              </a:pathLst>
            </a:custGeom>
            <a:ln w="216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3820261" y="536845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20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3821214" y="536883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224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3822166" y="536920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27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3823118" y="5369585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0"/>
                  </a:moveTo>
                  <a:lnTo>
                    <a:pt x="0" y="0"/>
                  </a:lnTo>
                </a:path>
                <a:path w="1270" h="1270">
                  <a:moveTo>
                    <a:pt x="762" y="762"/>
                  </a:moveTo>
                  <a:lnTo>
                    <a:pt x="762" y="380"/>
                  </a:lnTo>
                </a:path>
              </a:pathLst>
            </a:custGeom>
            <a:ln w="231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3824833" y="537034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35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3825786" y="5370728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68"/>
                  </a:moveTo>
                  <a:lnTo>
                    <a:pt x="0" y="0"/>
                  </a:lnTo>
                </a:path>
                <a:path w="1270" h="1270">
                  <a:moveTo>
                    <a:pt x="736" y="749"/>
                  </a:moveTo>
                  <a:lnTo>
                    <a:pt x="736" y="368"/>
                  </a:lnTo>
                </a:path>
              </a:pathLst>
            </a:custGeom>
            <a:ln w="23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3827462" y="537147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0"/>
                  </a:moveTo>
                  <a:lnTo>
                    <a:pt x="0" y="0"/>
                  </a:lnTo>
                </a:path>
                <a:path w="1270" h="1270">
                  <a:moveTo>
                    <a:pt x="762" y="762"/>
                  </a:moveTo>
                  <a:lnTo>
                    <a:pt x="762" y="380"/>
                  </a:lnTo>
                </a:path>
              </a:pathLst>
            </a:custGeom>
            <a:ln w="243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3829367" y="537223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50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3830319" y="537262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54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3831272" y="537300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58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3832605" y="537338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6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3833558" y="537376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65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3821042" y="5374335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8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3821804" y="5374716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0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3822528" y="5375090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4" h="0">
                  <a:moveTo>
                    <a:pt x="0" y="0"/>
                  </a:moveTo>
                  <a:lnTo>
                    <a:pt x="243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3823671" y="5375465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31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3824433" y="5375846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2242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3825195" y="5376227"/>
              <a:ext cx="22225" cy="0"/>
            </a:xfrm>
            <a:custGeom>
              <a:avLst/>
              <a:gdLst/>
              <a:ahLst/>
              <a:cxnLst/>
              <a:rect l="l" t="t" r="r" b="b"/>
              <a:pathLst>
                <a:path w="22225" h="0">
                  <a:moveTo>
                    <a:pt x="0" y="0"/>
                  </a:moveTo>
                  <a:lnTo>
                    <a:pt x="2165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3825957" y="5376608"/>
              <a:ext cx="20955" cy="0"/>
            </a:xfrm>
            <a:custGeom>
              <a:avLst/>
              <a:gdLst/>
              <a:ahLst/>
              <a:cxnLst/>
              <a:rect l="l" t="t" r="r" b="b"/>
              <a:pathLst>
                <a:path w="20954" h="0">
                  <a:moveTo>
                    <a:pt x="0" y="0"/>
                  </a:moveTo>
                  <a:lnTo>
                    <a:pt x="2089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3826738" y="5376989"/>
              <a:ext cx="20320" cy="6985"/>
            </a:xfrm>
            <a:custGeom>
              <a:avLst/>
              <a:gdLst/>
              <a:ahLst/>
              <a:cxnLst/>
              <a:rect l="l" t="t" r="r" b="b"/>
              <a:pathLst>
                <a:path w="20320" h="6985">
                  <a:moveTo>
                    <a:pt x="0" y="0"/>
                  </a:moveTo>
                  <a:lnTo>
                    <a:pt x="20116" y="0"/>
                  </a:lnTo>
                </a:path>
                <a:path w="20320" h="6985">
                  <a:moveTo>
                    <a:pt x="723" y="381"/>
                  </a:moveTo>
                  <a:lnTo>
                    <a:pt x="20116" y="381"/>
                  </a:lnTo>
                </a:path>
                <a:path w="20320" h="6985">
                  <a:moveTo>
                    <a:pt x="1866" y="762"/>
                  </a:moveTo>
                  <a:lnTo>
                    <a:pt x="20116" y="762"/>
                  </a:lnTo>
                </a:path>
                <a:path w="20320" h="6985">
                  <a:moveTo>
                    <a:pt x="3009" y="1143"/>
                  </a:moveTo>
                  <a:lnTo>
                    <a:pt x="20116" y="1143"/>
                  </a:lnTo>
                </a:path>
                <a:path w="20320" h="6985">
                  <a:moveTo>
                    <a:pt x="4152" y="1524"/>
                  </a:moveTo>
                  <a:lnTo>
                    <a:pt x="20116" y="1524"/>
                  </a:lnTo>
                </a:path>
                <a:path w="20320" h="6985">
                  <a:moveTo>
                    <a:pt x="4914" y="1905"/>
                  </a:moveTo>
                  <a:lnTo>
                    <a:pt x="20116" y="1905"/>
                  </a:lnTo>
                </a:path>
                <a:path w="20320" h="6985">
                  <a:moveTo>
                    <a:pt x="6057" y="2286"/>
                  </a:moveTo>
                  <a:lnTo>
                    <a:pt x="20116" y="2286"/>
                  </a:lnTo>
                </a:path>
                <a:path w="20320" h="6985">
                  <a:moveTo>
                    <a:pt x="7200" y="2654"/>
                  </a:moveTo>
                  <a:lnTo>
                    <a:pt x="20116" y="2654"/>
                  </a:lnTo>
                </a:path>
                <a:path w="20320" h="6985">
                  <a:moveTo>
                    <a:pt x="7962" y="3035"/>
                  </a:moveTo>
                  <a:lnTo>
                    <a:pt x="20116" y="3035"/>
                  </a:lnTo>
                </a:path>
                <a:path w="20320" h="6985">
                  <a:moveTo>
                    <a:pt x="9105" y="3416"/>
                  </a:moveTo>
                  <a:lnTo>
                    <a:pt x="20116" y="3416"/>
                  </a:lnTo>
                </a:path>
                <a:path w="20320" h="6985">
                  <a:moveTo>
                    <a:pt x="9855" y="3797"/>
                  </a:moveTo>
                  <a:lnTo>
                    <a:pt x="20116" y="3797"/>
                  </a:lnTo>
                </a:path>
                <a:path w="20320" h="6985">
                  <a:moveTo>
                    <a:pt x="11353" y="4178"/>
                  </a:moveTo>
                  <a:lnTo>
                    <a:pt x="20116" y="4178"/>
                  </a:lnTo>
                </a:path>
                <a:path w="20320" h="6985">
                  <a:moveTo>
                    <a:pt x="12496" y="4559"/>
                  </a:moveTo>
                  <a:lnTo>
                    <a:pt x="20116" y="4559"/>
                  </a:lnTo>
                </a:path>
                <a:path w="20320" h="6985">
                  <a:moveTo>
                    <a:pt x="13639" y="4927"/>
                  </a:moveTo>
                  <a:lnTo>
                    <a:pt x="20116" y="4927"/>
                  </a:lnTo>
                </a:path>
                <a:path w="20320" h="6985">
                  <a:moveTo>
                    <a:pt x="15163" y="5308"/>
                  </a:moveTo>
                  <a:lnTo>
                    <a:pt x="20116" y="5308"/>
                  </a:lnTo>
                </a:path>
                <a:path w="20320" h="6985">
                  <a:moveTo>
                    <a:pt x="16306" y="5689"/>
                  </a:moveTo>
                  <a:lnTo>
                    <a:pt x="20116" y="5689"/>
                  </a:lnTo>
                </a:path>
                <a:path w="20320" h="6985">
                  <a:moveTo>
                    <a:pt x="17449" y="6070"/>
                  </a:moveTo>
                  <a:lnTo>
                    <a:pt x="20116" y="6070"/>
                  </a:lnTo>
                </a:path>
                <a:path w="20320" h="6985">
                  <a:moveTo>
                    <a:pt x="18211" y="6451"/>
                  </a:moveTo>
                  <a:lnTo>
                    <a:pt x="20116" y="64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3915549" y="5207292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 h="0">
                  <a:moveTo>
                    <a:pt x="0" y="0"/>
                  </a:moveTo>
                  <a:lnTo>
                    <a:pt x="40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3915549" y="5207673"/>
              <a:ext cx="1270" cy="0"/>
            </a:xfrm>
            <a:custGeom>
              <a:avLst/>
              <a:gdLst/>
              <a:ahLst/>
              <a:cxnLst/>
              <a:rect l="l" t="t" r="r" b="b"/>
              <a:pathLst>
                <a:path w="1270" h="0">
                  <a:moveTo>
                    <a:pt x="0" y="0"/>
                  </a:moveTo>
                  <a:lnTo>
                    <a:pt x="78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3915549" y="5208054"/>
              <a:ext cx="1270" cy="0"/>
            </a:xfrm>
            <a:custGeom>
              <a:avLst/>
              <a:gdLst/>
              <a:ahLst/>
              <a:cxnLst/>
              <a:rect l="l" t="t" r="r" b="b"/>
              <a:pathLst>
                <a:path w="1270" h="0">
                  <a:moveTo>
                    <a:pt x="0" y="0"/>
                  </a:moveTo>
                  <a:lnTo>
                    <a:pt x="11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3915549" y="5208435"/>
              <a:ext cx="1905" cy="0"/>
            </a:xfrm>
            <a:custGeom>
              <a:avLst/>
              <a:gdLst/>
              <a:ahLst/>
              <a:cxnLst/>
              <a:rect l="l" t="t" r="r" b="b"/>
              <a:pathLst>
                <a:path w="1904" h="0">
                  <a:moveTo>
                    <a:pt x="0" y="0"/>
                  </a:moveTo>
                  <a:lnTo>
                    <a:pt x="1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3915549" y="5208809"/>
              <a:ext cx="1905" cy="0"/>
            </a:xfrm>
            <a:custGeom>
              <a:avLst/>
              <a:gdLst/>
              <a:ahLst/>
              <a:cxnLst/>
              <a:rect l="l" t="t" r="r" b="b"/>
              <a:pathLst>
                <a:path w="1904" h="0">
                  <a:moveTo>
                    <a:pt x="0" y="0"/>
                  </a:moveTo>
                  <a:lnTo>
                    <a:pt x="18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3915549" y="5209184"/>
              <a:ext cx="1905" cy="0"/>
            </a:xfrm>
            <a:custGeom>
              <a:avLst/>
              <a:gdLst/>
              <a:ahLst/>
              <a:cxnLst/>
              <a:rect l="l" t="t" r="r" b="b"/>
              <a:pathLst>
                <a:path w="1904" h="0">
                  <a:moveTo>
                    <a:pt x="0" y="0"/>
                  </a:moveTo>
                  <a:lnTo>
                    <a:pt x="18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3915549" y="5209565"/>
              <a:ext cx="2540" cy="0"/>
            </a:xfrm>
            <a:custGeom>
              <a:avLst/>
              <a:gdLst/>
              <a:ahLst/>
              <a:cxnLst/>
              <a:rect l="l" t="t" r="r" b="b"/>
              <a:pathLst>
                <a:path w="2539" h="0">
                  <a:moveTo>
                    <a:pt x="0" y="0"/>
                  </a:moveTo>
                  <a:lnTo>
                    <a:pt x="22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3915549" y="520994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26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3915549" y="5210327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0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3915549" y="5210708"/>
              <a:ext cx="3810" cy="0"/>
            </a:xfrm>
            <a:custGeom>
              <a:avLst/>
              <a:gdLst/>
              <a:ahLst/>
              <a:cxnLst/>
              <a:rect l="l" t="t" r="r" b="b"/>
              <a:pathLst>
                <a:path w="3810" h="0">
                  <a:moveTo>
                    <a:pt x="0" y="0"/>
                  </a:moveTo>
                  <a:lnTo>
                    <a:pt x="34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3915549" y="5211083"/>
              <a:ext cx="3810" cy="0"/>
            </a:xfrm>
            <a:custGeom>
              <a:avLst/>
              <a:gdLst/>
              <a:ahLst/>
              <a:cxnLst/>
              <a:rect l="l" t="t" r="r" b="b"/>
              <a:pathLst>
                <a:path w="3810" h="0">
                  <a:moveTo>
                    <a:pt x="0" y="0"/>
                  </a:moveTo>
                  <a:lnTo>
                    <a:pt x="379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3915549" y="5211457"/>
              <a:ext cx="4445" cy="0"/>
            </a:xfrm>
            <a:custGeom>
              <a:avLst/>
              <a:gdLst/>
              <a:ahLst/>
              <a:cxnLst/>
              <a:rect l="l" t="t" r="r" b="b"/>
              <a:pathLst>
                <a:path w="4445" h="0">
                  <a:moveTo>
                    <a:pt x="0" y="0"/>
                  </a:moveTo>
                  <a:lnTo>
                    <a:pt x="417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3915549" y="521183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 h="0">
                  <a:moveTo>
                    <a:pt x="0" y="0"/>
                  </a:moveTo>
                  <a:lnTo>
                    <a:pt x="45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3915549" y="5212219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 h="0">
                  <a:moveTo>
                    <a:pt x="0" y="0"/>
                  </a:moveTo>
                  <a:lnTo>
                    <a:pt x="49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3915549" y="5212600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 h="0">
                  <a:moveTo>
                    <a:pt x="0" y="0"/>
                  </a:moveTo>
                  <a:lnTo>
                    <a:pt x="531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3915549" y="5212981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 h="0">
                  <a:moveTo>
                    <a:pt x="0" y="0"/>
                  </a:moveTo>
                  <a:lnTo>
                    <a:pt x="5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3915549" y="521336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 h="0">
                  <a:moveTo>
                    <a:pt x="0" y="0"/>
                  </a:moveTo>
                  <a:lnTo>
                    <a:pt x="607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3915549" y="5213743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 h="0">
                  <a:moveTo>
                    <a:pt x="0" y="0"/>
                  </a:moveTo>
                  <a:lnTo>
                    <a:pt x="64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3915549" y="5214124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 h="0">
                  <a:moveTo>
                    <a:pt x="0" y="0"/>
                  </a:moveTo>
                  <a:lnTo>
                    <a:pt x="72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3915549" y="5214505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 h="0">
                  <a:moveTo>
                    <a:pt x="0" y="0"/>
                  </a:moveTo>
                  <a:lnTo>
                    <a:pt x="760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3915549" y="5214880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 h="0">
                  <a:moveTo>
                    <a:pt x="0" y="0"/>
                  </a:moveTo>
                  <a:lnTo>
                    <a:pt x="798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3915549" y="5215255"/>
              <a:ext cx="8890" cy="0"/>
            </a:xfrm>
            <a:custGeom>
              <a:avLst/>
              <a:gdLst/>
              <a:ahLst/>
              <a:cxnLst/>
              <a:rect l="l" t="t" r="r" b="b"/>
              <a:pathLst>
                <a:path w="8889" h="0">
                  <a:moveTo>
                    <a:pt x="0" y="0"/>
                  </a:moveTo>
                  <a:lnTo>
                    <a:pt x="83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3915549" y="521563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1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3915549" y="5216017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5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3915549" y="5216398"/>
              <a:ext cx="10160" cy="0"/>
            </a:xfrm>
            <a:custGeom>
              <a:avLst/>
              <a:gdLst/>
              <a:ahLst/>
              <a:cxnLst/>
              <a:rect l="l" t="t" r="r" b="b"/>
              <a:pathLst>
                <a:path w="10160" h="0">
                  <a:moveTo>
                    <a:pt x="0" y="0"/>
                  </a:moveTo>
                  <a:lnTo>
                    <a:pt x="98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3915549" y="5216779"/>
              <a:ext cx="10795" cy="0"/>
            </a:xfrm>
            <a:custGeom>
              <a:avLst/>
              <a:gdLst/>
              <a:ahLst/>
              <a:cxnLst/>
              <a:rect l="l" t="t" r="r" b="b"/>
              <a:pathLst>
                <a:path w="10795" h="0">
                  <a:moveTo>
                    <a:pt x="0" y="0"/>
                  </a:moveTo>
                  <a:lnTo>
                    <a:pt x="106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3915549" y="5217160"/>
              <a:ext cx="11430" cy="0"/>
            </a:xfrm>
            <a:custGeom>
              <a:avLst/>
              <a:gdLst/>
              <a:ahLst/>
              <a:cxnLst/>
              <a:rect l="l" t="t" r="r" b="b"/>
              <a:pathLst>
                <a:path w="11429" h="0">
                  <a:moveTo>
                    <a:pt x="0" y="0"/>
                  </a:moveTo>
                  <a:lnTo>
                    <a:pt x="1102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3915549" y="5217541"/>
              <a:ext cx="11430" cy="0"/>
            </a:xfrm>
            <a:custGeom>
              <a:avLst/>
              <a:gdLst/>
              <a:ahLst/>
              <a:cxnLst/>
              <a:rect l="l" t="t" r="r" b="b"/>
              <a:pathLst>
                <a:path w="11429" h="0">
                  <a:moveTo>
                    <a:pt x="0" y="0"/>
                  </a:moveTo>
                  <a:lnTo>
                    <a:pt x="114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3915549" y="5217922"/>
              <a:ext cx="12700" cy="635"/>
            </a:xfrm>
            <a:custGeom>
              <a:avLst/>
              <a:gdLst/>
              <a:ahLst/>
              <a:cxnLst/>
              <a:rect l="l" t="t" r="r" b="b"/>
              <a:pathLst>
                <a:path w="12700" h="635">
                  <a:moveTo>
                    <a:pt x="0" y="0"/>
                  </a:moveTo>
                  <a:lnTo>
                    <a:pt x="11791" y="0"/>
                  </a:lnTo>
                </a:path>
                <a:path w="12700" h="635">
                  <a:moveTo>
                    <a:pt x="0" y="380"/>
                  </a:moveTo>
                  <a:lnTo>
                    <a:pt x="12553" y="3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3915549" y="5218683"/>
              <a:ext cx="13335" cy="0"/>
            </a:xfrm>
            <a:custGeom>
              <a:avLst/>
              <a:gdLst/>
              <a:ahLst/>
              <a:cxnLst/>
              <a:rect l="l" t="t" r="r" b="b"/>
              <a:pathLst>
                <a:path w="13335" h="0">
                  <a:moveTo>
                    <a:pt x="0" y="0"/>
                  </a:moveTo>
                  <a:lnTo>
                    <a:pt x="129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3915549" y="5219058"/>
              <a:ext cx="13335" cy="0"/>
            </a:xfrm>
            <a:custGeom>
              <a:avLst/>
              <a:gdLst/>
              <a:ahLst/>
              <a:cxnLst/>
              <a:rect l="l" t="t" r="r" b="b"/>
              <a:pathLst>
                <a:path w="13335" h="0">
                  <a:moveTo>
                    <a:pt x="0" y="0"/>
                  </a:moveTo>
                  <a:lnTo>
                    <a:pt x="1331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3915549" y="5219439"/>
              <a:ext cx="14604" cy="0"/>
            </a:xfrm>
            <a:custGeom>
              <a:avLst/>
              <a:gdLst/>
              <a:ahLst/>
              <a:cxnLst/>
              <a:rect l="l" t="t" r="r" b="b"/>
              <a:pathLst>
                <a:path w="14604" h="0">
                  <a:moveTo>
                    <a:pt x="0" y="0"/>
                  </a:moveTo>
                  <a:lnTo>
                    <a:pt x="140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3915549" y="5219820"/>
              <a:ext cx="14604" cy="0"/>
            </a:xfrm>
            <a:custGeom>
              <a:avLst/>
              <a:gdLst/>
              <a:ahLst/>
              <a:cxnLst/>
              <a:rect l="l" t="t" r="r" b="b"/>
              <a:pathLst>
                <a:path w="14604" h="0">
                  <a:moveTo>
                    <a:pt x="0" y="0"/>
                  </a:moveTo>
                  <a:lnTo>
                    <a:pt x="144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3922940" y="5220004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0"/>
                  </a:moveTo>
                  <a:lnTo>
                    <a:pt x="0" y="0"/>
                  </a:lnTo>
                </a:path>
                <a:path w="1270" h="1270">
                  <a:moveTo>
                    <a:pt x="762" y="762"/>
                  </a:moveTo>
                  <a:lnTo>
                    <a:pt x="762" y="380"/>
                  </a:lnTo>
                </a:path>
                <a:path w="1270" h="1270">
                  <a:moveTo>
                    <a:pt x="1143" y="1142"/>
                  </a:moveTo>
                  <a:lnTo>
                    <a:pt x="1143" y="762"/>
                  </a:lnTo>
                </a:path>
              </a:pathLst>
            </a:custGeom>
            <a:ln w="148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3924655" y="5221147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70">
                  <a:moveTo>
                    <a:pt x="0" y="381"/>
                  </a:moveTo>
                  <a:lnTo>
                    <a:pt x="0" y="0"/>
                  </a:lnTo>
                </a:path>
                <a:path w="635" h="1270">
                  <a:moveTo>
                    <a:pt x="380" y="749"/>
                  </a:moveTo>
                  <a:lnTo>
                    <a:pt x="380" y="381"/>
                  </a:lnTo>
                </a:path>
              </a:pathLst>
            </a:custGeom>
            <a:ln w="152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3925607" y="522189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48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3926179" y="5222278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0" y="381"/>
                  </a:moveTo>
                  <a:lnTo>
                    <a:pt x="0" y="0"/>
                  </a:lnTo>
                </a:path>
                <a:path w="1904" h="1904">
                  <a:moveTo>
                    <a:pt x="380" y="762"/>
                  </a:moveTo>
                  <a:lnTo>
                    <a:pt x="380" y="381"/>
                  </a:lnTo>
                </a:path>
                <a:path w="1904" h="1904">
                  <a:moveTo>
                    <a:pt x="1142" y="1143"/>
                  </a:moveTo>
                  <a:lnTo>
                    <a:pt x="1142" y="762"/>
                  </a:lnTo>
                </a:path>
                <a:path w="1904" h="1904">
                  <a:moveTo>
                    <a:pt x="1523" y="1524"/>
                  </a:moveTo>
                  <a:lnTo>
                    <a:pt x="1523" y="1143"/>
                  </a:lnTo>
                </a:path>
              </a:pathLst>
            </a:custGeom>
            <a:ln w="152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3928275" y="522380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55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3928846" y="5224183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0"/>
                  </a:moveTo>
                  <a:lnTo>
                    <a:pt x="0" y="0"/>
                  </a:lnTo>
                </a:path>
                <a:path w="1270" h="1270">
                  <a:moveTo>
                    <a:pt x="762" y="762"/>
                  </a:moveTo>
                  <a:lnTo>
                    <a:pt x="762" y="380"/>
                  </a:lnTo>
                </a:path>
                <a:path w="1270" h="1270">
                  <a:moveTo>
                    <a:pt x="1142" y="1142"/>
                  </a:moveTo>
                  <a:lnTo>
                    <a:pt x="1142" y="762"/>
                  </a:lnTo>
                </a:path>
              </a:pathLst>
            </a:custGeom>
            <a:ln w="159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3930561" y="5225326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1"/>
                  </a:moveTo>
                  <a:lnTo>
                    <a:pt x="0" y="0"/>
                  </a:lnTo>
                </a:path>
                <a:path w="1270" h="1270">
                  <a:moveTo>
                    <a:pt x="762" y="749"/>
                  </a:moveTo>
                  <a:lnTo>
                    <a:pt x="762" y="381"/>
                  </a:lnTo>
                </a:path>
              </a:pathLst>
            </a:custGeom>
            <a:ln w="163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3931894" y="522607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6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3932465" y="522645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70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3933024" y="522683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6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3933570" y="5227218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1"/>
                  </a:moveTo>
                  <a:lnTo>
                    <a:pt x="0" y="0"/>
                  </a:lnTo>
                </a:path>
                <a:path w="1270" h="1270">
                  <a:moveTo>
                    <a:pt x="762" y="762"/>
                  </a:moveTo>
                  <a:lnTo>
                    <a:pt x="762" y="381"/>
                  </a:lnTo>
                </a:path>
              </a:pathLst>
            </a:custGeom>
            <a:ln w="170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3934904" y="5227980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1"/>
                  </a:moveTo>
                  <a:lnTo>
                    <a:pt x="0" y="0"/>
                  </a:lnTo>
                </a:path>
                <a:path w="1270" h="1270">
                  <a:moveTo>
                    <a:pt x="381" y="762"/>
                  </a:moveTo>
                  <a:lnTo>
                    <a:pt x="381" y="381"/>
                  </a:lnTo>
                </a:path>
                <a:path w="1270" h="1270">
                  <a:moveTo>
                    <a:pt x="1143" y="1143"/>
                  </a:moveTo>
                  <a:lnTo>
                    <a:pt x="1143" y="762"/>
                  </a:lnTo>
                </a:path>
              </a:pathLst>
            </a:custGeom>
            <a:ln w="174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3936618" y="5229123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0"/>
                  </a:moveTo>
                  <a:lnTo>
                    <a:pt x="0" y="0"/>
                  </a:lnTo>
                </a:path>
                <a:path w="1270" h="1270">
                  <a:moveTo>
                    <a:pt x="761" y="762"/>
                  </a:moveTo>
                  <a:lnTo>
                    <a:pt x="761" y="380"/>
                  </a:lnTo>
                </a:path>
              </a:pathLst>
            </a:custGeom>
            <a:ln w="17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3937952" y="522988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3938523" y="5230266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68"/>
                  </a:moveTo>
                  <a:lnTo>
                    <a:pt x="0" y="0"/>
                  </a:lnTo>
                </a:path>
                <a:path w="1270" h="1270">
                  <a:moveTo>
                    <a:pt x="762" y="749"/>
                  </a:moveTo>
                  <a:lnTo>
                    <a:pt x="762" y="368"/>
                  </a:lnTo>
                </a:path>
              </a:pathLst>
            </a:custGeom>
            <a:ln w="18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3939857" y="523101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89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3940428" y="523139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93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3941000" y="523177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97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3941571" y="5232158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70">
                  <a:moveTo>
                    <a:pt x="0" y="368"/>
                  </a:moveTo>
                  <a:lnTo>
                    <a:pt x="0" y="0"/>
                  </a:lnTo>
                </a:path>
                <a:path w="1904" h="1270">
                  <a:moveTo>
                    <a:pt x="762" y="749"/>
                  </a:moveTo>
                  <a:lnTo>
                    <a:pt x="762" y="368"/>
                  </a:lnTo>
                </a:path>
                <a:path w="1904" h="1270">
                  <a:moveTo>
                    <a:pt x="1511" y="1130"/>
                  </a:moveTo>
                  <a:lnTo>
                    <a:pt x="1511" y="749"/>
                  </a:lnTo>
                </a:path>
              </a:pathLst>
            </a:custGeom>
            <a:ln w="201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3944010" y="523328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04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3944581" y="5233670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39" h="1904">
                  <a:moveTo>
                    <a:pt x="0" y="380"/>
                  </a:moveTo>
                  <a:lnTo>
                    <a:pt x="0" y="0"/>
                  </a:lnTo>
                </a:path>
                <a:path w="2539" h="1904">
                  <a:moveTo>
                    <a:pt x="762" y="762"/>
                  </a:moveTo>
                  <a:lnTo>
                    <a:pt x="762" y="380"/>
                  </a:lnTo>
                </a:path>
                <a:path w="2539" h="1904">
                  <a:moveTo>
                    <a:pt x="1524" y="1142"/>
                  </a:moveTo>
                  <a:lnTo>
                    <a:pt x="1524" y="762"/>
                  </a:lnTo>
                </a:path>
                <a:path w="2539" h="1904">
                  <a:moveTo>
                    <a:pt x="2286" y="1524"/>
                  </a:moveTo>
                  <a:lnTo>
                    <a:pt x="2286" y="1142"/>
                  </a:lnTo>
                </a:path>
              </a:pathLst>
            </a:custGeom>
            <a:ln w="20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3947820" y="523519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1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3948391" y="5235575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39" h="1904">
                  <a:moveTo>
                    <a:pt x="0" y="380"/>
                  </a:moveTo>
                  <a:lnTo>
                    <a:pt x="0" y="0"/>
                  </a:lnTo>
                </a:path>
                <a:path w="2539" h="1904">
                  <a:moveTo>
                    <a:pt x="762" y="762"/>
                  </a:moveTo>
                  <a:lnTo>
                    <a:pt x="762" y="380"/>
                  </a:lnTo>
                </a:path>
                <a:path w="2539" h="1904">
                  <a:moveTo>
                    <a:pt x="1524" y="1130"/>
                  </a:moveTo>
                  <a:lnTo>
                    <a:pt x="1524" y="762"/>
                  </a:lnTo>
                </a:path>
                <a:path w="2539" h="1904">
                  <a:moveTo>
                    <a:pt x="2286" y="1511"/>
                  </a:moveTo>
                  <a:lnTo>
                    <a:pt x="2286" y="1130"/>
                  </a:lnTo>
                </a:path>
              </a:pathLst>
            </a:custGeom>
            <a:ln w="216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3951249" y="523708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20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3952201" y="523746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24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3953154" y="523784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27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3954094" y="5238229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0"/>
                  </a:moveTo>
                  <a:lnTo>
                    <a:pt x="0" y="0"/>
                  </a:lnTo>
                </a:path>
                <a:path w="1270" h="1270">
                  <a:moveTo>
                    <a:pt x="736" y="762"/>
                  </a:moveTo>
                  <a:lnTo>
                    <a:pt x="736" y="380"/>
                  </a:lnTo>
                </a:path>
              </a:pathLst>
            </a:custGeom>
            <a:ln w="231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3955783" y="523899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35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3956735" y="523937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1"/>
                  </a:moveTo>
                  <a:lnTo>
                    <a:pt x="0" y="0"/>
                  </a:lnTo>
                </a:path>
                <a:path w="1270" h="1270">
                  <a:moveTo>
                    <a:pt x="762" y="762"/>
                  </a:moveTo>
                  <a:lnTo>
                    <a:pt x="762" y="381"/>
                  </a:lnTo>
                </a:path>
              </a:pathLst>
            </a:custGeom>
            <a:ln w="23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3958450" y="5240134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1"/>
                  </a:moveTo>
                  <a:lnTo>
                    <a:pt x="0" y="0"/>
                  </a:lnTo>
                </a:path>
                <a:path w="1270" h="1270">
                  <a:moveTo>
                    <a:pt x="762" y="749"/>
                  </a:moveTo>
                  <a:lnTo>
                    <a:pt x="762" y="381"/>
                  </a:lnTo>
                </a:path>
              </a:pathLst>
            </a:custGeom>
            <a:ln w="243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3947820" y="5240985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4709782" y="5227028"/>
              <a:ext cx="153670" cy="9525"/>
            </a:xfrm>
            <a:custGeom>
              <a:avLst/>
              <a:gdLst/>
              <a:ahLst/>
              <a:cxnLst/>
              <a:rect l="l" t="t" r="r" b="b"/>
              <a:pathLst>
                <a:path w="153670" h="9525">
                  <a:moveTo>
                    <a:pt x="45910" y="0"/>
                  </a:moveTo>
                  <a:lnTo>
                    <a:pt x="84658" y="0"/>
                  </a:lnTo>
                </a:path>
                <a:path w="153670" h="9525">
                  <a:moveTo>
                    <a:pt x="32270" y="381"/>
                  </a:moveTo>
                  <a:lnTo>
                    <a:pt x="93383" y="381"/>
                  </a:lnTo>
                </a:path>
                <a:path w="153670" h="9525">
                  <a:moveTo>
                    <a:pt x="18592" y="762"/>
                  </a:moveTo>
                  <a:lnTo>
                    <a:pt x="96418" y="762"/>
                  </a:lnTo>
                </a:path>
                <a:path w="153670" h="9525">
                  <a:moveTo>
                    <a:pt x="9486" y="1142"/>
                  </a:moveTo>
                  <a:lnTo>
                    <a:pt x="104394" y="1142"/>
                  </a:lnTo>
                </a:path>
                <a:path w="153670" h="9525">
                  <a:moveTo>
                    <a:pt x="4533" y="1524"/>
                  </a:moveTo>
                  <a:lnTo>
                    <a:pt x="107429" y="1524"/>
                  </a:lnTo>
                </a:path>
                <a:path w="153670" h="9525">
                  <a:moveTo>
                    <a:pt x="2641" y="1904"/>
                  </a:moveTo>
                  <a:lnTo>
                    <a:pt x="112356" y="1904"/>
                  </a:lnTo>
                </a:path>
                <a:path w="153670" h="9525">
                  <a:moveTo>
                    <a:pt x="1892" y="2286"/>
                  </a:moveTo>
                  <a:lnTo>
                    <a:pt x="115785" y="2286"/>
                  </a:lnTo>
                </a:path>
                <a:path w="153670" h="9525">
                  <a:moveTo>
                    <a:pt x="1130" y="2666"/>
                  </a:moveTo>
                  <a:lnTo>
                    <a:pt x="117690" y="2666"/>
                  </a:lnTo>
                </a:path>
                <a:path w="153670" h="9525">
                  <a:moveTo>
                    <a:pt x="1130" y="3035"/>
                  </a:moveTo>
                  <a:lnTo>
                    <a:pt x="121081" y="3035"/>
                  </a:lnTo>
                </a:path>
                <a:path w="153670" h="9525">
                  <a:moveTo>
                    <a:pt x="749" y="3416"/>
                  </a:moveTo>
                  <a:lnTo>
                    <a:pt x="123367" y="3416"/>
                  </a:lnTo>
                </a:path>
                <a:path w="153670" h="9525">
                  <a:moveTo>
                    <a:pt x="749" y="3797"/>
                  </a:moveTo>
                  <a:lnTo>
                    <a:pt x="125653" y="3797"/>
                  </a:lnTo>
                </a:path>
                <a:path w="153670" h="9525">
                  <a:moveTo>
                    <a:pt x="381" y="4178"/>
                  </a:moveTo>
                  <a:lnTo>
                    <a:pt x="127177" y="4178"/>
                  </a:lnTo>
                </a:path>
                <a:path w="153670" h="9525">
                  <a:moveTo>
                    <a:pt x="381" y="4559"/>
                  </a:moveTo>
                  <a:lnTo>
                    <a:pt x="131330" y="4559"/>
                  </a:lnTo>
                </a:path>
                <a:path w="153670" h="9525">
                  <a:moveTo>
                    <a:pt x="381" y="4940"/>
                  </a:moveTo>
                  <a:lnTo>
                    <a:pt x="134378" y="4940"/>
                  </a:lnTo>
                </a:path>
                <a:path w="153670" h="9525">
                  <a:moveTo>
                    <a:pt x="0" y="5321"/>
                  </a:moveTo>
                  <a:lnTo>
                    <a:pt x="135902" y="5321"/>
                  </a:lnTo>
                </a:path>
                <a:path w="153670" h="9525">
                  <a:moveTo>
                    <a:pt x="0" y="5702"/>
                  </a:moveTo>
                  <a:lnTo>
                    <a:pt x="137807" y="5702"/>
                  </a:lnTo>
                </a:path>
                <a:path w="153670" h="9525">
                  <a:moveTo>
                    <a:pt x="0" y="6070"/>
                  </a:moveTo>
                  <a:lnTo>
                    <a:pt x="140830" y="6070"/>
                  </a:lnTo>
                </a:path>
                <a:path w="153670" h="9525">
                  <a:moveTo>
                    <a:pt x="0" y="6451"/>
                  </a:moveTo>
                  <a:lnTo>
                    <a:pt x="142722" y="6451"/>
                  </a:lnTo>
                </a:path>
                <a:path w="153670" h="9525">
                  <a:moveTo>
                    <a:pt x="0" y="6832"/>
                  </a:moveTo>
                  <a:lnTo>
                    <a:pt x="145008" y="6832"/>
                  </a:lnTo>
                </a:path>
                <a:path w="153670" h="9525">
                  <a:moveTo>
                    <a:pt x="381" y="7213"/>
                  </a:moveTo>
                  <a:lnTo>
                    <a:pt x="146151" y="7213"/>
                  </a:lnTo>
                </a:path>
                <a:path w="153670" h="9525">
                  <a:moveTo>
                    <a:pt x="381" y="7594"/>
                  </a:moveTo>
                  <a:lnTo>
                    <a:pt x="148056" y="7594"/>
                  </a:lnTo>
                </a:path>
                <a:path w="153670" h="9525">
                  <a:moveTo>
                    <a:pt x="381" y="7975"/>
                  </a:moveTo>
                  <a:lnTo>
                    <a:pt x="149199" y="7975"/>
                  </a:lnTo>
                </a:path>
                <a:path w="153670" h="9525">
                  <a:moveTo>
                    <a:pt x="749" y="8356"/>
                  </a:moveTo>
                  <a:lnTo>
                    <a:pt x="150710" y="8356"/>
                  </a:lnTo>
                </a:path>
                <a:path w="153670" h="9525">
                  <a:moveTo>
                    <a:pt x="749" y="8737"/>
                  </a:moveTo>
                  <a:lnTo>
                    <a:pt x="151841" y="8737"/>
                  </a:lnTo>
                </a:path>
                <a:path w="153670" h="9525">
                  <a:moveTo>
                    <a:pt x="1130" y="9118"/>
                  </a:moveTo>
                  <a:lnTo>
                    <a:pt x="45910" y="9118"/>
                  </a:lnTo>
                </a:path>
                <a:path w="153670" h="9525">
                  <a:moveTo>
                    <a:pt x="84658" y="9118"/>
                  </a:moveTo>
                  <a:lnTo>
                    <a:pt x="153352" y="91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4726470" y="523633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311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4803165" y="5236514"/>
              <a:ext cx="60960" cy="0"/>
            </a:xfrm>
            <a:custGeom>
              <a:avLst/>
              <a:gdLst/>
              <a:ahLst/>
              <a:cxnLst/>
              <a:rect l="l" t="t" r="r" b="b"/>
              <a:pathLst>
                <a:path w="60960" h="0">
                  <a:moveTo>
                    <a:pt x="0" y="0"/>
                  </a:moveTo>
                  <a:lnTo>
                    <a:pt x="6073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4720031" y="523670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6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4806200" y="5236895"/>
              <a:ext cx="59055" cy="0"/>
            </a:xfrm>
            <a:custGeom>
              <a:avLst/>
              <a:gdLst/>
              <a:ahLst/>
              <a:cxnLst/>
              <a:rect l="l" t="t" r="r" b="b"/>
              <a:pathLst>
                <a:path w="59054" h="0">
                  <a:moveTo>
                    <a:pt x="0" y="0"/>
                  </a:moveTo>
                  <a:lnTo>
                    <a:pt x="5883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4715840" y="523708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68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4814176" y="5237276"/>
              <a:ext cx="56515" cy="1905"/>
            </a:xfrm>
            <a:custGeom>
              <a:avLst/>
              <a:gdLst/>
              <a:ahLst/>
              <a:cxnLst/>
              <a:rect l="l" t="t" r="r" b="b"/>
              <a:pathLst>
                <a:path w="56514" h="1904">
                  <a:moveTo>
                    <a:pt x="0" y="0"/>
                  </a:moveTo>
                  <a:lnTo>
                    <a:pt x="51625" y="0"/>
                  </a:lnTo>
                </a:path>
                <a:path w="56514" h="1904">
                  <a:moveTo>
                    <a:pt x="3035" y="380"/>
                  </a:moveTo>
                  <a:lnTo>
                    <a:pt x="52768" y="380"/>
                  </a:lnTo>
                </a:path>
                <a:path w="56514" h="1904">
                  <a:moveTo>
                    <a:pt x="7962" y="762"/>
                  </a:moveTo>
                  <a:lnTo>
                    <a:pt x="53530" y="762"/>
                  </a:lnTo>
                </a:path>
                <a:path w="56514" h="1904">
                  <a:moveTo>
                    <a:pt x="11391" y="1142"/>
                  </a:moveTo>
                  <a:lnTo>
                    <a:pt x="54673" y="1142"/>
                  </a:lnTo>
                </a:path>
                <a:path w="56514" h="1904">
                  <a:moveTo>
                    <a:pt x="13296" y="1524"/>
                  </a:moveTo>
                  <a:lnTo>
                    <a:pt x="55435" y="1524"/>
                  </a:lnTo>
                </a:path>
                <a:path w="56514" h="1904">
                  <a:moveTo>
                    <a:pt x="16687" y="1904"/>
                  </a:moveTo>
                  <a:lnTo>
                    <a:pt x="56197" y="190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4852123" y="523937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37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4853838" y="523975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368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4854981" y="524013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36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4857457" y="524051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3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4859172" y="524088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307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4859553" y="524126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31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4861432" y="524164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9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4862753" y="524202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8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4864277" y="524240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65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4865230" y="524278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6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4866373" y="524316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246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4867135" y="524353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3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4868087" y="524391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27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4869040" y="524430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24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4869992" y="524468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1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4870551" y="524506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0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4871504" y="524544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04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4872062" y="524582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01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4872824" y="5246204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1"/>
                  </a:moveTo>
                  <a:lnTo>
                    <a:pt x="0" y="0"/>
                  </a:lnTo>
                </a:path>
                <a:path w="1270" h="1270">
                  <a:moveTo>
                    <a:pt x="749" y="762"/>
                  </a:moveTo>
                  <a:lnTo>
                    <a:pt x="749" y="381"/>
                  </a:lnTo>
                </a:path>
              </a:pathLst>
            </a:custGeom>
            <a:ln w="193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4874336" y="5246966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1"/>
                  </a:moveTo>
                  <a:lnTo>
                    <a:pt x="0" y="0"/>
                  </a:lnTo>
                </a:path>
                <a:path w="1270" h="1270">
                  <a:moveTo>
                    <a:pt x="762" y="749"/>
                  </a:moveTo>
                  <a:lnTo>
                    <a:pt x="762" y="381"/>
                  </a:lnTo>
                </a:path>
              </a:pathLst>
            </a:custGeom>
            <a:ln w="18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4875669" y="524771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4876241" y="524809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7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4877193" y="524847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74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4877765" y="524885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70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4878336" y="524924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6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4878908" y="524962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63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4879479" y="525000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0"/>
                  </a:moveTo>
                  <a:lnTo>
                    <a:pt x="0" y="0"/>
                  </a:lnTo>
                </a:path>
                <a:path w="1270" h="1270">
                  <a:moveTo>
                    <a:pt x="762" y="762"/>
                  </a:moveTo>
                  <a:lnTo>
                    <a:pt x="762" y="380"/>
                  </a:lnTo>
                </a:path>
              </a:pathLst>
            </a:custGeom>
            <a:ln w="159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4880800" y="525076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55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4881371" y="525114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152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4881943" y="525151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48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4882502" y="5251894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0"/>
                  </a:moveTo>
                  <a:lnTo>
                    <a:pt x="0" y="0"/>
                  </a:lnTo>
                </a:path>
                <a:path w="1270" h="1270">
                  <a:moveTo>
                    <a:pt x="380" y="762"/>
                  </a:moveTo>
                  <a:lnTo>
                    <a:pt x="380" y="380"/>
                  </a:lnTo>
                </a:path>
                <a:path w="1270" h="1270">
                  <a:moveTo>
                    <a:pt x="762" y="1142"/>
                  </a:moveTo>
                  <a:lnTo>
                    <a:pt x="762" y="762"/>
                  </a:lnTo>
                </a:path>
              </a:pathLst>
            </a:custGeom>
            <a:ln w="14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4883823" y="5253037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70">
                  <a:moveTo>
                    <a:pt x="0" y="380"/>
                  </a:moveTo>
                  <a:lnTo>
                    <a:pt x="0" y="0"/>
                  </a:lnTo>
                </a:path>
                <a:path w="635" h="1270">
                  <a:moveTo>
                    <a:pt x="381" y="749"/>
                  </a:moveTo>
                  <a:lnTo>
                    <a:pt x="381" y="380"/>
                  </a:lnTo>
                </a:path>
              </a:pathLst>
            </a:custGeom>
            <a:ln w="14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4884775" y="5253786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0"/>
                  </a:moveTo>
                  <a:lnTo>
                    <a:pt x="0" y="0"/>
                  </a:lnTo>
                </a:path>
                <a:path w="1270" h="1270">
                  <a:moveTo>
                    <a:pt x="381" y="762"/>
                  </a:moveTo>
                  <a:lnTo>
                    <a:pt x="381" y="380"/>
                  </a:lnTo>
                </a:path>
                <a:path w="1270" h="1270">
                  <a:moveTo>
                    <a:pt x="762" y="1142"/>
                  </a:moveTo>
                  <a:lnTo>
                    <a:pt x="762" y="762"/>
                  </a:lnTo>
                </a:path>
              </a:pathLst>
            </a:custGeom>
            <a:ln w="136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4886108" y="5254930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0"/>
                  </a:moveTo>
                  <a:lnTo>
                    <a:pt x="0" y="0"/>
                  </a:lnTo>
                </a:path>
                <a:path w="1270" h="1270">
                  <a:moveTo>
                    <a:pt x="380" y="762"/>
                  </a:moveTo>
                  <a:lnTo>
                    <a:pt x="380" y="380"/>
                  </a:lnTo>
                </a:path>
                <a:path w="1270" h="1270">
                  <a:moveTo>
                    <a:pt x="762" y="1142"/>
                  </a:moveTo>
                  <a:lnTo>
                    <a:pt x="762" y="762"/>
                  </a:lnTo>
                </a:path>
              </a:pathLst>
            </a:custGeom>
            <a:ln w="1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4887061" y="5256072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70">
                  <a:moveTo>
                    <a:pt x="0" y="381"/>
                  </a:moveTo>
                  <a:lnTo>
                    <a:pt x="0" y="0"/>
                  </a:lnTo>
                </a:path>
                <a:path w="635" h="1270">
                  <a:moveTo>
                    <a:pt x="381" y="762"/>
                  </a:moveTo>
                  <a:lnTo>
                    <a:pt x="381" y="381"/>
                  </a:lnTo>
                </a:path>
              </a:pathLst>
            </a:custGeom>
            <a:ln w="12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4888014" y="5256834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4">
                  <a:moveTo>
                    <a:pt x="0" y="381"/>
                  </a:moveTo>
                  <a:lnTo>
                    <a:pt x="0" y="0"/>
                  </a:lnTo>
                </a:path>
                <a:path w="1270" h="1904">
                  <a:moveTo>
                    <a:pt x="381" y="749"/>
                  </a:moveTo>
                  <a:lnTo>
                    <a:pt x="381" y="381"/>
                  </a:lnTo>
                </a:path>
                <a:path w="1270" h="1904">
                  <a:moveTo>
                    <a:pt x="762" y="1130"/>
                  </a:moveTo>
                  <a:lnTo>
                    <a:pt x="762" y="749"/>
                  </a:lnTo>
                </a:path>
                <a:path w="1270" h="1904">
                  <a:moveTo>
                    <a:pt x="1143" y="1511"/>
                  </a:moveTo>
                  <a:lnTo>
                    <a:pt x="1143" y="1130"/>
                  </a:lnTo>
                </a:path>
              </a:pathLst>
            </a:custGeom>
            <a:ln w="125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4889347" y="5258346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39">
                  <a:moveTo>
                    <a:pt x="0" y="380"/>
                  </a:moveTo>
                  <a:lnTo>
                    <a:pt x="0" y="0"/>
                  </a:lnTo>
                </a:path>
                <a:path w="1904" h="2539">
                  <a:moveTo>
                    <a:pt x="380" y="762"/>
                  </a:moveTo>
                  <a:lnTo>
                    <a:pt x="380" y="380"/>
                  </a:lnTo>
                </a:path>
                <a:path w="1904" h="2539">
                  <a:moveTo>
                    <a:pt x="762" y="1142"/>
                  </a:moveTo>
                  <a:lnTo>
                    <a:pt x="762" y="762"/>
                  </a:lnTo>
                </a:path>
                <a:path w="1904" h="2539">
                  <a:moveTo>
                    <a:pt x="1142" y="1524"/>
                  </a:moveTo>
                  <a:lnTo>
                    <a:pt x="1142" y="1142"/>
                  </a:lnTo>
                </a:path>
                <a:path w="1904" h="2539">
                  <a:moveTo>
                    <a:pt x="1524" y="1904"/>
                  </a:moveTo>
                  <a:lnTo>
                    <a:pt x="1524" y="1524"/>
                  </a:lnTo>
                </a:path>
                <a:path w="1904" h="2539">
                  <a:moveTo>
                    <a:pt x="1904" y="2286"/>
                  </a:moveTo>
                  <a:lnTo>
                    <a:pt x="1904" y="1904"/>
                  </a:lnTo>
                </a:path>
              </a:pathLst>
            </a:custGeom>
            <a:ln w="12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4891443" y="5260631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39" h="3175">
                  <a:moveTo>
                    <a:pt x="0" y="380"/>
                  </a:moveTo>
                  <a:lnTo>
                    <a:pt x="0" y="0"/>
                  </a:lnTo>
                </a:path>
                <a:path w="2539" h="3175">
                  <a:moveTo>
                    <a:pt x="368" y="762"/>
                  </a:moveTo>
                  <a:lnTo>
                    <a:pt x="368" y="380"/>
                  </a:lnTo>
                </a:path>
                <a:path w="2539" h="3175">
                  <a:moveTo>
                    <a:pt x="749" y="1142"/>
                  </a:moveTo>
                  <a:lnTo>
                    <a:pt x="749" y="762"/>
                  </a:lnTo>
                </a:path>
                <a:path w="2539" h="3175">
                  <a:moveTo>
                    <a:pt x="1130" y="1511"/>
                  </a:moveTo>
                  <a:lnTo>
                    <a:pt x="1130" y="1142"/>
                  </a:lnTo>
                </a:path>
                <a:path w="2539" h="3175">
                  <a:moveTo>
                    <a:pt x="1498" y="1892"/>
                  </a:moveTo>
                  <a:lnTo>
                    <a:pt x="1498" y="1511"/>
                  </a:lnTo>
                </a:path>
                <a:path w="2539" h="3175">
                  <a:moveTo>
                    <a:pt x="1498" y="2273"/>
                  </a:moveTo>
                  <a:lnTo>
                    <a:pt x="1498" y="1892"/>
                  </a:lnTo>
                </a:path>
                <a:path w="2539" h="3175">
                  <a:moveTo>
                    <a:pt x="1879" y="2654"/>
                  </a:moveTo>
                  <a:lnTo>
                    <a:pt x="1879" y="2273"/>
                  </a:lnTo>
                </a:path>
                <a:path w="2539" h="3175">
                  <a:moveTo>
                    <a:pt x="2260" y="3035"/>
                  </a:moveTo>
                  <a:lnTo>
                    <a:pt x="2260" y="2654"/>
                  </a:lnTo>
                </a:path>
              </a:pathLst>
            </a:custGeom>
            <a:ln w="117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4893894" y="5263667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39">
                  <a:moveTo>
                    <a:pt x="0" y="368"/>
                  </a:moveTo>
                  <a:lnTo>
                    <a:pt x="0" y="0"/>
                  </a:lnTo>
                </a:path>
                <a:path w="1904" h="2539">
                  <a:moveTo>
                    <a:pt x="368" y="749"/>
                  </a:moveTo>
                  <a:lnTo>
                    <a:pt x="368" y="368"/>
                  </a:lnTo>
                </a:path>
                <a:path w="1904" h="2539">
                  <a:moveTo>
                    <a:pt x="749" y="1130"/>
                  </a:moveTo>
                  <a:lnTo>
                    <a:pt x="749" y="749"/>
                  </a:lnTo>
                </a:path>
                <a:path w="1904" h="2539">
                  <a:moveTo>
                    <a:pt x="749" y="1511"/>
                  </a:moveTo>
                  <a:lnTo>
                    <a:pt x="749" y="1130"/>
                  </a:lnTo>
                </a:path>
                <a:path w="1904" h="2539">
                  <a:moveTo>
                    <a:pt x="1130" y="1892"/>
                  </a:moveTo>
                  <a:lnTo>
                    <a:pt x="1130" y="1511"/>
                  </a:lnTo>
                </a:path>
                <a:path w="1904" h="2539">
                  <a:moveTo>
                    <a:pt x="1511" y="2273"/>
                  </a:moveTo>
                  <a:lnTo>
                    <a:pt x="1511" y="1892"/>
                  </a:lnTo>
                </a:path>
              </a:pathLst>
            </a:custGeom>
            <a:ln w="11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4895595" y="5265940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39">
                  <a:moveTo>
                    <a:pt x="0" y="380"/>
                  </a:moveTo>
                  <a:lnTo>
                    <a:pt x="0" y="0"/>
                  </a:lnTo>
                </a:path>
                <a:path w="1904" h="2539">
                  <a:moveTo>
                    <a:pt x="380" y="762"/>
                  </a:moveTo>
                  <a:lnTo>
                    <a:pt x="380" y="380"/>
                  </a:lnTo>
                </a:path>
                <a:path w="1904" h="2539">
                  <a:moveTo>
                    <a:pt x="762" y="1142"/>
                  </a:moveTo>
                  <a:lnTo>
                    <a:pt x="762" y="762"/>
                  </a:lnTo>
                </a:path>
                <a:path w="1904" h="2539">
                  <a:moveTo>
                    <a:pt x="762" y="1524"/>
                  </a:moveTo>
                  <a:lnTo>
                    <a:pt x="762" y="1142"/>
                  </a:lnTo>
                </a:path>
                <a:path w="1904" h="2539">
                  <a:moveTo>
                    <a:pt x="1142" y="1904"/>
                  </a:moveTo>
                  <a:lnTo>
                    <a:pt x="1142" y="1524"/>
                  </a:lnTo>
                </a:path>
                <a:path w="1904" h="2539">
                  <a:moveTo>
                    <a:pt x="1524" y="2286"/>
                  </a:moveTo>
                  <a:lnTo>
                    <a:pt x="1524" y="1904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4897310" y="5268226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70">
                  <a:moveTo>
                    <a:pt x="0" y="368"/>
                  </a:moveTo>
                  <a:lnTo>
                    <a:pt x="0" y="0"/>
                  </a:lnTo>
                </a:path>
                <a:path w="635" h="1270">
                  <a:moveTo>
                    <a:pt x="380" y="749"/>
                  </a:moveTo>
                  <a:lnTo>
                    <a:pt x="380" y="368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4897881" y="526897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4898072" y="5269357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70">
                  <a:moveTo>
                    <a:pt x="0" y="380"/>
                  </a:moveTo>
                  <a:lnTo>
                    <a:pt x="0" y="0"/>
                  </a:lnTo>
                </a:path>
                <a:path w="635" h="1270">
                  <a:moveTo>
                    <a:pt x="380" y="762"/>
                  </a:moveTo>
                  <a:lnTo>
                    <a:pt x="380" y="38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4898643" y="5270119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70">
                  <a:moveTo>
                    <a:pt x="0" y="380"/>
                  </a:moveTo>
                  <a:lnTo>
                    <a:pt x="0" y="0"/>
                  </a:lnTo>
                </a:path>
                <a:path w="635" h="1270">
                  <a:moveTo>
                    <a:pt x="380" y="761"/>
                  </a:moveTo>
                  <a:lnTo>
                    <a:pt x="380" y="38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4899215" y="527088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4899405" y="5271261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70">
                  <a:moveTo>
                    <a:pt x="0" y="380"/>
                  </a:moveTo>
                  <a:lnTo>
                    <a:pt x="0" y="0"/>
                  </a:lnTo>
                </a:path>
                <a:path w="635" h="1270">
                  <a:moveTo>
                    <a:pt x="381" y="762"/>
                  </a:moveTo>
                  <a:lnTo>
                    <a:pt x="381" y="38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4899977" y="527202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4900167" y="527240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4900358" y="5272785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70">
                  <a:moveTo>
                    <a:pt x="0" y="368"/>
                  </a:moveTo>
                  <a:lnTo>
                    <a:pt x="0" y="0"/>
                  </a:lnTo>
                </a:path>
                <a:path w="635" h="1270">
                  <a:moveTo>
                    <a:pt x="380" y="749"/>
                  </a:moveTo>
                  <a:lnTo>
                    <a:pt x="380" y="368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4900929" y="527353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4901120" y="5273916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70">
                  <a:moveTo>
                    <a:pt x="0" y="380"/>
                  </a:moveTo>
                  <a:lnTo>
                    <a:pt x="0" y="0"/>
                  </a:lnTo>
                </a:path>
                <a:path w="635" h="1270">
                  <a:moveTo>
                    <a:pt x="380" y="762"/>
                  </a:moveTo>
                  <a:lnTo>
                    <a:pt x="380" y="380"/>
                  </a:lnTo>
                </a:path>
                <a:path w="635" h="1270">
                  <a:moveTo>
                    <a:pt x="380" y="1142"/>
                  </a:moveTo>
                  <a:lnTo>
                    <a:pt x="380" y="762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4901691" y="5275059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4">
                  <a:moveTo>
                    <a:pt x="0" y="368"/>
                  </a:moveTo>
                  <a:lnTo>
                    <a:pt x="0" y="0"/>
                  </a:lnTo>
                </a:path>
                <a:path w="1270" h="1904">
                  <a:moveTo>
                    <a:pt x="381" y="749"/>
                  </a:moveTo>
                  <a:lnTo>
                    <a:pt x="381" y="368"/>
                  </a:lnTo>
                </a:path>
                <a:path w="1270" h="1904">
                  <a:moveTo>
                    <a:pt x="381" y="1130"/>
                  </a:moveTo>
                  <a:lnTo>
                    <a:pt x="381" y="749"/>
                  </a:lnTo>
                </a:path>
                <a:path w="1270" h="1904">
                  <a:moveTo>
                    <a:pt x="749" y="1511"/>
                  </a:moveTo>
                  <a:lnTo>
                    <a:pt x="749" y="113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4902631" y="527657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1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4902822" y="5276951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4">
                  <a:moveTo>
                    <a:pt x="0" y="381"/>
                  </a:moveTo>
                  <a:lnTo>
                    <a:pt x="0" y="0"/>
                  </a:lnTo>
                </a:path>
                <a:path w="1270" h="1904">
                  <a:moveTo>
                    <a:pt x="381" y="762"/>
                  </a:moveTo>
                  <a:lnTo>
                    <a:pt x="381" y="381"/>
                  </a:lnTo>
                </a:path>
                <a:path w="1270" h="1904">
                  <a:moveTo>
                    <a:pt x="381" y="1143"/>
                  </a:moveTo>
                  <a:lnTo>
                    <a:pt x="381" y="762"/>
                  </a:lnTo>
                </a:path>
                <a:path w="1270" h="1904">
                  <a:moveTo>
                    <a:pt x="762" y="1524"/>
                  </a:moveTo>
                  <a:lnTo>
                    <a:pt x="762" y="1143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4903774" y="527847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1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4903952" y="5278856"/>
              <a:ext cx="1905" cy="3810"/>
            </a:xfrm>
            <a:custGeom>
              <a:avLst/>
              <a:gdLst/>
              <a:ahLst/>
              <a:cxnLst/>
              <a:rect l="l" t="t" r="r" b="b"/>
              <a:pathLst>
                <a:path w="1904" h="3810">
                  <a:moveTo>
                    <a:pt x="0" y="368"/>
                  </a:moveTo>
                  <a:lnTo>
                    <a:pt x="0" y="0"/>
                  </a:lnTo>
                </a:path>
                <a:path w="1904" h="3810">
                  <a:moveTo>
                    <a:pt x="381" y="749"/>
                  </a:moveTo>
                  <a:lnTo>
                    <a:pt x="381" y="368"/>
                  </a:lnTo>
                </a:path>
                <a:path w="1904" h="3810">
                  <a:moveTo>
                    <a:pt x="381" y="1130"/>
                  </a:moveTo>
                  <a:lnTo>
                    <a:pt x="381" y="749"/>
                  </a:lnTo>
                </a:path>
                <a:path w="1904" h="3810">
                  <a:moveTo>
                    <a:pt x="762" y="1511"/>
                  </a:moveTo>
                  <a:lnTo>
                    <a:pt x="762" y="1130"/>
                  </a:lnTo>
                </a:path>
                <a:path w="1904" h="3810">
                  <a:moveTo>
                    <a:pt x="1130" y="1892"/>
                  </a:moveTo>
                  <a:lnTo>
                    <a:pt x="1130" y="1511"/>
                  </a:lnTo>
                </a:path>
                <a:path w="1904" h="3810">
                  <a:moveTo>
                    <a:pt x="1130" y="2273"/>
                  </a:moveTo>
                  <a:lnTo>
                    <a:pt x="1130" y="1892"/>
                  </a:lnTo>
                </a:path>
                <a:path w="1904" h="3810">
                  <a:moveTo>
                    <a:pt x="1511" y="2654"/>
                  </a:moveTo>
                  <a:lnTo>
                    <a:pt x="1511" y="2273"/>
                  </a:lnTo>
                </a:path>
                <a:path w="1904" h="3810">
                  <a:moveTo>
                    <a:pt x="1511" y="3035"/>
                  </a:moveTo>
                  <a:lnTo>
                    <a:pt x="1511" y="2654"/>
                  </a:lnTo>
                </a:path>
                <a:path w="1904" h="3810">
                  <a:moveTo>
                    <a:pt x="1892" y="3416"/>
                  </a:moveTo>
                  <a:lnTo>
                    <a:pt x="1892" y="3035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4906035" y="528227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4906225" y="528265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4906416" y="528303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4906606" y="528341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4906797" y="5283796"/>
              <a:ext cx="3175" cy="5715"/>
            </a:xfrm>
            <a:custGeom>
              <a:avLst/>
              <a:gdLst/>
              <a:ahLst/>
              <a:cxnLst/>
              <a:rect l="l" t="t" r="r" b="b"/>
              <a:pathLst>
                <a:path w="3175" h="5714">
                  <a:moveTo>
                    <a:pt x="0" y="368"/>
                  </a:moveTo>
                  <a:lnTo>
                    <a:pt x="0" y="0"/>
                  </a:lnTo>
                </a:path>
                <a:path w="3175" h="5714">
                  <a:moveTo>
                    <a:pt x="380" y="749"/>
                  </a:moveTo>
                  <a:lnTo>
                    <a:pt x="380" y="368"/>
                  </a:lnTo>
                </a:path>
                <a:path w="3175" h="5714">
                  <a:moveTo>
                    <a:pt x="380" y="1130"/>
                  </a:moveTo>
                  <a:lnTo>
                    <a:pt x="380" y="749"/>
                  </a:lnTo>
                </a:path>
                <a:path w="3175" h="5714">
                  <a:moveTo>
                    <a:pt x="762" y="1511"/>
                  </a:moveTo>
                  <a:lnTo>
                    <a:pt x="762" y="1130"/>
                  </a:lnTo>
                </a:path>
                <a:path w="3175" h="5714">
                  <a:moveTo>
                    <a:pt x="762" y="1879"/>
                  </a:moveTo>
                  <a:lnTo>
                    <a:pt x="762" y="1511"/>
                  </a:lnTo>
                </a:path>
                <a:path w="3175" h="5714">
                  <a:moveTo>
                    <a:pt x="1142" y="2260"/>
                  </a:moveTo>
                  <a:lnTo>
                    <a:pt x="1142" y="1879"/>
                  </a:lnTo>
                </a:path>
                <a:path w="3175" h="5714">
                  <a:moveTo>
                    <a:pt x="1142" y="2641"/>
                  </a:moveTo>
                  <a:lnTo>
                    <a:pt x="1142" y="2260"/>
                  </a:lnTo>
                </a:path>
                <a:path w="3175" h="5714">
                  <a:moveTo>
                    <a:pt x="1524" y="3022"/>
                  </a:moveTo>
                  <a:lnTo>
                    <a:pt x="1524" y="2641"/>
                  </a:lnTo>
                </a:path>
                <a:path w="3175" h="5714">
                  <a:moveTo>
                    <a:pt x="1524" y="3403"/>
                  </a:moveTo>
                  <a:lnTo>
                    <a:pt x="1524" y="3022"/>
                  </a:lnTo>
                </a:path>
                <a:path w="3175" h="5714">
                  <a:moveTo>
                    <a:pt x="1904" y="3784"/>
                  </a:moveTo>
                  <a:lnTo>
                    <a:pt x="1904" y="3403"/>
                  </a:lnTo>
                </a:path>
                <a:path w="3175" h="5714">
                  <a:moveTo>
                    <a:pt x="1904" y="4165"/>
                  </a:moveTo>
                  <a:lnTo>
                    <a:pt x="1904" y="3784"/>
                  </a:lnTo>
                </a:path>
                <a:path w="3175" h="5714">
                  <a:moveTo>
                    <a:pt x="2285" y="4546"/>
                  </a:moveTo>
                  <a:lnTo>
                    <a:pt x="2285" y="4165"/>
                  </a:lnTo>
                </a:path>
                <a:path w="3175" h="5714">
                  <a:moveTo>
                    <a:pt x="2285" y="4927"/>
                  </a:moveTo>
                  <a:lnTo>
                    <a:pt x="2285" y="4546"/>
                  </a:lnTo>
                </a:path>
                <a:path w="3175" h="5714">
                  <a:moveTo>
                    <a:pt x="2666" y="5308"/>
                  </a:moveTo>
                  <a:lnTo>
                    <a:pt x="2666" y="4927"/>
                  </a:lnTo>
                </a:path>
                <a:path w="3175" h="5714">
                  <a:moveTo>
                    <a:pt x="2666" y="5689"/>
                  </a:moveTo>
                  <a:lnTo>
                    <a:pt x="2666" y="5308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4909654" y="528948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4909845" y="528986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4910035" y="529023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4910226" y="529061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4910416" y="529099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4910607" y="529137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4910797" y="529175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4910988" y="529214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4911178" y="529252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4911369" y="5292902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5" h="1904">
                  <a:moveTo>
                    <a:pt x="0" y="380"/>
                  </a:moveTo>
                  <a:lnTo>
                    <a:pt x="0" y="0"/>
                  </a:lnTo>
                </a:path>
                <a:path w="635" h="1904">
                  <a:moveTo>
                    <a:pt x="0" y="762"/>
                  </a:moveTo>
                  <a:lnTo>
                    <a:pt x="0" y="380"/>
                  </a:lnTo>
                </a:path>
                <a:path w="635" h="1904">
                  <a:moveTo>
                    <a:pt x="381" y="1142"/>
                  </a:moveTo>
                  <a:lnTo>
                    <a:pt x="381" y="762"/>
                  </a:lnTo>
                </a:path>
                <a:path w="635" h="1904">
                  <a:moveTo>
                    <a:pt x="381" y="1511"/>
                  </a:moveTo>
                  <a:lnTo>
                    <a:pt x="381" y="1142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4911940" y="529441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4912131" y="529479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4912321" y="529517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4912512" y="529555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4912702" y="529593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4912880" y="529631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4913071" y="529668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4913261" y="529706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4913452" y="529744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4913642" y="5297830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1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1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4913833" y="529859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4914010" y="529897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4914214" y="529935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4914391" y="529973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4914582" y="5300116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5" h="1904">
                  <a:moveTo>
                    <a:pt x="0" y="381"/>
                  </a:moveTo>
                  <a:lnTo>
                    <a:pt x="0" y="0"/>
                  </a:lnTo>
                </a:path>
                <a:path w="635" h="1904">
                  <a:moveTo>
                    <a:pt x="0" y="749"/>
                  </a:moveTo>
                  <a:lnTo>
                    <a:pt x="0" y="381"/>
                  </a:lnTo>
                </a:path>
                <a:path w="635" h="1904">
                  <a:moveTo>
                    <a:pt x="380" y="1130"/>
                  </a:moveTo>
                  <a:lnTo>
                    <a:pt x="380" y="749"/>
                  </a:lnTo>
                </a:path>
                <a:path w="635" h="1904">
                  <a:moveTo>
                    <a:pt x="380" y="1511"/>
                  </a:moveTo>
                  <a:lnTo>
                    <a:pt x="380" y="113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4915153" y="530162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4915344" y="5302008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5" h="1904">
                  <a:moveTo>
                    <a:pt x="0" y="381"/>
                  </a:moveTo>
                  <a:lnTo>
                    <a:pt x="0" y="0"/>
                  </a:lnTo>
                </a:path>
                <a:path w="635" h="1904">
                  <a:moveTo>
                    <a:pt x="0" y="762"/>
                  </a:moveTo>
                  <a:lnTo>
                    <a:pt x="0" y="381"/>
                  </a:lnTo>
                </a:path>
                <a:path w="635" h="1904">
                  <a:moveTo>
                    <a:pt x="380" y="1143"/>
                  </a:moveTo>
                  <a:lnTo>
                    <a:pt x="380" y="762"/>
                  </a:lnTo>
                </a:path>
                <a:path w="635" h="1904">
                  <a:moveTo>
                    <a:pt x="380" y="1524"/>
                  </a:moveTo>
                  <a:lnTo>
                    <a:pt x="380" y="1143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4915903" y="530353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4916093" y="5303913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1"/>
                  </a:moveTo>
                  <a:lnTo>
                    <a:pt x="0" y="0"/>
                  </a:lnTo>
                </a:path>
                <a:path w="0" h="1270">
                  <a:moveTo>
                    <a:pt x="0" y="749"/>
                  </a:moveTo>
                  <a:lnTo>
                    <a:pt x="0" y="381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4916284" y="530466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4916474" y="5305044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5" h="1904">
                  <a:moveTo>
                    <a:pt x="0" y="380"/>
                  </a:moveTo>
                  <a:lnTo>
                    <a:pt x="0" y="0"/>
                  </a:lnTo>
                </a:path>
                <a:path w="635" h="1904">
                  <a:moveTo>
                    <a:pt x="0" y="761"/>
                  </a:moveTo>
                  <a:lnTo>
                    <a:pt x="0" y="380"/>
                  </a:lnTo>
                </a:path>
                <a:path w="635" h="1904">
                  <a:moveTo>
                    <a:pt x="380" y="1142"/>
                  </a:moveTo>
                  <a:lnTo>
                    <a:pt x="380" y="761"/>
                  </a:lnTo>
                </a:path>
                <a:path w="635" h="1904">
                  <a:moveTo>
                    <a:pt x="380" y="1523"/>
                  </a:moveTo>
                  <a:lnTo>
                    <a:pt x="380" y="1142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4917046" y="530656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4917236" y="5306936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1"/>
                  </a:moveTo>
                  <a:lnTo>
                    <a:pt x="0" y="38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4917427" y="530769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4917617" y="5308079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4917808" y="530884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4917998" y="530922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4918189" y="5309603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4918379" y="531036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4918570" y="5310746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1"/>
                  </a:moveTo>
                  <a:lnTo>
                    <a:pt x="0" y="0"/>
                  </a:lnTo>
                </a:path>
                <a:path w="0" h="1270">
                  <a:moveTo>
                    <a:pt x="0" y="749"/>
                  </a:moveTo>
                  <a:lnTo>
                    <a:pt x="0" y="381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4918760" y="531149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4918951" y="5311876"/>
              <a:ext cx="1905" cy="6350"/>
            </a:xfrm>
            <a:custGeom>
              <a:avLst/>
              <a:gdLst/>
              <a:ahLst/>
              <a:cxnLst/>
              <a:rect l="l" t="t" r="r" b="b"/>
              <a:pathLst>
                <a:path w="1904" h="6350">
                  <a:moveTo>
                    <a:pt x="0" y="381"/>
                  </a:moveTo>
                  <a:lnTo>
                    <a:pt x="0" y="0"/>
                  </a:lnTo>
                </a:path>
                <a:path w="1904" h="6350">
                  <a:moveTo>
                    <a:pt x="0" y="762"/>
                  </a:moveTo>
                  <a:lnTo>
                    <a:pt x="0" y="381"/>
                  </a:lnTo>
                </a:path>
                <a:path w="1904" h="6350">
                  <a:moveTo>
                    <a:pt x="0" y="1143"/>
                  </a:moveTo>
                  <a:lnTo>
                    <a:pt x="0" y="762"/>
                  </a:lnTo>
                </a:path>
                <a:path w="1904" h="6350">
                  <a:moveTo>
                    <a:pt x="380" y="1524"/>
                  </a:moveTo>
                  <a:lnTo>
                    <a:pt x="380" y="1143"/>
                  </a:lnTo>
                </a:path>
                <a:path w="1904" h="6350">
                  <a:moveTo>
                    <a:pt x="380" y="1905"/>
                  </a:moveTo>
                  <a:lnTo>
                    <a:pt x="380" y="1524"/>
                  </a:lnTo>
                </a:path>
                <a:path w="1904" h="6350">
                  <a:moveTo>
                    <a:pt x="380" y="2286"/>
                  </a:moveTo>
                  <a:lnTo>
                    <a:pt x="380" y="1905"/>
                  </a:lnTo>
                </a:path>
                <a:path w="1904" h="6350">
                  <a:moveTo>
                    <a:pt x="762" y="2667"/>
                  </a:moveTo>
                  <a:lnTo>
                    <a:pt x="762" y="2286"/>
                  </a:lnTo>
                </a:path>
                <a:path w="1904" h="6350">
                  <a:moveTo>
                    <a:pt x="762" y="3048"/>
                  </a:moveTo>
                  <a:lnTo>
                    <a:pt x="762" y="2667"/>
                  </a:lnTo>
                </a:path>
                <a:path w="1904" h="6350">
                  <a:moveTo>
                    <a:pt x="762" y="3429"/>
                  </a:moveTo>
                  <a:lnTo>
                    <a:pt x="762" y="3048"/>
                  </a:lnTo>
                </a:path>
                <a:path w="1904" h="6350">
                  <a:moveTo>
                    <a:pt x="1142" y="3797"/>
                  </a:moveTo>
                  <a:lnTo>
                    <a:pt x="1142" y="3429"/>
                  </a:lnTo>
                </a:path>
                <a:path w="1904" h="6350">
                  <a:moveTo>
                    <a:pt x="1142" y="4178"/>
                  </a:moveTo>
                  <a:lnTo>
                    <a:pt x="1142" y="3797"/>
                  </a:lnTo>
                </a:path>
                <a:path w="1904" h="6350">
                  <a:moveTo>
                    <a:pt x="1142" y="4559"/>
                  </a:moveTo>
                  <a:lnTo>
                    <a:pt x="1142" y="4178"/>
                  </a:lnTo>
                </a:path>
                <a:path w="1904" h="6350">
                  <a:moveTo>
                    <a:pt x="1142" y="4940"/>
                  </a:moveTo>
                  <a:lnTo>
                    <a:pt x="1142" y="4559"/>
                  </a:lnTo>
                </a:path>
                <a:path w="1904" h="6350">
                  <a:moveTo>
                    <a:pt x="1524" y="5321"/>
                  </a:moveTo>
                  <a:lnTo>
                    <a:pt x="1524" y="4940"/>
                  </a:lnTo>
                </a:path>
                <a:path w="1904" h="6350">
                  <a:moveTo>
                    <a:pt x="1524" y="5689"/>
                  </a:moveTo>
                  <a:lnTo>
                    <a:pt x="1524" y="5321"/>
                  </a:lnTo>
                </a:path>
                <a:path w="1904" h="6350">
                  <a:moveTo>
                    <a:pt x="1524" y="6070"/>
                  </a:moveTo>
                  <a:lnTo>
                    <a:pt x="1524" y="5689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4920665" y="5317947"/>
              <a:ext cx="635" cy="3175"/>
            </a:xfrm>
            <a:custGeom>
              <a:avLst/>
              <a:gdLst/>
              <a:ahLst/>
              <a:cxnLst/>
              <a:rect l="l" t="t" r="r" b="b"/>
              <a:pathLst>
                <a:path w="635" h="3175">
                  <a:moveTo>
                    <a:pt x="0" y="381"/>
                  </a:moveTo>
                  <a:lnTo>
                    <a:pt x="0" y="0"/>
                  </a:lnTo>
                </a:path>
                <a:path w="635" h="3175">
                  <a:moveTo>
                    <a:pt x="0" y="762"/>
                  </a:moveTo>
                  <a:lnTo>
                    <a:pt x="0" y="381"/>
                  </a:lnTo>
                </a:path>
                <a:path w="635" h="3175">
                  <a:moveTo>
                    <a:pt x="0" y="1143"/>
                  </a:moveTo>
                  <a:lnTo>
                    <a:pt x="0" y="762"/>
                  </a:lnTo>
                </a:path>
                <a:path w="635" h="3175">
                  <a:moveTo>
                    <a:pt x="380" y="1524"/>
                  </a:moveTo>
                  <a:lnTo>
                    <a:pt x="380" y="1143"/>
                  </a:lnTo>
                </a:path>
                <a:path w="635" h="3175">
                  <a:moveTo>
                    <a:pt x="380" y="1905"/>
                  </a:moveTo>
                  <a:lnTo>
                    <a:pt x="380" y="1524"/>
                  </a:lnTo>
                </a:path>
                <a:path w="635" h="3175">
                  <a:moveTo>
                    <a:pt x="380" y="2286"/>
                  </a:moveTo>
                  <a:lnTo>
                    <a:pt x="380" y="1905"/>
                  </a:lnTo>
                </a:path>
                <a:path w="635" h="3175">
                  <a:moveTo>
                    <a:pt x="380" y="2667"/>
                  </a:moveTo>
                  <a:lnTo>
                    <a:pt x="380" y="2286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4921237" y="532061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4921427" y="5320995"/>
              <a:ext cx="0" cy="1905"/>
            </a:xfrm>
            <a:custGeom>
              <a:avLst/>
              <a:gdLst/>
              <a:ahLst/>
              <a:cxnLst/>
              <a:rect l="l" t="t" r="r" b="b"/>
              <a:pathLst>
                <a:path w="0" h="1904">
                  <a:moveTo>
                    <a:pt x="0" y="380"/>
                  </a:moveTo>
                  <a:lnTo>
                    <a:pt x="0" y="0"/>
                  </a:lnTo>
                </a:path>
                <a:path w="0" h="1904">
                  <a:moveTo>
                    <a:pt x="0" y="762"/>
                  </a:moveTo>
                  <a:lnTo>
                    <a:pt x="0" y="380"/>
                  </a:lnTo>
                </a:path>
                <a:path w="0" h="1904">
                  <a:moveTo>
                    <a:pt x="0" y="1130"/>
                  </a:moveTo>
                  <a:lnTo>
                    <a:pt x="0" y="762"/>
                  </a:lnTo>
                </a:path>
                <a:path w="0" h="1904">
                  <a:moveTo>
                    <a:pt x="0" y="1511"/>
                  </a:moveTo>
                  <a:lnTo>
                    <a:pt x="0" y="1130"/>
                  </a:lnTo>
                </a:path>
                <a:path w="0" h="1904">
                  <a:moveTo>
                    <a:pt x="0" y="1892"/>
                  </a:moveTo>
                  <a:lnTo>
                    <a:pt x="0" y="1511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4921618" y="532288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 descr=""/>
            <p:cNvSpPr/>
            <p:nvPr/>
          </p:nvSpPr>
          <p:spPr>
            <a:xfrm>
              <a:off x="4921808" y="5323268"/>
              <a:ext cx="0" cy="1905"/>
            </a:xfrm>
            <a:custGeom>
              <a:avLst/>
              <a:gdLst/>
              <a:ahLst/>
              <a:cxnLst/>
              <a:rect l="l" t="t" r="r" b="b"/>
              <a:pathLst>
                <a:path w="0" h="1904">
                  <a:moveTo>
                    <a:pt x="0" y="381"/>
                  </a:moveTo>
                  <a:lnTo>
                    <a:pt x="0" y="0"/>
                  </a:lnTo>
                </a:path>
                <a:path w="0" h="1904">
                  <a:moveTo>
                    <a:pt x="0" y="762"/>
                  </a:moveTo>
                  <a:lnTo>
                    <a:pt x="0" y="381"/>
                  </a:lnTo>
                </a:path>
                <a:path w="0" h="1904">
                  <a:moveTo>
                    <a:pt x="0" y="1143"/>
                  </a:moveTo>
                  <a:lnTo>
                    <a:pt x="0" y="762"/>
                  </a:lnTo>
                </a:path>
                <a:path w="0" h="1904">
                  <a:moveTo>
                    <a:pt x="0" y="1524"/>
                  </a:moveTo>
                  <a:lnTo>
                    <a:pt x="0" y="1143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4921999" y="532479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4922189" y="5325173"/>
              <a:ext cx="0" cy="1905"/>
            </a:xfrm>
            <a:custGeom>
              <a:avLst/>
              <a:gdLst/>
              <a:ahLst/>
              <a:cxnLst/>
              <a:rect l="l" t="t" r="r" b="b"/>
              <a:pathLst>
                <a:path w="0" h="1904">
                  <a:moveTo>
                    <a:pt x="0" y="380"/>
                  </a:moveTo>
                  <a:lnTo>
                    <a:pt x="0" y="0"/>
                  </a:lnTo>
                </a:path>
                <a:path w="0" h="1904">
                  <a:moveTo>
                    <a:pt x="0" y="762"/>
                  </a:moveTo>
                  <a:lnTo>
                    <a:pt x="0" y="380"/>
                  </a:lnTo>
                </a:path>
                <a:path w="0" h="1904">
                  <a:moveTo>
                    <a:pt x="0" y="1130"/>
                  </a:moveTo>
                  <a:lnTo>
                    <a:pt x="0" y="762"/>
                  </a:lnTo>
                </a:path>
                <a:path w="0" h="1904">
                  <a:moveTo>
                    <a:pt x="0" y="1511"/>
                  </a:moveTo>
                  <a:lnTo>
                    <a:pt x="0" y="1130"/>
                  </a:lnTo>
                </a:path>
                <a:path w="0" h="1904">
                  <a:moveTo>
                    <a:pt x="0" y="1892"/>
                  </a:moveTo>
                  <a:lnTo>
                    <a:pt x="0" y="1511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4920475" y="5327065"/>
              <a:ext cx="3175" cy="57785"/>
            </a:xfrm>
            <a:custGeom>
              <a:avLst/>
              <a:gdLst/>
              <a:ahLst/>
              <a:cxnLst/>
              <a:rect l="l" t="t" r="r" b="b"/>
              <a:pathLst>
                <a:path w="3175" h="57785">
                  <a:moveTo>
                    <a:pt x="1904" y="380"/>
                  </a:moveTo>
                  <a:lnTo>
                    <a:pt x="1904" y="0"/>
                  </a:lnTo>
                </a:path>
                <a:path w="3175" h="57785">
                  <a:moveTo>
                    <a:pt x="1904" y="762"/>
                  </a:moveTo>
                  <a:lnTo>
                    <a:pt x="1904" y="380"/>
                  </a:lnTo>
                </a:path>
                <a:path w="3175" h="57785">
                  <a:moveTo>
                    <a:pt x="1904" y="1130"/>
                  </a:moveTo>
                  <a:lnTo>
                    <a:pt x="1904" y="762"/>
                  </a:lnTo>
                </a:path>
                <a:path w="3175" h="57785">
                  <a:moveTo>
                    <a:pt x="2286" y="1511"/>
                  </a:moveTo>
                  <a:lnTo>
                    <a:pt x="2286" y="1130"/>
                  </a:lnTo>
                </a:path>
                <a:path w="3175" h="57785">
                  <a:moveTo>
                    <a:pt x="2286" y="1892"/>
                  </a:moveTo>
                  <a:lnTo>
                    <a:pt x="2286" y="1511"/>
                  </a:lnTo>
                </a:path>
                <a:path w="3175" h="57785">
                  <a:moveTo>
                    <a:pt x="2286" y="2273"/>
                  </a:moveTo>
                  <a:lnTo>
                    <a:pt x="2286" y="1892"/>
                  </a:lnTo>
                </a:path>
                <a:path w="3175" h="57785">
                  <a:moveTo>
                    <a:pt x="2286" y="2654"/>
                  </a:moveTo>
                  <a:lnTo>
                    <a:pt x="2286" y="2273"/>
                  </a:lnTo>
                </a:path>
                <a:path w="3175" h="57785">
                  <a:moveTo>
                    <a:pt x="2286" y="3035"/>
                  </a:moveTo>
                  <a:lnTo>
                    <a:pt x="2286" y="2654"/>
                  </a:lnTo>
                </a:path>
                <a:path w="3175" h="57785">
                  <a:moveTo>
                    <a:pt x="2286" y="3416"/>
                  </a:moveTo>
                  <a:lnTo>
                    <a:pt x="2286" y="3035"/>
                  </a:lnTo>
                </a:path>
                <a:path w="3175" h="57785">
                  <a:moveTo>
                    <a:pt x="2286" y="3797"/>
                  </a:moveTo>
                  <a:lnTo>
                    <a:pt x="2286" y="3416"/>
                  </a:lnTo>
                </a:path>
                <a:path w="3175" h="57785">
                  <a:moveTo>
                    <a:pt x="2286" y="4178"/>
                  </a:moveTo>
                  <a:lnTo>
                    <a:pt x="2286" y="3797"/>
                  </a:lnTo>
                </a:path>
                <a:path w="3175" h="57785">
                  <a:moveTo>
                    <a:pt x="2286" y="4559"/>
                  </a:moveTo>
                  <a:lnTo>
                    <a:pt x="2286" y="4178"/>
                  </a:lnTo>
                </a:path>
                <a:path w="3175" h="57785">
                  <a:moveTo>
                    <a:pt x="2286" y="4940"/>
                  </a:moveTo>
                  <a:lnTo>
                    <a:pt x="2286" y="4559"/>
                  </a:lnTo>
                </a:path>
                <a:path w="3175" h="57785">
                  <a:moveTo>
                    <a:pt x="2286" y="5321"/>
                  </a:moveTo>
                  <a:lnTo>
                    <a:pt x="2286" y="4940"/>
                  </a:lnTo>
                </a:path>
                <a:path w="3175" h="57785">
                  <a:moveTo>
                    <a:pt x="2286" y="5689"/>
                  </a:moveTo>
                  <a:lnTo>
                    <a:pt x="2286" y="5321"/>
                  </a:lnTo>
                </a:path>
                <a:path w="3175" h="57785">
                  <a:moveTo>
                    <a:pt x="2666" y="6070"/>
                  </a:moveTo>
                  <a:lnTo>
                    <a:pt x="2666" y="5689"/>
                  </a:lnTo>
                </a:path>
                <a:path w="3175" h="57785">
                  <a:moveTo>
                    <a:pt x="2666" y="6451"/>
                  </a:moveTo>
                  <a:lnTo>
                    <a:pt x="2666" y="6070"/>
                  </a:lnTo>
                </a:path>
                <a:path w="3175" h="57785">
                  <a:moveTo>
                    <a:pt x="2666" y="6832"/>
                  </a:moveTo>
                  <a:lnTo>
                    <a:pt x="2666" y="6451"/>
                  </a:lnTo>
                </a:path>
                <a:path w="3175" h="57785">
                  <a:moveTo>
                    <a:pt x="2666" y="7213"/>
                  </a:moveTo>
                  <a:lnTo>
                    <a:pt x="2666" y="6832"/>
                  </a:lnTo>
                </a:path>
                <a:path w="3175" h="57785">
                  <a:moveTo>
                    <a:pt x="2666" y="7594"/>
                  </a:moveTo>
                  <a:lnTo>
                    <a:pt x="2666" y="7213"/>
                  </a:lnTo>
                </a:path>
                <a:path w="3175" h="57785">
                  <a:moveTo>
                    <a:pt x="2666" y="7975"/>
                  </a:moveTo>
                  <a:lnTo>
                    <a:pt x="2666" y="7594"/>
                  </a:lnTo>
                </a:path>
                <a:path w="3175" h="57785">
                  <a:moveTo>
                    <a:pt x="2666" y="8356"/>
                  </a:moveTo>
                  <a:lnTo>
                    <a:pt x="2666" y="7975"/>
                  </a:lnTo>
                </a:path>
                <a:path w="3175" h="57785">
                  <a:moveTo>
                    <a:pt x="2666" y="8737"/>
                  </a:moveTo>
                  <a:lnTo>
                    <a:pt x="2666" y="8356"/>
                  </a:lnTo>
                </a:path>
                <a:path w="3175" h="57785">
                  <a:moveTo>
                    <a:pt x="2666" y="9118"/>
                  </a:moveTo>
                  <a:lnTo>
                    <a:pt x="2666" y="8737"/>
                  </a:lnTo>
                </a:path>
                <a:path w="3175" h="57785">
                  <a:moveTo>
                    <a:pt x="2666" y="9499"/>
                  </a:moveTo>
                  <a:lnTo>
                    <a:pt x="2666" y="9118"/>
                  </a:lnTo>
                </a:path>
                <a:path w="3175" h="57785">
                  <a:moveTo>
                    <a:pt x="2666" y="9880"/>
                  </a:moveTo>
                  <a:lnTo>
                    <a:pt x="2666" y="9499"/>
                  </a:lnTo>
                </a:path>
                <a:path w="3175" h="57785">
                  <a:moveTo>
                    <a:pt x="2666" y="10248"/>
                  </a:moveTo>
                  <a:lnTo>
                    <a:pt x="2666" y="9880"/>
                  </a:lnTo>
                </a:path>
                <a:path w="3175" h="57785">
                  <a:moveTo>
                    <a:pt x="2666" y="10629"/>
                  </a:moveTo>
                  <a:lnTo>
                    <a:pt x="2666" y="10248"/>
                  </a:lnTo>
                </a:path>
                <a:path w="3175" h="57785">
                  <a:moveTo>
                    <a:pt x="2666" y="11010"/>
                  </a:moveTo>
                  <a:lnTo>
                    <a:pt x="2666" y="10629"/>
                  </a:lnTo>
                </a:path>
                <a:path w="3175" h="57785">
                  <a:moveTo>
                    <a:pt x="2666" y="11391"/>
                  </a:moveTo>
                  <a:lnTo>
                    <a:pt x="2666" y="11010"/>
                  </a:lnTo>
                </a:path>
                <a:path w="3175" h="57785">
                  <a:moveTo>
                    <a:pt x="2666" y="11772"/>
                  </a:moveTo>
                  <a:lnTo>
                    <a:pt x="2666" y="11391"/>
                  </a:lnTo>
                </a:path>
                <a:path w="3175" h="57785">
                  <a:moveTo>
                    <a:pt x="2666" y="12141"/>
                  </a:moveTo>
                  <a:lnTo>
                    <a:pt x="2666" y="11772"/>
                  </a:lnTo>
                </a:path>
                <a:path w="3175" h="57785">
                  <a:moveTo>
                    <a:pt x="2666" y="12522"/>
                  </a:moveTo>
                  <a:lnTo>
                    <a:pt x="2666" y="12141"/>
                  </a:lnTo>
                </a:path>
                <a:path w="3175" h="57785">
                  <a:moveTo>
                    <a:pt x="2666" y="12903"/>
                  </a:moveTo>
                  <a:lnTo>
                    <a:pt x="2666" y="12522"/>
                  </a:lnTo>
                </a:path>
                <a:path w="3175" h="57785">
                  <a:moveTo>
                    <a:pt x="2666" y="13284"/>
                  </a:moveTo>
                  <a:lnTo>
                    <a:pt x="2666" y="12903"/>
                  </a:lnTo>
                </a:path>
                <a:path w="3175" h="57785">
                  <a:moveTo>
                    <a:pt x="2666" y="13665"/>
                  </a:moveTo>
                  <a:lnTo>
                    <a:pt x="2666" y="13284"/>
                  </a:lnTo>
                </a:path>
                <a:path w="3175" h="57785">
                  <a:moveTo>
                    <a:pt x="2666" y="14046"/>
                  </a:moveTo>
                  <a:lnTo>
                    <a:pt x="2666" y="13665"/>
                  </a:lnTo>
                </a:path>
                <a:path w="3175" h="57785">
                  <a:moveTo>
                    <a:pt x="2666" y="14427"/>
                  </a:moveTo>
                  <a:lnTo>
                    <a:pt x="2666" y="14046"/>
                  </a:lnTo>
                </a:path>
                <a:path w="3175" h="57785">
                  <a:moveTo>
                    <a:pt x="2666" y="14808"/>
                  </a:moveTo>
                  <a:lnTo>
                    <a:pt x="2666" y="14427"/>
                  </a:lnTo>
                </a:path>
                <a:path w="3175" h="57785">
                  <a:moveTo>
                    <a:pt x="2666" y="15189"/>
                  </a:moveTo>
                  <a:lnTo>
                    <a:pt x="2666" y="14808"/>
                  </a:lnTo>
                </a:path>
                <a:path w="3175" h="57785">
                  <a:moveTo>
                    <a:pt x="2666" y="15570"/>
                  </a:moveTo>
                  <a:lnTo>
                    <a:pt x="2666" y="15189"/>
                  </a:lnTo>
                </a:path>
                <a:path w="3175" h="57785">
                  <a:moveTo>
                    <a:pt x="2666" y="15938"/>
                  </a:moveTo>
                  <a:lnTo>
                    <a:pt x="2666" y="15570"/>
                  </a:lnTo>
                </a:path>
                <a:path w="3175" h="57785">
                  <a:moveTo>
                    <a:pt x="2666" y="16319"/>
                  </a:moveTo>
                  <a:lnTo>
                    <a:pt x="2666" y="15938"/>
                  </a:lnTo>
                </a:path>
                <a:path w="3175" h="57785">
                  <a:moveTo>
                    <a:pt x="2666" y="16700"/>
                  </a:moveTo>
                  <a:lnTo>
                    <a:pt x="2666" y="16319"/>
                  </a:lnTo>
                </a:path>
                <a:path w="3175" h="57785">
                  <a:moveTo>
                    <a:pt x="2666" y="17081"/>
                  </a:moveTo>
                  <a:lnTo>
                    <a:pt x="2666" y="16700"/>
                  </a:lnTo>
                </a:path>
                <a:path w="3175" h="57785">
                  <a:moveTo>
                    <a:pt x="2666" y="17462"/>
                  </a:moveTo>
                  <a:lnTo>
                    <a:pt x="2666" y="17081"/>
                  </a:lnTo>
                </a:path>
                <a:path w="3175" h="57785">
                  <a:moveTo>
                    <a:pt x="2666" y="17843"/>
                  </a:moveTo>
                  <a:lnTo>
                    <a:pt x="2666" y="17462"/>
                  </a:lnTo>
                </a:path>
                <a:path w="3175" h="57785">
                  <a:moveTo>
                    <a:pt x="2666" y="18224"/>
                  </a:moveTo>
                  <a:lnTo>
                    <a:pt x="2666" y="17843"/>
                  </a:lnTo>
                </a:path>
                <a:path w="3175" h="57785">
                  <a:moveTo>
                    <a:pt x="2666" y="18605"/>
                  </a:moveTo>
                  <a:lnTo>
                    <a:pt x="2666" y="18224"/>
                  </a:lnTo>
                </a:path>
                <a:path w="3175" h="57785">
                  <a:moveTo>
                    <a:pt x="2666" y="18986"/>
                  </a:moveTo>
                  <a:lnTo>
                    <a:pt x="2666" y="18605"/>
                  </a:lnTo>
                </a:path>
                <a:path w="3175" h="57785">
                  <a:moveTo>
                    <a:pt x="2666" y="19367"/>
                  </a:moveTo>
                  <a:lnTo>
                    <a:pt x="2666" y="18986"/>
                  </a:lnTo>
                </a:path>
                <a:path w="3175" h="57785">
                  <a:moveTo>
                    <a:pt x="2666" y="19748"/>
                  </a:moveTo>
                  <a:lnTo>
                    <a:pt x="2666" y="19367"/>
                  </a:lnTo>
                </a:path>
                <a:path w="3175" h="57785">
                  <a:moveTo>
                    <a:pt x="2666" y="20129"/>
                  </a:moveTo>
                  <a:lnTo>
                    <a:pt x="2666" y="19748"/>
                  </a:lnTo>
                </a:path>
                <a:path w="3175" h="57785">
                  <a:moveTo>
                    <a:pt x="2666" y="20510"/>
                  </a:moveTo>
                  <a:lnTo>
                    <a:pt x="2666" y="20129"/>
                  </a:lnTo>
                </a:path>
                <a:path w="3175" h="57785">
                  <a:moveTo>
                    <a:pt x="2666" y="20878"/>
                  </a:moveTo>
                  <a:lnTo>
                    <a:pt x="2666" y="20510"/>
                  </a:lnTo>
                </a:path>
                <a:path w="3175" h="57785">
                  <a:moveTo>
                    <a:pt x="2666" y="21259"/>
                  </a:moveTo>
                  <a:lnTo>
                    <a:pt x="2666" y="20878"/>
                  </a:lnTo>
                </a:path>
                <a:path w="3175" h="57785">
                  <a:moveTo>
                    <a:pt x="2286" y="21640"/>
                  </a:moveTo>
                  <a:lnTo>
                    <a:pt x="2286" y="21259"/>
                  </a:lnTo>
                </a:path>
                <a:path w="3175" h="57785">
                  <a:moveTo>
                    <a:pt x="2286" y="22021"/>
                  </a:moveTo>
                  <a:lnTo>
                    <a:pt x="2286" y="21640"/>
                  </a:lnTo>
                </a:path>
                <a:path w="3175" h="57785">
                  <a:moveTo>
                    <a:pt x="2286" y="22390"/>
                  </a:moveTo>
                  <a:lnTo>
                    <a:pt x="2286" y="22021"/>
                  </a:lnTo>
                </a:path>
                <a:path w="3175" h="57785">
                  <a:moveTo>
                    <a:pt x="2286" y="22771"/>
                  </a:moveTo>
                  <a:lnTo>
                    <a:pt x="2286" y="22390"/>
                  </a:lnTo>
                </a:path>
                <a:path w="3175" h="57785">
                  <a:moveTo>
                    <a:pt x="2286" y="23152"/>
                  </a:moveTo>
                  <a:lnTo>
                    <a:pt x="2286" y="22771"/>
                  </a:lnTo>
                </a:path>
                <a:path w="3175" h="57785">
                  <a:moveTo>
                    <a:pt x="2286" y="23533"/>
                  </a:moveTo>
                  <a:lnTo>
                    <a:pt x="2286" y="23152"/>
                  </a:lnTo>
                </a:path>
                <a:path w="3175" h="57785">
                  <a:moveTo>
                    <a:pt x="2286" y="23914"/>
                  </a:moveTo>
                  <a:lnTo>
                    <a:pt x="2286" y="23533"/>
                  </a:lnTo>
                </a:path>
                <a:path w="3175" h="57785">
                  <a:moveTo>
                    <a:pt x="2286" y="24295"/>
                  </a:moveTo>
                  <a:lnTo>
                    <a:pt x="2286" y="23914"/>
                  </a:lnTo>
                </a:path>
                <a:path w="3175" h="57785">
                  <a:moveTo>
                    <a:pt x="2286" y="24676"/>
                  </a:moveTo>
                  <a:lnTo>
                    <a:pt x="2286" y="24295"/>
                  </a:lnTo>
                </a:path>
                <a:path w="3175" h="57785">
                  <a:moveTo>
                    <a:pt x="2286" y="25057"/>
                  </a:moveTo>
                  <a:lnTo>
                    <a:pt x="2286" y="24676"/>
                  </a:lnTo>
                </a:path>
                <a:path w="3175" h="57785">
                  <a:moveTo>
                    <a:pt x="2286" y="25438"/>
                  </a:moveTo>
                  <a:lnTo>
                    <a:pt x="2286" y="25057"/>
                  </a:lnTo>
                </a:path>
                <a:path w="3175" h="57785">
                  <a:moveTo>
                    <a:pt x="2286" y="25819"/>
                  </a:moveTo>
                  <a:lnTo>
                    <a:pt x="2286" y="25438"/>
                  </a:lnTo>
                </a:path>
                <a:path w="3175" h="57785">
                  <a:moveTo>
                    <a:pt x="2286" y="26200"/>
                  </a:moveTo>
                  <a:lnTo>
                    <a:pt x="2286" y="25819"/>
                  </a:lnTo>
                </a:path>
                <a:path w="3175" h="57785">
                  <a:moveTo>
                    <a:pt x="2286" y="26581"/>
                  </a:moveTo>
                  <a:lnTo>
                    <a:pt x="2286" y="26200"/>
                  </a:lnTo>
                </a:path>
                <a:path w="3175" h="57785">
                  <a:moveTo>
                    <a:pt x="2286" y="26949"/>
                  </a:moveTo>
                  <a:lnTo>
                    <a:pt x="2286" y="26581"/>
                  </a:lnTo>
                </a:path>
                <a:path w="3175" h="57785">
                  <a:moveTo>
                    <a:pt x="2286" y="27330"/>
                  </a:moveTo>
                  <a:lnTo>
                    <a:pt x="2286" y="26949"/>
                  </a:lnTo>
                </a:path>
                <a:path w="3175" h="57785">
                  <a:moveTo>
                    <a:pt x="2286" y="27711"/>
                  </a:moveTo>
                  <a:lnTo>
                    <a:pt x="2286" y="27330"/>
                  </a:lnTo>
                </a:path>
                <a:path w="3175" h="57785">
                  <a:moveTo>
                    <a:pt x="1904" y="28092"/>
                  </a:moveTo>
                  <a:lnTo>
                    <a:pt x="1904" y="27711"/>
                  </a:lnTo>
                </a:path>
                <a:path w="3175" h="57785">
                  <a:moveTo>
                    <a:pt x="1904" y="28473"/>
                  </a:moveTo>
                  <a:lnTo>
                    <a:pt x="1904" y="28092"/>
                  </a:lnTo>
                </a:path>
                <a:path w="3175" h="57785">
                  <a:moveTo>
                    <a:pt x="1904" y="28854"/>
                  </a:moveTo>
                  <a:lnTo>
                    <a:pt x="1904" y="28473"/>
                  </a:lnTo>
                </a:path>
                <a:path w="3175" h="57785">
                  <a:moveTo>
                    <a:pt x="1904" y="29235"/>
                  </a:moveTo>
                  <a:lnTo>
                    <a:pt x="1904" y="28854"/>
                  </a:lnTo>
                </a:path>
                <a:path w="3175" h="57785">
                  <a:moveTo>
                    <a:pt x="1904" y="29616"/>
                  </a:moveTo>
                  <a:lnTo>
                    <a:pt x="1904" y="29235"/>
                  </a:lnTo>
                </a:path>
                <a:path w="3175" h="57785">
                  <a:moveTo>
                    <a:pt x="1904" y="29997"/>
                  </a:moveTo>
                  <a:lnTo>
                    <a:pt x="1904" y="29616"/>
                  </a:lnTo>
                </a:path>
                <a:path w="3175" h="57785">
                  <a:moveTo>
                    <a:pt x="1904" y="30378"/>
                  </a:moveTo>
                  <a:lnTo>
                    <a:pt x="1904" y="29997"/>
                  </a:lnTo>
                </a:path>
                <a:path w="3175" h="57785">
                  <a:moveTo>
                    <a:pt x="1904" y="30759"/>
                  </a:moveTo>
                  <a:lnTo>
                    <a:pt x="1904" y="30378"/>
                  </a:lnTo>
                </a:path>
                <a:path w="3175" h="57785">
                  <a:moveTo>
                    <a:pt x="1904" y="31127"/>
                  </a:moveTo>
                  <a:lnTo>
                    <a:pt x="1904" y="30759"/>
                  </a:lnTo>
                </a:path>
                <a:path w="3175" h="57785">
                  <a:moveTo>
                    <a:pt x="1904" y="31508"/>
                  </a:moveTo>
                  <a:lnTo>
                    <a:pt x="1904" y="31127"/>
                  </a:lnTo>
                </a:path>
                <a:path w="3175" h="57785">
                  <a:moveTo>
                    <a:pt x="1904" y="31889"/>
                  </a:moveTo>
                  <a:lnTo>
                    <a:pt x="1904" y="31508"/>
                  </a:lnTo>
                </a:path>
                <a:path w="3175" h="57785">
                  <a:moveTo>
                    <a:pt x="1904" y="32270"/>
                  </a:moveTo>
                  <a:lnTo>
                    <a:pt x="1904" y="31889"/>
                  </a:lnTo>
                </a:path>
                <a:path w="3175" h="57785">
                  <a:moveTo>
                    <a:pt x="1524" y="32651"/>
                  </a:moveTo>
                  <a:lnTo>
                    <a:pt x="1524" y="32270"/>
                  </a:lnTo>
                </a:path>
                <a:path w="3175" h="57785">
                  <a:moveTo>
                    <a:pt x="1524" y="33032"/>
                  </a:moveTo>
                  <a:lnTo>
                    <a:pt x="1524" y="32651"/>
                  </a:lnTo>
                </a:path>
                <a:path w="3175" h="57785">
                  <a:moveTo>
                    <a:pt x="1524" y="33400"/>
                  </a:moveTo>
                  <a:lnTo>
                    <a:pt x="1524" y="33032"/>
                  </a:lnTo>
                </a:path>
                <a:path w="3175" h="57785">
                  <a:moveTo>
                    <a:pt x="1524" y="33781"/>
                  </a:moveTo>
                  <a:lnTo>
                    <a:pt x="1524" y="33400"/>
                  </a:lnTo>
                </a:path>
                <a:path w="3175" h="57785">
                  <a:moveTo>
                    <a:pt x="1524" y="34162"/>
                  </a:moveTo>
                  <a:lnTo>
                    <a:pt x="1524" y="33781"/>
                  </a:lnTo>
                </a:path>
                <a:path w="3175" h="57785">
                  <a:moveTo>
                    <a:pt x="1524" y="34543"/>
                  </a:moveTo>
                  <a:lnTo>
                    <a:pt x="1524" y="34162"/>
                  </a:lnTo>
                </a:path>
                <a:path w="3175" h="57785">
                  <a:moveTo>
                    <a:pt x="1524" y="34925"/>
                  </a:moveTo>
                  <a:lnTo>
                    <a:pt x="1524" y="34543"/>
                  </a:lnTo>
                </a:path>
                <a:path w="3175" h="57785">
                  <a:moveTo>
                    <a:pt x="1524" y="35305"/>
                  </a:moveTo>
                  <a:lnTo>
                    <a:pt x="1524" y="34925"/>
                  </a:lnTo>
                </a:path>
                <a:path w="3175" h="57785">
                  <a:moveTo>
                    <a:pt x="1524" y="35687"/>
                  </a:moveTo>
                  <a:lnTo>
                    <a:pt x="1524" y="35305"/>
                  </a:lnTo>
                </a:path>
                <a:path w="3175" h="57785">
                  <a:moveTo>
                    <a:pt x="1524" y="36067"/>
                  </a:moveTo>
                  <a:lnTo>
                    <a:pt x="1524" y="35687"/>
                  </a:lnTo>
                </a:path>
                <a:path w="3175" h="57785">
                  <a:moveTo>
                    <a:pt x="1524" y="36449"/>
                  </a:moveTo>
                  <a:lnTo>
                    <a:pt x="1524" y="36067"/>
                  </a:lnTo>
                </a:path>
                <a:path w="3175" h="57785">
                  <a:moveTo>
                    <a:pt x="1142" y="36829"/>
                  </a:moveTo>
                  <a:lnTo>
                    <a:pt x="1142" y="36449"/>
                  </a:lnTo>
                </a:path>
                <a:path w="3175" h="57785">
                  <a:moveTo>
                    <a:pt x="1142" y="37211"/>
                  </a:moveTo>
                  <a:lnTo>
                    <a:pt x="1142" y="36829"/>
                  </a:lnTo>
                </a:path>
                <a:path w="3175" h="57785">
                  <a:moveTo>
                    <a:pt x="1142" y="37579"/>
                  </a:moveTo>
                  <a:lnTo>
                    <a:pt x="1142" y="37211"/>
                  </a:lnTo>
                </a:path>
                <a:path w="3175" h="57785">
                  <a:moveTo>
                    <a:pt x="1142" y="37960"/>
                  </a:moveTo>
                  <a:lnTo>
                    <a:pt x="1142" y="37579"/>
                  </a:lnTo>
                </a:path>
                <a:path w="3175" h="57785">
                  <a:moveTo>
                    <a:pt x="1142" y="38341"/>
                  </a:moveTo>
                  <a:lnTo>
                    <a:pt x="1142" y="37960"/>
                  </a:lnTo>
                </a:path>
                <a:path w="3175" h="57785">
                  <a:moveTo>
                    <a:pt x="1142" y="38722"/>
                  </a:moveTo>
                  <a:lnTo>
                    <a:pt x="1142" y="38341"/>
                  </a:lnTo>
                </a:path>
                <a:path w="3175" h="57785">
                  <a:moveTo>
                    <a:pt x="1142" y="39103"/>
                  </a:moveTo>
                  <a:lnTo>
                    <a:pt x="1142" y="38722"/>
                  </a:lnTo>
                </a:path>
                <a:path w="3175" h="57785">
                  <a:moveTo>
                    <a:pt x="1142" y="39484"/>
                  </a:moveTo>
                  <a:lnTo>
                    <a:pt x="1142" y="39103"/>
                  </a:lnTo>
                </a:path>
                <a:path w="3175" h="57785">
                  <a:moveTo>
                    <a:pt x="1142" y="39865"/>
                  </a:moveTo>
                  <a:lnTo>
                    <a:pt x="1142" y="39484"/>
                  </a:lnTo>
                </a:path>
                <a:path w="3175" h="57785">
                  <a:moveTo>
                    <a:pt x="1142" y="40246"/>
                  </a:moveTo>
                  <a:lnTo>
                    <a:pt x="1142" y="39865"/>
                  </a:lnTo>
                </a:path>
                <a:path w="3175" h="57785">
                  <a:moveTo>
                    <a:pt x="762" y="40627"/>
                  </a:moveTo>
                  <a:lnTo>
                    <a:pt x="762" y="40246"/>
                  </a:lnTo>
                </a:path>
                <a:path w="3175" h="57785">
                  <a:moveTo>
                    <a:pt x="762" y="41008"/>
                  </a:moveTo>
                  <a:lnTo>
                    <a:pt x="762" y="40627"/>
                  </a:lnTo>
                </a:path>
                <a:path w="3175" h="57785">
                  <a:moveTo>
                    <a:pt x="762" y="41389"/>
                  </a:moveTo>
                  <a:lnTo>
                    <a:pt x="762" y="41008"/>
                  </a:lnTo>
                </a:path>
                <a:path w="3175" h="57785">
                  <a:moveTo>
                    <a:pt x="762" y="41770"/>
                  </a:moveTo>
                  <a:lnTo>
                    <a:pt x="762" y="41389"/>
                  </a:lnTo>
                </a:path>
                <a:path w="3175" h="57785">
                  <a:moveTo>
                    <a:pt x="762" y="42138"/>
                  </a:moveTo>
                  <a:lnTo>
                    <a:pt x="762" y="41770"/>
                  </a:lnTo>
                </a:path>
                <a:path w="3175" h="57785">
                  <a:moveTo>
                    <a:pt x="762" y="42519"/>
                  </a:moveTo>
                  <a:lnTo>
                    <a:pt x="762" y="42138"/>
                  </a:lnTo>
                </a:path>
                <a:path w="3175" h="57785">
                  <a:moveTo>
                    <a:pt x="762" y="42900"/>
                  </a:moveTo>
                  <a:lnTo>
                    <a:pt x="762" y="42519"/>
                  </a:lnTo>
                </a:path>
                <a:path w="3175" h="57785">
                  <a:moveTo>
                    <a:pt x="762" y="43281"/>
                  </a:moveTo>
                  <a:lnTo>
                    <a:pt x="762" y="42900"/>
                  </a:lnTo>
                </a:path>
                <a:path w="3175" h="57785">
                  <a:moveTo>
                    <a:pt x="762" y="43662"/>
                  </a:moveTo>
                  <a:lnTo>
                    <a:pt x="762" y="43281"/>
                  </a:lnTo>
                </a:path>
                <a:path w="3175" h="57785">
                  <a:moveTo>
                    <a:pt x="762" y="44030"/>
                  </a:moveTo>
                  <a:lnTo>
                    <a:pt x="762" y="43662"/>
                  </a:lnTo>
                </a:path>
                <a:path w="3175" h="57785">
                  <a:moveTo>
                    <a:pt x="762" y="44411"/>
                  </a:moveTo>
                  <a:lnTo>
                    <a:pt x="762" y="44030"/>
                  </a:lnTo>
                </a:path>
                <a:path w="3175" h="57785">
                  <a:moveTo>
                    <a:pt x="762" y="44792"/>
                  </a:moveTo>
                  <a:lnTo>
                    <a:pt x="762" y="44411"/>
                  </a:lnTo>
                </a:path>
                <a:path w="3175" h="57785">
                  <a:moveTo>
                    <a:pt x="762" y="45173"/>
                  </a:moveTo>
                  <a:lnTo>
                    <a:pt x="762" y="44792"/>
                  </a:lnTo>
                </a:path>
                <a:path w="3175" h="57785">
                  <a:moveTo>
                    <a:pt x="762" y="45554"/>
                  </a:moveTo>
                  <a:lnTo>
                    <a:pt x="762" y="45173"/>
                  </a:lnTo>
                </a:path>
                <a:path w="3175" h="57785">
                  <a:moveTo>
                    <a:pt x="762" y="45935"/>
                  </a:moveTo>
                  <a:lnTo>
                    <a:pt x="762" y="45554"/>
                  </a:lnTo>
                </a:path>
                <a:path w="3175" h="57785">
                  <a:moveTo>
                    <a:pt x="762" y="46316"/>
                  </a:moveTo>
                  <a:lnTo>
                    <a:pt x="762" y="45935"/>
                  </a:lnTo>
                </a:path>
                <a:path w="3175" h="57785">
                  <a:moveTo>
                    <a:pt x="380" y="46697"/>
                  </a:moveTo>
                  <a:lnTo>
                    <a:pt x="380" y="46316"/>
                  </a:lnTo>
                </a:path>
                <a:path w="3175" h="57785">
                  <a:moveTo>
                    <a:pt x="380" y="47078"/>
                  </a:moveTo>
                  <a:lnTo>
                    <a:pt x="380" y="46697"/>
                  </a:lnTo>
                </a:path>
                <a:path w="3175" h="57785">
                  <a:moveTo>
                    <a:pt x="380" y="47459"/>
                  </a:moveTo>
                  <a:lnTo>
                    <a:pt x="380" y="47078"/>
                  </a:lnTo>
                </a:path>
                <a:path w="3175" h="57785">
                  <a:moveTo>
                    <a:pt x="380" y="47840"/>
                  </a:moveTo>
                  <a:lnTo>
                    <a:pt x="380" y="47459"/>
                  </a:lnTo>
                </a:path>
                <a:path w="3175" h="57785">
                  <a:moveTo>
                    <a:pt x="380" y="48209"/>
                  </a:moveTo>
                  <a:lnTo>
                    <a:pt x="380" y="47840"/>
                  </a:lnTo>
                </a:path>
                <a:path w="3175" h="57785">
                  <a:moveTo>
                    <a:pt x="380" y="48590"/>
                  </a:moveTo>
                  <a:lnTo>
                    <a:pt x="380" y="48209"/>
                  </a:lnTo>
                </a:path>
                <a:path w="3175" h="57785">
                  <a:moveTo>
                    <a:pt x="380" y="48971"/>
                  </a:moveTo>
                  <a:lnTo>
                    <a:pt x="380" y="48590"/>
                  </a:lnTo>
                </a:path>
                <a:path w="3175" h="57785">
                  <a:moveTo>
                    <a:pt x="380" y="49352"/>
                  </a:moveTo>
                  <a:lnTo>
                    <a:pt x="380" y="48971"/>
                  </a:lnTo>
                </a:path>
                <a:path w="3175" h="57785">
                  <a:moveTo>
                    <a:pt x="380" y="49733"/>
                  </a:moveTo>
                  <a:lnTo>
                    <a:pt x="380" y="49352"/>
                  </a:lnTo>
                </a:path>
                <a:path w="3175" h="57785">
                  <a:moveTo>
                    <a:pt x="380" y="50114"/>
                  </a:moveTo>
                  <a:lnTo>
                    <a:pt x="380" y="49733"/>
                  </a:lnTo>
                </a:path>
                <a:path w="3175" h="57785">
                  <a:moveTo>
                    <a:pt x="380" y="50495"/>
                  </a:moveTo>
                  <a:lnTo>
                    <a:pt x="380" y="50114"/>
                  </a:lnTo>
                </a:path>
                <a:path w="3175" h="57785">
                  <a:moveTo>
                    <a:pt x="380" y="50876"/>
                  </a:moveTo>
                  <a:lnTo>
                    <a:pt x="380" y="50495"/>
                  </a:lnTo>
                </a:path>
                <a:path w="3175" h="57785">
                  <a:moveTo>
                    <a:pt x="380" y="51257"/>
                  </a:moveTo>
                  <a:lnTo>
                    <a:pt x="380" y="50876"/>
                  </a:lnTo>
                </a:path>
                <a:path w="3175" h="57785">
                  <a:moveTo>
                    <a:pt x="380" y="51638"/>
                  </a:moveTo>
                  <a:lnTo>
                    <a:pt x="380" y="51257"/>
                  </a:lnTo>
                </a:path>
                <a:path w="3175" h="57785">
                  <a:moveTo>
                    <a:pt x="380" y="52019"/>
                  </a:moveTo>
                  <a:lnTo>
                    <a:pt x="380" y="51638"/>
                  </a:lnTo>
                </a:path>
                <a:path w="3175" h="57785">
                  <a:moveTo>
                    <a:pt x="380" y="52387"/>
                  </a:moveTo>
                  <a:lnTo>
                    <a:pt x="380" y="52019"/>
                  </a:lnTo>
                </a:path>
                <a:path w="3175" h="57785">
                  <a:moveTo>
                    <a:pt x="380" y="52768"/>
                  </a:moveTo>
                  <a:lnTo>
                    <a:pt x="380" y="52387"/>
                  </a:lnTo>
                </a:path>
                <a:path w="3175" h="57785">
                  <a:moveTo>
                    <a:pt x="380" y="53149"/>
                  </a:moveTo>
                  <a:lnTo>
                    <a:pt x="380" y="52768"/>
                  </a:lnTo>
                </a:path>
                <a:path w="3175" h="57785">
                  <a:moveTo>
                    <a:pt x="0" y="53530"/>
                  </a:moveTo>
                  <a:lnTo>
                    <a:pt x="0" y="53149"/>
                  </a:lnTo>
                </a:path>
                <a:path w="3175" h="57785">
                  <a:moveTo>
                    <a:pt x="0" y="53911"/>
                  </a:moveTo>
                  <a:lnTo>
                    <a:pt x="0" y="53530"/>
                  </a:lnTo>
                </a:path>
                <a:path w="3175" h="57785">
                  <a:moveTo>
                    <a:pt x="0" y="54292"/>
                  </a:moveTo>
                  <a:lnTo>
                    <a:pt x="0" y="53911"/>
                  </a:lnTo>
                </a:path>
                <a:path w="3175" h="57785">
                  <a:moveTo>
                    <a:pt x="0" y="54660"/>
                  </a:moveTo>
                  <a:lnTo>
                    <a:pt x="0" y="54292"/>
                  </a:lnTo>
                </a:path>
                <a:path w="3175" h="57785">
                  <a:moveTo>
                    <a:pt x="0" y="55041"/>
                  </a:moveTo>
                  <a:lnTo>
                    <a:pt x="0" y="54660"/>
                  </a:lnTo>
                </a:path>
                <a:path w="3175" h="57785">
                  <a:moveTo>
                    <a:pt x="0" y="55422"/>
                  </a:moveTo>
                  <a:lnTo>
                    <a:pt x="0" y="55041"/>
                  </a:lnTo>
                </a:path>
                <a:path w="3175" h="57785">
                  <a:moveTo>
                    <a:pt x="0" y="55803"/>
                  </a:moveTo>
                  <a:lnTo>
                    <a:pt x="0" y="55422"/>
                  </a:lnTo>
                </a:path>
                <a:path w="3175" h="57785">
                  <a:moveTo>
                    <a:pt x="0" y="56184"/>
                  </a:moveTo>
                  <a:lnTo>
                    <a:pt x="0" y="55803"/>
                  </a:lnTo>
                </a:path>
                <a:path w="3175" h="57785">
                  <a:moveTo>
                    <a:pt x="0" y="56565"/>
                  </a:moveTo>
                  <a:lnTo>
                    <a:pt x="0" y="56184"/>
                  </a:lnTo>
                </a:path>
                <a:path w="3175" h="57785">
                  <a:moveTo>
                    <a:pt x="0" y="56946"/>
                  </a:moveTo>
                  <a:lnTo>
                    <a:pt x="0" y="56565"/>
                  </a:lnTo>
                </a:path>
                <a:path w="3175" h="57785">
                  <a:moveTo>
                    <a:pt x="0" y="57327"/>
                  </a:moveTo>
                  <a:lnTo>
                    <a:pt x="0" y="56946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4920475" y="5384393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  <a:path w="0" h="1270">
                  <a:moveTo>
                    <a:pt x="0" y="1142"/>
                  </a:moveTo>
                  <a:lnTo>
                    <a:pt x="0" y="762"/>
                  </a:lnTo>
                </a:path>
              </a:pathLst>
            </a:custGeom>
            <a:ln w="83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4920665" y="538553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79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4920475" y="538591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75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4920665" y="538628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7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 descr=""/>
            <p:cNvSpPr/>
            <p:nvPr/>
          </p:nvSpPr>
          <p:spPr>
            <a:xfrm>
              <a:off x="4920475" y="538666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68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4920475" y="538704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5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4920475" y="538742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4674844" y="536845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4673701" y="536883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243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 descr=""/>
            <p:cNvSpPr/>
            <p:nvPr/>
          </p:nvSpPr>
          <p:spPr>
            <a:xfrm>
              <a:off x="4671605" y="536920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33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 descr=""/>
            <p:cNvSpPr/>
            <p:nvPr/>
          </p:nvSpPr>
          <p:spPr>
            <a:xfrm>
              <a:off x="4671415" y="536958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4626622" y="5370157"/>
              <a:ext cx="89535" cy="7620"/>
            </a:xfrm>
            <a:custGeom>
              <a:avLst/>
              <a:gdLst/>
              <a:ahLst/>
              <a:cxnLst/>
              <a:rect l="l" t="t" r="r" b="b"/>
              <a:pathLst>
                <a:path w="89535" h="7620">
                  <a:moveTo>
                    <a:pt x="20510" y="0"/>
                  </a:moveTo>
                  <a:lnTo>
                    <a:pt x="65671" y="0"/>
                  </a:lnTo>
                </a:path>
                <a:path w="89535" h="7620">
                  <a:moveTo>
                    <a:pt x="18237" y="381"/>
                  </a:moveTo>
                  <a:lnTo>
                    <a:pt x="67195" y="381"/>
                  </a:lnTo>
                </a:path>
                <a:path w="89535" h="7620">
                  <a:moveTo>
                    <a:pt x="11010" y="749"/>
                  </a:moveTo>
                  <a:lnTo>
                    <a:pt x="69100" y="749"/>
                  </a:lnTo>
                </a:path>
                <a:path w="89535" h="7620">
                  <a:moveTo>
                    <a:pt x="4559" y="1130"/>
                  </a:moveTo>
                  <a:lnTo>
                    <a:pt x="70624" y="1130"/>
                  </a:lnTo>
                </a:path>
                <a:path w="89535" h="7620">
                  <a:moveTo>
                    <a:pt x="2654" y="1511"/>
                  </a:moveTo>
                  <a:lnTo>
                    <a:pt x="71767" y="1511"/>
                  </a:lnTo>
                </a:path>
                <a:path w="89535" h="7620">
                  <a:moveTo>
                    <a:pt x="1892" y="1892"/>
                  </a:moveTo>
                  <a:lnTo>
                    <a:pt x="73291" y="1892"/>
                  </a:lnTo>
                </a:path>
                <a:path w="89535" h="7620">
                  <a:moveTo>
                    <a:pt x="1130" y="2273"/>
                  </a:moveTo>
                  <a:lnTo>
                    <a:pt x="74790" y="2273"/>
                  </a:lnTo>
                </a:path>
                <a:path w="89535" h="7620">
                  <a:moveTo>
                    <a:pt x="1130" y="2654"/>
                  </a:moveTo>
                  <a:lnTo>
                    <a:pt x="75920" y="2654"/>
                  </a:lnTo>
                </a:path>
                <a:path w="89535" h="7620">
                  <a:moveTo>
                    <a:pt x="762" y="3035"/>
                  </a:moveTo>
                  <a:lnTo>
                    <a:pt x="77063" y="3035"/>
                  </a:lnTo>
                </a:path>
                <a:path w="89535" h="7620">
                  <a:moveTo>
                    <a:pt x="762" y="3416"/>
                  </a:moveTo>
                  <a:lnTo>
                    <a:pt x="78587" y="3416"/>
                  </a:lnTo>
                </a:path>
                <a:path w="89535" h="7620">
                  <a:moveTo>
                    <a:pt x="381" y="3797"/>
                  </a:moveTo>
                  <a:lnTo>
                    <a:pt x="79730" y="3797"/>
                  </a:lnTo>
                </a:path>
                <a:path w="89535" h="7620">
                  <a:moveTo>
                    <a:pt x="381" y="4178"/>
                  </a:moveTo>
                  <a:lnTo>
                    <a:pt x="80492" y="4178"/>
                  </a:lnTo>
                </a:path>
                <a:path w="89535" h="7620">
                  <a:moveTo>
                    <a:pt x="381" y="4559"/>
                  </a:moveTo>
                  <a:lnTo>
                    <a:pt x="82016" y="4559"/>
                  </a:lnTo>
                </a:path>
                <a:path w="89535" h="7620">
                  <a:moveTo>
                    <a:pt x="0" y="4940"/>
                  </a:moveTo>
                  <a:lnTo>
                    <a:pt x="83159" y="4940"/>
                  </a:lnTo>
                </a:path>
                <a:path w="89535" h="7620">
                  <a:moveTo>
                    <a:pt x="0" y="5308"/>
                  </a:moveTo>
                  <a:lnTo>
                    <a:pt x="84289" y="5308"/>
                  </a:lnTo>
                </a:path>
                <a:path w="89535" h="7620">
                  <a:moveTo>
                    <a:pt x="0" y="5689"/>
                  </a:moveTo>
                  <a:lnTo>
                    <a:pt x="85051" y="5689"/>
                  </a:lnTo>
                </a:path>
                <a:path w="89535" h="7620">
                  <a:moveTo>
                    <a:pt x="0" y="6070"/>
                  </a:moveTo>
                  <a:lnTo>
                    <a:pt x="86182" y="6070"/>
                  </a:lnTo>
                </a:path>
                <a:path w="89535" h="7620">
                  <a:moveTo>
                    <a:pt x="0" y="6451"/>
                  </a:moveTo>
                  <a:lnTo>
                    <a:pt x="87312" y="6451"/>
                  </a:lnTo>
                </a:path>
                <a:path w="89535" h="7620">
                  <a:moveTo>
                    <a:pt x="381" y="6832"/>
                  </a:moveTo>
                  <a:lnTo>
                    <a:pt x="88455" y="6832"/>
                  </a:lnTo>
                </a:path>
                <a:path w="89535" h="7620">
                  <a:moveTo>
                    <a:pt x="381" y="7213"/>
                  </a:moveTo>
                  <a:lnTo>
                    <a:pt x="89217" y="7213"/>
                  </a:lnTo>
                </a:path>
                <a:path w="89535" h="7620">
                  <a:moveTo>
                    <a:pt x="381" y="7594"/>
                  </a:moveTo>
                  <a:lnTo>
                    <a:pt x="43649" y="759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4698199" y="537756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375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4644478" y="537794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34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4701793" y="537794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318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 descr=""/>
            <p:cNvSpPr/>
            <p:nvPr/>
          </p:nvSpPr>
          <p:spPr>
            <a:xfrm>
              <a:off x="4641240" y="537832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76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 descr=""/>
            <p:cNvSpPr/>
            <p:nvPr/>
          </p:nvSpPr>
          <p:spPr>
            <a:xfrm>
              <a:off x="4702352" y="537832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322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 descr=""/>
            <p:cNvSpPr/>
            <p:nvPr/>
          </p:nvSpPr>
          <p:spPr>
            <a:xfrm>
              <a:off x="4640287" y="537870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50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4704067" y="537870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311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 descr=""/>
            <p:cNvSpPr/>
            <p:nvPr/>
          </p:nvSpPr>
          <p:spPr>
            <a:xfrm>
              <a:off x="4637443" y="537908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193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 descr=""/>
            <p:cNvSpPr/>
            <p:nvPr/>
          </p:nvSpPr>
          <p:spPr>
            <a:xfrm>
              <a:off x="4705210" y="537908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303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 descr=""/>
            <p:cNvSpPr/>
            <p:nvPr/>
          </p:nvSpPr>
          <p:spPr>
            <a:xfrm>
              <a:off x="4636693" y="537945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63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 descr=""/>
            <p:cNvSpPr/>
            <p:nvPr/>
          </p:nvSpPr>
          <p:spPr>
            <a:xfrm>
              <a:off x="4706543" y="537945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9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 descr=""/>
            <p:cNvSpPr/>
            <p:nvPr/>
          </p:nvSpPr>
          <p:spPr>
            <a:xfrm>
              <a:off x="4633467" y="537983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83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 descr=""/>
            <p:cNvSpPr/>
            <p:nvPr/>
          </p:nvSpPr>
          <p:spPr>
            <a:xfrm>
              <a:off x="4707877" y="537983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88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 descr=""/>
            <p:cNvSpPr/>
            <p:nvPr/>
          </p:nvSpPr>
          <p:spPr>
            <a:xfrm>
              <a:off x="4708829" y="538021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84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 descr=""/>
            <p:cNvSpPr/>
            <p:nvPr/>
          </p:nvSpPr>
          <p:spPr>
            <a:xfrm>
              <a:off x="4709972" y="538059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76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 descr=""/>
            <p:cNvSpPr/>
            <p:nvPr/>
          </p:nvSpPr>
          <p:spPr>
            <a:xfrm>
              <a:off x="4711102" y="538097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69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 descr=""/>
            <p:cNvSpPr/>
            <p:nvPr/>
          </p:nvSpPr>
          <p:spPr>
            <a:xfrm>
              <a:off x="4712055" y="538135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265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 descr=""/>
            <p:cNvSpPr/>
            <p:nvPr/>
          </p:nvSpPr>
          <p:spPr>
            <a:xfrm>
              <a:off x="4712995" y="538172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6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 descr=""/>
            <p:cNvSpPr/>
            <p:nvPr/>
          </p:nvSpPr>
          <p:spPr>
            <a:xfrm>
              <a:off x="4714125" y="538210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54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 descr=""/>
            <p:cNvSpPr/>
            <p:nvPr/>
          </p:nvSpPr>
          <p:spPr>
            <a:xfrm>
              <a:off x="4715078" y="5382488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1"/>
                  </a:moveTo>
                  <a:lnTo>
                    <a:pt x="0" y="0"/>
                  </a:lnTo>
                </a:path>
                <a:path w="1270" h="1270">
                  <a:moveTo>
                    <a:pt x="762" y="762"/>
                  </a:moveTo>
                  <a:lnTo>
                    <a:pt x="762" y="381"/>
                  </a:lnTo>
                </a:path>
              </a:pathLst>
            </a:custGeom>
            <a:ln w="250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 descr=""/>
            <p:cNvSpPr/>
            <p:nvPr/>
          </p:nvSpPr>
          <p:spPr>
            <a:xfrm>
              <a:off x="4716983" y="538325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43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 descr=""/>
            <p:cNvSpPr/>
            <p:nvPr/>
          </p:nvSpPr>
          <p:spPr>
            <a:xfrm>
              <a:off x="4717935" y="538363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3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 descr=""/>
            <p:cNvSpPr/>
            <p:nvPr/>
          </p:nvSpPr>
          <p:spPr>
            <a:xfrm>
              <a:off x="4718888" y="538401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1"/>
                  </a:moveTo>
                  <a:lnTo>
                    <a:pt x="0" y="0"/>
                  </a:lnTo>
                </a:path>
                <a:path w="1270" h="1270">
                  <a:moveTo>
                    <a:pt x="762" y="762"/>
                  </a:moveTo>
                  <a:lnTo>
                    <a:pt x="762" y="381"/>
                  </a:lnTo>
                </a:path>
              </a:pathLst>
            </a:custGeom>
            <a:ln w="235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 descr=""/>
            <p:cNvSpPr/>
            <p:nvPr/>
          </p:nvSpPr>
          <p:spPr>
            <a:xfrm>
              <a:off x="4720602" y="538477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31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 descr=""/>
            <p:cNvSpPr/>
            <p:nvPr/>
          </p:nvSpPr>
          <p:spPr>
            <a:xfrm>
              <a:off x="4721542" y="538515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27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 descr=""/>
            <p:cNvSpPr/>
            <p:nvPr/>
          </p:nvSpPr>
          <p:spPr>
            <a:xfrm>
              <a:off x="4722494" y="5385536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1"/>
                  </a:moveTo>
                  <a:lnTo>
                    <a:pt x="0" y="0"/>
                  </a:lnTo>
                </a:path>
                <a:path w="1270" h="1270">
                  <a:moveTo>
                    <a:pt x="749" y="749"/>
                  </a:moveTo>
                  <a:lnTo>
                    <a:pt x="749" y="381"/>
                  </a:lnTo>
                </a:path>
              </a:pathLst>
            </a:custGeom>
            <a:ln w="224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 descr=""/>
            <p:cNvSpPr/>
            <p:nvPr/>
          </p:nvSpPr>
          <p:spPr>
            <a:xfrm>
              <a:off x="4724183" y="5386285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0"/>
                  </a:moveTo>
                  <a:lnTo>
                    <a:pt x="0" y="0"/>
                  </a:lnTo>
                </a:path>
                <a:path w="1270" h="1270">
                  <a:moveTo>
                    <a:pt x="762" y="762"/>
                  </a:moveTo>
                  <a:lnTo>
                    <a:pt x="762" y="380"/>
                  </a:lnTo>
                </a:path>
              </a:pathLst>
            </a:custGeom>
            <a:ln w="220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 descr=""/>
            <p:cNvSpPr/>
            <p:nvPr/>
          </p:nvSpPr>
          <p:spPr>
            <a:xfrm>
              <a:off x="4725517" y="538704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16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 descr=""/>
            <p:cNvSpPr/>
            <p:nvPr/>
          </p:nvSpPr>
          <p:spPr>
            <a:xfrm>
              <a:off x="4726470" y="5387428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1"/>
                  </a:moveTo>
                  <a:lnTo>
                    <a:pt x="0" y="0"/>
                  </a:lnTo>
                </a:path>
                <a:path w="1270" h="1270">
                  <a:moveTo>
                    <a:pt x="762" y="762"/>
                  </a:moveTo>
                  <a:lnTo>
                    <a:pt x="762" y="381"/>
                  </a:lnTo>
                </a:path>
              </a:pathLst>
            </a:custGeom>
            <a:ln w="21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 descr=""/>
            <p:cNvSpPr/>
            <p:nvPr/>
          </p:nvSpPr>
          <p:spPr>
            <a:xfrm>
              <a:off x="4727803" y="538819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0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 descr=""/>
            <p:cNvSpPr/>
            <p:nvPr/>
          </p:nvSpPr>
          <p:spPr>
            <a:xfrm>
              <a:off x="4728755" y="538857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04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 descr=""/>
            <p:cNvSpPr/>
            <p:nvPr/>
          </p:nvSpPr>
          <p:spPr>
            <a:xfrm>
              <a:off x="4729327" y="5388952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70">
                  <a:moveTo>
                    <a:pt x="0" y="381"/>
                  </a:moveTo>
                  <a:lnTo>
                    <a:pt x="0" y="0"/>
                  </a:lnTo>
                </a:path>
                <a:path w="1904" h="1270">
                  <a:moveTo>
                    <a:pt x="762" y="762"/>
                  </a:moveTo>
                  <a:lnTo>
                    <a:pt x="762" y="381"/>
                  </a:lnTo>
                </a:path>
                <a:path w="1904" h="1270">
                  <a:moveTo>
                    <a:pt x="1524" y="1142"/>
                  </a:moveTo>
                  <a:lnTo>
                    <a:pt x="1524" y="762"/>
                  </a:lnTo>
                </a:path>
              </a:pathLst>
            </a:custGeom>
            <a:ln w="201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 descr=""/>
            <p:cNvSpPr/>
            <p:nvPr/>
          </p:nvSpPr>
          <p:spPr>
            <a:xfrm>
              <a:off x="4731410" y="5390095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70">
                  <a:moveTo>
                    <a:pt x="0" y="381"/>
                  </a:moveTo>
                  <a:lnTo>
                    <a:pt x="0" y="0"/>
                  </a:lnTo>
                </a:path>
                <a:path w="1904" h="1270">
                  <a:moveTo>
                    <a:pt x="762" y="749"/>
                  </a:moveTo>
                  <a:lnTo>
                    <a:pt x="762" y="381"/>
                  </a:lnTo>
                </a:path>
                <a:path w="1904" h="1270">
                  <a:moveTo>
                    <a:pt x="1511" y="1130"/>
                  </a:moveTo>
                  <a:lnTo>
                    <a:pt x="1511" y="749"/>
                  </a:lnTo>
                </a:path>
              </a:pathLst>
            </a:custGeom>
            <a:ln w="197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 descr=""/>
            <p:cNvSpPr/>
            <p:nvPr/>
          </p:nvSpPr>
          <p:spPr>
            <a:xfrm>
              <a:off x="4733493" y="539122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93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 descr=""/>
            <p:cNvSpPr/>
            <p:nvPr/>
          </p:nvSpPr>
          <p:spPr>
            <a:xfrm>
              <a:off x="4734051" y="539160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89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 descr=""/>
            <p:cNvSpPr/>
            <p:nvPr/>
          </p:nvSpPr>
          <p:spPr>
            <a:xfrm>
              <a:off x="4734623" y="539198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18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 descr=""/>
            <p:cNvSpPr/>
            <p:nvPr/>
          </p:nvSpPr>
          <p:spPr>
            <a:xfrm>
              <a:off x="4735194" y="5392356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0"/>
                  </a:moveTo>
                  <a:lnTo>
                    <a:pt x="0" y="0"/>
                  </a:lnTo>
                </a:path>
                <a:path w="1270" h="1270">
                  <a:moveTo>
                    <a:pt x="762" y="761"/>
                  </a:moveTo>
                  <a:lnTo>
                    <a:pt x="762" y="38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 descr=""/>
            <p:cNvSpPr/>
            <p:nvPr/>
          </p:nvSpPr>
          <p:spPr>
            <a:xfrm>
              <a:off x="4736528" y="5393118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1"/>
                  </a:moveTo>
                  <a:lnTo>
                    <a:pt x="0" y="0"/>
                  </a:lnTo>
                </a:path>
                <a:path w="1270" h="1270">
                  <a:moveTo>
                    <a:pt x="762" y="762"/>
                  </a:moveTo>
                  <a:lnTo>
                    <a:pt x="762" y="381"/>
                  </a:lnTo>
                </a:path>
              </a:pathLst>
            </a:custGeom>
            <a:ln w="17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 descr=""/>
            <p:cNvSpPr/>
            <p:nvPr/>
          </p:nvSpPr>
          <p:spPr>
            <a:xfrm>
              <a:off x="4737861" y="5393880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1"/>
                  </a:moveTo>
                  <a:lnTo>
                    <a:pt x="0" y="0"/>
                  </a:lnTo>
                </a:path>
                <a:path w="1270" h="1270">
                  <a:moveTo>
                    <a:pt x="762" y="762"/>
                  </a:moveTo>
                  <a:lnTo>
                    <a:pt x="762" y="381"/>
                  </a:lnTo>
                </a:path>
              </a:pathLst>
            </a:custGeom>
            <a:ln w="174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 descr=""/>
            <p:cNvSpPr/>
            <p:nvPr/>
          </p:nvSpPr>
          <p:spPr>
            <a:xfrm>
              <a:off x="4739195" y="539464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1"/>
                  </a:moveTo>
                  <a:lnTo>
                    <a:pt x="0" y="0"/>
                  </a:lnTo>
                </a:path>
                <a:path w="1270" h="1270">
                  <a:moveTo>
                    <a:pt x="762" y="762"/>
                  </a:moveTo>
                  <a:lnTo>
                    <a:pt x="762" y="381"/>
                  </a:lnTo>
                </a:path>
              </a:pathLst>
            </a:custGeom>
            <a:ln w="170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 descr=""/>
            <p:cNvSpPr/>
            <p:nvPr/>
          </p:nvSpPr>
          <p:spPr>
            <a:xfrm>
              <a:off x="4740528" y="539540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6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 descr=""/>
            <p:cNvSpPr/>
            <p:nvPr/>
          </p:nvSpPr>
          <p:spPr>
            <a:xfrm>
              <a:off x="4741100" y="539578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70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 descr=""/>
            <p:cNvSpPr/>
            <p:nvPr/>
          </p:nvSpPr>
          <p:spPr>
            <a:xfrm>
              <a:off x="4741671" y="5396166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39" h="1904">
                  <a:moveTo>
                    <a:pt x="0" y="368"/>
                  </a:moveTo>
                  <a:lnTo>
                    <a:pt x="0" y="0"/>
                  </a:lnTo>
                </a:path>
                <a:path w="2539" h="1904">
                  <a:moveTo>
                    <a:pt x="749" y="749"/>
                  </a:moveTo>
                  <a:lnTo>
                    <a:pt x="749" y="368"/>
                  </a:lnTo>
                </a:path>
                <a:path w="2539" h="1904">
                  <a:moveTo>
                    <a:pt x="1130" y="1130"/>
                  </a:moveTo>
                  <a:lnTo>
                    <a:pt x="1130" y="749"/>
                  </a:lnTo>
                </a:path>
                <a:path w="2539" h="1904">
                  <a:moveTo>
                    <a:pt x="1892" y="1511"/>
                  </a:moveTo>
                  <a:lnTo>
                    <a:pt x="1892" y="1130"/>
                  </a:lnTo>
                </a:path>
                <a:path w="2539" h="1904">
                  <a:moveTo>
                    <a:pt x="2260" y="1892"/>
                  </a:moveTo>
                  <a:lnTo>
                    <a:pt x="2260" y="1511"/>
                  </a:lnTo>
                </a:path>
              </a:pathLst>
            </a:custGeom>
            <a:ln w="16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 descr=""/>
            <p:cNvSpPr/>
            <p:nvPr/>
          </p:nvSpPr>
          <p:spPr>
            <a:xfrm>
              <a:off x="4744504" y="539805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63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 descr=""/>
            <p:cNvSpPr/>
            <p:nvPr/>
          </p:nvSpPr>
          <p:spPr>
            <a:xfrm>
              <a:off x="4745075" y="539843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59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 descr=""/>
            <p:cNvSpPr/>
            <p:nvPr/>
          </p:nvSpPr>
          <p:spPr>
            <a:xfrm>
              <a:off x="4745634" y="539882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63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 descr=""/>
            <p:cNvSpPr/>
            <p:nvPr/>
          </p:nvSpPr>
          <p:spPr>
            <a:xfrm>
              <a:off x="4746205" y="539920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59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 descr=""/>
            <p:cNvSpPr/>
            <p:nvPr/>
          </p:nvSpPr>
          <p:spPr>
            <a:xfrm>
              <a:off x="4746777" y="539958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55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 descr=""/>
            <p:cNvSpPr/>
            <p:nvPr/>
          </p:nvSpPr>
          <p:spPr>
            <a:xfrm>
              <a:off x="4747348" y="5399963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0" y="380"/>
                  </a:moveTo>
                  <a:lnTo>
                    <a:pt x="0" y="0"/>
                  </a:lnTo>
                </a:path>
                <a:path w="1904" h="1904">
                  <a:moveTo>
                    <a:pt x="380" y="762"/>
                  </a:moveTo>
                  <a:lnTo>
                    <a:pt x="380" y="380"/>
                  </a:lnTo>
                </a:path>
                <a:path w="1904" h="1904">
                  <a:moveTo>
                    <a:pt x="1142" y="1130"/>
                  </a:moveTo>
                  <a:lnTo>
                    <a:pt x="1142" y="762"/>
                  </a:lnTo>
                </a:path>
                <a:path w="1904" h="1904">
                  <a:moveTo>
                    <a:pt x="1524" y="1511"/>
                  </a:moveTo>
                  <a:lnTo>
                    <a:pt x="1524" y="1130"/>
                  </a:lnTo>
                </a:path>
              </a:pathLst>
            </a:custGeom>
            <a:ln w="152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 descr=""/>
            <p:cNvSpPr/>
            <p:nvPr/>
          </p:nvSpPr>
          <p:spPr>
            <a:xfrm>
              <a:off x="4749444" y="5401475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70">
                  <a:moveTo>
                    <a:pt x="0" y="381"/>
                  </a:moveTo>
                  <a:lnTo>
                    <a:pt x="0" y="0"/>
                  </a:lnTo>
                </a:path>
                <a:path w="635" h="1270">
                  <a:moveTo>
                    <a:pt x="381" y="762"/>
                  </a:moveTo>
                  <a:lnTo>
                    <a:pt x="381" y="381"/>
                  </a:lnTo>
                </a:path>
              </a:pathLst>
            </a:custGeom>
            <a:ln w="148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 descr=""/>
            <p:cNvSpPr/>
            <p:nvPr/>
          </p:nvSpPr>
          <p:spPr>
            <a:xfrm>
              <a:off x="4750396" y="540223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4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 descr=""/>
            <p:cNvSpPr/>
            <p:nvPr/>
          </p:nvSpPr>
          <p:spPr>
            <a:xfrm>
              <a:off x="4750968" y="540261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148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 descr=""/>
            <p:cNvSpPr/>
            <p:nvPr/>
          </p:nvSpPr>
          <p:spPr>
            <a:xfrm>
              <a:off x="4751539" y="5402986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70">
                  <a:moveTo>
                    <a:pt x="0" y="380"/>
                  </a:moveTo>
                  <a:lnTo>
                    <a:pt x="0" y="0"/>
                  </a:lnTo>
                </a:path>
                <a:path w="635" h="1270">
                  <a:moveTo>
                    <a:pt x="380" y="762"/>
                  </a:moveTo>
                  <a:lnTo>
                    <a:pt x="380" y="380"/>
                  </a:lnTo>
                </a:path>
              </a:pathLst>
            </a:custGeom>
            <a:ln w="14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 descr=""/>
            <p:cNvSpPr/>
            <p:nvPr/>
          </p:nvSpPr>
          <p:spPr>
            <a:xfrm>
              <a:off x="4752492" y="5403748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4">
                  <a:moveTo>
                    <a:pt x="0" y="380"/>
                  </a:moveTo>
                  <a:lnTo>
                    <a:pt x="0" y="0"/>
                  </a:lnTo>
                </a:path>
                <a:path w="1270" h="1904">
                  <a:moveTo>
                    <a:pt x="381" y="762"/>
                  </a:moveTo>
                  <a:lnTo>
                    <a:pt x="381" y="380"/>
                  </a:lnTo>
                </a:path>
                <a:path w="1270" h="1904">
                  <a:moveTo>
                    <a:pt x="749" y="1142"/>
                  </a:moveTo>
                  <a:lnTo>
                    <a:pt x="749" y="762"/>
                  </a:lnTo>
                </a:path>
                <a:path w="1270" h="1904">
                  <a:moveTo>
                    <a:pt x="1130" y="1524"/>
                  </a:moveTo>
                  <a:lnTo>
                    <a:pt x="1130" y="1142"/>
                  </a:lnTo>
                </a:path>
              </a:pathLst>
            </a:custGeom>
            <a:ln w="14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 descr=""/>
            <p:cNvSpPr/>
            <p:nvPr/>
          </p:nvSpPr>
          <p:spPr>
            <a:xfrm>
              <a:off x="4754194" y="5405272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0" y="380"/>
                  </a:moveTo>
                  <a:lnTo>
                    <a:pt x="0" y="0"/>
                  </a:lnTo>
                </a:path>
                <a:path w="1904" h="1904">
                  <a:moveTo>
                    <a:pt x="368" y="762"/>
                  </a:moveTo>
                  <a:lnTo>
                    <a:pt x="368" y="380"/>
                  </a:lnTo>
                </a:path>
                <a:path w="1904" h="1904">
                  <a:moveTo>
                    <a:pt x="749" y="1142"/>
                  </a:moveTo>
                  <a:lnTo>
                    <a:pt x="749" y="762"/>
                  </a:lnTo>
                </a:path>
                <a:path w="1904" h="1904">
                  <a:moveTo>
                    <a:pt x="1130" y="1524"/>
                  </a:moveTo>
                  <a:lnTo>
                    <a:pt x="1130" y="1142"/>
                  </a:lnTo>
                </a:path>
                <a:path w="1904" h="1904">
                  <a:moveTo>
                    <a:pt x="1498" y="1892"/>
                  </a:moveTo>
                  <a:lnTo>
                    <a:pt x="1498" y="1524"/>
                  </a:lnTo>
                </a:path>
              </a:pathLst>
            </a:custGeom>
            <a:ln w="136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 descr=""/>
            <p:cNvSpPr/>
            <p:nvPr/>
          </p:nvSpPr>
          <p:spPr>
            <a:xfrm>
              <a:off x="4756264" y="5407164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4">
                  <a:moveTo>
                    <a:pt x="0" y="393"/>
                  </a:moveTo>
                  <a:lnTo>
                    <a:pt x="0" y="0"/>
                  </a:lnTo>
                </a:path>
                <a:path w="1270" h="1904">
                  <a:moveTo>
                    <a:pt x="380" y="762"/>
                  </a:moveTo>
                  <a:lnTo>
                    <a:pt x="380" y="393"/>
                  </a:lnTo>
                </a:path>
                <a:path w="1270" h="1904">
                  <a:moveTo>
                    <a:pt x="762" y="1142"/>
                  </a:moveTo>
                  <a:lnTo>
                    <a:pt x="762" y="762"/>
                  </a:lnTo>
                </a:path>
                <a:path w="1270" h="1904">
                  <a:moveTo>
                    <a:pt x="1142" y="1523"/>
                  </a:moveTo>
                  <a:lnTo>
                    <a:pt x="1142" y="1142"/>
                  </a:lnTo>
                </a:path>
              </a:pathLst>
            </a:custGeom>
            <a:ln w="1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 descr=""/>
            <p:cNvSpPr/>
            <p:nvPr/>
          </p:nvSpPr>
          <p:spPr>
            <a:xfrm>
              <a:off x="4757597" y="540868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2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 descr=""/>
            <p:cNvSpPr/>
            <p:nvPr/>
          </p:nvSpPr>
          <p:spPr>
            <a:xfrm>
              <a:off x="4758169" y="5409069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0" y="380"/>
                  </a:moveTo>
                  <a:lnTo>
                    <a:pt x="0" y="0"/>
                  </a:lnTo>
                </a:path>
                <a:path w="1904" h="1904">
                  <a:moveTo>
                    <a:pt x="381" y="762"/>
                  </a:moveTo>
                  <a:lnTo>
                    <a:pt x="381" y="380"/>
                  </a:lnTo>
                </a:path>
                <a:path w="1904" h="1904">
                  <a:moveTo>
                    <a:pt x="762" y="1142"/>
                  </a:moveTo>
                  <a:lnTo>
                    <a:pt x="762" y="762"/>
                  </a:lnTo>
                </a:path>
                <a:path w="1904" h="1904">
                  <a:moveTo>
                    <a:pt x="1143" y="1524"/>
                  </a:moveTo>
                  <a:lnTo>
                    <a:pt x="1143" y="1142"/>
                  </a:lnTo>
                </a:path>
                <a:path w="1904" h="1904">
                  <a:moveTo>
                    <a:pt x="1524" y="1904"/>
                  </a:moveTo>
                  <a:lnTo>
                    <a:pt x="1524" y="1524"/>
                  </a:lnTo>
                </a:path>
              </a:pathLst>
            </a:custGeom>
            <a:ln w="125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 descr=""/>
            <p:cNvSpPr/>
            <p:nvPr/>
          </p:nvSpPr>
          <p:spPr>
            <a:xfrm>
              <a:off x="4759883" y="5410974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4">
                  <a:moveTo>
                    <a:pt x="0" y="381"/>
                  </a:moveTo>
                  <a:lnTo>
                    <a:pt x="0" y="0"/>
                  </a:lnTo>
                </a:path>
                <a:path w="1270" h="1904">
                  <a:moveTo>
                    <a:pt x="381" y="749"/>
                  </a:moveTo>
                  <a:lnTo>
                    <a:pt x="381" y="381"/>
                  </a:lnTo>
                </a:path>
                <a:path w="1270" h="1904">
                  <a:moveTo>
                    <a:pt x="762" y="1130"/>
                  </a:moveTo>
                  <a:lnTo>
                    <a:pt x="762" y="749"/>
                  </a:lnTo>
                </a:path>
                <a:path w="1270" h="1904">
                  <a:moveTo>
                    <a:pt x="1143" y="1511"/>
                  </a:moveTo>
                  <a:lnTo>
                    <a:pt x="1143" y="1130"/>
                  </a:lnTo>
                </a:path>
              </a:pathLst>
            </a:custGeom>
            <a:ln w="12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 descr=""/>
            <p:cNvSpPr/>
            <p:nvPr/>
          </p:nvSpPr>
          <p:spPr>
            <a:xfrm>
              <a:off x="4761217" y="5412485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0"/>
                  </a:moveTo>
                  <a:lnTo>
                    <a:pt x="0" y="0"/>
                  </a:lnTo>
                </a:path>
                <a:path w="1270" h="1270">
                  <a:moveTo>
                    <a:pt x="380" y="762"/>
                  </a:moveTo>
                  <a:lnTo>
                    <a:pt x="380" y="380"/>
                  </a:lnTo>
                </a:path>
                <a:path w="1270" h="1270">
                  <a:moveTo>
                    <a:pt x="762" y="1130"/>
                  </a:moveTo>
                  <a:lnTo>
                    <a:pt x="762" y="762"/>
                  </a:lnTo>
                </a:path>
              </a:pathLst>
            </a:custGeom>
            <a:ln w="117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 descr=""/>
            <p:cNvSpPr/>
            <p:nvPr/>
          </p:nvSpPr>
          <p:spPr>
            <a:xfrm>
              <a:off x="4762169" y="5413616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0"/>
                  </a:moveTo>
                  <a:lnTo>
                    <a:pt x="0" y="0"/>
                  </a:lnTo>
                </a:path>
                <a:path w="1270" h="1270">
                  <a:moveTo>
                    <a:pt x="381" y="762"/>
                  </a:moveTo>
                  <a:lnTo>
                    <a:pt x="381" y="380"/>
                  </a:lnTo>
                </a:path>
                <a:path w="1270" h="1270">
                  <a:moveTo>
                    <a:pt x="762" y="1142"/>
                  </a:moveTo>
                  <a:lnTo>
                    <a:pt x="762" y="762"/>
                  </a:lnTo>
                </a:path>
              </a:pathLst>
            </a:custGeom>
            <a:ln w="11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 descr=""/>
            <p:cNvSpPr/>
            <p:nvPr/>
          </p:nvSpPr>
          <p:spPr>
            <a:xfrm>
              <a:off x="4763122" y="541475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 descr=""/>
            <p:cNvSpPr/>
            <p:nvPr/>
          </p:nvSpPr>
          <p:spPr>
            <a:xfrm>
              <a:off x="4763299" y="5415140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0"/>
                  </a:moveTo>
                  <a:lnTo>
                    <a:pt x="0" y="0"/>
                  </a:lnTo>
                </a:path>
                <a:path w="1270" h="1270">
                  <a:moveTo>
                    <a:pt x="393" y="762"/>
                  </a:moveTo>
                  <a:lnTo>
                    <a:pt x="393" y="380"/>
                  </a:lnTo>
                </a:path>
                <a:path w="1270" h="1270">
                  <a:moveTo>
                    <a:pt x="762" y="1142"/>
                  </a:moveTo>
                  <a:lnTo>
                    <a:pt x="762" y="762"/>
                  </a:lnTo>
                </a:path>
              </a:pathLst>
            </a:custGeom>
            <a:ln w="11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 descr=""/>
            <p:cNvSpPr/>
            <p:nvPr/>
          </p:nvSpPr>
          <p:spPr>
            <a:xfrm>
              <a:off x="4764252" y="5416283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1"/>
                  </a:moveTo>
                  <a:lnTo>
                    <a:pt x="0" y="0"/>
                  </a:lnTo>
                </a:path>
                <a:path w="1270" h="1270">
                  <a:moveTo>
                    <a:pt x="381" y="762"/>
                  </a:moveTo>
                  <a:lnTo>
                    <a:pt x="381" y="381"/>
                  </a:lnTo>
                </a:path>
                <a:path w="1270" h="1270">
                  <a:moveTo>
                    <a:pt x="749" y="1143"/>
                  </a:moveTo>
                  <a:lnTo>
                    <a:pt x="749" y="762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 descr=""/>
            <p:cNvSpPr/>
            <p:nvPr/>
          </p:nvSpPr>
          <p:spPr>
            <a:xfrm>
              <a:off x="4765192" y="5417426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0"/>
                  </a:moveTo>
                  <a:lnTo>
                    <a:pt x="0" y="0"/>
                  </a:lnTo>
                </a:path>
                <a:path w="1270" h="1270">
                  <a:moveTo>
                    <a:pt x="381" y="749"/>
                  </a:moveTo>
                  <a:lnTo>
                    <a:pt x="381" y="380"/>
                  </a:lnTo>
                </a:path>
                <a:path w="1270" h="1270">
                  <a:moveTo>
                    <a:pt x="762" y="1130"/>
                  </a:moveTo>
                  <a:lnTo>
                    <a:pt x="762" y="749"/>
                  </a:lnTo>
                </a:path>
              </a:pathLst>
            </a:custGeom>
            <a:ln w="11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 descr=""/>
            <p:cNvSpPr/>
            <p:nvPr/>
          </p:nvSpPr>
          <p:spPr>
            <a:xfrm>
              <a:off x="4766132" y="541855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 descr=""/>
            <p:cNvSpPr/>
            <p:nvPr/>
          </p:nvSpPr>
          <p:spPr>
            <a:xfrm>
              <a:off x="4766322" y="541893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1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 descr=""/>
            <p:cNvSpPr/>
            <p:nvPr/>
          </p:nvSpPr>
          <p:spPr>
            <a:xfrm>
              <a:off x="4766513" y="5419318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4">
                  <a:moveTo>
                    <a:pt x="0" y="380"/>
                  </a:moveTo>
                  <a:lnTo>
                    <a:pt x="0" y="0"/>
                  </a:lnTo>
                </a:path>
                <a:path w="1270" h="1904">
                  <a:moveTo>
                    <a:pt x="381" y="762"/>
                  </a:moveTo>
                  <a:lnTo>
                    <a:pt x="381" y="380"/>
                  </a:lnTo>
                </a:path>
                <a:path w="1270" h="1904">
                  <a:moveTo>
                    <a:pt x="381" y="1142"/>
                  </a:moveTo>
                  <a:lnTo>
                    <a:pt x="381" y="762"/>
                  </a:lnTo>
                </a:path>
                <a:path w="1270" h="1904">
                  <a:moveTo>
                    <a:pt x="762" y="1524"/>
                  </a:moveTo>
                  <a:lnTo>
                    <a:pt x="762" y="1142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 descr=""/>
            <p:cNvSpPr/>
            <p:nvPr/>
          </p:nvSpPr>
          <p:spPr>
            <a:xfrm>
              <a:off x="4767465" y="542084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 descr=""/>
            <p:cNvSpPr/>
            <p:nvPr/>
          </p:nvSpPr>
          <p:spPr>
            <a:xfrm>
              <a:off x="4767656" y="542122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 descr=""/>
            <p:cNvSpPr/>
            <p:nvPr/>
          </p:nvSpPr>
          <p:spPr>
            <a:xfrm>
              <a:off x="4767846" y="5421604"/>
              <a:ext cx="1905" cy="3810"/>
            </a:xfrm>
            <a:custGeom>
              <a:avLst/>
              <a:gdLst/>
              <a:ahLst/>
              <a:cxnLst/>
              <a:rect l="l" t="t" r="r" b="b"/>
              <a:pathLst>
                <a:path w="1904" h="3810">
                  <a:moveTo>
                    <a:pt x="0" y="380"/>
                  </a:moveTo>
                  <a:lnTo>
                    <a:pt x="0" y="0"/>
                  </a:lnTo>
                </a:path>
                <a:path w="1904" h="3810">
                  <a:moveTo>
                    <a:pt x="381" y="762"/>
                  </a:moveTo>
                  <a:lnTo>
                    <a:pt x="381" y="380"/>
                  </a:lnTo>
                </a:path>
                <a:path w="1904" h="3810">
                  <a:moveTo>
                    <a:pt x="381" y="1130"/>
                  </a:moveTo>
                  <a:lnTo>
                    <a:pt x="381" y="762"/>
                  </a:lnTo>
                </a:path>
                <a:path w="1904" h="3810">
                  <a:moveTo>
                    <a:pt x="762" y="1511"/>
                  </a:moveTo>
                  <a:lnTo>
                    <a:pt x="762" y="1130"/>
                  </a:lnTo>
                </a:path>
                <a:path w="1904" h="3810">
                  <a:moveTo>
                    <a:pt x="762" y="1892"/>
                  </a:moveTo>
                  <a:lnTo>
                    <a:pt x="762" y="1511"/>
                  </a:lnTo>
                </a:path>
                <a:path w="1904" h="3810">
                  <a:moveTo>
                    <a:pt x="1143" y="2273"/>
                  </a:moveTo>
                  <a:lnTo>
                    <a:pt x="1143" y="1892"/>
                  </a:lnTo>
                </a:path>
                <a:path w="1904" h="3810">
                  <a:moveTo>
                    <a:pt x="1143" y="2641"/>
                  </a:moveTo>
                  <a:lnTo>
                    <a:pt x="1143" y="2273"/>
                  </a:lnTo>
                </a:path>
                <a:path w="1904" h="3810">
                  <a:moveTo>
                    <a:pt x="1524" y="3022"/>
                  </a:moveTo>
                  <a:lnTo>
                    <a:pt x="1524" y="2641"/>
                  </a:lnTo>
                </a:path>
                <a:path w="1904" h="3810">
                  <a:moveTo>
                    <a:pt x="1524" y="3403"/>
                  </a:moveTo>
                  <a:lnTo>
                    <a:pt x="1524" y="3022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 descr=""/>
            <p:cNvSpPr/>
            <p:nvPr/>
          </p:nvSpPr>
          <p:spPr>
            <a:xfrm>
              <a:off x="4769561" y="542500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 descr=""/>
            <p:cNvSpPr/>
            <p:nvPr/>
          </p:nvSpPr>
          <p:spPr>
            <a:xfrm>
              <a:off x="4769751" y="542538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 descr=""/>
            <p:cNvSpPr/>
            <p:nvPr/>
          </p:nvSpPr>
          <p:spPr>
            <a:xfrm>
              <a:off x="4769942" y="542577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 descr=""/>
            <p:cNvSpPr/>
            <p:nvPr/>
          </p:nvSpPr>
          <p:spPr>
            <a:xfrm>
              <a:off x="4770132" y="542615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 descr=""/>
            <p:cNvSpPr/>
            <p:nvPr/>
          </p:nvSpPr>
          <p:spPr>
            <a:xfrm>
              <a:off x="4770323" y="542653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 descr=""/>
            <p:cNvSpPr/>
            <p:nvPr/>
          </p:nvSpPr>
          <p:spPr>
            <a:xfrm>
              <a:off x="4770513" y="542691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 descr=""/>
            <p:cNvSpPr/>
            <p:nvPr/>
          </p:nvSpPr>
          <p:spPr>
            <a:xfrm>
              <a:off x="4770704" y="5427294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5" h="1904">
                  <a:moveTo>
                    <a:pt x="0" y="380"/>
                  </a:moveTo>
                  <a:lnTo>
                    <a:pt x="0" y="0"/>
                  </a:lnTo>
                </a:path>
                <a:path w="635" h="1904">
                  <a:moveTo>
                    <a:pt x="0" y="762"/>
                  </a:moveTo>
                  <a:lnTo>
                    <a:pt x="0" y="380"/>
                  </a:lnTo>
                </a:path>
                <a:path w="635" h="1904">
                  <a:moveTo>
                    <a:pt x="380" y="1142"/>
                  </a:moveTo>
                  <a:lnTo>
                    <a:pt x="380" y="762"/>
                  </a:lnTo>
                </a:path>
                <a:path w="635" h="1904">
                  <a:moveTo>
                    <a:pt x="380" y="1511"/>
                  </a:moveTo>
                  <a:lnTo>
                    <a:pt x="380" y="1142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 descr=""/>
            <p:cNvSpPr/>
            <p:nvPr/>
          </p:nvSpPr>
          <p:spPr>
            <a:xfrm>
              <a:off x="4771275" y="542880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 descr=""/>
            <p:cNvSpPr/>
            <p:nvPr/>
          </p:nvSpPr>
          <p:spPr>
            <a:xfrm>
              <a:off x="4771466" y="5429186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70" h="2539">
                  <a:moveTo>
                    <a:pt x="0" y="380"/>
                  </a:moveTo>
                  <a:lnTo>
                    <a:pt x="0" y="0"/>
                  </a:lnTo>
                </a:path>
                <a:path w="1270" h="2539">
                  <a:moveTo>
                    <a:pt x="0" y="762"/>
                  </a:moveTo>
                  <a:lnTo>
                    <a:pt x="0" y="380"/>
                  </a:lnTo>
                </a:path>
                <a:path w="1270" h="2539">
                  <a:moveTo>
                    <a:pt x="380" y="1142"/>
                  </a:moveTo>
                  <a:lnTo>
                    <a:pt x="380" y="762"/>
                  </a:lnTo>
                </a:path>
                <a:path w="1270" h="2539">
                  <a:moveTo>
                    <a:pt x="380" y="1524"/>
                  </a:moveTo>
                  <a:lnTo>
                    <a:pt x="380" y="1142"/>
                  </a:lnTo>
                </a:path>
                <a:path w="1270" h="2539">
                  <a:moveTo>
                    <a:pt x="762" y="1904"/>
                  </a:moveTo>
                  <a:lnTo>
                    <a:pt x="762" y="1524"/>
                  </a:lnTo>
                </a:path>
                <a:path w="1270" h="2539">
                  <a:moveTo>
                    <a:pt x="762" y="2286"/>
                  </a:moveTo>
                  <a:lnTo>
                    <a:pt x="762" y="1904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 descr=""/>
            <p:cNvSpPr/>
            <p:nvPr/>
          </p:nvSpPr>
          <p:spPr>
            <a:xfrm>
              <a:off x="4772418" y="543147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 descr=""/>
            <p:cNvSpPr/>
            <p:nvPr/>
          </p:nvSpPr>
          <p:spPr>
            <a:xfrm>
              <a:off x="4772609" y="5431853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5" h="1904">
                  <a:moveTo>
                    <a:pt x="0" y="381"/>
                  </a:moveTo>
                  <a:lnTo>
                    <a:pt x="0" y="0"/>
                  </a:lnTo>
                </a:path>
                <a:path w="635" h="1904">
                  <a:moveTo>
                    <a:pt x="0" y="762"/>
                  </a:moveTo>
                  <a:lnTo>
                    <a:pt x="0" y="381"/>
                  </a:lnTo>
                </a:path>
                <a:path w="635" h="1904">
                  <a:moveTo>
                    <a:pt x="381" y="1130"/>
                  </a:moveTo>
                  <a:lnTo>
                    <a:pt x="381" y="762"/>
                  </a:lnTo>
                </a:path>
                <a:path w="635" h="1904">
                  <a:moveTo>
                    <a:pt x="381" y="1511"/>
                  </a:moveTo>
                  <a:lnTo>
                    <a:pt x="381" y="1130"/>
                  </a:lnTo>
                </a:path>
                <a:path w="635" h="1904">
                  <a:moveTo>
                    <a:pt x="381" y="1892"/>
                  </a:moveTo>
                  <a:lnTo>
                    <a:pt x="381" y="1511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 descr=""/>
            <p:cNvSpPr/>
            <p:nvPr/>
          </p:nvSpPr>
          <p:spPr>
            <a:xfrm>
              <a:off x="4773180" y="543374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 descr=""/>
            <p:cNvSpPr/>
            <p:nvPr/>
          </p:nvSpPr>
          <p:spPr>
            <a:xfrm>
              <a:off x="4773371" y="543412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 descr=""/>
            <p:cNvSpPr/>
            <p:nvPr/>
          </p:nvSpPr>
          <p:spPr>
            <a:xfrm>
              <a:off x="4773561" y="5434495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5" h="1904">
                  <a:moveTo>
                    <a:pt x="0" y="380"/>
                  </a:moveTo>
                  <a:lnTo>
                    <a:pt x="0" y="0"/>
                  </a:lnTo>
                </a:path>
                <a:path w="635" h="1904">
                  <a:moveTo>
                    <a:pt x="0" y="762"/>
                  </a:moveTo>
                  <a:lnTo>
                    <a:pt x="0" y="380"/>
                  </a:lnTo>
                </a:path>
                <a:path w="635" h="1904">
                  <a:moveTo>
                    <a:pt x="381" y="1142"/>
                  </a:moveTo>
                  <a:lnTo>
                    <a:pt x="381" y="762"/>
                  </a:lnTo>
                </a:path>
                <a:path w="635" h="1904">
                  <a:moveTo>
                    <a:pt x="381" y="1524"/>
                  </a:moveTo>
                  <a:lnTo>
                    <a:pt x="381" y="1142"/>
                  </a:lnTo>
                </a:path>
                <a:path w="635" h="1904">
                  <a:moveTo>
                    <a:pt x="381" y="1904"/>
                  </a:moveTo>
                  <a:lnTo>
                    <a:pt x="381" y="1524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 descr=""/>
            <p:cNvSpPr/>
            <p:nvPr/>
          </p:nvSpPr>
          <p:spPr>
            <a:xfrm>
              <a:off x="4774133" y="543640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 descr=""/>
            <p:cNvSpPr/>
            <p:nvPr/>
          </p:nvSpPr>
          <p:spPr>
            <a:xfrm>
              <a:off x="4774310" y="5436781"/>
              <a:ext cx="635" cy="2540"/>
            </a:xfrm>
            <a:custGeom>
              <a:avLst/>
              <a:gdLst/>
              <a:ahLst/>
              <a:cxnLst/>
              <a:rect l="l" t="t" r="r" b="b"/>
              <a:pathLst>
                <a:path w="635" h="2539">
                  <a:moveTo>
                    <a:pt x="0" y="380"/>
                  </a:moveTo>
                  <a:lnTo>
                    <a:pt x="0" y="0"/>
                  </a:lnTo>
                </a:path>
                <a:path w="635" h="2539">
                  <a:moveTo>
                    <a:pt x="0" y="762"/>
                  </a:moveTo>
                  <a:lnTo>
                    <a:pt x="0" y="380"/>
                  </a:lnTo>
                </a:path>
                <a:path w="635" h="2539">
                  <a:moveTo>
                    <a:pt x="0" y="1142"/>
                  </a:moveTo>
                  <a:lnTo>
                    <a:pt x="0" y="762"/>
                  </a:lnTo>
                </a:path>
                <a:path w="635" h="2539">
                  <a:moveTo>
                    <a:pt x="380" y="1524"/>
                  </a:moveTo>
                  <a:lnTo>
                    <a:pt x="380" y="1142"/>
                  </a:lnTo>
                </a:path>
                <a:path w="635" h="2539">
                  <a:moveTo>
                    <a:pt x="380" y="1904"/>
                  </a:moveTo>
                  <a:lnTo>
                    <a:pt x="380" y="1524"/>
                  </a:lnTo>
                </a:path>
                <a:path w="635" h="2539">
                  <a:moveTo>
                    <a:pt x="380" y="2286"/>
                  </a:moveTo>
                  <a:lnTo>
                    <a:pt x="380" y="1904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 descr=""/>
            <p:cNvSpPr/>
            <p:nvPr/>
          </p:nvSpPr>
          <p:spPr>
            <a:xfrm>
              <a:off x="4774882" y="543906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 descr=""/>
            <p:cNvSpPr/>
            <p:nvPr/>
          </p:nvSpPr>
          <p:spPr>
            <a:xfrm>
              <a:off x="4775072" y="5439435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  <a:path w="0" h="1270">
                  <a:moveTo>
                    <a:pt x="0" y="1142"/>
                  </a:moveTo>
                  <a:lnTo>
                    <a:pt x="0" y="762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 descr=""/>
            <p:cNvSpPr/>
            <p:nvPr/>
          </p:nvSpPr>
          <p:spPr>
            <a:xfrm>
              <a:off x="4775263" y="544057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 descr=""/>
            <p:cNvSpPr/>
            <p:nvPr/>
          </p:nvSpPr>
          <p:spPr>
            <a:xfrm>
              <a:off x="4775453" y="5440959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 descr=""/>
            <p:cNvSpPr/>
            <p:nvPr/>
          </p:nvSpPr>
          <p:spPr>
            <a:xfrm>
              <a:off x="4775644" y="5441721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1"/>
                  </a:moveTo>
                  <a:lnTo>
                    <a:pt x="0" y="38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 descr=""/>
            <p:cNvSpPr/>
            <p:nvPr/>
          </p:nvSpPr>
          <p:spPr>
            <a:xfrm>
              <a:off x="4775834" y="5442483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1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1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 descr=""/>
            <p:cNvSpPr/>
            <p:nvPr/>
          </p:nvSpPr>
          <p:spPr>
            <a:xfrm>
              <a:off x="4776012" y="5443245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1"/>
                  </a:moveTo>
                  <a:lnTo>
                    <a:pt x="0" y="0"/>
                  </a:lnTo>
                </a:path>
                <a:path w="0" h="1270">
                  <a:moveTo>
                    <a:pt x="0" y="749"/>
                  </a:moveTo>
                  <a:lnTo>
                    <a:pt x="0" y="381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 descr=""/>
            <p:cNvSpPr/>
            <p:nvPr/>
          </p:nvSpPr>
          <p:spPr>
            <a:xfrm>
              <a:off x="4776203" y="5443994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 descr=""/>
            <p:cNvSpPr/>
            <p:nvPr/>
          </p:nvSpPr>
          <p:spPr>
            <a:xfrm>
              <a:off x="4776393" y="5444756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  <a:path w="0" h="1270">
                  <a:moveTo>
                    <a:pt x="0" y="1130"/>
                  </a:moveTo>
                  <a:lnTo>
                    <a:pt x="0" y="762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 descr=""/>
            <p:cNvSpPr/>
            <p:nvPr/>
          </p:nvSpPr>
          <p:spPr>
            <a:xfrm>
              <a:off x="4776584" y="544588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 descr=""/>
            <p:cNvSpPr/>
            <p:nvPr/>
          </p:nvSpPr>
          <p:spPr>
            <a:xfrm>
              <a:off x="4776774" y="5446267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1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1"/>
                  </a:lnTo>
                </a:path>
                <a:path w="0" h="1270">
                  <a:moveTo>
                    <a:pt x="0" y="1143"/>
                  </a:moveTo>
                  <a:lnTo>
                    <a:pt x="0" y="762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 descr=""/>
            <p:cNvSpPr/>
            <p:nvPr/>
          </p:nvSpPr>
          <p:spPr>
            <a:xfrm>
              <a:off x="4776965" y="544741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 descr=""/>
            <p:cNvSpPr/>
            <p:nvPr/>
          </p:nvSpPr>
          <p:spPr>
            <a:xfrm>
              <a:off x="4777143" y="5447791"/>
              <a:ext cx="0" cy="1905"/>
            </a:xfrm>
            <a:custGeom>
              <a:avLst/>
              <a:gdLst/>
              <a:ahLst/>
              <a:cxnLst/>
              <a:rect l="l" t="t" r="r" b="b"/>
              <a:pathLst>
                <a:path w="0" h="1904">
                  <a:moveTo>
                    <a:pt x="0" y="381"/>
                  </a:moveTo>
                  <a:lnTo>
                    <a:pt x="0" y="0"/>
                  </a:lnTo>
                </a:path>
                <a:path w="0" h="1904">
                  <a:moveTo>
                    <a:pt x="0" y="762"/>
                  </a:moveTo>
                  <a:lnTo>
                    <a:pt x="0" y="381"/>
                  </a:lnTo>
                </a:path>
                <a:path w="0" h="1904">
                  <a:moveTo>
                    <a:pt x="0" y="1143"/>
                  </a:moveTo>
                  <a:lnTo>
                    <a:pt x="0" y="762"/>
                  </a:lnTo>
                </a:path>
                <a:path w="0" h="1904">
                  <a:moveTo>
                    <a:pt x="0" y="1524"/>
                  </a:moveTo>
                  <a:lnTo>
                    <a:pt x="0" y="1143"/>
                  </a:lnTo>
                </a:path>
                <a:path w="0" h="1904">
                  <a:moveTo>
                    <a:pt x="0" y="1905"/>
                  </a:moveTo>
                  <a:lnTo>
                    <a:pt x="0" y="1524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 descr=""/>
            <p:cNvSpPr/>
            <p:nvPr/>
          </p:nvSpPr>
          <p:spPr>
            <a:xfrm>
              <a:off x="4777333" y="5449697"/>
              <a:ext cx="5715" cy="133350"/>
            </a:xfrm>
            <a:custGeom>
              <a:avLst/>
              <a:gdLst/>
              <a:ahLst/>
              <a:cxnLst/>
              <a:rect l="l" t="t" r="r" b="b"/>
              <a:pathLst>
                <a:path w="5714" h="133350">
                  <a:moveTo>
                    <a:pt x="0" y="368"/>
                  </a:moveTo>
                  <a:lnTo>
                    <a:pt x="0" y="0"/>
                  </a:lnTo>
                </a:path>
                <a:path w="5714" h="133350">
                  <a:moveTo>
                    <a:pt x="0" y="749"/>
                  </a:moveTo>
                  <a:lnTo>
                    <a:pt x="0" y="368"/>
                  </a:lnTo>
                </a:path>
                <a:path w="5714" h="133350">
                  <a:moveTo>
                    <a:pt x="0" y="1130"/>
                  </a:moveTo>
                  <a:lnTo>
                    <a:pt x="0" y="749"/>
                  </a:lnTo>
                </a:path>
                <a:path w="5714" h="133350">
                  <a:moveTo>
                    <a:pt x="0" y="1511"/>
                  </a:moveTo>
                  <a:lnTo>
                    <a:pt x="0" y="1130"/>
                  </a:lnTo>
                </a:path>
                <a:path w="5714" h="133350">
                  <a:moveTo>
                    <a:pt x="380" y="1892"/>
                  </a:moveTo>
                  <a:lnTo>
                    <a:pt x="380" y="1511"/>
                  </a:lnTo>
                </a:path>
                <a:path w="5714" h="133350">
                  <a:moveTo>
                    <a:pt x="380" y="2273"/>
                  </a:moveTo>
                  <a:lnTo>
                    <a:pt x="380" y="1892"/>
                  </a:lnTo>
                </a:path>
                <a:path w="5714" h="133350">
                  <a:moveTo>
                    <a:pt x="380" y="2654"/>
                  </a:moveTo>
                  <a:lnTo>
                    <a:pt x="380" y="2273"/>
                  </a:lnTo>
                </a:path>
                <a:path w="5714" h="133350">
                  <a:moveTo>
                    <a:pt x="380" y="3035"/>
                  </a:moveTo>
                  <a:lnTo>
                    <a:pt x="380" y="2654"/>
                  </a:lnTo>
                </a:path>
                <a:path w="5714" h="133350">
                  <a:moveTo>
                    <a:pt x="380" y="3416"/>
                  </a:moveTo>
                  <a:lnTo>
                    <a:pt x="380" y="3035"/>
                  </a:lnTo>
                </a:path>
                <a:path w="5714" h="133350">
                  <a:moveTo>
                    <a:pt x="380" y="3797"/>
                  </a:moveTo>
                  <a:lnTo>
                    <a:pt x="380" y="3416"/>
                  </a:lnTo>
                </a:path>
                <a:path w="5714" h="133350">
                  <a:moveTo>
                    <a:pt x="762" y="4178"/>
                  </a:moveTo>
                  <a:lnTo>
                    <a:pt x="762" y="3797"/>
                  </a:lnTo>
                </a:path>
                <a:path w="5714" h="133350">
                  <a:moveTo>
                    <a:pt x="762" y="4546"/>
                  </a:moveTo>
                  <a:lnTo>
                    <a:pt x="762" y="4178"/>
                  </a:lnTo>
                </a:path>
                <a:path w="5714" h="133350">
                  <a:moveTo>
                    <a:pt x="762" y="4927"/>
                  </a:moveTo>
                  <a:lnTo>
                    <a:pt x="762" y="4546"/>
                  </a:lnTo>
                </a:path>
                <a:path w="5714" h="133350">
                  <a:moveTo>
                    <a:pt x="762" y="5308"/>
                  </a:moveTo>
                  <a:lnTo>
                    <a:pt x="762" y="4927"/>
                  </a:lnTo>
                </a:path>
                <a:path w="5714" h="133350">
                  <a:moveTo>
                    <a:pt x="762" y="5689"/>
                  </a:moveTo>
                  <a:lnTo>
                    <a:pt x="762" y="5308"/>
                  </a:lnTo>
                </a:path>
                <a:path w="5714" h="133350">
                  <a:moveTo>
                    <a:pt x="762" y="6070"/>
                  </a:moveTo>
                  <a:lnTo>
                    <a:pt x="762" y="5689"/>
                  </a:lnTo>
                </a:path>
                <a:path w="5714" h="133350">
                  <a:moveTo>
                    <a:pt x="1142" y="6451"/>
                  </a:moveTo>
                  <a:lnTo>
                    <a:pt x="1142" y="6070"/>
                  </a:lnTo>
                </a:path>
                <a:path w="5714" h="133350">
                  <a:moveTo>
                    <a:pt x="1142" y="6819"/>
                  </a:moveTo>
                  <a:lnTo>
                    <a:pt x="1142" y="6451"/>
                  </a:lnTo>
                </a:path>
                <a:path w="5714" h="133350">
                  <a:moveTo>
                    <a:pt x="1142" y="7200"/>
                  </a:moveTo>
                  <a:lnTo>
                    <a:pt x="1142" y="6819"/>
                  </a:lnTo>
                </a:path>
                <a:path w="5714" h="133350">
                  <a:moveTo>
                    <a:pt x="1142" y="7581"/>
                  </a:moveTo>
                  <a:lnTo>
                    <a:pt x="1142" y="7200"/>
                  </a:lnTo>
                </a:path>
                <a:path w="5714" h="133350">
                  <a:moveTo>
                    <a:pt x="1142" y="7962"/>
                  </a:moveTo>
                  <a:lnTo>
                    <a:pt x="1142" y="7581"/>
                  </a:lnTo>
                </a:path>
                <a:path w="5714" h="133350">
                  <a:moveTo>
                    <a:pt x="1142" y="8343"/>
                  </a:moveTo>
                  <a:lnTo>
                    <a:pt x="1142" y="7962"/>
                  </a:lnTo>
                </a:path>
                <a:path w="5714" h="133350">
                  <a:moveTo>
                    <a:pt x="1524" y="8724"/>
                  </a:moveTo>
                  <a:lnTo>
                    <a:pt x="1524" y="8343"/>
                  </a:lnTo>
                </a:path>
                <a:path w="5714" h="133350">
                  <a:moveTo>
                    <a:pt x="1524" y="9105"/>
                  </a:moveTo>
                  <a:lnTo>
                    <a:pt x="1524" y="8724"/>
                  </a:lnTo>
                </a:path>
                <a:path w="5714" h="133350">
                  <a:moveTo>
                    <a:pt x="1524" y="9486"/>
                  </a:moveTo>
                  <a:lnTo>
                    <a:pt x="1524" y="9105"/>
                  </a:lnTo>
                </a:path>
                <a:path w="5714" h="133350">
                  <a:moveTo>
                    <a:pt x="1524" y="9867"/>
                  </a:moveTo>
                  <a:lnTo>
                    <a:pt x="1524" y="9486"/>
                  </a:lnTo>
                </a:path>
                <a:path w="5714" h="133350">
                  <a:moveTo>
                    <a:pt x="1524" y="10248"/>
                  </a:moveTo>
                  <a:lnTo>
                    <a:pt x="1524" y="9867"/>
                  </a:lnTo>
                </a:path>
                <a:path w="5714" h="133350">
                  <a:moveTo>
                    <a:pt x="1524" y="10629"/>
                  </a:moveTo>
                  <a:lnTo>
                    <a:pt x="1524" y="10248"/>
                  </a:lnTo>
                </a:path>
                <a:path w="5714" h="133350">
                  <a:moveTo>
                    <a:pt x="1524" y="10998"/>
                  </a:moveTo>
                  <a:lnTo>
                    <a:pt x="1524" y="10629"/>
                  </a:lnTo>
                </a:path>
                <a:path w="5714" h="133350">
                  <a:moveTo>
                    <a:pt x="1524" y="11379"/>
                  </a:moveTo>
                  <a:lnTo>
                    <a:pt x="1524" y="10998"/>
                  </a:lnTo>
                </a:path>
                <a:path w="5714" h="133350">
                  <a:moveTo>
                    <a:pt x="1904" y="11760"/>
                  </a:moveTo>
                  <a:lnTo>
                    <a:pt x="1904" y="11379"/>
                  </a:lnTo>
                </a:path>
                <a:path w="5714" h="133350">
                  <a:moveTo>
                    <a:pt x="1904" y="12141"/>
                  </a:moveTo>
                  <a:lnTo>
                    <a:pt x="1904" y="11760"/>
                  </a:lnTo>
                </a:path>
                <a:path w="5714" h="133350">
                  <a:moveTo>
                    <a:pt x="1904" y="12522"/>
                  </a:moveTo>
                  <a:lnTo>
                    <a:pt x="1904" y="12141"/>
                  </a:lnTo>
                </a:path>
                <a:path w="5714" h="133350">
                  <a:moveTo>
                    <a:pt x="1904" y="12903"/>
                  </a:moveTo>
                  <a:lnTo>
                    <a:pt x="1904" y="12522"/>
                  </a:lnTo>
                </a:path>
                <a:path w="5714" h="133350">
                  <a:moveTo>
                    <a:pt x="1904" y="13284"/>
                  </a:moveTo>
                  <a:lnTo>
                    <a:pt x="1904" y="12903"/>
                  </a:lnTo>
                </a:path>
                <a:path w="5714" h="133350">
                  <a:moveTo>
                    <a:pt x="1904" y="13665"/>
                  </a:moveTo>
                  <a:lnTo>
                    <a:pt x="1904" y="13284"/>
                  </a:lnTo>
                </a:path>
                <a:path w="5714" h="133350">
                  <a:moveTo>
                    <a:pt x="1904" y="14046"/>
                  </a:moveTo>
                  <a:lnTo>
                    <a:pt x="1904" y="13665"/>
                  </a:lnTo>
                </a:path>
                <a:path w="5714" h="133350">
                  <a:moveTo>
                    <a:pt x="1904" y="14427"/>
                  </a:moveTo>
                  <a:lnTo>
                    <a:pt x="1904" y="14046"/>
                  </a:lnTo>
                </a:path>
                <a:path w="5714" h="133350">
                  <a:moveTo>
                    <a:pt x="2286" y="14808"/>
                  </a:moveTo>
                  <a:lnTo>
                    <a:pt x="2286" y="14427"/>
                  </a:lnTo>
                </a:path>
                <a:path w="5714" h="133350">
                  <a:moveTo>
                    <a:pt x="2286" y="15189"/>
                  </a:moveTo>
                  <a:lnTo>
                    <a:pt x="2286" y="14808"/>
                  </a:lnTo>
                </a:path>
                <a:path w="5714" h="133350">
                  <a:moveTo>
                    <a:pt x="2286" y="15557"/>
                  </a:moveTo>
                  <a:lnTo>
                    <a:pt x="2286" y="15189"/>
                  </a:lnTo>
                </a:path>
                <a:path w="5714" h="133350">
                  <a:moveTo>
                    <a:pt x="2286" y="15938"/>
                  </a:moveTo>
                  <a:lnTo>
                    <a:pt x="2286" y="15557"/>
                  </a:lnTo>
                </a:path>
                <a:path w="5714" h="133350">
                  <a:moveTo>
                    <a:pt x="2286" y="16319"/>
                  </a:moveTo>
                  <a:lnTo>
                    <a:pt x="2286" y="15938"/>
                  </a:lnTo>
                </a:path>
                <a:path w="5714" h="133350">
                  <a:moveTo>
                    <a:pt x="2286" y="16700"/>
                  </a:moveTo>
                  <a:lnTo>
                    <a:pt x="2286" y="16319"/>
                  </a:lnTo>
                </a:path>
                <a:path w="5714" h="133350">
                  <a:moveTo>
                    <a:pt x="2286" y="17081"/>
                  </a:moveTo>
                  <a:lnTo>
                    <a:pt x="2286" y="16700"/>
                  </a:lnTo>
                </a:path>
                <a:path w="5714" h="133350">
                  <a:moveTo>
                    <a:pt x="2286" y="17449"/>
                  </a:moveTo>
                  <a:lnTo>
                    <a:pt x="2286" y="17081"/>
                  </a:lnTo>
                </a:path>
                <a:path w="5714" h="133350">
                  <a:moveTo>
                    <a:pt x="2666" y="17830"/>
                  </a:moveTo>
                  <a:lnTo>
                    <a:pt x="2666" y="17449"/>
                  </a:lnTo>
                </a:path>
                <a:path w="5714" h="133350">
                  <a:moveTo>
                    <a:pt x="2666" y="18211"/>
                  </a:moveTo>
                  <a:lnTo>
                    <a:pt x="2666" y="17830"/>
                  </a:lnTo>
                </a:path>
                <a:path w="5714" h="133350">
                  <a:moveTo>
                    <a:pt x="2666" y="18592"/>
                  </a:moveTo>
                  <a:lnTo>
                    <a:pt x="2666" y="18211"/>
                  </a:lnTo>
                </a:path>
                <a:path w="5714" h="133350">
                  <a:moveTo>
                    <a:pt x="2666" y="18973"/>
                  </a:moveTo>
                  <a:lnTo>
                    <a:pt x="2666" y="18592"/>
                  </a:lnTo>
                </a:path>
                <a:path w="5714" h="133350">
                  <a:moveTo>
                    <a:pt x="2666" y="19354"/>
                  </a:moveTo>
                  <a:lnTo>
                    <a:pt x="2666" y="18973"/>
                  </a:lnTo>
                </a:path>
                <a:path w="5714" h="133350">
                  <a:moveTo>
                    <a:pt x="2666" y="19735"/>
                  </a:moveTo>
                  <a:lnTo>
                    <a:pt x="2666" y="19354"/>
                  </a:lnTo>
                </a:path>
                <a:path w="5714" h="133350">
                  <a:moveTo>
                    <a:pt x="2666" y="20116"/>
                  </a:moveTo>
                  <a:lnTo>
                    <a:pt x="2666" y="19735"/>
                  </a:lnTo>
                </a:path>
                <a:path w="5714" h="133350">
                  <a:moveTo>
                    <a:pt x="2666" y="20497"/>
                  </a:moveTo>
                  <a:lnTo>
                    <a:pt x="2666" y="20116"/>
                  </a:lnTo>
                </a:path>
                <a:path w="5714" h="133350">
                  <a:moveTo>
                    <a:pt x="2666" y="20878"/>
                  </a:moveTo>
                  <a:lnTo>
                    <a:pt x="2666" y="20497"/>
                  </a:lnTo>
                </a:path>
                <a:path w="5714" h="133350">
                  <a:moveTo>
                    <a:pt x="3048" y="21259"/>
                  </a:moveTo>
                  <a:lnTo>
                    <a:pt x="3048" y="20878"/>
                  </a:lnTo>
                </a:path>
                <a:path w="5714" h="133350">
                  <a:moveTo>
                    <a:pt x="3048" y="21640"/>
                  </a:moveTo>
                  <a:lnTo>
                    <a:pt x="3048" y="21259"/>
                  </a:lnTo>
                </a:path>
                <a:path w="5714" h="133350">
                  <a:moveTo>
                    <a:pt x="3048" y="22009"/>
                  </a:moveTo>
                  <a:lnTo>
                    <a:pt x="3048" y="21640"/>
                  </a:lnTo>
                </a:path>
                <a:path w="5714" h="133350">
                  <a:moveTo>
                    <a:pt x="3048" y="22390"/>
                  </a:moveTo>
                  <a:lnTo>
                    <a:pt x="3048" y="22009"/>
                  </a:lnTo>
                </a:path>
                <a:path w="5714" h="133350">
                  <a:moveTo>
                    <a:pt x="3048" y="22771"/>
                  </a:moveTo>
                  <a:lnTo>
                    <a:pt x="3048" y="22390"/>
                  </a:lnTo>
                </a:path>
                <a:path w="5714" h="133350">
                  <a:moveTo>
                    <a:pt x="3048" y="23152"/>
                  </a:moveTo>
                  <a:lnTo>
                    <a:pt x="3048" y="22771"/>
                  </a:lnTo>
                </a:path>
                <a:path w="5714" h="133350">
                  <a:moveTo>
                    <a:pt x="3048" y="23533"/>
                  </a:moveTo>
                  <a:lnTo>
                    <a:pt x="3048" y="23152"/>
                  </a:lnTo>
                </a:path>
                <a:path w="5714" h="133350">
                  <a:moveTo>
                    <a:pt x="3048" y="23914"/>
                  </a:moveTo>
                  <a:lnTo>
                    <a:pt x="3048" y="23533"/>
                  </a:lnTo>
                </a:path>
                <a:path w="5714" h="133350">
                  <a:moveTo>
                    <a:pt x="3048" y="24295"/>
                  </a:moveTo>
                  <a:lnTo>
                    <a:pt x="3048" y="23914"/>
                  </a:lnTo>
                </a:path>
                <a:path w="5714" h="133350">
                  <a:moveTo>
                    <a:pt x="3428" y="24676"/>
                  </a:moveTo>
                  <a:lnTo>
                    <a:pt x="3428" y="24295"/>
                  </a:lnTo>
                </a:path>
                <a:path w="5714" h="133350">
                  <a:moveTo>
                    <a:pt x="3428" y="25057"/>
                  </a:moveTo>
                  <a:lnTo>
                    <a:pt x="3428" y="24676"/>
                  </a:lnTo>
                </a:path>
                <a:path w="5714" h="133350">
                  <a:moveTo>
                    <a:pt x="3428" y="25438"/>
                  </a:moveTo>
                  <a:lnTo>
                    <a:pt x="3428" y="25057"/>
                  </a:lnTo>
                </a:path>
                <a:path w="5714" h="133350">
                  <a:moveTo>
                    <a:pt x="3428" y="25819"/>
                  </a:moveTo>
                  <a:lnTo>
                    <a:pt x="3428" y="25438"/>
                  </a:lnTo>
                </a:path>
                <a:path w="5714" h="133350">
                  <a:moveTo>
                    <a:pt x="3428" y="26187"/>
                  </a:moveTo>
                  <a:lnTo>
                    <a:pt x="3428" y="25819"/>
                  </a:lnTo>
                </a:path>
                <a:path w="5714" h="133350">
                  <a:moveTo>
                    <a:pt x="3428" y="26568"/>
                  </a:moveTo>
                  <a:lnTo>
                    <a:pt x="3428" y="26187"/>
                  </a:lnTo>
                </a:path>
                <a:path w="5714" h="133350">
                  <a:moveTo>
                    <a:pt x="3428" y="26949"/>
                  </a:moveTo>
                  <a:lnTo>
                    <a:pt x="3428" y="26568"/>
                  </a:lnTo>
                </a:path>
                <a:path w="5714" h="133350">
                  <a:moveTo>
                    <a:pt x="3428" y="27330"/>
                  </a:moveTo>
                  <a:lnTo>
                    <a:pt x="3428" y="26949"/>
                  </a:lnTo>
                </a:path>
                <a:path w="5714" h="133350">
                  <a:moveTo>
                    <a:pt x="3428" y="27698"/>
                  </a:moveTo>
                  <a:lnTo>
                    <a:pt x="3428" y="27330"/>
                  </a:lnTo>
                </a:path>
                <a:path w="5714" h="133350">
                  <a:moveTo>
                    <a:pt x="3810" y="28079"/>
                  </a:moveTo>
                  <a:lnTo>
                    <a:pt x="3810" y="27698"/>
                  </a:lnTo>
                </a:path>
                <a:path w="5714" h="133350">
                  <a:moveTo>
                    <a:pt x="3810" y="28460"/>
                  </a:moveTo>
                  <a:lnTo>
                    <a:pt x="3810" y="28079"/>
                  </a:lnTo>
                </a:path>
                <a:path w="5714" h="133350">
                  <a:moveTo>
                    <a:pt x="3810" y="28841"/>
                  </a:moveTo>
                  <a:lnTo>
                    <a:pt x="3810" y="28460"/>
                  </a:lnTo>
                </a:path>
                <a:path w="5714" h="133350">
                  <a:moveTo>
                    <a:pt x="3810" y="29222"/>
                  </a:moveTo>
                  <a:lnTo>
                    <a:pt x="3810" y="28841"/>
                  </a:lnTo>
                </a:path>
                <a:path w="5714" h="133350">
                  <a:moveTo>
                    <a:pt x="3810" y="29603"/>
                  </a:moveTo>
                  <a:lnTo>
                    <a:pt x="3810" y="29222"/>
                  </a:lnTo>
                </a:path>
                <a:path w="5714" h="133350">
                  <a:moveTo>
                    <a:pt x="3810" y="29984"/>
                  </a:moveTo>
                  <a:lnTo>
                    <a:pt x="3810" y="29603"/>
                  </a:lnTo>
                </a:path>
                <a:path w="5714" h="133350">
                  <a:moveTo>
                    <a:pt x="3810" y="30365"/>
                  </a:moveTo>
                  <a:lnTo>
                    <a:pt x="3810" y="29984"/>
                  </a:lnTo>
                </a:path>
                <a:path w="5714" h="133350">
                  <a:moveTo>
                    <a:pt x="3810" y="30746"/>
                  </a:moveTo>
                  <a:lnTo>
                    <a:pt x="3810" y="30365"/>
                  </a:lnTo>
                </a:path>
                <a:path w="5714" h="133350">
                  <a:moveTo>
                    <a:pt x="3810" y="31127"/>
                  </a:moveTo>
                  <a:lnTo>
                    <a:pt x="3810" y="30746"/>
                  </a:lnTo>
                </a:path>
                <a:path w="5714" h="133350">
                  <a:moveTo>
                    <a:pt x="3810" y="31508"/>
                  </a:moveTo>
                  <a:lnTo>
                    <a:pt x="3810" y="31127"/>
                  </a:lnTo>
                </a:path>
                <a:path w="5714" h="133350">
                  <a:moveTo>
                    <a:pt x="3810" y="31889"/>
                  </a:moveTo>
                  <a:lnTo>
                    <a:pt x="3810" y="31508"/>
                  </a:lnTo>
                </a:path>
                <a:path w="5714" h="133350">
                  <a:moveTo>
                    <a:pt x="3810" y="32257"/>
                  </a:moveTo>
                  <a:lnTo>
                    <a:pt x="3810" y="31889"/>
                  </a:lnTo>
                </a:path>
                <a:path w="5714" h="133350">
                  <a:moveTo>
                    <a:pt x="4190" y="32638"/>
                  </a:moveTo>
                  <a:lnTo>
                    <a:pt x="4190" y="32257"/>
                  </a:lnTo>
                </a:path>
                <a:path w="5714" h="133350">
                  <a:moveTo>
                    <a:pt x="4190" y="33019"/>
                  </a:moveTo>
                  <a:lnTo>
                    <a:pt x="4190" y="32638"/>
                  </a:lnTo>
                </a:path>
                <a:path w="5714" h="133350">
                  <a:moveTo>
                    <a:pt x="4190" y="33400"/>
                  </a:moveTo>
                  <a:lnTo>
                    <a:pt x="4190" y="33019"/>
                  </a:lnTo>
                </a:path>
                <a:path w="5714" h="133350">
                  <a:moveTo>
                    <a:pt x="4190" y="33781"/>
                  </a:moveTo>
                  <a:lnTo>
                    <a:pt x="4190" y="33400"/>
                  </a:lnTo>
                </a:path>
                <a:path w="5714" h="133350">
                  <a:moveTo>
                    <a:pt x="4190" y="34162"/>
                  </a:moveTo>
                  <a:lnTo>
                    <a:pt x="4190" y="33781"/>
                  </a:lnTo>
                </a:path>
                <a:path w="5714" h="133350">
                  <a:moveTo>
                    <a:pt x="4190" y="34543"/>
                  </a:moveTo>
                  <a:lnTo>
                    <a:pt x="4190" y="34162"/>
                  </a:lnTo>
                </a:path>
                <a:path w="5714" h="133350">
                  <a:moveTo>
                    <a:pt x="4190" y="34925"/>
                  </a:moveTo>
                  <a:lnTo>
                    <a:pt x="4190" y="34543"/>
                  </a:lnTo>
                </a:path>
                <a:path w="5714" h="133350">
                  <a:moveTo>
                    <a:pt x="4190" y="35305"/>
                  </a:moveTo>
                  <a:lnTo>
                    <a:pt x="4190" y="34925"/>
                  </a:lnTo>
                </a:path>
                <a:path w="5714" h="133350">
                  <a:moveTo>
                    <a:pt x="4190" y="35687"/>
                  </a:moveTo>
                  <a:lnTo>
                    <a:pt x="4190" y="35305"/>
                  </a:lnTo>
                </a:path>
                <a:path w="5714" h="133350">
                  <a:moveTo>
                    <a:pt x="4190" y="36067"/>
                  </a:moveTo>
                  <a:lnTo>
                    <a:pt x="4190" y="35687"/>
                  </a:lnTo>
                </a:path>
                <a:path w="5714" h="133350">
                  <a:moveTo>
                    <a:pt x="4190" y="36449"/>
                  </a:moveTo>
                  <a:lnTo>
                    <a:pt x="4190" y="36067"/>
                  </a:lnTo>
                </a:path>
                <a:path w="5714" h="133350">
                  <a:moveTo>
                    <a:pt x="4190" y="36817"/>
                  </a:moveTo>
                  <a:lnTo>
                    <a:pt x="4190" y="36449"/>
                  </a:lnTo>
                </a:path>
                <a:path w="5714" h="133350">
                  <a:moveTo>
                    <a:pt x="4190" y="37198"/>
                  </a:moveTo>
                  <a:lnTo>
                    <a:pt x="4190" y="36817"/>
                  </a:lnTo>
                </a:path>
                <a:path w="5714" h="133350">
                  <a:moveTo>
                    <a:pt x="4190" y="37579"/>
                  </a:moveTo>
                  <a:lnTo>
                    <a:pt x="4190" y="37198"/>
                  </a:lnTo>
                </a:path>
                <a:path w="5714" h="133350">
                  <a:moveTo>
                    <a:pt x="4572" y="37960"/>
                  </a:moveTo>
                  <a:lnTo>
                    <a:pt x="4572" y="37579"/>
                  </a:lnTo>
                </a:path>
                <a:path w="5714" h="133350">
                  <a:moveTo>
                    <a:pt x="4572" y="38341"/>
                  </a:moveTo>
                  <a:lnTo>
                    <a:pt x="4572" y="37960"/>
                  </a:lnTo>
                </a:path>
                <a:path w="5714" h="133350">
                  <a:moveTo>
                    <a:pt x="4572" y="38709"/>
                  </a:moveTo>
                  <a:lnTo>
                    <a:pt x="4572" y="38341"/>
                  </a:lnTo>
                </a:path>
                <a:path w="5714" h="133350">
                  <a:moveTo>
                    <a:pt x="4572" y="39090"/>
                  </a:moveTo>
                  <a:lnTo>
                    <a:pt x="4572" y="38709"/>
                  </a:lnTo>
                </a:path>
                <a:path w="5714" h="133350">
                  <a:moveTo>
                    <a:pt x="4572" y="39471"/>
                  </a:moveTo>
                  <a:lnTo>
                    <a:pt x="4572" y="39090"/>
                  </a:lnTo>
                </a:path>
                <a:path w="5714" h="133350">
                  <a:moveTo>
                    <a:pt x="4572" y="39852"/>
                  </a:moveTo>
                  <a:lnTo>
                    <a:pt x="4572" y="39471"/>
                  </a:lnTo>
                </a:path>
                <a:path w="5714" h="133350">
                  <a:moveTo>
                    <a:pt x="4572" y="40233"/>
                  </a:moveTo>
                  <a:lnTo>
                    <a:pt x="4572" y="39852"/>
                  </a:lnTo>
                </a:path>
                <a:path w="5714" h="133350">
                  <a:moveTo>
                    <a:pt x="4572" y="40614"/>
                  </a:moveTo>
                  <a:lnTo>
                    <a:pt x="4572" y="40233"/>
                  </a:lnTo>
                </a:path>
                <a:path w="5714" h="133350">
                  <a:moveTo>
                    <a:pt x="4572" y="40995"/>
                  </a:moveTo>
                  <a:lnTo>
                    <a:pt x="4572" y="40614"/>
                  </a:lnTo>
                </a:path>
                <a:path w="5714" h="133350">
                  <a:moveTo>
                    <a:pt x="4572" y="41376"/>
                  </a:moveTo>
                  <a:lnTo>
                    <a:pt x="4572" y="40995"/>
                  </a:lnTo>
                </a:path>
                <a:path w="5714" h="133350">
                  <a:moveTo>
                    <a:pt x="4572" y="41757"/>
                  </a:moveTo>
                  <a:lnTo>
                    <a:pt x="4572" y="41376"/>
                  </a:lnTo>
                </a:path>
                <a:path w="5714" h="133350">
                  <a:moveTo>
                    <a:pt x="4572" y="42138"/>
                  </a:moveTo>
                  <a:lnTo>
                    <a:pt x="4572" y="41757"/>
                  </a:lnTo>
                </a:path>
                <a:path w="5714" h="133350">
                  <a:moveTo>
                    <a:pt x="4572" y="42519"/>
                  </a:moveTo>
                  <a:lnTo>
                    <a:pt x="4572" y="42138"/>
                  </a:lnTo>
                </a:path>
                <a:path w="5714" h="133350">
                  <a:moveTo>
                    <a:pt x="4572" y="42887"/>
                  </a:moveTo>
                  <a:lnTo>
                    <a:pt x="4572" y="42519"/>
                  </a:lnTo>
                </a:path>
                <a:path w="5714" h="133350">
                  <a:moveTo>
                    <a:pt x="4572" y="43268"/>
                  </a:moveTo>
                  <a:lnTo>
                    <a:pt x="4572" y="42887"/>
                  </a:lnTo>
                </a:path>
                <a:path w="5714" h="133350">
                  <a:moveTo>
                    <a:pt x="4952" y="43649"/>
                  </a:moveTo>
                  <a:lnTo>
                    <a:pt x="4952" y="43268"/>
                  </a:lnTo>
                </a:path>
                <a:path w="5714" h="133350">
                  <a:moveTo>
                    <a:pt x="4952" y="44030"/>
                  </a:moveTo>
                  <a:lnTo>
                    <a:pt x="4952" y="43649"/>
                  </a:lnTo>
                </a:path>
                <a:path w="5714" h="133350">
                  <a:moveTo>
                    <a:pt x="4952" y="44411"/>
                  </a:moveTo>
                  <a:lnTo>
                    <a:pt x="4952" y="44030"/>
                  </a:lnTo>
                </a:path>
                <a:path w="5714" h="133350">
                  <a:moveTo>
                    <a:pt x="4952" y="44792"/>
                  </a:moveTo>
                  <a:lnTo>
                    <a:pt x="4952" y="44411"/>
                  </a:lnTo>
                </a:path>
                <a:path w="5714" h="133350">
                  <a:moveTo>
                    <a:pt x="4952" y="45173"/>
                  </a:moveTo>
                  <a:lnTo>
                    <a:pt x="4952" y="44792"/>
                  </a:lnTo>
                </a:path>
                <a:path w="5714" h="133350">
                  <a:moveTo>
                    <a:pt x="4952" y="45554"/>
                  </a:moveTo>
                  <a:lnTo>
                    <a:pt x="4952" y="45173"/>
                  </a:lnTo>
                </a:path>
                <a:path w="5714" h="133350">
                  <a:moveTo>
                    <a:pt x="4952" y="45935"/>
                  </a:moveTo>
                  <a:lnTo>
                    <a:pt x="4952" y="45554"/>
                  </a:lnTo>
                </a:path>
                <a:path w="5714" h="133350">
                  <a:moveTo>
                    <a:pt x="4952" y="46316"/>
                  </a:moveTo>
                  <a:lnTo>
                    <a:pt x="4952" y="45935"/>
                  </a:lnTo>
                </a:path>
                <a:path w="5714" h="133350">
                  <a:moveTo>
                    <a:pt x="4952" y="46697"/>
                  </a:moveTo>
                  <a:lnTo>
                    <a:pt x="4952" y="46316"/>
                  </a:lnTo>
                </a:path>
                <a:path w="5714" h="133350">
                  <a:moveTo>
                    <a:pt x="4952" y="47078"/>
                  </a:moveTo>
                  <a:lnTo>
                    <a:pt x="4952" y="46697"/>
                  </a:lnTo>
                </a:path>
                <a:path w="5714" h="133350">
                  <a:moveTo>
                    <a:pt x="4952" y="47459"/>
                  </a:moveTo>
                  <a:lnTo>
                    <a:pt x="4952" y="47078"/>
                  </a:lnTo>
                </a:path>
                <a:path w="5714" h="133350">
                  <a:moveTo>
                    <a:pt x="4952" y="47828"/>
                  </a:moveTo>
                  <a:lnTo>
                    <a:pt x="4952" y="47459"/>
                  </a:lnTo>
                </a:path>
                <a:path w="5714" h="133350">
                  <a:moveTo>
                    <a:pt x="4952" y="48209"/>
                  </a:moveTo>
                  <a:lnTo>
                    <a:pt x="4952" y="47828"/>
                  </a:lnTo>
                </a:path>
                <a:path w="5714" h="133350">
                  <a:moveTo>
                    <a:pt x="4952" y="48590"/>
                  </a:moveTo>
                  <a:lnTo>
                    <a:pt x="4952" y="48209"/>
                  </a:lnTo>
                </a:path>
                <a:path w="5714" h="133350">
                  <a:moveTo>
                    <a:pt x="4952" y="48958"/>
                  </a:moveTo>
                  <a:lnTo>
                    <a:pt x="4952" y="48590"/>
                  </a:lnTo>
                </a:path>
                <a:path w="5714" h="133350">
                  <a:moveTo>
                    <a:pt x="4952" y="49339"/>
                  </a:moveTo>
                  <a:lnTo>
                    <a:pt x="4952" y="48958"/>
                  </a:lnTo>
                </a:path>
                <a:path w="5714" h="133350">
                  <a:moveTo>
                    <a:pt x="5334" y="49720"/>
                  </a:moveTo>
                  <a:lnTo>
                    <a:pt x="5334" y="49339"/>
                  </a:lnTo>
                </a:path>
                <a:path w="5714" h="133350">
                  <a:moveTo>
                    <a:pt x="5334" y="50101"/>
                  </a:moveTo>
                  <a:lnTo>
                    <a:pt x="5334" y="49720"/>
                  </a:lnTo>
                </a:path>
                <a:path w="5714" h="133350">
                  <a:moveTo>
                    <a:pt x="5334" y="50482"/>
                  </a:moveTo>
                  <a:lnTo>
                    <a:pt x="5334" y="50101"/>
                  </a:lnTo>
                </a:path>
                <a:path w="5714" h="133350">
                  <a:moveTo>
                    <a:pt x="5334" y="50863"/>
                  </a:moveTo>
                  <a:lnTo>
                    <a:pt x="5334" y="50482"/>
                  </a:lnTo>
                </a:path>
                <a:path w="5714" h="133350">
                  <a:moveTo>
                    <a:pt x="5334" y="51244"/>
                  </a:moveTo>
                  <a:lnTo>
                    <a:pt x="5334" y="50863"/>
                  </a:lnTo>
                </a:path>
                <a:path w="5714" h="133350">
                  <a:moveTo>
                    <a:pt x="5334" y="51625"/>
                  </a:moveTo>
                  <a:lnTo>
                    <a:pt x="5334" y="51244"/>
                  </a:lnTo>
                </a:path>
                <a:path w="5714" h="133350">
                  <a:moveTo>
                    <a:pt x="5334" y="52006"/>
                  </a:moveTo>
                  <a:lnTo>
                    <a:pt x="5334" y="51625"/>
                  </a:lnTo>
                </a:path>
                <a:path w="5714" h="133350">
                  <a:moveTo>
                    <a:pt x="5334" y="52387"/>
                  </a:moveTo>
                  <a:lnTo>
                    <a:pt x="5334" y="52006"/>
                  </a:lnTo>
                </a:path>
                <a:path w="5714" h="133350">
                  <a:moveTo>
                    <a:pt x="5334" y="52768"/>
                  </a:moveTo>
                  <a:lnTo>
                    <a:pt x="5334" y="52387"/>
                  </a:lnTo>
                </a:path>
                <a:path w="5714" h="133350">
                  <a:moveTo>
                    <a:pt x="5334" y="53149"/>
                  </a:moveTo>
                  <a:lnTo>
                    <a:pt x="5334" y="52768"/>
                  </a:lnTo>
                </a:path>
                <a:path w="5714" h="133350">
                  <a:moveTo>
                    <a:pt x="5334" y="53530"/>
                  </a:moveTo>
                  <a:lnTo>
                    <a:pt x="5334" y="53149"/>
                  </a:lnTo>
                </a:path>
                <a:path w="5714" h="133350">
                  <a:moveTo>
                    <a:pt x="5334" y="53898"/>
                  </a:moveTo>
                  <a:lnTo>
                    <a:pt x="5334" y="53530"/>
                  </a:lnTo>
                </a:path>
                <a:path w="5714" h="133350">
                  <a:moveTo>
                    <a:pt x="5334" y="54279"/>
                  </a:moveTo>
                  <a:lnTo>
                    <a:pt x="5334" y="53898"/>
                  </a:lnTo>
                </a:path>
                <a:path w="5714" h="133350">
                  <a:moveTo>
                    <a:pt x="5334" y="54660"/>
                  </a:moveTo>
                  <a:lnTo>
                    <a:pt x="5334" y="54279"/>
                  </a:lnTo>
                </a:path>
                <a:path w="5714" h="133350">
                  <a:moveTo>
                    <a:pt x="5334" y="55041"/>
                  </a:moveTo>
                  <a:lnTo>
                    <a:pt x="5334" y="54660"/>
                  </a:lnTo>
                </a:path>
                <a:path w="5714" h="133350">
                  <a:moveTo>
                    <a:pt x="5334" y="55422"/>
                  </a:moveTo>
                  <a:lnTo>
                    <a:pt x="5334" y="55041"/>
                  </a:lnTo>
                </a:path>
                <a:path w="5714" h="133350">
                  <a:moveTo>
                    <a:pt x="5334" y="55803"/>
                  </a:moveTo>
                  <a:lnTo>
                    <a:pt x="5334" y="55422"/>
                  </a:lnTo>
                </a:path>
                <a:path w="5714" h="133350">
                  <a:moveTo>
                    <a:pt x="5334" y="56184"/>
                  </a:moveTo>
                  <a:lnTo>
                    <a:pt x="5334" y="55803"/>
                  </a:lnTo>
                </a:path>
                <a:path w="5714" h="133350">
                  <a:moveTo>
                    <a:pt x="5334" y="56565"/>
                  </a:moveTo>
                  <a:lnTo>
                    <a:pt x="5334" y="56184"/>
                  </a:lnTo>
                </a:path>
                <a:path w="5714" h="133350">
                  <a:moveTo>
                    <a:pt x="5334" y="56946"/>
                  </a:moveTo>
                  <a:lnTo>
                    <a:pt x="5334" y="56565"/>
                  </a:lnTo>
                </a:path>
                <a:path w="5714" h="133350">
                  <a:moveTo>
                    <a:pt x="5334" y="57327"/>
                  </a:moveTo>
                  <a:lnTo>
                    <a:pt x="5334" y="56946"/>
                  </a:lnTo>
                </a:path>
                <a:path w="5714" h="133350">
                  <a:moveTo>
                    <a:pt x="5334" y="57708"/>
                  </a:moveTo>
                  <a:lnTo>
                    <a:pt x="5334" y="57327"/>
                  </a:lnTo>
                </a:path>
                <a:path w="5714" h="133350">
                  <a:moveTo>
                    <a:pt x="5334" y="58077"/>
                  </a:moveTo>
                  <a:lnTo>
                    <a:pt x="5334" y="57708"/>
                  </a:lnTo>
                </a:path>
                <a:path w="5714" h="133350">
                  <a:moveTo>
                    <a:pt x="5334" y="58458"/>
                  </a:moveTo>
                  <a:lnTo>
                    <a:pt x="5334" y="58077"/>
                  </a:lnTo>
                </a:path>
                <a:path w="5714" h="133350">
                  <a:moveTo>
                    <a:pt x="5334" y="58839"/>
                  </a:moveTo>
                  <a:lnTo>
                    <a:pt x="5334" y="58458"/>
                  </a:lnTo>
                </a:path>
                <a:path w="5714" h="133350">
                  <a:moveTo>
                    <a:pt x="5334" y="59220"/>
                  </a:moveTo>
                  <a:lnTo>
                    <a:pt x="5334" y="58839"/>
                  </a:lnTo>
                </a:path>
                <a:path w="5714" h="133350">
                  <a:moveTo>
                    <a:pt x="5334" y="59601"/>
                  </a:moveTo>
                  <a:lnTo>
                    <a:pt x="5334" y="59220"/>
                  </a:lnTo>
                </a:path>
                <a:path w="5714" h="133350">
                  <a:moveTo>
                    <a:pt x="5334" y="59969"/>
                  </a:moveTo>
                  <a:lnTo>
                    <a:pt x="5334" y="59601"/>
                  </a:lnTo>
                </a:path>
                <a:path w="5714" h="133350">
                  <a:moveTo>
                    <a:pt x="5334" y="60350"/>
                  </a:moveTo>
                  <a:lnTo>
                    <a:pt x="5334" y="59969"/>
                  </a:lnTo>
                </a:path>
                <a:path w="5714" h="133350">
                  <a:moveTo>
                    <a:pt x="5334" y="60731"/>
                  </a:moveTo>
                  <a:lnTo>
                    <a:pt x="5334" y="60350"/>
                  </a:lnTo>
                </a:path>
                <a:path w="5714" h="133350">
                  <a:moveTo>
                    <a:pt x="5334" y="61112"/>
                  </a:moveTo>
                  <a:lnTo>
                    <a:pt x="5334" y="60731"/>
                  </a:lnTo>
                </a:path>
                <a:path w="5714" h="133350">
                  <a:moveTo>
                    <a:pt x="5334" y="61493"/>
                  </a:moveTo>
                  <a:lnTo>
                    <a:pt x="5334" y="61112"/>
                  </a:lnTo>
                </a:path>
                <a:path w="5714" h="133350">
                  <a:moveTo>
                    <a:pt x="5334" y="61874"/>
                  </a:moveTo>
                  <a:lnTo>
                    <a:pt x="5334" y="61493"/>
                  </a:lnTo>
                </a:path>
                <a:path w="5714" h="133350">
                  <a:moveTo>
                    <a:pt x="5334" y="62255"/>
                  </a:moveTo>
                  <a:lnTo>
                    <a:pt x="5334" y="61874"/>
                  </a:lnTo>
                </a:path>
                <a:path w="5714" h="133350">
                  <a:moveTo>
                    <a:pt x="5334" y="62636"/>
                  </a:moveTo>
                  <a:lnTo>
                    <a:pt x="5334" y="62255"/>
                  </a:lnTo>
                </a:path>
                <a:path w="5714" h="133350">
                  <a:moveTo>
                    <a:pt x="5334" y="63017"/>
                  </a:moveTo>
                  <a:lnTo>
                    <a:pt x="5334" y="62636"/>
                  </a:lnTo>
                </a:path>
                <a:path w="5714" h="133350">
                  <a:moveTo>
                    <a:pt x="5334" y="63398"/>
                  </a:moveTo>
                  <a:lnTo>
                    <a:pt x="5334" y="63017"/>
                  </a:lnTo>
                </a:path>
                <a:path w="5714" h="133350">
                  <a:moveTo>
                    <a:pt x="5334" y="63779"/>
                  </a:moveTo>
                  <a:lnTo>
                    <a:pt x="5334" y="63398"/>
                  </a:lnTo>
                </a:path>
                <a:path w="5714" h="133350">
                  <a:moveTo>
                    <a:pt x="5334" y="64160"/>
                  </a:moveTo>
                  <a:lnTo>
                    <a:pt x="5334" y="63779"/>
                  </a:lnTo>
                </a:path>
                <a:path w="5714" h="133350">
                  <a:moveTo>
                    <a:pt x="5334" y="64528"/>
                  </a:moveTo>
                  <a:lnTo>
                    <a:pt x="5334" y="64160"/>
                  </a:lnTo>
                </a:path>
                <a:path w="5714" h="133350">
                  <a:moveTo>
                    <a:pt x="5334" y="64909"/>
                  </a:moveTo>
                  <a:lnTo>
                    <a:pt x="5334" y="64528"/>
                  </a:lnTo>
                </a:path>
                <a:path w="5714" h="133350">
                  <a:moveTo>
                    <a:pt x="5334" y="65290"/>
                  </a:moveTo>
                  <a:lnTo>
                    <a:pt x="5334" y="64909"/>
                  </a:lnTo>
                </a:path>
                <a:path w="5714" h="133350">
                  <a:moveTo>
                    <a:pt x="5334" y="65671"/>
                  </a:moveTo>
                  <a:lnTo>
                    <a:pt x="5334" y="65290"/>
                  </a:lnTo>
                </a:path>
                <a:path w="5714" h="133350">
                  <a:moveTo>
                    <a:pt x="5334" y="66052"/>
                  </a:moveTo>
                  <a:lnTo>
                    <a:pt x="5334" y="65671"/>
                  </a:lnTo>
                </a:path>
                <a:path w="5714" h="133350">
                  <a:moveTo>
                    <a:pt x="5334" y="66433"/>
                  </a:moveTo>
                  <a:lnTo>
                    <a:pt x="5334" y="66052"/>
                  </a:lnTo>
                </a:path>
                <a:path w="5714" h="133350">
                  <a:moveTo>
                    <a:pt x="5334" y="66814"/>
                  </a:moveTo>
                  <a:lnTo>
                    <a:pt x="5334" y="66433"/>
                  </a:lnTo>
                </a:path>
                <a:path w="5714" h="133350">
                  <a:moveTo>
                    <a:pt x="5334" y="67195"/>
                  </a:moveTo>
                  <a:lnTo>
                    <a:pt x="5334" y="66814"/>
                  </a:lnTo>
                </a:path>
                <a:path w="5714" h="133350">
                  <a:moveTo>
                    <a:pt x="5334" y="67576"/>
                  </a:moveTo>
                  <a:lnTo>
                    <a:pt x="5334" y="67195"/>
                  </a:lnTo>
                </a:path>
                <a:path w="5714" h="133350">
                  <a:moveTo>
                    <a:pt x="5334" y="67957"/>
                  </a:moveTo>
                  <a:lnTo>
                    <a:pt x="5334" y="67576"/>
                  </a:lnTo>
                </a:path>
                <a:path w="5714" h="133350">
                  <a:moveTo>
                    <a:pt x="5334" y="68338"/>
                  </a:moveTo>
                  <a:lnTo>
                    <a:pt x="5334" y="67957"/>
                  </a:lnTo>
                </a:path>
                <a:path w="5714" h="133350">
                  <a:moveTo>
                    <a:pt x="5334" y="68719"/>
                  </a:moveTo>
                  <a:lnTo>
                    <a:pt x="5334" y="68338"/>
                  </a:lnTo>
                </a:path>
                <a:path w="5714" h="133350">
                  <a:moveTo>
                    <a:pt x="5334" y="69087"/>
                  </a:moveTo>
                  <a:lnTo>
                    <a:pt x="5334" y="68719"/>
                  </a:lnTo>
                </a:path>
                <a:path w="5714" h="133350">
                  <a:moveTo>
                    <a:pt x="5334" y="69468"/>
                  </a:moveTo>
                  <a:lnTo>
                    <a:pt x="5334" y="69087"/>
                  </a:lnTo>
                </a:path>
                <a:path w="5714" h="133350">
                  <a:moveTo>
                    <a:pt x="5334" y="69850"/>
                  </a:moveTo>
                  <a:lnTo>
                    <a:pt x="5334" y="69468"/>
                  </a:lnTo>
                </a:path>
                <a:path w="5714" h="133350">
                  <a:moveTo>
                    <a:pt x="5334" y="70230"/>
                  </a:moveTo>
                  <a:lnTo>
                    <a:pt x="5334" y="69850"/>
                  </a:lnTo>
                </a:path>
                <a:path w="5714" h="133350">
                  <a:moveTo>
                    <a:pt x="5334" y="70599"/>
                  </a:moveTo>
                  <a:lnTo>
                    <a:pt x="5334" y="70230"/>
                  </a:lnTo>
                </a:path>
                <a:path w="5714" h="133350">
                  <a:moveTo>
                    <a:pt x="5714" y="70980"/>
                  </a:moveTo>
                  <a:lnTo>
                    <a:pt x="5714" y="70599"/>
                  </a:lnTo>
                </a:path>
                <a:path w="5714" h="133350">
                  <a:moveTo>
                    <a:pt x="5714" y="71361"/>
                  </a:moveTo>
                  <a:lnTo>
                    <a:pt x="5714" y="70980"/>
                  </a:lnTo>
                </a:path>
                <a:path w="5714" h="133350">
                  <a:moveTo>
                    <a:pt x="5714" y="71742"/>
                  </a:moveTo>
                  <a:lnTo>
                    <a:pt x="5714" y="71361"/>
                  </a:lnTo>
                </a:path>
                <a:path w="5714" h="133350">
                  <a:moveTo>
                    <a:pt x="5714" y="72123"/>
                  </a:moveTo>
                  <a:lnTo>
                    <a:pt x="5714" y="71742"/>
                  </a:lnTo>
                </a:path>
                <a:path w="5714" h="133350">
                  <a:moveTo>
                    <a:pt x="5714" y="72504"/>
                  </a:moveTo>
                  <a:lnTo>
                    <a:pt x="5714" y="72123"/>
                  </a:lnTo>
                </a:path>
                <a:path w="5714" h="133350">
                  <a:moveTo>
                    <a:pt x="5714" y="72885"/>
                  </a:moveTo>
                  <a:lnTo>
                    <a:pt x="5714" y="72504"/>
                  </a:lnTo>
                </a:path>
                <a:path w="5714" h="133350">
                  <a:moveTo>
                    <a:pt x="5714" y="73266"/>
                  </a:moveTo>
                  <a:lnTo>
                    <a:pt x="5714" y="72885"/>
                  </a:lnTo>
                </a:path>
                <a:path w="5714" h="133350">
                  <a:moveTo>
                    <a:pt x="5714" y="73647"/>
                  </a:moveTo>
                  <a:lnTo>
                    <a:pt x="5714" y="73266"/>
                  </a:lnTo>
                </a:path>
                <a:path w="5714" h="133350">
                  <a:moveTo>
                    <a:pt x="5714" y="74028"/>
                  </a:moveTo>
                  <a:lnTo>
                    <a:pt x="5714" y="73647"/>
                  </a:lnTo>
                </a:path>
                <a:path w="5714" h="133350">
                  <a:moveTo>
                    <a:pt x="5714" y="74409"/>
                  </a:moveTo>
                  <a:lnTo>
                    <a:pt x="5714" y="74028"/>
                  </a:lnTo>
                </a:path>
                <a:path w="5714" h="133350">
                  <a:moveTo>
                    <a:pt x="5714" y="74790"/>
                  </a:moveTo>
                  <a:lnTo>
                    <a:pt x="5714" y="74409"/>
                  </a:lnTo>
                </a:path>
                <a:path w="5714" h="133350">
                  <a:moveTo>
                    <a:pt x="5714" y="75158"/>
                  </a:moveTo>
                  <a:lnTo>
                    <a:pt x="5714" y="74790"/>
                  </a:lnTo>
                </a:path>
                <a:path w="5714" h="133350">
                  <a:moveTo>
                    <a:pt x="5714" y="75539"/>
                  </a:moveTo>
                  <a:lnTo>
                    <a:pt x="5714" y="75158"/>
                  </a:lnTo>
                </a:path>
                <a:path w="5714" h="133350">
                  <a:moveTo>
                    <a:pt x="5714" y="75920"/>
                  </a:moveTo>
                  <a:lnTo>
                    <a:pt x="5714" y="75539"/>
                  </a:lnTo>
                </a:path>
                <a:path w="5714" h="133350">
                  <a:moveTo>
                    <a:pt x="5714" y="76301"/>
                  </a:moveTo>
                  <a:lnTo>
                    <a:pt x="5714" y="75920"/>
                  </a:lnTo>
                </a:path>
                <a:path w="5714" h="133350">
                  <a:moveTo>
                    <a:pt x="5714" y="76682"/>
                  </a:moveTo>
                  <a:lnTo>
                    <a:pt x="5714" y="76301"/>
                  </a:lnTo>
                </a:path>
                <a:path w="5714" h="133350">
                  <a:moveTo>
                    <a:pt x="5714" y="77063"/>
                  </a:moveTo>
                  <a:lnTo>
                    <a:pt x="5714" y="76682"/>
                  </a:lnTo>
                </a:path>
                <a:path w="5714" h="133350">
                  <a:moveTo>
                    <a:pt x="5714" y="77444"/>
                  </a:moveTo>
                  <a:lnTo>
                    <a:pt x="5714" y="77063"/>
                  </a:lnTo>
                </a:path>
                <a:path w="5714" h="133350">
                  <a:moveTo>
                    <a:pt x="5714" y="77825"/>
                  </a:moveTo>
                  <a:lnTo>
                    <a:pt x="5714" y="77444"/>
                  </a:lnTo>
                </a:path>
                <a:path w="5714" h="133350">
                  <a:moveTo>
                    <a:pt x="5714" y="78206"/>
                  </a:moveTo>
                  <a:lnTo>
                    <a:pt x="5714" y="77825"/>
                  </a:lnTo>
                </a:path>
                <a:path w="5714" h="133350">
                  <a:moveTo>
                    <a:pt x="5714" y="78587"/>
                  </a:moveTo>
                  <a:lnTo>
                    <a:pt x="5714" y="78206"/>
                  </a:lnTo>
                </a:path>
                <a:path w="5714" h="133350">
                  <a:moveTo>
                    <a:pt x="5714" y="78968"/>
                  </a:moveTo>
                  <a:lnTo>
                    <a:pt x="5714" y="78587"/>
                  </a:lnTo>
                </a:path>
                <a:path w="5714" h="133350">
                  <a:moveTo>
                    <a:pt x="5714" y="79349"/>
                  </a:moveTo>
                  <a:lnTo>
                    <a:pt x="5714" y="78968"/>
                  </a:lnTo>
                </a:path>
                <a:path w="5714" h="133350">
                  <a:moveTo>
                    <a:pt x="5714" y="79717"/>
                  </a:moveTo>
                  <a:lnTo>
                    <a:pt x="5714" y="79349"/>
                  </a:lnTo>
                </a:path>
                <a:path w="5714" h="133350">
                  <a:moveTo>
                    <a:pt x="5714" y="80098"/>
                  </a:moveTo>
                  <a:lnTo>
                    <a:pt x="5714" y="79717"/>
                  </a:lnTo>
                </a:path>
                <a:path w="5714" h="133350">
                  <a:moveTo>
                    <a:pt x="5714" y="80479"/>
                  </a:moveTo>
                  <a:lnTo>
                    <a:pt x="5714" y="80098"/>
                  </a:lnTo>
                </a:path>
                <a:path w="5714" h="133350">
                  <a:moveTo>
                    <a:pt x="5714" y="80860"/>
                  </a:moveTo>
                  <a:lnTo>
                    <a:pt x="5714" y="80479"/>
                  </a:lnTo>
                </a:path>
                <a:path w="5714" h="133350">
                  <a:moveTo>
                    <a:pt x="5714" y="81229"/>
                  </a:moveTo>
                  <a:lnTo>
                    <a:pt x="5714" y="80860"/>
                  </a:lnTo>
                </a:path>
                <a:path w="5714" h="133350">
                  <a:moveTo>
                    <a:pt x="5714" y="81610"/>
                  </a:moveTo>
                  <a:lnTo>
                    <a:pt x="5714" y="81229"/>
                  </a:lnTo>
                </a:path>
                <a:path w="5714" h="133350">
                  <a:moveTo>
                    <a:pt x="5714" y="81991"/>
                  </a:moveTo>
                  <a:lnTo>
                    <a:pt x="5714" y="81610"/>
                  </a:lnTo>
                </a:path>
                <a:path w="5714" h="133350">
                  <a:moveTo>
                    <a:pt x="5714" y="82372"/>
                  </a:moveTo>
                  <a:lnTo>
                    <a:pt x="5714" y="81991"/>
                  </a:lnTo>
                </a:path>
                <a:path w="5714" h="133350">
                  <a:moveTo>
                    <a:pt x="5714" y="82753"/>
                  </a:moveTo>
                  <a:lnTo>
                    <a:pt x="5714" y="82372"/>
                  </a:lnTo>
                </a:path>
                <a:path w="5714" h="133350">
                  <a:moveTo>
                    <a:pt x="5714" y="83134"/>
                  </a:moveTo>
                  <a:lnTo>
                    <a:pt x="5714" y="82753"/>
                  </a:lnTo>
                </a:path>
                <a:path w="5714" h="133350">
                  <a:moveTo>
                    <a:pt x="5714" y="83515"/>
                  </a:moveTo>
                  <a:lnTo>
                    <a:pt x="5714" y="83134"/>
                  </a:lnTo>
                </a:path>
                <a:path w="5714" h="133350">
                  <a:moveTo>
                    <a:pt x="5714" y="83896"/>
                  </a:moveTo>
                  <a:lnTo>
                    <a:pt x="5714" y="83515"/>
                  </a:lnTo>
                </a:path>
                <a:path w="5714" h="133350">
                  <a:moveTo>
                    <a:pt x="5334" y="84277"/>
                  </a:moveTo>
                  <a:lnTo>
                    <a:pt x="5334" y="83896"/>
                  </a:lnTo>
                </a:path>
                <a:path w="5714" h="133350">
                  <a:moveTo>
                    <a:pt x="5334" y="84658"/>
                  </a:moveTo>
                  <a:lnTo>
                    <a:pt x="5334" y="84277"/>
                  </a:lnTo>
                </a:path>
                <a:path w="5714" h="133350">
                  <a:moveTo>
                    <a:pt x="5334" y="85039"/>
                  </a:moveTo>
                  <a:lnTo>
                    <a:pt x="5334" y="84658"/>
                  </a:lnTo>
                </a:path>
                <a:path w="5714" h="133350">
                  <a:moveTo>
                    <a:pt x="5334" y="85420"/>
                  </a:moveTo>
                  <a:lnTo>
                    <a:pt x="5334" y="85039"/>
                  </a:lnTo>
                </a:path>
                <a:path w="5714" h="133350">
                  <a:moveTo>
                    <a:pt x="5334" y="85788"/>
                  </a:moveTo>
                  <a:lnTo>
                    <a:pt x="5334" y="85420"/>
                  </a:lnTo>
                </a:path>
                <a:path w="5714" h="133350">
                  <a:moveTo>
                    <a:pt x="5334" y="86169"/>
                  </a:moveTo>
                  <a:lnTo>
                    <a:pt x="5334" y="85788"/>
                  </a:lnTo>
                </a:path>
                <a:path w="5714" h="133350">
                  <a:moveTo>
                    <a:pt x="5334" y="86550"/>
                  </a:moveTo>
                  <a:lnTo>
                    <a:pt x="5334" y="86169"/>
                  </a:lnTo>
                </a:path>
                <a:path w="5714" h="133350">
                  <a:moveTo>
                    <a:pt x="5334" y="86931"/>
                  </a:moveTo>
                  <a:lnTo>
                    <a:pt x="5334" y="86550"/>
                  </a:lnTo>
                </a:path>
                <a:path w="5714" h="133350">
                  <a:moveTo>
                    <a:pt x="5334" y="87312"/>
                  </a:moveTo>
                  <a:lnTo>
                    <a:pt x="5334" y="86931"/>
                  </a:lnTo>
                </a:path>
                <a:path w="5714" h="133350">
                  <a:moveTo>
                    <a:pt x="5334" y="87693"/>
                  </a:moveTo>
                  <a:lnTo>
                    <a:pt x="5334" y="87312"/>
                  </a:lnTo>
                </a:path>
                <a:path w="5714" h="133350">
                  <a:moveTo>
                    <a:pt x="5334" y="88074"/>
                  </a:moveTo>
                  <a:lnTo>
                    <a:pt x="5334" y="87693"/>
                  </a:lnTo>
                </a:path>
                <a:path w="5714" h="133350">
                  <a:moveTo>
                    <a:pt x="5334" y="88455"/>
                  </a:moveTo>
                  <a:lnTo>
                    <a:pt x="5334" y="88074"/>
                  </a:lnTo>
                </a:path>
                <a:path w="5714" h="133350">
                  <a:moveTo>
                    <a:pt x="5334" y="88836"/>
                  </a:moveTo>
                  <a:lnTo>
                    <a:pt x="5334" y="88455"/>
                  </a:lnTo>
                </a:path>
                <a:path w="5714" h="133350">
                  <a:moveTo>
                    <a:pt x="5334" y="89217"/>
                  </a:moveTo>
                  <a:lnTo>
                    <a:pt x="5334" y="88836"/>
                  </a:lnTo>
                </a:path>
                <a:path w="5714" h="133350">
                  <a:moveTo>
                    <a:pt x="5334" y="89598"/>
                  </a:moveTo>
                  <a:lnTo>
                    <a:pt x="5334" y="89217"/>
                  </a:lnTo>
                </a:path>
                <a:path w="5714" h="133350">
                  <a:moveTo>
                    <a:pt x="5334" y="89966"/>
                  </a:moveTo>
                  <a:lnTo>
                    <a:pt x="5334" y="89598"/>
                  </a:lnTo>
                </a:path>
                <a:path w="5714" h="133350">
                  <a:moveTo>
                    <a:pt x="5334" y="90347"/>
                  </a:moveTo>
                  <a:lnTo>
                    <a:pt x="5334" y="89966"/>
                  </a:lnTo>
                </a:path>
                <a:path w="5714" h="133350">
                  <a:moveTo>
                    <a:pt x="5334" y="90728"/>
                  </a:moveTo>
                  <a:lnTo>
                    <a:pt x="5334" y="90347"/>
                  </a:lnTo>
                </a:path>
                <a:path w="5714" h="133350">
                  <a:moveTo>
                    <a:pt x="5334" y="91109"/>
                  </a:moveTo>
                  <a:lnTo>
                    <a:pt x="5334" y="90728"/>
                  </a:lnTo>
                </a:path>
                <a:path w="5714" h="133350">
                  <a:moveTo>
                    <a:pt x="5334" y="91490"/>
                  </a:moveTo>
                  <a:lnTo>
                    <a:pt x="5334" y="91109"/>
                  </a:lnTo>
                </a:path>
                <a:path w="5714" h="133350">
                  <a:moveTo>
                    <a:pt x="5334" y="91859"/>
                  </a:moveTo>
                  <a:lnTo>
                    <a:pt x="5334" y="91490"/>
                  </a:lnTo>
                </a:path>
                <a:path w="5714" h="133350">
                  <a:moveTo>
                    <a:pt x="5334" y="92240"/>
                  </a:moveTo>
                  <a:lnTo>
                    <a:pt x="5334" y="91859"/>
                  </a:lnTo>
                </a:path>
                <a:path w="5714" h="133350">
                  <a:moveTo>
                    <a:pt x="5334" y="92621"/>
                  </a:moveTo>
                  <a:lnTo>
                    <a:pt x="5334" y="92240"/>
                  </a:lnTo>
                </a:path>
                <a:path w="5714" h="133350">
                  <a:moveTo>
                    <a:pt x="5334" y="93002"/>
                  </a:moveTo>
                  <a:lnTo>
                    <a:pt x="5334" y="92621"/>
                  </a:lnTo>
                </a:path>
                <a:path w="5714" h="133350">
                  <a:moveTo>
                    <a:pt x="5334" y="93383"/>
                  </a:moveTo>
                  <a:lnTo>
                    <a:pt x="5334" y="93002"/>
                  </a:lnTo>
                </a:path>
                <a:path w="5714" h="133350">
                  <a:moveTo>
                    <a:pt x="5334" y="93764"/>
                  </a:moveTo>
                  <a:lnTo>
                    <a:pt x="5334" y="93383"/>
                  </a:lnTo>
                </a:path>
                <a:path w="5714" h="133350">
                  <a:moveTo>
                    <a:pt x="5334" y="94145"/>
                  </a:moveTo>
                  <a:lnTo>
                    <a:pt x="5334" y="93764"/>
                  </a:lnTo>
                </a:path>
                <a:path w="5714" h="133350">
                  <a:moveTo>
                    <a:pt x="5334" y="94526"/>
                  </a:moveTo>
                  <a:lnTo>
                    <a:pt x="5334" y="94145"/>
                  </a:lnTo>
                </a:path>
                <a:path w="5714" h="133350">
                  <a:moveTo>
                    <a:pt x="5334" y="94907"/>
                  </a:moveTo>
                  <a:lnTo>
                    <a:pt x="5334" y="94526"/>
                  </a:lnTo>
                </a:path>
                <a:path w="5714" h="133350">
                  <a:moveTo>
                    <a:pt x="5334" y="95288"/>
                  </a:moveTo>
                  <a:lnTo>
                    <a:pt x="5334" y="94907"/>
                  </a:lnTo>
                </a:path>
                <a:path w="5714" h="133350">
                  <a:moveTo>
                    <a:pt x="5334" y="95669"/>
                  </a:moveTo>
                  <a:lnTo>
                    <a:pt x="5334" y="95288"/>
                  </a:lnTo>
                </a:path>
                <a:path w="5714" h="133350">
                  <a:moveTo>
                    <a:pt x="5334" y="96050"/>
                  </a:moveTo>
                  <a:lnTo>
                    <a:pt x="5334" y="95669"/>
                  </a:lnTo>
                </a:path>
                <a:path w="5714" h="133350">
                  <a:moveTo>
                    <a:pt x="5334" y="96418"/>
                  </a:moveTo>
                  <a:lnTo>
                    <a:pt x="5334" y="96050"/>
                  </a:lnTo>
                </a:path>
                <a:path w="5714" h="133350">
                  <a:moveTo>
                    <a:pt x="5334" y="96799"/>
                  </a:moveTo>
                  <a:lnTo>
                    <a:pt x="5334" y="96418"/>
                  </a:lnTo>
                </a:path>
                <a:path w="5714" h="133350">
                  <a:moveTo>
                    <a:pt x="5334" y="97180"/>
                  </a:moveTo>
                  <a:lnTo>
                    <a:pt x="5334" y="96799"/>
                  </a:lnTo>
                </a:path>
                <a:path w="5714" h="133350">
                  <a:moveTo>
                    <a:pt x="5334" y="97561"/>
                  </a:moveTo>
                  <a:lnTo>
                    <a:pt x="5334" y="97180"/>
                  </a:lnTo>
                </a:path>
                <a:path w="5714" h="133350">
                  <a:moveTo>
                    <a:pt x="4952" y="97942"/>
                  </a:moveTo>
                  <a:lnTo>
                    <a:pt x="4952" y="97561"/>
                  </a:lnTo>
                </a:path>
                <a:path w="5714" h="133350">
                  <a:moveTo>
                    <a:pt x="4952" y="98323"/>
                  </a:moveTo>
                  <a:lnTo>
                    <a:pt x="4952" y="97942"/>
                  </a:lnTo>
                </a:path>
                <a:path w="5714" h="133350">
                  <a:moveTo>
                    <a:pt x="4952" y="98704"/>
                  </a:moveTo>
                  <a:lnTo>
                    <a:pt x="4952" y="98323"/>
                  </a:lnTo>
                </a:path>
                <a:path w="5714" h="133350">
                  <a:moveTo>
                    <a:pt x="4952" y="99085"/>
                  </a:moveTo>
                  <a:lnTo>
                    <a:pt x="4952" y="98704"/>
                  </a:lnTo>
                </a:path>
                <a:path w="5714" h="133350">
                  <a:moveTo>
                    <a:pt x="4952" y="99466"/>
                  </a:moveTo>
                  <a:lnTo>
                    <a:pt x="4952" y="99085"/>
                  </a:lnTo>
                </a:path>
                <a:path w="5714" h="133350">
                  <a:moveTo>
                    <a:pt x="4952" y="99847"/>
                  </a:moveTo>
                  <a:lnTo>
                    <a:pt x="4952" y="99466"/>
                  </a:lnTo>
                </a:path>
                <a:path w="5714" h="133350">
                  <a:moveTo>
                    <a:pt x="4952" y="100228"/>
                  </a:moveTo>
                  <a:lnTo>
                    <a:pt x="4952" y="99847"/>
                  </a:lnTo>
                </a:path>
                <a:path w="5714" h="133350">
                  <a:moveTo>
                    <a:pt x="4952" y="100609"/>
                  </a:moveTo>
                  <a:lnTo>
                    <a:pt x="4952" y="100228"/>
                  </a:lnTo>
                </a:path>
                <a:path w="5714" h="133350">
                  <a:moveTo>
                    <a:pt x="4952" y="100977"/>
                  </a:moveTo>
                  <a:lnTo>
                    <a:pt x="4952" y="100609"/>
                  </a:lnTo>
                </a:path>
                <a:path w="5714" h="133350">
                  <a:moveTo>
                    <a:pt x="4952" y="101358"/>
                  </a:moveTo>
                  <a:lnTo>
                    <a:pt x="4952" y="100977"/>
                  </a:lnTo>
                </a:path>
                <a:path w="5714" h="133350">
                  <a:moveTo>
                    <a:pt x="4952" y="101739"/>
                  </a:moveTo>
                  <a:lnTo>
                    <a:pt x="4952" y="101358"/>
                  </a:lnTo>
                </a:path>
                <a:path w="5714" h="133350">
                  <a:moveTo>
                    <a:pt x="4952" y="102120"/>
                  </a:moveTo>
                  <a:lnTo>
                    <a:pt x="4952" y="101739"/>
                  </a:lnTo>
                </a:path>
                <a:path w="5714" h="133350">
                  <a:moveTo>
                    <a:pt x="4952" y="102488"/>
                  </a:moveTo>
                  <a:lnTo>
                    <a:pt x="4952" y="102120"/>
                  </a:lnTo>
                </a:path>
                <a:path w="5714" h="133350">
                  <a:moveTo>
                    <a:pt x="4952" y="102869"/>
                  </a:moveTo>
                  <a:lnTo>
                    <a:pt x="4952" y="102488"/>
                  </a:lnTo>
                </a:path>
                <a:path w="5714" h="133350">
                  <a:moveTo>
                    <a:pt x="4952" y="103250"/>
                  </a:moveTo>
                  <a:lnTo>
                    <a:pt x="4952" y="102869"/>
                  </a:lnTo>
                </a:path>
                <a:path w="5714" h="133350">
                  <a:moveTo>
                    <a:pt x="4952" y="103631"/>
                  </a:moveTo>
                  <a:lnTo>
                    <a:pt x="4952" y="103250"/>
                  </a:lnTo>
                </a:path>
                <a:path w="5714" h="133350">
                  <a:moveTo>
                    <a:pt x="4952" y="104012"/>
                  </a:moveTo>
                  <a:lnTo>
                    <a:pt x="4952" y="103631"/>
                  </a:lnTo>
                </a:path>
                <a:path w="5714" h="133350">
                  <a:moveTo>
                    <a:pt x="4952" y="104393"/>
                  </a:moveTo>
                  <a:lnTo>
                    <a:pt x="4952" y="104012"/>
                  </a:lnTo>
                </a:path>
                <a:path w="5714" h="133350">
                  <a:moveTo>
                    <a:pt x="4952" y="104775"/>
                  </a:moveTo>
                  <a:lnTo>
                    <a:pt x="4952" y="104393"/>
                  </a:lnTo>
                </a:path>
                <a:path w="5714" h="133350">
                  <a:moveTo>
                    <a:pt x="4952" y="105155"/>
                  </a:moveTo>
                  <a:lnTo>
                    <a:pt x="4952" y="104775"/>
                  </a:lnTo>
                </a:path>
                <a:path w="5714" h="133350">
                  <a:moveTo>
                    <a:pt x="4952" y="105537"/>
                  </a:moveTo>
                  <a:lnTo>
                    <a:pt x="4952" y="105155"/>
                  </a:lnTo>
                </a:path>
                <a:path w="5714" h="133350">
                  <a:moveTo>
                    <a:pt x="4952" y="105917"/>
                  </a:moveTo>
                  <a:lnTo>
                    <a:pt x="4952" y="105537"/>
                  </a:lnTo>
                </a:path>
                <a:path w="5714" h="133350">
                  <a:moveTo>
                    <a:pt x="4952" y="106299"/>
                  </a:moveTo>
                  <a:lnTo>
                    <a:pt x="4952" y="105917"/>
                  </a:lnTo>
                </a:path>
                <a:path w="5714" h="133350">
                  <a:moveTo>
                    <a:pt x="4952" y="106679"/>
                  </a:moveTo>
                  <a:lnTo>
                    <a:pt x="4952" y="106299"/>
                  </a:lnTo>
                </a:path>
                <a:path w="5714" h="133350">
                  <a:moveTo>
                    <a:pt x="4952" y="107048"/>
                  </a:moveTo>
                  <a:lnTo>
                    <a:pt x="4952" y="106679"/>
                  </a:lnTo>
                </a:path>
                <a:path w="5714" h="133350">
                  <a:moveTo>
                    <a:pt x="4952" y="107429"/>
                  </a:moveTo>
                  <a:lnTo>
                    <a:pt x="4952" y="107048"/>
                  </a:lnTo>
                </a:path>
                <a:path w="5714" h="133350">
                  <a:moveTo>
                    <a:pt x="4952" y="107810"/>
                  </a:moveTo>
                  <a:lnTo>
                    <a:pt x="4952" y="107429"/>
                  </a:lnTo>
                </a:path>
                <a:path w="5714" h="133350">
                  <a:moveTo>
                    <a:pt x="4952" y="108191"/>
                  </a:moveTo>
                  <a:lnTo>
                    <a:pt x="4952" y="107810"/>
                  </a:lnTo>
                </a:path>
                <a:path w="5714" h="133350">
                  <a:moveTo>
                    <a:pt x="4952" y="108572"/>
                  </a:moveTo>
                  <a:lnTo>
                    <a:pt x="4952" y="108191"/>
                  </a:lnTo>
                </a:path>
                <a:path w="5714" h="133350">
                  <a:moveTo>
                    <a:pt x="4952" y="108953"/>
                  </a:moveTo>
                  <a:lnTo>
                    <a:pt x="4952" y="108572"/>
                  </a:lnTo>
                </a:path>
                <a:path w="5714" h="133350">
                  <a:moveTo>
                    <a:pt x="4572" y="109334"/>
                  </a:moveTo>
                  <a:lnTo>
                    <a:pt x="4572" y="108953"/>
                  </a:lnTo>
                </a:path>
                <a:path w="5714" h="133350">
                  <a:moveTo>
                    <a:pt x="4572" y="109715"/>
                  </a:moveTo>
                  <a:lnTo>
                    <a:pt x="4572" y="109334"/>
                  </a:lnTo>
                </a:path>
                <a:path w="5714" h="133350">
                  <a:moveTo>
                    <a:pt x="4572" y="110096"/>
                  </a:moveTo>
                  <a:lnTo>
                    <a:pt x="4572" y="109715"/>
                  </a:lnTo>
                </a:path>
                <a:path w="5714" h="133350">
                  <a:moveTo>
                    <a:pt x="4572" y="110477"/>
                  </a:moveTo>
                  <a:lnTo>
                    <a:pt x="4572" y="110096"/>
                  </a:lnTo>
                </a:path>
                <a:path w="5714" h="133350">
                  <a:moveTo>
                    <a:pt x="4572" y="110858"/>
                  </a:moveTo>
                  <a:lnTo>
                    <a:pt x="4572" y="110477"/>
                  </a:lnTo>
                </a:path>
                <a:path w="5714" h="133350">
                  <a:moveTo>
                    <a:pt x="4572" y="111239"/>
                  </a:moveTo>
                  <a:lnTo>
                    <a:pt x="4572" y="110858"/>
                  </a:lnTo>
                </a:path>
                <a:path w="5714" h="133350">
                  <a:moveTo>
                    <a:pt x="4572" y="111607"/>
                  </a:moveTo>
                  <a:lnTo>
                    <a:pt x="4572" y="111239"/>
                  </a:lnTo>
                </a:path>
                <a:path w="5714" h="133350">
                  <a:moveTo>
                    <a:pt x="4572" y="111988"/>
                  </a:moveTo>
                  <a:lnTo>
                    <a:pt x="4572" y="111607"/>
                  </a:lnTo>
                </a:path>
                <a:path w="5714" h="133350">
                  <a:moveTo>
                    <a:pt x="4572" y="112369"/>
                  </a:moveTo>
                  <a:lnTo>
                    <a:pt x="4572" y="111988"/>
                  </a:lnTo>
                </a:path>
                <a:path w="5714" h="133350">
                  <a:moveTo>
                    <a:pt x="4572" y="112750"/>
                  </a:moveTo>
                  <a:lnTo>
                    <a:pt x="4572" y="112369"/>
                  </a:lnTo>
                </a:path>
                <a:path w="5714" h="133350">
                  <a:moveTo>
                    <a:pt x="4572" y="113118"/>
                  </a:moveTo>
                  <a:lnTo>
                    <a:pt x="4572" y="112750"/>
                  </a:lnTo>
                </a:path>
                <a:path w="5714" h="133350">
                  <a:moveTo>
                    <a:pt x="4572" y="113499"/>
                  </a:moveTo>
                  <a:lnTo>
                    <a:pt x="4572" y="113118"/>
                  </a:lnTo>
                </a:path>
                <a:path w="5714" h="133350">
                  <a:moveTo>
                    <a:pt x="4572" y="113880"/>
                  </a:moveTo>
                  <a:lnTo>
                    <a:pt x="4572" y="113499"/>
                  </a:lnTo>
                </a:path>
                <a:path w="5714" h="133350">
                  <a:moveTo>
                    <a:pt x="4572" y="114261"/>
                  </a:moveTo>
                  <a:lnTo>
                    <a:pt x="4572" y="113880"/>
                  </a:lnTo>
                </a:path>
                <a:path w="5714" h="133350">
                  <a:moveTo>
                    <a:pt x="4572" y="114642"/>
                  </a:moveTo>
                  <a:lnTo>
                    <a:pt x="4572" y="114261"/>
                  </a:lnTo>
                </a:path>
                <a:path w="5714" h="133350">
                  <a:moveTo>
                    <a:pt x="4572" y="115023"/>
                  </a:moveTo>
                  <a:lnTo>
                    <a:pt x="4572" y="114642"/>
                  </a:lnTo>
                </a:path>
                <a:path w="5714" h="133350">
                  <a:moveTo>
                    <a:pt x="4572" y="115404"/>
                  </a:moveTo>
                  <a:lnTo>
                    <a:pt x="4572" y="115023"/>
                  </a:lnTo>
                </a:path>
                <a:path w="5714" h="133350">
                  <a:moveTo>
                    <a:pt x="4572" y="115785"/>
                  </a:moveTo>
                  <a:lnTo>
                    <a:pt x="4572" y="115404"/>
                  </a:lnTo>
                </a:path>
                <a:path w="5714" h="133350">
                  <a:moveTo>
                    <a:pt x="4572" y="116166"/>
                  </a:moveTo>
                  <a:lnTo>
                    <a:pt x="4572" y="115785"/>
                  </a:lnTo>
                </a:path>
                <a:path w="5714" h="133350">
                  <a:moveTo>
                    <a:pt x="4572" y="116547"/>
                  </a:moveTo>
                  <a:lnTo>
                    <a:pt x="4572" y="116166"/>
                  </a:lnTo>
                </a:path>
                <a:path w="5714" h="133350">
                  <a:moveTo>
                    <a:pt x="4572" y="116928"/>
                  </a:moveTo>
                  <a:lnTo>
                    <a:pt x="4572" y="116547"/>
                  </a:lnTo>
                </a:path>
                <a:path w="5714" h="133350">
                  <a:moveTo>
                    <a:pt x="4572" y="117309"/>
                  </a:moveTo>
                  <a:lnTo>
                    <a:pt x="4572" y="116928"/>
                  </a:lnTo>
                </a:path>
                <a:path w="5714" h="133350">
                  <a:moveTo>
                    <a:pt x="4572" y="117678"/>
                  </a:moveTo>
                  <a:lnTo>
                    <a:pt x="4572" y="117309"/>
                  </a:lnTo>
                </a:path>
                <a:path w="5714" h="133350">
                  <a:moveTo>
                    <a:pt x="4572" y="118059"/>
                  </a:moveTo>
                  <a:lnTo>
                    <a:pt x="4572" y="117678"/>
                  </a:lnTo>
                </a:path>
                <a:path w="5714" h="133350">
                  <a:moveTo>
                    <a:pt x="4572" y="118440"/>
                  </a:moveTo>
                  <a:lnTo>
                    <a:pt x="4572" y="118059"/>
                  </a:lnTo>
                </a:path>
                <a:path w="5714" h="133350">
                  <a:moveTo>
                    <a:pt x="4190" y="118821"/>
                  </a:moveTo>
                  <a:lnTo>
                    <a:pt x="4190" y="118440"/>
                  </a:lnTo>
                </a:path>
                <a:path w="5714" h="133350">
                  <a:moveTo>
                    <a:pt x="4190" y="119202"/>
                  </a:moveTo>
                  <a:lnTo>
                    <a:pt x="4190" y="118821"/>
                  </a:lnTo>
                </a:path>
                <a:path w="5714" h="133350">
                  <a:moveTo>
                    <a:pt x="4190" y="119583"/>
                  </a:moveTo>
                  <a:lnTo>
                    <a:pt x="4190" y="119202"/>
                  </a:lnTo>
                </a:path>
                <a:path w="5714" h="133350">
                  <a:moveTo>
                    <a:pt x="4190" y="119964"/>
                  </a:moveTo>
                  <a:lnTo>
                    <a:pt x="4190" y="119583"/>
                  </a:lnTo>
                </a:path>
                <a:path w="5714" h="133350">
                  <a:moveTo>
                    <a:pt x="4190" y="120345"/>
                  </a:moveTo>
                  <a:lnTo>
                    <a:pt x="4190" y="119964"/>
                  </a:lnTo>
                </a:path>
                <a:path w="5714" h="133350">
                  <a:moveTo>
                    <a:pt x="4190" y="120726"/>
                  </a:moveTo>
                  <a:lnTo>
                    <a:pt x="4190" y="120345"/>
                  </a:lnTo>
                </a:path>
                <a:path w="5714" h="133350">
                  <a:moveTo>
                    <a:pt x="4190" y="121107"/>
                  </a:moveTo>
                  <a:lnTo>
                    <a:pt x="4190" y="120726"/>
                  </a:lnTo>
                </a:path>
                <a:path w="5714" h="133350">
                  <a:moveTo>
                    <a:pt x="4190" y="121488"/>
                  </a:moveTo>
                  <a:lnTo>
                    <a:pt x="4190" y="121107"/>
                  </a:lnTo>
                </a:path>
                <a:path w="5714" h="133350">
                  <a:moveTo>
                    <a:pt x="4190" y="121869"/>
                  </a:moveTo>
                  <a:lnTo>
                    <a:pt x="4190" y="121488"/>
                  </a:lnTo>
                </a:path>
                <a:path w="5714" h="133350">
                  <a:moveTo>
                    <a:pt x="4190" y="122250"/>
                  </a:moveTo>
                  <a:lnTo>
                    <a:pt x="4190" y="121869"/>
                  </a:lnTo>
                </a:path>
                <a:path w="5714" h="133350">
                  <a:moveTo>
                    <a:pt x="4190" y="122618"/>
                  </a:moveTo>
                  <a:lnTo>
                    <a:pt x="4190" y="122250"/>
                  </a:lnTo>
                </a:path>
                <a:path w="5714" h="133350">
                  <a:moveTo>
                    <a:pt x="4190" y="122999"/>
                  </a:moveTo>
                  <a:lnTo>
                    <a:pt x="4190" y="122618"/>
                  </a:lnTo>
                </a:path>
                <a:path w="5714" h="133350">
                  <a:moveTo>
                    <a:pt x="4190" y="123380"/>
                  </a:moveTo>
                  <a:lnTo>
                    <a:pt x="4190" y="122999"/>
                  </a:lnTo>
                </a:path>
                <a:path w="5714" h="133350">
                  <a:moveTo>
                    <a:pt x="4190" y="123761"/>
                  </a:moveTo>
                  <a:lnTo>
                    <a:pt x="4190" y="123380"/>
                  </a:lnTo>
                </a:path>
                <a:path w="5714" h="133350">
                  <a:moveTo>
                    <a:pt x="4190" y="124129"/>
                  </a:moveTo>
                  <a:lnTo>
                    <a:pt x="4190" y="123761"/>
                  </a:lnTo>
                </a:path>
                <a:path w="5714" h="133350">
                  <a:moveTo>
                    <a:pt x="4190" y="124510"/>
                  </a:moveTo>
                  <a:lnTo>
                    <a:pt x="4190" y="124129"/>
                  </a:lnTo>
                </a:path>
                <a:path w="5714" h="133350">
                  <a:moveTo>
                    <a:pt x="4190" y="124891"/>
                  </a:moveTo>
                  <a:lnTo>
                    <a:pt x="4190" y="124510"/>
                  </a:lnTo>
                </a:path>
                <a:path w="5714" h="133350">
                  <a:moveTo>
                    <a:pt x="4190" y="125272"/>
                  </a:moveTo>
                  <a:lnTo>
                    <a:pt x="4190" y="124891"/>
                  </a:lnTo>
                </a:path>
                <a:path w="5714" h="133350">
                  <a:moveTo>
                    <a:pt x="4190" y="125653"/>
                  </a:moveTo>
                  <a:lnTo>
                    <a:pt x="4190" y="125272"/>
                  </a:lnTo>
                </a:path>
                <a:path w="5714" h="133350">
                  <a:moveTo>
                    <a:pt x="4190" y="126034"/>
                  </a:moveTo>
                  <a:lnTo>
                    <a:pt x="4190" y="125653"/>
                  </a:lnTo>
                </a:path>
                <a:path w="5714" h="133350">
                  <a:moveTo>
                    <a:pt x="4190" y="126415"/>
                  </a:moveTo>
                  <a:lnTo>
                    <a:pt x="4190" y="126034"/>
                  </a:lnTo>
                </a:path>
                <a:path w="5714" h="133350">
                  <a:moveTo>
                    <a:pt x="4190" y="126796"/>
                  </a:moveTo>
                  <a:lnTo>
                    <a:pt x="4190" y="126415"/>
                  </a:lnTo>
                </a:path>
                <a:path w="5714" h="133350">
                  <a:moveTo>
                    <a:pt x="4190" y="127177"/>
                  </a:moveTo>
                  <a:lnTo>
                    <a:pt x="4190" y="126796"/>
                  </a:lnTo>
                </a:path>
                <a:path w="5714" h="133350">
                  <a:moveTo>
                    <a:pt x="4190" y="127558"/>
                  </a:moveTo>
                  <a:lnTo>
                    <a:pt x="4190" y="127177"/>
                  </a:lnTo>
                </a:path>
                <a:path w="5714" h="133350">
                  <a:moveTo>
                    <a:pt x="3810" y="127939"/>
                  </a:moveTo>
                  <a:lnTo>
                    <a:pt x="3810" y="127558"/>
                  </a:lnTo>
                </a:path>
                <a:path w="5714" h="133350">
                  <a:moveTo>
                    <a:pt x="3810" y="128308"/>
                  </a:moveTo>
                  <a:lnTo>
                    <a:pt x="3810" y="127939"/>
                  </a:lnTo>
                </a:path>
                <a:path w="5714" h="133350">
                  <a:moveTo>
                    <a:pt x="3810" y="128689"/>
                  </a:moveTo>
                  <a:lnTo>
                    <a:pt x="3810" y="128308"/>
                  </a:lnTo>
                </a:path>
                <a:path w="5714" h="133350">
                  <a:moveTo>
                    <a:pt x="3810" y="129070"/>
                  </a:moveTo>
                  <a:lnTo>
                    <a:pt x="3810" y="128689"/>
                  </a:lnTo>
                </a:path>
                <a:path w="5714" h="133350">
                  <a:moveTo>
                    <a:pt x="3810" y="129451"/>
                  </a:moveTo>
                  <a:lnTo>
                    <a:pt x="3810" y="129070"/>
                  </a:lnTo>
                </a:path>
                <a:path w="5714" h="133350">
                  <a:moveTo>
                    <a:pt x="3810" y="129832"/>
                  </a:moveTo>
                  <a:lnTo>
                    <a:pt x="3810" y="129451"/>
                  </a:lnTo>
                </a:path>
                <a:path w="5714" h="133350">
                  <a:moveTo>
                    <a:pt x="3810" y="130213"/>
                  </a:moveTo>
                  <a:lnTo>
                    <a:pt x="3810" y="129832"/>
                  </a:lnTo>
                </a:path>
                <a:path w="5714" h="133350">
                  <a:moveTo>
                    <a:pt x="3810" y="130594"/>
                  </a:moveTo>
                  <a:lnTo>
                    <a:pt x="3810" y="130213"/>
                  </a:lnTo>
                </a:path>
                <a:path w="5714" h="133350">
                  <a:moveTo>
                    <a:pt x="3810" y="130975"/>
                  </a:moveTo>
                  <a:lnTo>
                    <a:pt x="3810" y="130594"/>
                  </a:lnTo>
                </a:path>
                <a:path w="5714" h="133350">
                  <a:moveTo>
                    <a:pt x="3810" y="131356"/>
                  </a:moveTo>
                  <a:lnTo>
                    <a:pt x="3810" y="130975"/>
                  </a:lnTo>
                </a:path>
                <a:path w="5714" h="133350">
                  <a:moveTo>
                    <a:pt x="3810" y="131737"/>
                  </a:moveTo>
                  <a:lnTo>
                    <a:pt x="3810" y="131356"/>
                  </a:lnTo>
                </a:path>
                <a:path w="5714" h="133350">
                  <a:moveTo>
                    <a:pt x="3810" y="132118"/>
                  </a:moveTo>
                  <a:lnTo>
                    <a:pt x="3810" y="131737"/>
                  </a:lnTo>
                </a:path>
                <a:path w="5714" h="133350">
                  <a:moveTo>
                    <a:pt x="3810" y="132499"/>
                  </a:moveTo>
                  <a:lnTo>
                    <a:pt x="3810" y="132118"/>
                  </a:lnTo>
                </a:path>
                <a:path w="5714" h="133350">
                  <a:moveTo>
                    <a:pt x="3810" y="132880"/>
                  </a:moveTo>
                  <a:lnTo>
                    <a:pt x="3810" y="132499"/>
                  </a:lnTo>
                </a:path>
                <a:path w="5714" h="133350">
                  <a:moveTo>
                    <a:pt x="3810" y="133248"/>
                  </a:moveTo>
                  <a:lnTo>
                    <a:pt x="3810" y="13288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 descr=""/>
            <p:cNvSpPr/>
            <p:nvPr/>
          </p:nvSpPr>
          <p:spPr>
            <a:xfrm>
              <a:off x="4781143" y="5582945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1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1"/>
                  </a:lnTo>
                </a:path>
                <a:path w="0" h="1270">
                  <a:moveTo>
                    <a:pt x="0" y="1130"/>
                  </a:moveTo>
                  <a:lnTo>
                    <a:pt x="0" y="762"/>
                  </a:lnTo>
                </a:path>
              </a:pathLst>
            </a:custGeom>
            <a:ln w="83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 descr=""/>
            <p:cNvSpPr/>
            <p:nvPr/>
          </p:nvSpPr>
          <p:spPr>
            <a:xfrm>
              <a:off x="4781333" y="558407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79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 descr=""/>
            <p:cNvSpPr/>
            <p:nvPr/>
          </p:nvSpPr>
          <p:spPr>
            <a:xfrm>
              <a:off x="4781143" y="558445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75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 descr=""/>
            <p:cNvSpPr/>
            <p:nvPr/>
          </p:nvSpPr>
          <p:spPr>
            <a:xfrm>
              <a:off x="4781333" y="558483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7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 descr=""/>
            <p:cNvSpPr/>
            <p:nvPr/>
          </p:nvSpPr>
          <p:spPr>
            <a:xfrm>
              <a:off x="4781143" y="558521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68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 descr=""/>
            <p:cNvSpPr/>
            <p:nvPr/>
          </p:nvSpPr>
          <p:spPr>
            <a:xfrm>
              <a:off x="4781143" y="558559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5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 descr=""/>
            <p:cNvSpPr/>
            <p:nvPr/>
          </p:nvSpPr>
          <p:spPr>
            <a:xfrm>
              <a:off x="4781143" y="558598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 descr=""/>
            <p:cNvSpPr/>
            <p:nvPr/>
          </p:nvSpPr>
          <p:spPr>
            <a:xfrm>
              <a:off x="4160799" y="2214943"/>
              <a:ext cx="370840" cy="182880"/>
            </a:xfrm>
            <a:custGeom>
              <a:avLst/>
              <a:gdLst/>
              <a:ahLst/>
              <a:cxnLst/>
              <a:rect l="l" t="t" r="r" b="b"/>
              <a:pathLst>
                <a:path w="370839" h="182880">
                  <a:moveTo>
                    <a:pt x="107823" y="182613"/>
                  </a:moveTo>
                  <a:lnTo>
                    <a:pt x="370522" y="182613"/>
                  </a:lnTo>
                </a:path>
                <a:path w="370839" h="182880">
                  <a:moveTo>
                    <a:pt x="0" y="0"/>
                  </a:moveTo>
                  <a:lnTo>
                    <a:pt x="365226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 descr=""/>
            <p:cNvSpPr/>
            <p:nvPr/>
          </p:nvSpPr>
          <p:spPr>
            <a:xfrm>
              <a:off x="4112221" y="220903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 descr=""/>
            <p:cNvSpPr/>
            <p:nvPr/>
          </p:nvSpPr>
          <p:spPr>
            <a:xfrm>
              <a:off x="4113555" y="220941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46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 descr=""/>
            <p:cNvSpPr/>
            <p:nvPr/>
          </p:nvSpPr>
          <p:spPr>
            <a:xfrm>
              <a:off x="4115422" y="220980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33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 descr=""/>
            <p:cNvSpPr/>
            <p:nvPr/>
          </p:nvSpPr>
          <p:spPr>
            <a:xfrm>
              <a:off x="4115612" y="221018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 descr=""/>
            <p:cNvSpPr/>
            <p:nvPr/>
          </p:nvSpPr>
          <p:spPr>
            <a:xfrm>
              <a:off x="4071950" y="2210752"/>
              <a:ext cx="88900" cy="7620"/>
            </a:xfrm>
            <a:custGeom>
              <a:avLst/>
              <a:gdLst/>
              <a:ahLst/>
              <a:cxnLst/>
              <a:rect l="l" t="t" r="r" b="b"/>
              <a:pathLst>
                <a:path w="88900" h="7619">
                  <a:moveTo>
                    <a:pt x="22783" y="0"/>
                  </a:moveTo>
                  <a:lnTo>
                    <a:pt x="68351" y="0"/>
                  </a:lnTo>
                </a:path>
                <a:path w="88900" h="7619">
                  <a:moveTo>
                    <a:pt x="21259" y="380"/>
                  </a:moveTo>
                  <a:lnTo>
                    <a:pt x="70637" y="380"/>
                  </a:lnTo>
                </a:path>
                <a:path w="88900" h="7619">
                  <a:moveTo>
                    <a:pt x="19392" y="761"/>
                  </a:moveTo>
                  <a:lnTo>
                    <a:pt x="77838" y="761"/>
                  </a:lnTo>
                </a:path>
                <a:path w="88900" h="7619">
                  <a:moveTo>
                    <a:pt x="17868" y="1142"/>
                  </a:moveTo>
                  <a:lnTo>
                    <a:pt x="84315" y="1142"/>
                  </a:lnTo>
                </a:path>
                <a:path w="88900" h="7619">
                  <a:moveTo>
                    <a:pt x="16725" y="1524"/>
                  </a:moveTo>
                  <a:lnTo>
                    <a:pt x="86182" y="1524"/>
                  </a:lnTo>
                </a:path>
                <a:path w="88900" h="7619">
                  <a:moveTo>
                    <a:pt x="15201" y="1904"/>
                  </a:moveTo>
                  <a:lnTo>
                    <a:pt x="86944" y="1904"/>
                  </a:lnTo>
                </a:path>
                <a:path w="88900" h="7619">
                  <a:moveTo>
                    <a:pt x="14058" y="2285"/>
                  </a:moveTo>
                  <a:lnTo>
                    <a:pt x="87706" y="2285"/>
                  </a:lnTo>
                </a:path>
                <a:path w="88900" h="7619">
                  <a:moveTo>
                    <a:pt x="12915" y="2666"/>
                  </a:moveTo>
                  <a:lnTo>
                    <a:pt x="88087" y="2666"/>
                  </a:lnTo>
                </a:path>
                <a:path w="88900" h="7619">
                  <a:moveTo>
                    <a:pt x="11391" y="3048"/>
                  </a:moveTo>
                  <a:lnTo>
                    <a:pt x="88087" y="3048"/>
                  </a:lnTo>
                </a:path>
                <a:path w="88900" h="7619">
                  <a:moveTo>
                    <a:pt x="10274" y="3428"/>
                  </a:moveTo>
                  <a:lnTo>
                    <a:pt x="88468" y="3428"/>
                  </a:lnTo>
                </a:path>
                <a:path w="88900" h="7619">
                  <a:moveTo>
                    <a:pt x="9144" y="3809"/>
                  </a:moveTo>
                  <a:lnTo>
                    <a:pt x="88468" y="3809"/>
                  </a:lnTo>
                </a:path>
                <a:path w="88900" h="7619">
                  <a:moveTo>
                    <a:pt x="8382" y="4190"/>
                  </a:moveTo>
                  <a:lnTo>
                    <a:pt x="88468" y="4190"/>
                  </a:lnTo>
                </a:path>
                <a:path w="88900" h="7619">
                  <a:moveTo>
                    <a:pt x="7239" y="4571"/>
                  </a:moveTo>
                  <a:lnTo>
                    <a:pt x="88468" y="4571"/>
                  </a:lnTo>
                </a:path>
                <a:path w="88900" h="7619">
                  <a:moveTo>
                    <a:pt x="6096" y="4952"/>
                  </a:moveTo>
                  <a:lnTo>
                    <a:pt x="88849" y="4952"/>
                  </a:lnTo>
                </a:path>
                <a:path w="88900" h="7619">
                  <a:moveTo>
                    <a:pt x="4953" y="5333"/>
                  </a:moveTo>
                  <a:lnTo>
                    <a:pt x="88849" y="5333"/>
                  </a:lnTo>
                </a:path>
                <a:path w="88900" h="7619">
                  <a:moveTo>
                    <a:pt x="4191" y="5702"/>
                  </a:moveTo>
                  <a:lnTo>
                    <a:pt x="88849" y="5702"/>
                  </a:lnTo>
                </a:path>
                <a:path w="88900" h="7619">
                  <a:moveTo>
                    <a:pt x="3048" y="6083"/>
                  </a:moveTo>
                  <a:lnTo>
                    <a:pt x="88849" y="6083"/>
                  </a:lnTo>
                </a:path>
                <a:path w="88900" h="7619">
                  <a:moveTo>
                    <a:pt x="1905" y="6464"/>
                  </a:moveTo>
                  <a:lnTo>
                    <a:pt x="88849" y="6464"/>
                  </a:lnTo>
                </a:path>
                <a:path w="88900" h="7619">
                  <a:moveTo>
                    <a:pt x="1143" y="6832"/>
                  </a:moveTo>
                  <a:lnTo>
                    <a:pt x="88468" y="6832"/>
                  </a:lnTo>
                </a:path>
                <a:path w="88900" h="7619">
                  <a:moveTo>
                    <a:pt x="0" y="7200"/>
                  </a:moveTo>
                  <a:lnTo>
                    <a:pt x="88468" y="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 descr=""/>
            <p:cNvSpPr/>
            <p:nvPr/>
          </p:nvSpPr>
          <p:spPr>
            <a:xfrm>
              <a:off x="4089437" y="221814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364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 descr=""/>
            <p:cNvSpPr/>
            <p:nvPr/>
          </p:nvSpPr>
          <p:spPr>
            <a:xfrm>
              <a:off x="4116755" y="2218334"/>
              <a:ext cx="43815" cy="0"/>
            </a:xfrm>
            <a:custGeom>
              <a:avLst/>
              <a:gdLst/>
              <a:ahLst/>
              <a:cxnLst/>
              <a:rect l="l" t="t" r="r" b="b"/>
              <a:pathLst>
                <a:path w="43814" h="0">
                  <a:moveTo>
                    <a:pt x="0" y="0"/>
                  </a:moveTo>
                  <a:lnTo>
                    <a:pt x="436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 descr=""/>
            <p:cNvSpPr/>
            <p:nvPr/>
          </p:nvSpPr>
          <p:spPr>
            <a:xfrm>
              <a:off x="4085628" y="221852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311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 descr=""/>
            <p:cNvSpPr/>
            <p:nvPr/>
          </p:nvSpPr>
          <p:spPr>
            <a:xfrm>
              <a:off x="4143159" y="221852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34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 descr=""/>
            <p:cNvSpPr/>
            <p:nvPr/>
          </p:nvSpPr>
          <p:spPr>
            <a:xfrm>
              <a:off x="4085056" y="221890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31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 descr=""/>
            <p:cNvSpPr/>
            <p:nvPr/>
          </p:nvSpPr>
          <p:spPr>
            <a:xfrm>
              <a:off x="4146003" y="221890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8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 descr=""/>
            <p:cNvSpPr/>
            <p:nvPr/>
          </p:nvSpPr>
          <p:spPr>
            <a:xfrm>
              <a:off x="4083532" y="221928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99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 descr=""/>
            <p:cNvSpPr/>
            <p:nvPr/>
          </p:nvSpPr>
          <p:spPr>
            <a:xfrm>
              <a:off x="4147121" y="221928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58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 descr=""/>
            <p:cNvSpPr/>
            <p:nvPr/>
          </p:nvSpPr>
          <p:spPr>
            <a:xfrm>
              <a:off x="4082402" y="221966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9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 descr=""/>
            <p:cNvSpPr/>
            <p:nvPr/>
          </p:nvSpPr>
          <p:spPr>
            <a:xfrm>
              <a:off x="4149978" y="221966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93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 descr=""/>
            <p:cNvSpPr/>
            <p:nvPr/>
          </p:nvSpPr>
          <p:spPr>
            <a:xfrm>
              <a:off x="4081094" y="222004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8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 descr=""/>
            <p:cNvSpPr/>
            <p:nvPr/>
          </p:nvSpPr>
          <p:spPr>
            <a:xfrm>
              <a:off x="4150740" y="222004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63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 descr=""/>
            <p:cNvSpPr/>
            <p:nvPr/>
          </p:nvSpPr>
          <p:spPr>
            <a:xfrm>
              <a:off x="4079760" y="222042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76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 descr=""/>
            <p:cNvSpPr/>
            <p:nvPr/>
          </p:nvSpPr>
          <p:spPr>
            <a:xfrm>
              <a:off x="4153979" y="222042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83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 descr=""/>
            <p:cNvSpPr/>
            <p:nvPr/>
          </p:nvSpPr>
          <p:spPr>
            <a:xfrm>
              <a:off x="4078808" y="222081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73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 descr=""/>
            <p:cNvSpPr/>
            <p:nvPr/>
          </p:nvSpPr>
          <p:spPr>
            <a:xfrm>
              <a:off x="4077665" y="222119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65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 descr=""/>
            <p:cNvSpPr/>
            <p:nvPr/>
          </p:nvSpPr>
          <p:spPr>
            <a:xfrm>
              <a:off x="4076712" y="222157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6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 descr=""/>
            <p:cNvSpPr/>
            <p:nvPr/>
          </p:nvSpPr>
          <p:spPr>
            <a:xfrm>
              <a:off x="4075760" y="222195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58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 descr=""/>
            <p:cNvSpPr/>
            <p:nvPr/>
          </p:nvSpPr>
          <p:spPr>
            <a:xfrm>
              <a:off x="4074617" y="222233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50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 descr=""/>
            <p:cNvSpPr/>
            <p:nvPr/>
          </p:nvSpPr>
          <p:spPr>
            <a:xfrm>
              <a:off x="4073664" y="222271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46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 descr=""/>
            <p:cNvSpPr/>
            <p:nvPr/>
          </p:nvSpPr>
          <p:spPr>
            <a:xfrm>
              <a:off x="4071950" y="2223096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762" y="380"/>
                  </a:moveTo>
                  <a:lnTo>
                    <a:pt x="762" y="0"/>
                  </a:lnTo>
                </a:path>
                <a:path w="1270" h="1269">
                  <a:moveTo>
                    <a:pt x="0" y="761"/>
                  </a:moveTo>
                  <a:lnTo>
                    <a:pt x="0" y="380"/>
                  </a:lnTo>
                </a:path>
              </a:pathLst>
            </a:custGeom>
            <a:ln w="243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 descr=""/>
            <p:cNvSpPr/>
            <p:nvPr/>
          </p:nvSpPr>
          <p:spPr>
            <a:xfrm>
              <a:off x="4071035" y="222385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3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 descr=""/>
            <p:cNvSpPr/>
            <p:nvPr/>
          </p:nvSpPr>
          <p:spPr>
            <a:xfrm>
              <a:off x="4070083" y="222423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35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 descr=""/>
            <p:cNvSpPr/>
            <p:nvPr/>
          </p:nvSpPr>
          <p:spPr>
            <a:xfrm>
              <a:off x="4068368" y="2224620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762" y="380"/>
                  </a:moveTo>
                  <a:lnTo>
                    <a:pt x="762" y="0"/>
                  </a:lnTo>
                </a:path>
                <a:path w="1270" h="1269">
                  <a:moveTo>
                    <a:pt x="0" y="761"/>
                  </a:moveTo>
                  <a:lnTo>
                    <a:pt x="0" y="380"/>
                  </a:lnTo>
                </a:path>
              </a:pathLst>
            </a:custGeom>
            <a:ln w="231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 descr=""/>
            <p:cNvSpPr/>
            <p:nvPr/>
          </p:nvSpPr>
          <p:spPr>
            <a:xfrm>
              <a:off x="4067416" y="222538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27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 descr=""/>
            <p:cNvSpPr/>
            <p:nvPr/>
          </p:nvSpPr>
          <p:spPr>
            <a:xfrm>
              <a:off x="4065701" y="2225763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762" y="381"/>
                  </a:moveTo>
                  <a:lnTo>
                    <a:pt x="762" y="0"/>
                  </a:lnTo>
                </a:path>
                <a:path w="1270" h="1269">
                  <a:moveTo>
                    <a:pt x="0" y="762"/>
                  </a:moveTo>
                  <a:lnTo>
                    <a:pt x="0" y="381"/>
                  </a:lnTo>
                </a:path>
              </a:pathLst>
            </a:custGeom>
            <a:ln w="224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 descr=""/>
            <p:cNvSpPr/>
            <p:nvPr/>
          </p:nvSpPr>
          <p:spPr>
            <a:xfrm>
              <a:off x="4063987" y="2226525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762" y="380"/>
                  </a:moveTo>
                  <a:lnTo>
                    <a:pt x="762" y="0"/>
                  </a:lnTo>
                </a:path>
                <a:path w="1270" h="1269">
                  <a:moveTo>
                    <a:pt x="0" y="761"/>
                  </a:moveTo>
                  <a:lnTo>
                    <a:pt x="0" y="380"/>
                  </a:lnTo>
                </a:path>
              </a:pathLst>
            </a:custGeom>
            <a:ln w="220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 descr=""/>
            <p:cNvSpPr/>
            <p:nvPr/>
          </p:nvSpPr>
          <p:spPr>
            <a:xfrm>
              <a:off x="4061523" y="2227287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69">
                  <a:moveTo>
                    <a:pt x="1511" y="381"/>
                  </a:moveTo>
                  <a:lnTo>
                    <a:pt x="1511" y="0"/>
                  </a:lnTo>
                </a:path>
                <a:path w="1904" h="1269">
                  <a:moveTo>
                    <a:pt x="749" y="736"/>
                  </a:moveTo>
                  <a:lnTo>
                    <a:pt x="749" y="368"/>
                  </a:lnTo>
                </a:path>
                <a:path w="1904" h="1269">
                  <a:moveTo>
                    <a:pt x="0" y="1117"/>
                  </a:moveTo>
                  <a:lnTo>
                    <a:pt x="0" y="736"/>
                  </a:lnTo>
                </a:path>
              </a:pathLst>
            </a:custGeom>
            <a:ln w="216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 descr=""/>
            <p:cNvSpPr/>
            <p:nvPr/>
          </p:nvSpPr>
          <p:spPr>
            <a:xfrm>
              <a:off x="4060215" y="2228405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736" y="380"/>
                  </a:moveTo>
                  <a:lnTo>
                    <a:pt x="736" y="0"/>
                  </a:lnTo>
                </a:path>
                <a:path w="1270" h="1269">
                  <a:moveTo>
                    <a:pt x="0" y="749"/>
                  </a:moveTo>
                  <a:lnTo>
                    <a:pt x="0" y="380"/>
                  </a:lnTo>
                </a:path>
              </a:pathLst>
            </a:custGeom>
            <a:ln w="21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 descr=""/>
            <p:cNvSpPr/>
            <p:nvPr/>
          </p:nvSpPr>
          <p:spPr>
            <a:xfrm>
              <a:off x="4057738" y="2229154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69">
                  <a:moveTo>
                    <a:pt x="1524" y="380"/>
                  </a:moveTo>
                  <a:lnTo>
                    <a:pt x="1524" y="0"/>
                  </a:lnTo>
                </a:path>
                <a:path w="1904" h="1269">
                  <a:moveTo>
                    <a:pt x="762" y="761"/>
                  </a:moveTo>
                  <a:lnTo>
                    <a:pt x="762" y="380"/>
                  </a:lnTo>
                </a:path>
                <a:path w="1904" h="1269">
                  <a:moveTo>
                    <a:pt x="0" y="1143"/>
                  </a:moveTo>
                  <a:lnTo>
                    <a:pt x="0" y="761"/>
                  </a:lnTo>
                </a:path>
              </a:pathLst>
            </a:custGeom>
            <a:ln w="20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 descr=""/>
            <p:cNvSpPr/>
            <p:nvPr/>
          </p:nvSpPr>
          <p:spPr>
            <a:xfrm>
              <a:off x="4054881" y="2230297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39" h="1905">
                  <a:moveTo>
                    <a:pt x="2286" y="380"/>
                  </a:moveTo>
                  <a:lnTo>
                    <a:pt x="2286" y="0"/>
                  </a:lnTo>
                </a:path>
                <a:path w="2539" h="1905">
                  <a:moveTo>
                    <a:pt x="1524" y="761"/>
                  </a:moveTo>
                  <a:lnTo>
                    <a:pt x="1524" y="380"/>
                  </a:lnTo>
                </a:path>
                <a:path w="2539" h="1905">
                  <a:moveTo>
                    <a:pt x="762" y="1142"/>
                  </a:moveTo>
                  <a:lnTo>
                    <a:pt x="762" y="761"/>
                  </a:lnTo>
                </a:path>
                <a:path w="2539" h="1905">
                  <a:moveTo>
                    <a:pt x="0" y="1524"/>
                  </a:moveTo>
                  <a:lnTo>
                    <a:pt x="0" y="1142"/>
                  </a:lnTo>
                </a:path>
              </a:pathLst>
            </a:custGeom>
            <a:ln w="204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 descr=""/>
            <p:cNvSpPr/>
            <p:nvPr/>
          </p:nvSpPr>
          <p:spPr>
            <a:xfrm>
              <a:off x="4054309" y="223182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01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 descr=""/>
            <p:cNvSpPr/>
            <p:nvPr/>
          </p:nvSpPr>
          <p:spPr>
            <a:xfrm>
              <a:off x="4053738" y="223220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97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 descr=""/>
            <p:cNvSpPr/>
            <p:nvPr/>
          </p:nvSpPr>
          <p:spPr>
            <a:xfrm>
              <a:off x="4053166" y="223258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93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 descr=""/>
            <p:cNvSpPr/>
            <p:nvPr/>
          </p:nvSpPr>
          <p:spPr>
            <a:xfrm>
              <a:off x="4051833" y="2232964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762" y="381"/>
                  </a:moveTo>
                  <a:lnTo>
                    <a:pt x="762" y="0"/>
                  </a:lnTo>
                </a:path>
                <a:path w="1270" h="1269">
                  <a:moveTo>
                    <a:pt x="0" y="762"/>
                  </a:moveTo>
                  <a:lnTo>
                    <a:pt x="0" y="381"/>
                  </a:lnTo>
                </a:path>
              </a:pathLst>
            </a:custGeom>
            <a:ln w="189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 descr=""/>
            <p:cNvSpPr/>
            <p:nvPr/>
          </p:nvSpPr>
          <p:spPr>
            <a:xfrm>
              <a:off x="4050512" y="2233726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749" y="380"/>
                  </a:moveTo>
                  <a:lnTo>
                    <a:pt x="749" y="0"/>
                  </a:lnTo>
                </a:path>
                <a:path w="1270" h="1269">
                  <a:moveTo>
                    <a:pt x="0" y="761"/>
                  </a:moveTo>
                  <a:lnTo>
                    <a:pt x="0" y="380"/>
                  </a:lnTo>
                </a:path>
              </a:pathLst>
            </a:custGeom>
            <a:ln w="18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 descr=""/>
            <p:cNvSpPr/>
            <p:nvPr/>
          </p:nvSpPr>
          <p:spPr>
            <a:xfrm>
              <a:off x="4049204" y="2234488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749" y="381"/>
                  </a:moveTo>
                  <a:lnTo>
                    <a:pt x="749" y="0"/>
                  </a:lnTo>
                </a:path>
                <a:path w="1270" h="1269">
                  <a:moveTo>
                    <a:pt x="0" y="762"/>
                  </a:moveTo>
                  <a:lnTo>
                    <a:pt x="0" y="381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 descr=""/>
            <p:cNvSpPr/>
            <p:nvPr/>
          </p:nvSpPr>
          <p:spPr>
            <a:xfrm>
              <a:off x="4048632" y="223525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7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 descr=""/>
            <p:cNvSpPr/>
            <p:nvPr/>
          </p:nvSpPr>
          <p:spPr>
            <a:xfrm>
              <a:off x="4047299" y="2235631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762" y="380"/>
                  </a:moveTo>
                  <a:lnTo>
                    <a:pt x="762" y="0"/>
                  </a:lnTo>
                </a:path>
                <a:path w="1270" h="1269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174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 descr=""/>
            <p:cNvSpPr/>
            <p:nvPr/>
          </p:nvSpPr>
          <p:spPr>
            <a:xfrm>
              <a:off x="4044822" y="2236393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1904" y="380"/>
                  </a:moveTo>
                  <a:lnTo>
                    <a:pt x="1904" y="0"/>
                  </a:lnTo>
                </a:path>
                <a:path w="1904" h="1905">
                  <a:moveTo>
                    <a:pt x="1142" y="761"/>
                  </a:moveTo>
                  <a:lnTo>
                    <a:pt x="1142" y="380"/>
                  </a:lnTo>
                </a:path>
                <a:path w="1904" h="1905">
                  <a:moveTo>
                    <a:pt x="762" y="1142"/>
                  </a:moveTo>
                  <a:lnTo>
                    <a:pt x="762" y="761"/>
                  </a:lnTo>
                </a:path>
                <a:path w="1904" h="1905">
                  <a:moveTo>
                    <a:pt x="0" y="1524"/>
                  </a:moveTo>
                  <a:lnTo>
                    <a:pt x="0" y="1142"/>
                  </a:lnTo>
                </a:path>
              </a:pathLst>
            </a:custGeom>
            <a:ln w="170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 descr=""/>
            <p:cNvSpPr/>
            <p:nvPr/>
          </p:nvSpPr>
          <p:spPr>
            <a:xfrm>
              <a:off x="4043489" y="223791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762" y="380"/>
                  </a:moveTo>
                  <a:lnTo>
                    <a:pt x="762" y="0"/>
                  </a:lnTo>
                </a:path>
                <a:path w="1270" h="1269">
                  <a:moveTo>
                    <a:pt x="0" y="761"/>
                  </a:moveTo>
                  <a:lnTo>
                    <a:pt x="0" y="380"/>
                  </a:lnTo>
                </a:path>
              </a:pathLst>
            </a:custGeom>
            <a:ln w="16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 descr=""/>
            <p:cNvSpPr/>
            <p:nvPr/>
          </p:nvSpPr>
          <p:spPr>
            <a:xfrm>
              <a:off x="4041774" y="223866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1142" y="368"/>
                  </a:moveTo>
                  <a:lnTo>
                    <a:pt x="1142" y="0"/>
                  </a:lnTo>
                </a:path>
                <a:path w="1270" h="1269">
                  <a:moveTo>
                    <a:pt x="762" y="749"/>
                  </a:moveTo>
                  <a:lnTo>
                    <a:pt x="762" y="368"/>
                  </a:lnTo>
                </a:path>
                <a:path w="1270" h="1269">
                  <a:moveTo>
                    <a:pt x="0" y="1130"/>
                  </a:moveTo>
                  <a:lnTo>
                    <a:pt x="0" y="749"/>
                  </a:lnTo>
                </a:path>
              </a:pathLst>
            </a:custGeom>
            <a:ln w="163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 descr=""/>
            <p:cNvSpPr/>
            <p:nvPr/>
          </p:nvSpPr>
          <p:spPr>
            <a:xfrm>
              <a:off x="4041203" y="223979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159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 descr=""/>
            <p:cNvSpPr/>
            <p:nvPr/>
          </p:nvSpPr>
          <p:spPr>
            <a:xfrm>
              <a:off x="4040631" y="224016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55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 descr=""/>
            <p:cNvSpPr/>
            <p:nvPr/>
          </p:nvSpPr>
          <p:spPr>
            <a:xfrm>
              <a:off x="4040060" y="224054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52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 descr=""/>
            <p:cNvSpPr/>
            <p:nvPr/>
          </p:nvSpPr>
          <p:spPr>
            <a:xfrm>
              <a:off x="4039501" y="224092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55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 descr=""/>
            <p:cNvSpPr/>
            <p:nvPr/>
          </p:nvSpPr>
          <p:spPr>
            <a:xfrm>
              <a:off x="4038574" y="2241308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69">
                  <a:moveTo>
                    <a:pt x="381" y="380"/>
                  </a:moveTo>
                  <a:lnTo>
                    <a:pt x="381" y="0"/>
                  </a:lnTo>
                </a:path>
                <a:path w="635" h="1269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152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 descr=""/>
            <p:cNvSpPr/>
            <p:nvPr/>
          </p:nvSpPr>
          <p:spPr>
            <a:xfrm>
              <a:off x="4038003" y="224207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55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 descr=""/>
            <p:cNvSpPr/>
            <p:nvPr/>
          </p:nvSpPr>
          <p:spPr>
            <a:xfrm>
              <a:off x="4037050" y="2242451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69">
                  <a:moveTo>
                    <a:pt x="381" y="380"/>
                  </a:moveTo>
                  <a:lnTo>
                    <a:pt x="381" y="0"/>
                  </a:lnTo>
                </a:path>
                <a:path w="635" h="1269">
                  <a:moveTo>
                    <a:pt x="0" y="761"/>
                  </a:moveTo>
                  <a:lnTo>
                    <a:pt x="0" y="380"/>
                  </a:lnTo>
                </a:path>
              </a:pathLst>
            </a:custGeom>
            <a:ln w="152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 descr=""/>
            <p:cNvSpPr/>
            <p:nvPr/>
          </p:nvSpPr>
          <p:spPr>
            <a:xfrm>
              <a:off x="4036479" y="224321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48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 descr=""/>
            <p:cNvSpPr/>
            <p:nvPr/>
          </p:nvSpPr>
          <p:spPr>
            <a:xfrm>
              <a:off x="4035907" y="224359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52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 descr=""/>
            <p:cNvSpPr/>
            <p:nvPr/>
          </p:nvSpPr>
          <p:spPr>
            <a:xfrm>
              <a:off x="4034954" y="2243975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69">
                  <a:moveTo>
                    <a:pt x="380" y="380"/>
                  </a:moveTo>
                  <a:lnTo>
                    <a:pt x="380" y="0"/>
                  </a:lnTo>
                </a:path>
                <a:path w="635" h="1269">
                  <a:moveTo>
                    <a:pt x="0" y="761"/>
                  </a:moveTo>
                  <a:lnTo>
                    <a:pt x="0" y="380"/>
                  </a:lnTo>
                </a:path>
              </a:pathLst>
            </a:custGeom>
            <a:ln w="148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 descr=""/>
            <p:cNvSpPr/>
            <p:nvPr/>
          </p:nvSpPr>
          <p:spPr>
            <a:xfrm>
              <a:off x="4033621" y="224473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762" y="380"/>
                  </a:moveTo>
                  <a:lnTo>
                    <a:pt x="762" y="0"/>
                  </a:lnTo>
                </a:path>
                <a:path w="1270" h="1269">
                  <a:moveTo>
                    <a:pt x="380" y="762"/>
                  </a:moveTo>
                  <a:lnTo>
                    <a:pt x="380" y="380"/>
                  </a:lnTo>
                </a:path>
                <a:path w="1270" h="1269">
                  <a:moveTo>
                    <a:pt x="0" y="1143"/>
                  </a:moveTo>
                  <a:lnTo>
                    <a:pt x="0" y="762"/>
                  </a:lnTo>
                </a:path>
              </a:pathLst>
            </a:custGeom>
            <a:ln w="14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 descr=""/>
            <p:cNvSpPr/>
            <p:nvPr/>
          </p:nvSpPr>
          <p:spPr>
            <a:xfrm>
              <a:off x="4033050" y="224588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4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 descr=""/>
            <p:cNvSpPr/>
            <p:nvPr/>
          </p:nvSpPr>
          <p:spPr>
            <a:xfrm>
              <a:off x="4032097" y="2246261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762" y="380"/>
                  </a:moveTo>
                  <a:lnTo>
                    <a:pt x="762" y="0"/>
                  </a:lnTo>
                </a:path>
                <a:path w="1270" h="1269">
                  <a:moveTo>
                    <a:pt x="380" y="762"/>
                  </a:moveTo>
                  <a:lnTo>
                    <a:pt x="380" y="380"/>
                  </a:lnTo>
                </a:path>
                <a:path w="1270" h="1269">
                  <a:moveTo>
                    <a:pt x="0" y="1143"/>
                  </a:moveTo>
                  <a:lnTo>
                    <a:pt x="0" y="762"/>
                  </a:lnTo>
                </a:path>
              </a:pathLst>
            </a:custGeom>
            <a:ln w="136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 descr=""/>
            <p:cNvSpPr/>
            <p:nvPr/>
          </p:nvSpPr>
          <p:spPr>
            <a:xfrm>
              <a:off x="4030764" y="2247404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762" y="380"/>
                  </a:moveTo>
                  <a:lnTo>
                    <a:pt x="762" y="0"/>
                  </a:lnTo>
                </a:path>
                <a:path w="1270" h="1269">
                  <a:moveTo>
                    <a:pt x="381" y="761"/>
                  </a:moveTo>
                  <a:lnTo>
                    <a:pt x="381" y="380"/>
                  </a:lnTo>
                </a:path>
                <a:path w="1270" h="1269">
                  <a:moveTo>
                    <a:pt x="0" y="1130"/>
                  </a:moveTo>
                  <a:lnTo>
                    <a:pt x="0" y="749"/>
                  </a:lnTo>
                </a:path>
              </a:pathLst>
            </a:custGeom>
            <a:ln w="1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 descr=""/>
            <p:cNvSpPr/>
            <p:nvPr/>
          </p:nvSpPr>
          <p:spPr>
            <a:xfrm>
              <a:off x="4029811" y="2248547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69">
                  <a:moveTo>
                    <a:pt x="381" y="368"/>
                  </a:moveTo>
                  <a:lnTo>
                    <a:pt x="381" y="0"/>
                  </a:lnTo>
                </a:path>
                <a:path w="635" h="1269">
                  <a:moveTo>
                    <a:pt x="0" y="749"/>
                  </a:moveTo>
                  <a:lnTo>
                    <a:pt x="0" y="368"/>
                  </a:lnTo>
                </a:path>
              </a:pathLst>
            </a:custGeom>
            <a:ln w="12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 descr=""/>
            <p:cNvSpPr/>
            <p:nvPr/>
          </p:nvSpPr>
          <p:spPr>
            <a:xfrm>
              <a:off x="4029252" y="2249297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69">
                  <a:moveTo>
                    <a:pt x="368" y="355"/>
                  </a:moveTo>
                  <a:lnTo>
                    <a:pt x="368" y="0"/>
                  </a:lnTo>
                </a:path>
                <a:path w="635" h="1269">
                  <a:moveTo>
                    <a:pt x="0" y="749"/>
                  </a:moveTo>
                  <a:lnTo>
                    <a:pt x="0" y="355"/>
                  </a:lnTo>
                </a:path>
              </a:pathLst>
            </a:custGeom>
            <a:ln w="125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 descr=""/>
            <p:cNvSpPr/>
            <p:nvPr/>
          </p:nvSpPr>
          <p:spPr>
            <a:xfrm>
              <a:off x="4027182" y="2250046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1524" y="368"/>
                  </a:moveTo>
                  <a:lnTo>
                    <a:pt x="1524" y="0"/>
                  </a:lnTo>
                </a:path>
                <a:path w="1904" h="1905">
                  <a:moveTo>
                    <a:pt x="1142" y="749"/>
                  </a:moveTo>
                  <a:lnTo>
                    <a:pt x="1142" y="368"/>
                  </a:lnTo>
                </a:path>
                <a:path w="1904" h="1905">
                  <a:moveTo>
                    <a:pt x="762" y="1130"/>
                  </a:moveTo>
                  <a:lnTo>
                    <a:pt x="762" y="749"/>
                  </a:lnTo>
                </a:path>
                <a:path w="1904" h="1905">
                  <a:moveTo>
                    <a:pt x="380" y="1511"/>
                  </a:moveTo>
                  <a:lnTo>
                    <a:pt x="380" y="1130"/>
                  </a:lnTo>
                </a:path>
                <a:path w="1904" h="1905">
                  <a:moveTo>
                    <a:pt x="0" y="1892"/>
                  </a:moveTo>
                  <a:lnTo>
                    <a:pt x="0" y="1511"/>
                  </a:lnTo>
                </a:path>
              </a:pathLst>
            </a:custGeom>
            <a:ln w="12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 descr=""/>
            <p:cNvSpPr/>
            <p:nvPr/>
          </p:nvSpPr>
          <p:spPr>
            <a:xfrm>
              <a:off x="4026611" y="2251938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69">
                  <a:moveTo>
                    <a:pt x="381" y="380"/>
                  </a:moveTo>
                  <a:lnTo>
                    <a:pt x="381" y="0"/>
                  </a:lnTo>
                </a:path>
                <a:path w="635" h="1269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117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 descr=""/>
            <p:cNvSpPr/>
            <p:nvPr/>
          </p:nvSpPr>
          <p:spPr>
            <a:xfrm>
              <a:off x="4026039" y="2252700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69">
                  <a:moveTo>
                    <a:pt x="380" y="380"/>
                  </a:moveTo>
                  <a:lnTo>
                    <a:pt x="380" y="0"/>
                  </a:lnTo>
                </a:path>
                <a:path w="635" h="1269">
                  <a:moveTo>
                    <a:pt x="0" y="761"/>
                  </a:moveTo>
                  <a:lnTo>
                    <a:pt x="0" y="380"/>
                  </a:lnTo>
                </a:path>
              </a:pathLst>
            </a:custGeom>
            <a:ln w="12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 descr=""/>
            <p:cNvSpPr/>
            <p:nvPr/>
          </p:nvSpPr>
          <p:spPr>
            <a:xfrm>
              <a:off x="4024706" y="2253462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5">
                  <a:moveTo>
                    <a:pt x="1142" y="380"/>
                  </a:moveTo>
                  <a:lnTo>
                    <a:pt x="1142" y="0"/>
                  </a:lnTo>
                </a:path>
                <a:path w="1270" h="1905">
                  <a:moveTo>
                    <a:pt x="762" y="762"/>
                  </a:moveTo>
                  <a:lnTo>
                    <a:pt x="762" y="380"/>
                  </a:lnTo>
                </a:path>
                <a:path w="1270" h="1905">
                  <a:moveTo>
                    <a:pt x="380" y="1143"/>
                  </a:moveTo>
                  <a:lnTo>
                    <a:pt x="380" y="762"/>
                  </a:lnTo>
                </a:path>
                <a:path w="1270" h="1905">
                  <a:moveTo>
                    <a:pt x="0" y="1524"/>
                  </a:moveTo>
                  <a:lnTo>
                    <a:pt x="0" y="1143"/>
                  </a:lnTo>
                </a:path>
              </a:pathLst>
            </a:custGeom>
            <a:ln w="117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 descr=""/>
            <p:cNvSpPr/>
            <p:nvPr/>
          </p:nvSpPr>
          <p:spPr>
            <a:xfrm>
              <a:off x="4024134" y="2254986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69">
                  <a:moveTo>
                    <a:pt x="381" y="380"/>
                  </a:moveTo>
                  <a:lnTo>
                    <a:pt x="381" y="0"/>
                  </a:lnTo>
                </a:path>
                <a:path w="635" h="1269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11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 descr=""/>
            <p:cNvSpPr/>
            <p:nvPr/>
          </p:nvSpPr>
          <p:spPr>
            <a:xfrm>
              <a:off x="4023563" y="2255748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69">
                  <a:moveTo>
                    <a:pt x="381" y="380"/>
                  </a:moveTo>
                  <a:lnTo>
                    <a:pt x="381" y="0"/>
                  </a:lnTo>
                </a:path>
                <a:path w="635" h="1269">
                  <a:moveTo>
                    <a:pt x="0" y="761"/>
                  </a:moveTo>
                  <a:lnTo>
                    <a:pt x="0" y="380"/>
                  </a:lnTo>
                </a:path>
              </a:pathLst>
            </a:custGeom>
            <a:ln w="117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 descr=""/>
            <p:cNvSpPr/>
            <p:nvPr/>
          </p:nvSpPr>
          <p:spPr>
            <a:xfrm>
              <a:off x="4021848" y="2256510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1524" y="380"/>
                  </a:moveTo>
                  <a:lnTo>
                    <a:pt x="1524" y="0"/>
                  </a:lnTo>
                </a:path>
                <a:path w="1904" h="1905">
                  <a:moveTo>
                    <a:pt x="1143" y="762"/>
                  </a:moveTo>
                  <a:lnTo>
                    <a:pt x="1143" y="380"/>
                  </a:lnTo>
                </a:path>
                <a:path w="1904" h="1905">
                  <a:moveTo>
                    <a:pt x="762" y="1143"/>
                  </a:moveTo>
                  <a:lnTo>
                    <a:pt x="762" y="762"/>
                  </a:lnTo>
                </a:path>
                <a:path w="1904" h="1905">
                  <a:moveTo>
                    <a:pt x="381" y="1524"/>
                  </a:moveTo>
                  <a:lnTo>
                    <a:pt x="381" y="1143"/>
                  </a:lnTo>
                </a:path>
                <a:path w="1904" h="1905">
                  <a:moveTo>
                    <a:pt x="0" y="1904"/>
                  </a:moveTo>
                  <a:lnTo>
                    <a:pt x="0" y="1524"/>
                  </a:lnTo>
                </a:path>
              </a:pathLst>
            </a:custGeom>
            <a:ln w="11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 descr=""/>
            <p:cNvSpPr/>
            <p:nvPr/>
          </p:nvSpPr>
          <p:spPr>
            <a:xfrm>
              <a:off x="4021658" y="225841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17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 descr=""/>
            <p:cNvSpPr/>
            <p:nvPr/>
          </p:nvSpPr>
          <p:spPr>
            <a:xfrm>
              <a:off x="4021086" y="2258796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69">
                  <a:moveTo>
                    <a:pt x="381" y="381"/>
                  </a:moveTo>
                  <a:lnTo>
                    <a:pt x="381" y="0"/>
                  </a:lnTo>
                </a:path>
                <a:path w="635" h="1269">
                  <a:moveTo>
                    <a:pt x="0" y="749"/>
                  </a:moveTo>
                  <a:lnTo>
                    <a:pt x="0" y="381"/>
                  </a:lnTo>
                </a:path>
              </a:pathLst>
            </a:custGeom>
            <a:ln w="11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 descr=""/>
            <p:cNvSpPr/>
            <p:nvPr/>
          </p:nvSpPr>
          <p:spPr>
            <a:xfrm>
              <a:off x="4020896" y="225955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55"/>
                  </a:moveTo>
                  <a:lnTo>
                    <a:pt x="0" y="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 descr=""/>
            <p:cNvSpPr/>
            <p:nvPr/>
          </p:nvSpPr>
          <p:spPr>
            <a:xfrm>
              <a:off x="4020705" y="225991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93"/>
                  </a:moveTo>
                  <a:lnTo>
                    <a:pt x="0" y="0"/>
                  </a:lnTo>
                </a:path>
              </a:pathLst>
            </a:custGeom>
            <a:ln w="11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 descr=""/>
            <p:cNvSpPr/>
            <p:nvPr/>
          </p:nvSpPr>
          <p:spPr>
            <a:xfrm>
              <a:off x="4020134" y="2260307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69">
                  <a:moveTo>
                    <a:pt x="381" y="355"/>
                  </a:moveTo>
                  <a:lnTo>
                    <a:pt x="381" y="0"/>
                  </a:lnTo>
                </a:path>
                <a:path w="635" h="1269">
                  <a:moveTo>
                    <a:pt x="0" y="736"/>
                  </a:moveTo>
                  <a:lnTo>
                    <a:pt x="0" y="355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 descr=""/>
            <p:cNvSpPr/>
            <p:nvPr/>
          </p:nvSpPr>
          <p:spPr>
            <a:xfrm>
              <a:off x="4019943" y="226104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 descr=""/>
            <p:cNvSpPr/>
            <p:nvPr/>
          </p:nvSpPr>
          <p:spPr>
            <a:xfrm>
              <a:off x="4019753" y="226142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 descr=""/>
            <p:cNvSpPr/>
            <p:nvPr/>
          </p:nvSpPr>
          <p:spPr>
            <a:xfrm>
              <a:off x="4016933" y="2261806"/>
              <a:ext cx="3175" cy="5715"/>
            </a:xfrm>
            <a:custGeom>
              <a:avLst/>
              <a:gdLst/>
              <a:ahLst/>
              <a:cxnLst/>
              <a:rect l="l" t="t" r="r" b="b"/>
              <a:pathLst>
                <a:path w="3175" h="5714">
                  <a:moveTo>
                    <a:pt x="2628" y="380"/>
                  </a:moveTo>
                  <a:lnTo>
                    <a:pt x="2628" y="0"/>
                  </a:lnTo>
                </a:path>
                <a:path w="3175" h="5714">
                  <a:moveTo>
                    <a:pt x="2247" y="761"/>
                  </a:moveTo>
                  <a:lnTo>
                    <a:pt x="2247" y="380"/>
                  </a:lnTo>
                </a:path>
                <a:path w="3175" h="5714">
                  <a:moveTo>
                    <a:pt x="2247" y="1142"/>
                  </a:moveTo>
                  <a:lnTo>
                    <a:pt x="2247" y="761"/>
                  </a:lnTo>
                </a:path>
                <a:path w="3175" h="5714">
                  <a:moveTo>
                    <a:pt x="1866" y="1524"/>
                  </a:moveTo>
                  <a:lnTo>
                    <a:pt x="1866" y="1142"/>
                  </a:lnTo>
                </a:path>
                <a:path w="3175" h="5714">
                  <a:moveTo>
                    <a:pt x="1866" y="1904"/>
                  </a:moveTo>
                  <a:lnTo>
                    <a:pt x="1866" y="1524"/>
                  </a:lnTo>
                </a:path>
                <a:path w="3175" h="5714">
                  <a:moveTo>
                    <a:pt x="1498" y="2285"/>
                  </a:moveTo>
                  <a:lnTo>
                    <a:pt x="1498" y="1904"/>
                  </a:lnTo>
                </a:path>
                <a:path w="3175" h="5714">
                  <a:moveTo>
                    <a:pt x="1498" y="2666"/>
                  </a:moveTo>
                  <a:lnTo>
                    <a:pt x="1498" y="2285"/>
                  </a:lnTo>
                </a:path>
                <a:path w="3175" h="5714">
                  <a:moveTo>
                    <a:pt x="1130" y="3048"/>
                  </a:moveTo>
                  <a:lnTo>
                    <a:pt x="1130" y="2666"/>
                  </a:lnTo>
                </a:path>
                <a:path w="3175" h="5714">
                  <a:moveTo>
                    <a:pt x="1130" y="3428"/>
                  </a:moveTo>
                  <a:lnTo>
                    <a:pt x="1130" y="3048"/>
                  </a:lnTo>
                </a:path>
                <a:path w="3175" h="5714">
                  <a:moveTo>
                    <a:pt x="749" y="3809"/>
                  </a:moveTo>
                  <a:lnTo>
                    <a:pt x="749" y="3428"/>
                  </a:lnTo>
                </a:path>
                <a:path w="3175" h="5714">
                  <a:moveTo>
                    <a:pt x="749" y="4190"/>
                  </a:moveTo>
                  <a:lnTo>
                    <a:pt x="749" y="3809"/>
                  </a:lnTo>
                </a:path>
                <a:path w="3175" h="5714">
                  <a:moveTo>
                    <a:pt x="381" y="4572"/>
                  </a:moveTo>
                  <a:lnTo>
                    <a:pt x="381" y="4190"/>
                  </a:lnTo>
                </a:path>
                <a:path w="3175" h="5714">
                  <a:moveTo>
                    <a:pt x="381" y="4952"/>
                  </a:moveTo>
                  <a:lnTo>
                    <a:pt x="381" y="4572"/>
                  </a:lnTo>
                </a:path>
                <a:path w="3175" h="5714">
                  <a:moveTo>
                    <a:pt x="0" y="5333"/>
                  </a:moveTo>
                  <a:lnTo>
                    <a:pt x="0" y="4952"/>
                  </a:lnTo>
                </a:path>
                <a:path w="3175" h="5714">
                  <a:moveTo>
                    <a:pt x="0" y="5714"/>
                  </a:moveTo>
                  <a:lnTo>
                    <a:pt x="0" y="5333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 descr=""/>
            <p:cNvSpPr/>
            <p:nvPr/>
          </p:nvSpPr>
          <p:spPr>
            <a:xfrm>
              <a:off x="4016743" y="226752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 descr=""/>
            <p:cNvSpPr/>
            <p:nvPr/>
          </p:nvSpPr>
          <p:spPr>
            <a:xfrm>
              <a:off x="4016552" y="226790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 descr=""/>
            <p:cNvSpPr/>
            <p:nvPr/>
          </p:nvSpPr>
          <p:spPr>
            <a:xfrm>
              <a:off x="4016362" y="226828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 descr=""/>
            <p:cNvSpPr/>
            <p:nvPr/>
          </p:nvSpPr>
          <p:spPr>
            <a:xfrm>
              <a:off x="4016171" y="226866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 descr=""/>
            <p:cNvSpPr/>
            <p:nvPr/>
          </p:nvSpPr>
          <p:spPr>
            <a:xfrm>
              <a:off x="4014457" y="2269045"/>
              <a:ext cx="1905" cy="5080"/>
            </a:xfrm>
            <a:custGeom>
              <a:avLst/>
              <a:gdLst/>
              <a:ahLst/>
              <a:cxnLst/>
              <a:rect l="l" t="t" r="r" b="b"/>
              <a:pathLst>
                <a:path w="1904" h="5080">
                  <a:moveTo>
                    <a:pt x="1524" y="381"/>
                  </a:moveTo>
                  <a:lnTo>
                    <a:pt x="1524" y="0"/>
                  </a:lnTo>
                </a:path>
                <a:path w="1904" h="5080">
                  <a:moveTo>
                    <a:pt x="1524" y="762"/>
                  </a:moveTo>
                  <a:lnTo>
                    <a:pt x="1524" y="381"/>
                  </a:lnTo>
                </a:path>
                <a:path w="1904" h="5080">
                  <a:moveTo>
                    <a:pt x="1143" y="1143"/>
                  </a:moveTo>
                  <a:lnTo>
                    <a:pt x="1143" y="762"/>
                  </a:lnTo>
                </a:path>
                <a:path w="1904" h="5080">
                  <a:moveTo>
                    <a:pt x="1143" y="1511"/>
                  </a:moveTo>
                  <a:lnTo>
                    <a:pt x="1143" y="1130"/>
                  </a:lnTo>
                </a:path>
                <a:path w="1904" h="5080">
                  <a:moveTo>
                    <a:pt x="762" y="1892"/>
                  </a:moveTo>
                  <a:lnTo>
                    <a:pt x="762" y="1511"/>
                  </a:lnTo>
                </a:path>
                <a:path w="1904" h="5080">
                  <a:moveTo>
                    <a:pt x="762" y="2247"/>
                  </a:moveTo>
                  <a:lnTo>
                    <a:pt x="762" y="1892"/>
                  </a:lnTo>
                </a:path>
                <a:path w="1904" h="5080">
                  <a:moveTo>
                    <a:pt x="762" y="2628"/>
                  </a:moveTo>
                  <a:lnTo>
                    <a:pt x="762" y="2247"/>
                  </a:lnTo>
                </a:path>
                <a:path w="1904" h="5080">
                  <a:moveTo>
                    <a:pt x="381" y="3009"/>
                  </a:moveTo>
                  <a:lnTo>
                    <a:pt x="381" y="2628"/>
                  </a:lnTo>
                </a:path>
                <a:path w="1904" h="5080">
                  <a:moveTo>
                    <a:pt x="381" y="3390"/>
                  </a:moveTo>
                  <a:lnTo>
                    <a:pt x="381" y="3009"/>
                  </a:lnTo>
                </a:path>
                <a:path w="1904" h="5080">
                  <a:moveTo>
                    <a:pt x="0" y="3771"/>
                  </a:moveTo>
                  <a:lnTo>
                    <a:pt x="0" y="3390"/>
                  </a:lnTo>
                </a:path>
                <a:path w="1904" h="5080">
                  <a:moveTo>
                    <a:pt x="0" y="4152"/>
                  </a:moveTo>
                  <a:lnTo>
                    <a:pt x="0" y="3771"/>
                  </a:lnTo>
                </a:path>
                <a:path w="1904" h="5080">
                  <a:moveTo>
                    <a:pt x="0" y="4533"/>
                  </a:moveTo>
                  <a:lnTo>
                    <a:pt x="0" y="4152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 descr=""/>
            <p:cNvSpPr/>
            <p:nvPr/>
          </p:nvSpPr>
          <p:spPr>
            <a:xfrm>
              <a:off x="4014266" y="227357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 descr=""/>
            <p:cNvSpPr/>
            <p:nvPr/>
          </p:nvSpPr>
          <p:spPr>
            <a:xfrm>
              <a:off x="4014076" y="227396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 descr=""/>
            <p:cNvSpPr/>
            <p:nvPr/>
          </p:nvSpPr>
          <p:spPr>
            <a:xfrm>
              <a:off x="4013504" y="2274341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5" h="1905">
                  <a:moveTo>
                    <a:pt x="380" y="380"/>
                  </a:moveTo>
                  <a:lnTo>
                    <a:pt x="380" y="0"/>
                  </a:lnTo>
                </a:path>
                <a:path w="635" h="1905">
                  <a:moveTo>
                    <a:pt x="380" y="762"/>
                  </a:moveTo>
                  <a:lnTo>
                    <a:pt x="380" y="380"/>
                  </a:lnTo>
                </a:path>
                <a:path w="635" h="1905">
                  <a:moveTo>
                    <a:pt x="380" y="1143"/>
                  </a:moveTo>
                  <a:lnTo>
                    <a:pt x="380" y="762"/>
                  </a:lnTo>
                </a:path>
                <a:path w="635" h="1905">
                  <a:moveTo>
                    <a:pt x="0" y="1524"/>
                  </a:moveTo>
                  <a:lnTo>
                    <a:pt x="0" y="1143"/>
                  </a:lnTo>
                </a:path>
                <a:path w="635" h="1905">
                  <a:moveTo>
                    <a:pt x="0" y="1904"/>
                  </a:moveTo>
                  <a:lnTo>
                    <a:pt x="0" y="1524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 descr=""/>
            <p:cNvSpPr/>
            <p:nvPr/>
          </p:nvSpPr>
          <p:spPr>
            <a:xfrm>
              <a:off x="4013314" y="2276246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0"/>
                  </a:moveTo>
                  <a:lnTo>
                    <a:pt x="0" y="0"/>
                  </a:lnTo>
                </a:path>
                <a:path w="0" h="1269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 descr=""/>
            <p:cNvSpPr/>
            <p:nvPr/>
          </p:nvSpPr>
          <p:spPr>
            <a:xfrm>
              <a:off x="4013123" y="2277008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0"/>
                  </a:moveTo>
                  <a:lnTo>
                    <a:pt x="0" y="0"/>
                  </a:lnTo>
                </a:path>
                <a:path w="0" h="1269">
                  <a:moveTo>
                    <a:pt x="0" y="761"/>
                  </a:moveTo>
                  <a:lnTo>
                    <a:pt x="0" y="38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 descr=""/>
            <p:cNvSpPr/>
            <p:nvPr/>
          </p:nvSpPr>
          <p:spPr>
            <a:xfrm>
              <a:off x="4012933" y="2277770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0"/>
                  </a:moveTo>
                  <a:lnTo>
                    <a:pt x="0" y="0"/>
                  </a:lnTo>
                </a:path>
                <a:path w="0" h="1269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 descr=""/>
            <p:cNvSpPr/>
            <p:nvPr/>
          </p:nvSpPr>
          <p:spPr>
            <a:xfrm>
              <a:off x="4012742" y="2278532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0"/>
                  </a:moveTo>
                  <a:lnTo>
                    <a:pt x="0" y="0"/>
                  </a:lnTo>
                </a:path>
                <a:path w="0" h="1269">
                  <a:moveTo>
                    <a:pt x="0" y="761"/>
                  </a:moveTo>
                  <a:lnTo>
                    <a:pt x="0" y="38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 descr=""/>
            <p:cNvSpPr/>
            <p:nvPr/>
          </p:nvSpPr>
          <p:spPr>
            <a:xfrm>
              <a:off x="4012552" y="2279294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0"/>
                  </a:moveTo>
                  <a:lnTo>
                    <a:pt x="0" y="0"/>
                  </a:lnTo>
                </a:path>
                <a:path w="0" h="1269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 descr=""/>
            <p:cNvSpPr/>
            <p:nvPr/>
          </p:nvSpPr>
          <p:spPr>
            <a:xfrm>
              <a:off x="4012361" y="2280056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68"/>
                  </a:moveTo>
                  <a:lnTo>
                    <a:pt x="0" y="0"/>
                  </a:lnTo>
                </a:path>
                <a:path w="0" h="1269">
                  <a:moveTo>
                    <a:pt x="0" y="749"/>
                  </a:moveTo>
                  <a:lnTo>
                    <a:pt x="0" y="368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 descr=""/>
            <p:cNvSpPr/>
            <p:nvPr/>
          </p:nvSpPr>
          <p:spPr>
            <a:xfrm>
              <a:off x="4012171" y="2280805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0"/>
                  </a:moveTo>
                  <a:lnTo>
                    <a:pt x="0" y="0"/>
                  </a:lnTo>
                </a:path>
                <a:path w="0" h="1269">
                  <a:moveTo>
                    <a:pt x="0" y="749"/>
                  </a:moveTo>
                  <a:lnTo>
                    <a:pt x="0" y="38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 descr=""/>
            <p:cNvSpPr/>
            <p:nvPr/>
          </p:nvSpPr>
          <p:spPr>
            <a:xfrm>
              <a:off x="4011980" y="2281555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0"/>
                  </a:moveTo>
                  <a:lnTo>
                    <a:pt x="0" y="0"/>
                  </a:lnTo>
                </a:path>
                <a:path w="0" h="1269">
                  <a:moveTo>
                    <a:pt x="0" y="749"/>
                  </a:moveTo>
                  <a:lnTo>
                    <a:pt x="0" y="38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 descr=""/>
            <p:cNvSpPr/>
            <p:nvPr/>
          </p:nvSpPr>
          <p:spPr>
            <a:xfrm>
              <a:off x="4011790" y="2282304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1"/>
                  </a:moveTo>
                  <a:lnTo>
                    <a:pt x="0" y="0"/>
                  </a:lnTo>
                </a:path>
                <a:path w="0" h="1269">
                  <a:moveTo>
                    <a:pt x="0" y="762"/>
                  </a:moveTo>
                  <a:lnTo>
                    <a:pt x="0" y="381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 descr=""/>
            <p:cNvSpPr/>
            <p:nvPr/>
          </p:nvSpPr>
          <p:spPr>
            <a:xfrm>
              <a:off x="4011599" y="2283066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0"/>
                  </a:moveTo>
                  <a:lnTo>
                    <a:pt x="0" y="0"/>
                  </a:lnTo>
                </a:path>
                <a:path w="0" h="1269">
                  <a:moveTo>
                    <a:pt x="0" y="761"/>
                  </a:moveTo>
                  <a:lnTo>
                    <a:pt x="0" y="38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 descr=""/>
            <p:cNvSpPr/>
            <p:nvPr/>
          </p:nvSpPr>
          <p:spPr>
            <a:xfrm>
              <a:off x="4011409" y="2283828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1"/>
                  </a:moveTo>
                  <a:lnTo>
                    <a:pt x="0" y="0"/>
                  </a:lnTo>
                </a:path>
                <a:path w="0" h="1269">
                  <a:moveTo>
                    <a:pt x="0" y="762"/>
                  </a:moveTo>
                  <a:lnTo>
                    <a:pt x="0" y="381"/>
                  </a:lnTo>
                </a:path>
                <a:path w="0" h="1269">
                  <a:moveTo>
                    <a:pt x="0" y="1143"/>
                  </a:moveTo>
                  <a:lnTo>
                    <a:pt x="0" y="762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 descr=""/>
            <p:cNvSpPr/>
            <p:nvPr/>
          </p:nvSpPr>
          <p:spPr>
            <a:xfrm>
              <a:off x="4011218" y="228497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 descr=""/>
            <p:cNvSpPr/>
            <p:nvPr/>
          </p:nvSpPr>
          <p:spPr>
            <a:xfrm>
              <a:off x="4011028" y="2285352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1"/>
                  </a:moveTo>
                  <a:lnTo>
                    <a:pt x="0" y="0"/>
                  </a:lnTo>
                </a:path>
                <a:path w="0" h="1269">
                  <a:moveTo>
                    <a:pt x="0" y="762"/>
                  </a:moveTo>
                  <a:lnTo>
                    <a:pt x="0" y="381"/>
                  </a:lnTo>
                </a:path>
                <a:path w="0" h="1269">
                  <a:moveTo>
                    <a:pt x="0" y="1143"/>
                  </a:moveTo>
                  <a:lnTo>
                    <a:pt x="0" y="762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 descr=""/>
            <p:cNvSpPr/>
            <p:nvPr/>
          </p:nvSpPr>
          <p:spPr>
            <a:xfrm>
              <a:off x="4010837" y="228649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 descr=""/>
            <p:cNvSpPr/>
            <p:nvPr/>
          </p:nvSpPr>
          <p:spPr>
            <a:xfrm>
              <a:off x="4010647" y="2286876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1"/>
                  </a:moveTo>
                  <a:lnTo>
                    <a:pt x="0" y="0"/>
                  </a:lnTo>
                </a:path>
                <a:path w="0" h="1269">
                  <a:moveTo>
                    <a:pt x="0" y="762"/>
                  </a:moveTo>
                  <a:lnTo>
                    <a:pt x="0" y="381"/>
                  </a:lnTo>
                </a:path>
                <a:path w="0" h="1269">
                  <a:moveTo>
                    <a:pt x="0" y="1143"/>
                  </a:moveTo>
                  <a:lnTo>
                    <a:pt x="0" y="762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 descr=""/>
            <p:cNvSpPr/>
            <p:nvPr/>
          </p:nvSpPr>
          <p:spPr>
            <a:xfrm>
              <a:off x="4010456" y="2288019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0"/>
                  </a:moveTo>
                  <a:lnTo>
                    <a:pt x="0" y="0"/>
                  </a:lnTo>
                </a:path>
                <a:path w="0" h="1269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 descr=""/>
            <p:cNvSpPr/>
            <p:nvPr/>
          </p:nvSpPr>
          <p:spPr>
            <a:xfrm>
              <a:off x="4010266" y="2288781"/>
              <a:ext cx="0" cy="1905"/>
            </a:xfrm>
            <a:custGeom>
              <a:avLst/>
              <a:gdLst/>
              <a:ahLst/>
              <a:cxnLst/>
              <a:rect l="l" t="t" r="r" b="b"/>
              <a:pathLst>
                <a:path w="0" h="1905">
                  <a:moveTo>
                    <a:pt x="0" y="380"/>
                  </a:moveTo>
                  <a:lnTo>
                    <a:pt x="0" y="0"/>
                  </a:lnTo>
                </a:path>
                <a:path w="0" h="1905">
                  <a:moveTo>
                    <a:pt x="0" y="761"/>
                  </a:moveTo>
                  <a:lnTo>
                    <a:pt x="0" y="380"/>
                  </a:lnTo>
                </a:path>
                <a:path w="0" h="1905">
                  <a:moveTo>
                    <a:pt x="0" y="1142"/>
                  </a:moveTo>
                  <a:lnTo>
                    <a:pt x="0" y="761"/>
                  </a:lnTo>
                </a:path>
                <a:path w="0" h="1905">
                  <a:moveTo>
                    <a:pt x="0" y="1524"/>
                  </a:moveTo>
                  <a:lnTo>
                    <a:pt x="0" y="1142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 descr=""/>
            <p:cNvSpPr/>
            <p:nvPr/>
          </p:nvSpPr>
          <p:spPr>
            <a:xfrm>
              <a:off x="4004398" y="2290305"/>
              <a:ext cx="5715" cy="133985"/>
            </a:xfrm>
            <a:custGeom>
              <a:avLst/>
              <a:gdLst/>
              <a:ahLst/>
              <a:cxnLst/>
              <a:rect l="l" t="t" r="r" b="b"/>
              <a:pathLst>
                <a:path w="5714" h="133985">
                  <a:moveTo>
                    <a:pt x="5676" y="380"/>
                  </a:moveTo>
                  <a:lnTo>
                    <a:pt x="5676" y="0"/>
                  </a:lnTo>
                </a:path>
                <a:path w="5714" h="133985">
                  <a:moveTo>
                    <a:pt x="5676" y="749"/>
                  </a:moveTo>
                  <a:lnTo>
                    <a:pt x="5676" y="380"/>
                  </a:lnTo>
                </a:path>
                <a:path w="5714" h="133985">
                  <a:moveTo>
                    <a:pt x="5676" y="1130"/>
                  </a:moveTo>
                  <a:lnTo>
                    <a:pt x="5676" y="761"/>
                  </a:lnTo>
                </a:path>
                <a:path w="5714" h="133985">
                  <a:moveTo>
                    <a:pt x="5676" y="1511"/>
                  </a:moveTo>
                  <a:lnTo>
                    <a:pt x="5676" y="1130"/>
                  </a:lnTo>
                </a:path>
                <a:path w="5714" h="133985">
                  <a:moveTo>
                    <a:pt x="5676" y="1879"/>
                  </a:moveTo>
                  <a:lnTo>
                    <a:pt x="5676" y="1511"/>
                  </a:lnTo>
                </a:path>
                <a:path w="5714" h="133985">
                  <a:moveTo>
                    <a:pt x="5295" y="2260"/>
                  </a:moveTo>
                  <a:lnTo>
                    <a:pt x="5295" y="1879"/>
                  </a:lnTo>
                </a:path>
                <a:path w="5714" h="133985">
                  <a:moveTo>
                    <a:pt x="5295" y="2641"/>
                  </a:moveTo>
                  <a:lnTo>
                    <a:pt x="5295" y="2260"/>
                  </a:lnTo>
                </a:path>
                <a:path w="5714" h="133985">
                  <a:moveTo>
                    <a:pt x="5295" y="3009"/>
                  </a:moveTo>
                  <a:lnTo>
                    <a:pt x="5295" y="2641"/>
                  </a:lnTo>
                </a:path>
                <a:path w="5714" h="133985">
                  <a:moveTo>
                    <a:pt x="5295" y="3390"/>
                  </a:moveTo>
                  <a:lnTo>
                    <a:pt x="5295" y="3009"/>
                  </a:lnTo>
                </a:path>
                <a:path w="5714" h="133985">
                  <a:moveTo>
                    <a:pt x="5295" y="3771"/>
                  </a:moveTo>
                  <a:lnTo>
                    <a:pt x="5295" y="3390"/>
                  </a:lnTo>
                </a:path>
                <a:path w="5714" h="133985">
                  <a:moveTo>
                    <a:pt x="5295" y="4152"/>
                  </a:moveTo>
                  <a:lnTo>
                    <a:pt x="5295" y="3771"/>
                  </a:lnTo>
                </a:path>
                <a:path w="5714" h="133985">
                  <a:moveTo>
                    <a:pt x="4914" y="4533"/>
                  </a:moveTo>
                  <a:lnTo>
                    <a:pt x="4914" y="4152"/>
                  </a:lnTo>
                </a:path>
                <a:path w="5714" h="133985">
                  <a:moveTo>
                    <a:pt x="4914" y="4914"/>
                  </a:moveTo>
                  <a:lnTo>
                    <a:pt x="4914" y="4533"/>
                  </a:lnTo>
                </a:path>
                <a:path w="5714" h="133985">
                  <a:moveTo>
                    <a:pt x="4914" y="5295"/>
                  </a:moveTo>
                  <a:lnTo>
                    <a:pt x="4914" y="4914"/>
                  </a:lnTo>
                </a:path>
                <a:path w="5714" h="133985">
                  <a:moveTo>
                    <a:pt x="4914" y="5676"/>
                  </a:moveTo>
                  <a:lnTo>
                    <a:pt x="4914" y="5295"/>
                  </a:lnTo>
                </a:path>
                <a:path w="5714" h="133985">
                  <a:moveTo>
                    <a:pt x="4914" y="6057"/>
                  </a:moveTo>
                  <a:lnTo>
                    <a:pt x="4914" y="5676"/>
                  </a:lnTo>
                </a:path>
                <a:path w="5714" h="133985">
                  <a:moveTo>
                    <a:pt x="4914" y="6438"/>
                  </a:moveTo>
                  <a:lnTo>
                    <a:pt x="4914" y="6057"/>
                  </a:lnTo>
                </a:path>
                <a:path w="5714" h="133985">
                  <a:moveTo>
                    <a:pt x="4533" y="6819"/>
                  </a:moveTo>
                  <a:lnTo>
                    <a:pt x="4533" y="6438"/>
                  </a:lnTo>
                </a:path>
                <a:path w="5714" h="133985">
                  <a:moveTo>
                    <a:pt x="4533" y="7200"/>
                  </a:moveTo>
                  <a:lnTo>
                    <a:pt x="4533" y="6819"/>
                  </a:lnTo>
                </a:path>
                <a:path w="5714" h="133985">
                  <a:moveTo>
                    <a:pt x="4533" y="7581"/>
                  </a:moveTo>
                  <a:lnTo>
                    <a:pt x="4533" y="7200"/>
                  </a:lnTo>
                </a:path>
                <a:path w="5714" h="133985">
                  <a:moveTo>
                    <a:pt x="4533" y="7962"/>
                  </a:moveTo>
                  <a:lnTo>
                    <a:pt x="4533" y="7581"/>
                  </a:lnTo>
                </a:path>
                <a:path w="5714" h="133985">
                  <a:moveTo>
                    <a:pt x="4533" y="8343"/>
                  </a:moveTo>
                  <a:lnTo>
                    <a:pt x="4533" y="7962"/>
                  </a:lnTo>
                </a:path>
                <a:path w="5714" h="133985">
                  <a:moveTo>
                    <a:pt x="4533" y="8724"/>
                  </a:moveTo>
                  <a:lnTo>
                    <a:pt x="4533" y="8343"/>
                  </a:lnTo>
                </a:path>
                <a:path w="5714" h="133985">
                  <a:moveTo>
                    <a:pt x="4152" y="9105"/>
                  </a:moveTo>
                  <a:lnTo>
                    <a:pt x="4152" y="8724"/>
                  </a:lnTo>
                </a:path>
                <a:path w="5714" h="133985">
                  <a:moveTo>
                    <a:pt x="4152" y="9486"/>
                  </a:moveTo>
                  <a:lnTo>
                    <a:pt x="4152" y="9105"/>
                  </a:lnTo>
                </a:path>
                <a:path w="5714" h="133985">
                  <a:moveTo>
                    <a:pt x="4152" y="9867"/>
                  </a:moveTo>
                  <a:lnTo>
                    <a:pt x="4152" y="9486"/>
                  </a:lnTo>
                </a:path>
                <a:path w="5714" h="133985">
                  <a:moveTo>
                    <a:pt x="4152" y="10248"/>
                  </a:moveTo>
                  <a:lnTo>
                    <a:pt x="4152" y="9867"/>
                  </a:lnTo>
                </a:path>
                <a:path w="5714" h="133985">
                  <a:moveTo>
                    <a:pt x="4152" y="10629"/>
                  </a:moveTo>
                  <a:lnTo>
                    <a:pt x="4152" y="10248"/>
                  </a:lnTo>
                </a:path>
                <a:path w="5714" h="133985">
                  <a:moveTo>
                    <a:pt x="4152" y="11010"/>
                  </a:moveTo>
                  <a:lnTo>
                    <a:pt x="4152" y="10629"/>
                  </a:lnTo>
                </a:path>
                <a:path w="5714" h="133985">
                  <a:moveTo>
                    <a:pt x="4152" y="11391"/>
                  </a:moveTo>
                  <a:lnTo>
                    <a:pt x="4152" y="11010"/>
                  </a:lnTo>
                </a:path>
                <a:path w="5714" h="133985">
                  <a:moveTo>
                    <a:pt x="3771" y="11760"/>
                  </a:moveTo>
                  <a:lnTo>
                    <a:pt x="3771" y="11379"/>
                  </a:lnTo>
                </a:path>
                <a:path w="5714" h="133985">
                  <a:moveTo>
                    <a:pt x="3771" y="12141"/>
                  </a:moveTo>
                  <a:lnTo>
                    <a:pt x="3771" y="11772"/>
                  </a:lnTo>
                </a:path>
                <a:path w="5714" h="133985">
                  <a:moveTo>
                    <a:pt x="3771" y="12509"/>
                  </a:moveTo>
                  <a:lnTo>
                    <a:pt x="3771" y="12141"/>
                  </a:lnTo>
                </a:path>
                <a:path w="5714" h="133985">
                  <a:moveTo>
                    <a:pt x="3771" y="12890"/>
                  </a:moveTo>
                  <a:lnTo>
                    <a:pt x="3771" y="12509"/>
                  </a:lnTo>
                </a:path>
                <a:path w="5714" h="133985">
                  <a:moveTo>
                    <a:pt x="3771" y="13258"/>
                  </a:moveTo>
                  <a:lnTo>
                    <a:pt x="3771" y="12890"/>
                  </a:lnTo>
                </a:path>
                <a:path w="5714" h="133985">
                  <a:moveTo>
                    <a:pt x="3771" y="13652"/>
                  </a:moveTo>
                  <a:lnTo>
                    <a:pt x="3771" y="13258"/>
                  </a:lnTo>
                </a:path>
                <a:path w="5714" h="133985">
                  <a:moveTo>
                    <a:pt x="3771" y="14020"/>
                  </a:moveTo>
                  <a:lnTo>
                    <a:pt x="3771" y="13652"/>
                  </a:lnTo>
                </a:path>
                <a:path w="5714" h="133985">
                  <a:moveTo>
                    <a:pt x="3771" y="14401"/>
                  </a:moveTo>
                  <a:lnTo>
                    <a:pt x="3771" y="14020"/>
                  </a:lnTo>
                </a:path>
                <a:path w="5714" h="133985">
                  <a:moveTo>
                    <a:pt x="3390" y="14782"/>
                  </a:moveTo>
                  <a:lnTo>
                    <a:pt x="3390" y="14401"/>
                  </a:lnTo>
                </a:path>
                <a:path w="5714" h="133985">
                  <a:moveTo>
                    <a:pt x="3390" y="15163"/>
                  </a:moveTo>
                  <a:lnTo>
                    <a:pt x="3390" y="14782"/>
                  </a:lnTo>
                </a:path>
                <a:path w="5714" h="133985">
                  <a:moveTo>
                    <a:pt x="3390" y="15544"/>
                  </a:moveTo>
                  <a:lnTo>
                    <a:pt x="3390" y="15163"/>
                  </a:lnTo>
                </a:path>
                <a:path w="5714" h="133985">
                  <a:moveTo>
                    <a:pt x="3390" y="15925"/>
                  </a:moveTo>
                  <a:lnTo>
                    <a:pt x="3390" y="15544"/>
                  </a:lnTo>
                </a:path>
                <a:path w="5714" h="133985">
                  <a:moveTo>
                    <a:pt x="3390" y="16306"/>
                  </a:moveTo>
                  <a:lnTo>
                    <a:pt x="3390" y="15925"/>
                  </a:lnTo>
                </a:path>
                <a:path w="5714" h="133985">
                  <a:moveTo>
                    <a:pt x="3390" y="16687"/>
                  </a:moveTo>
                  <a:lnTo>
                    <a:pt x="3390" y="16306"/>
                  </a:lnTo>
                </a:path>
                <a:path w="5714" h="133985">
                  <a:moveTo>
                    <a:pt x="3390" y="17068"/>
                  </a:moveTo>
                  <a:lnTo>
                    <a:pt x="3390" y="16687"/>
                  </a:lnTo>
                </a:path>
                <a:path w="5714" h="133985">
                  <a:moveTo>
                    <a:pt x="3390" y="17449"/>
                  </a:moveTo>
                  <a:lnTo>
                    <a:pt x="3390" y="17068"/>
                  </a:lnTo>
                </a:path>
                <a:path w="5714" h="133985">
                  <a:moveTo>
                    <a:pt x="3035" y="17830"/>
                  </a:moveTo>
                  <a:lnTo>
                    <a:pt x="3035" y="17449"/>
                  </a:lnTo>
                </a:path>
                <a:path w="5714" h="133985">
                  <a:moveTo>
                    <a:pt x="3035" y="18211"/>
                  </a:moveTo>
                  <a:lnTo>
                    <a:pt x="3035" y="17830"/>
                  </a:lnTo>
                </a:path>
                <a:path w="5714" h="133985">
                  <a:moveTo>
                    <a:pt x="3035" y="18592"/>
                  </a:moveTo>
                  <a:lnTo>
                    <a:pt x="3035" y="18211"/>
                  </a:lnTo>
                </a:path>
                <a:path w="5714" h="133985">
                  <a:moveTo>
                    <a:pt x="3035" y="18973"/>
                  </a:moveTo>
                  <a:lnTo>
                    <a:pt x="3035" y="18592"/>
                  </a:lnTo>
                </a:path>
                <a:path w="5714" h="133985">
                  <a:moveTo>
                    <a:pt x="3035" y="19354"/>
                  </a:moveTo>
                  <a:lnTo>
                    <a:pt x="3035" y="18973"/>
                  </a:lnTo>
                </a:path>
                <a:path w="5714" h="133985">
                  <a:moveTo>
                    <a:pt x="3035" y="19735"/>
                  </a:moveTo>
                  <a:lnTo>
                    <a:pt x="3035" y="19354"/>
                  </a:lnTo>
                </a:path>
                <a:path w="5714" h="133985">
                  <a:moveTo>
                    <a:pt x="3035" y="20116"/>
                  </a:moveTo>
                  <a:lnTo>
                    <a:pt x="3035" y="19735"/>
                  </a:lnTo>
                </a:path>
                <a:path w="5714" h="133985">
                  <a:moveTo>
                    <a:pt x="3035" y="20497"/>
                  </a:moveTo>
                  <a:lnTo>
                    <a:pt x="3035" y="20116"/>
                  </a:lnTo>
                </a:path>
                <a:path w="5714" h="133985">
                  <a:moveTo>
                    <a:pt x="3035" y="20878"/>
                  </a:moveTo>
                  <a:lnTo>
                    <a:pt x="3035" y="20497"/>
                  </a:lnTo>
                </a:path>
                <a:path w="5714" h="133985">
                  <a:moveTo>
                    <a:pt x="2666" y="21259"/>
                  </a:moveTo>
                  <a:lnTo>
                    <a:pt x="2666" y="20878"/>
                  </a:lnTo>
                </a:path>
                <a:path w="5714" h="133985">
                  <a:moveTo>
                    <a:pt x="2666" y="21640"/>
                  </a:moveTo>
                  <a:lnTo>
                    <a:pt x="2666" y="21259"/>
                  </a:lnTo>
                </a:path>
                <a:path w="5714" h="133985">
                  <a:moveTo>
                    <a:pt x="2666" y="22021"/>
                  </a:moveTo>
                  <a:lnTo>
                    <a:pt x="2666" y="21640"/>
                  </a:lnTo>
                </a:path>
                <a:path w="5714" h="133985">
                  <a:moveTo>
                    <a:pt x="2666" y="22402"/>
                  </a:moveTo>
                  <a:lnTo>
                    <a:pt x="2666" y="22021"/>
                  </a:lnTo>
                </a:path>
                <a:path w="5714" h="133985">
                  <a:moveTo>
                    <a:pt x="2666" y="22783"/>
                  </a:moveTo>
                  <a:lnTo>
                    <a:pt x="2666" y="22402"/>
                  </a:lnTo>
                </a:path>
                <a:path w="5714" h="133985">
                  <a:moveTo>
                    <a:pt x="2666" y="23139"/>
                  </a:moveTo>
                  <a:lnTo>
                    <a:pt x="2666" y="22771"/>
                  </a:lnTo>
                </a:path>
                <a:path w="5714" h="133985">
                  <a:moveTo>
                    <a:pt x="2666" y="23520"/>
                  </a:moveTo>
                  <a:lnTo>
                    <a:pt x="2666" y="23139"/>
                  </a:lnTo>
                </a:path>
                <a:path w="5714" h="133985">
                  <a:moveTo>
                    <a:pt x="2666" y="23901"/>
                  </a:moveTo>
                  <a:lnTo>
                    <a:pt x="2666" y="23520"/>
                  </a:lnTo>
                </a:path>
                <a:path w="5714" h="133985">
                  <a:moveTo>
                    <a:pt x="2666" y="24269"/>
                  </a:moveTo>
                  <a:lnTo>
                    <a:pt x="2666" y="23901"/>
                  </a:lnTo>
                </a:path>
                <a:path w="5714" h="133985">
                  <a:moveTo>
                    <a:pt x="2286" y="24650"/>
                  </a:moveTo>
                  <a:lnTo>
                    <a:pt x="2286" y="24269"/>
                  </a:lnTo>
                </a:path>
                <a:path w="5714" h="133985">
                  <a:moveTo>
                    <a:pt x="2286" y="25031"/>
                  </a:moveTo>
                  <a:lnTo>
                    <a:pt x="2286" y="24650"/>
                  </a:lnTo>
                </a:path>
                <a:path w="5714" h="133985">
                  <a:moveTo>
                    <a:pt x="2286" y="25412"/>
                  </a:moveTo>
                  <a:lnTo>
                    <a:pt x="2286" y="25031"/>
                  </a:lnTo>
                </a:path>
                <a:path w="5714" h="133985">
                  <a:moveTo>
                    <a:pt x="2286" y="25793"/>
                  </a:moveTo>
                  <a:lnTo>
                    <a:pt x="2286" y="25412"/>
                  </a:lnTo>
                </a:path>
                <a:path w="5714" h="133985">
                  <a:moveTo>
                    <a:pt x="2286" y="26174"/>
                  </a:moveTo>
                  <a:lnTo>
                    <a:pt x="2286" y="25793"/>
                  </a:lnTo>
                </a:path>
                <a:path w="5714" h="133985">
                  <a:moveTo>
                    <a:pt x="2286" y="26555"/>
                  </a:moveTo>
                  <a:lnTo>
                    <a:pt x="2286" y="26174"/>
                  </a:lnTo>
                </a:path>
                <a:path w="5714" h="133985">
                  <a:moveTo>
                    <a:pt x="2286" y="26936"/>
                  </a:moveTo>
                  <a:lnTo>
                    <a:pt x="2286" y="26555"/>
                  </a:lnTo>
                </a:path>
                <a:path w="5714" h="133985">
                  <a:moveTo>
                    <a:pt x="2286" y="27317"/>
                  </a:moveTo>
                  <a:lnTo>
                    <a:pt x="2286" y="26936"/>
                  </a:lnTo>
                </a:path>
                <a:path w="5714" h="133985">
                  <a:moveTo>
                    <a:pt x="2286" y="27698"/>
                  </a:moveTo>
                  <a:lnTo>
                    <a:pt x="2286" y="27317"/>
                  </a:lnTo>
                </a:path>
                <a:path w="5714" h="133985">
                  <a:moveTo>
                    <a:pt x="1904" y="28079"/>
                  </a:moveTo>
                  <a:lnTo>
                    <a:pt x="1904" y="27698"/>
                  </a:lnTo>
                </a:path>
                <a:path w="5714" h="133985">
                  <a:moveTo>
                    <a:pt x="1904" y="28460"/>
                  </a:moveTo>
                  <a:lnTo>
                    <a:pt x="1904" y="28079"/>
                  </a:lnTo>
                </a:path>
                <a:path w="5714" h="133985">
                  <a:moveTo>
                    <a:pt x="1904" y="28841"/>
                  </a:moveTo>
                  <a:lnTo>
                    <a:pt x="1904" y="28460"/>
                  </a:lnTo>
                </a:path>
                <a:path w="5714" h="133985">
                  <a:moveTo>
                    <a:pt x="1904" y="29222"/>
                  </a:moveTo>
                  <a:lnTo>
                    <a:pt x="1904" y="28841"/>
                  </a:lnTo>
                </a:path>
                <a:path w="5714" h="133985">
                  <a:moveTo>
                    <a:pt x="1904" y="29603"/>
                  </a:moveTo>
                  <a:lnTo>
                    <a:pt x="1904" y="29222"/>
                  </a:lnTo>
                </a:path>
                <a:path w="5714" h="133985">
                  <a:moveTo>
                    <a:pt x="1904" y="29984"/>
                  </a:moveTo>
                  <a:lnTo>
                    <a:pt x="1904" y="29603"/>
                  </a:lnTo>
                </a:path>
                <a:path w="5714" h="133985">
                  <a:moveTo>
                    <a:pt x="1904" y="30365"/>
                  </a:moveTo>
                  <a:lnTo>
                    <a:pt x="1904" y="29984"/>
                  </a:lnTo>
                </a:path>
                <a:path w="5714" h="133985">
                  <a:moveTo>
                    <a:pt x="1904" y="30746"/>
                  </a:moveTo>
                  <a:lnTo>
                    <a:pt x="1904" y="30365"/>
                  </a:lnTo>
                </a:path>
                <a:path w="5714" h="133985">
                  <a:moveTo>
                    <a:pt x="1904" y="31127"/>
                  </a:moveTo>
                  <a:lnTo>
                    <a:pt x="1904" y="30746"/>
                  </a:lnTo>
                </a:path>
                <a:path w="5714" h="133985">
                  <a:moveTo>
                    <a:pt x="1524" y="31508"/>
                  </a:moveTo>
                  <a:lnTo>
                    <a:pt x="1524" y="31127"/>
                  </a:lnTo>
                </a:path>
                <a:path w="5714" h="133985">
                  <a:moveTo>
                    <a:pt x="1524" y="31889"/>
                  </a:moveTo>
                  <a:lnTo>
                    <a:pt x="1524" y="31508"/>
                  </a:lnTo>
                </a:path>
                <a:path w="5714" h="133985">
                  <a:moveTo>
                    <a:pt x="1524" y="32270"/>
                  </a:moveTo>
                  <a:lnTo>
                    <a:pt x="1524" y="31889"/>
                  </a:lnTo>
                </a:path>
                <a:path w="5714" h="133985">
                  <a:moveTo>
                    <a:pt x="1524" y="32651"/>
                  </a:moveTo>
                  <a:lnTo>
                    <a:pt x="1524" y="32270"/>
                  </a:lnTo>
                </a:path>
                <a:path w="5714" h="133985">
                  <a:moveTo>
                    <a:pt x="1524" y="33019"/>
                  </a:moveTo>
                  <a:lnTo>
                    <a:pt x="1524" y="32651"/>
                  </a:lnTo>
                </a:path>
                <a:path w="5714" h="133985">
                  <a:moveTo>
                    <a:pt x="1524" y="33413"/>
                  </a:moveTo>
                  <a:lnTo>
                    <a:pt x="1524" y="33019"/>
                  </a:lnTo>
                </a:path>
                <a:path w="5714" h="133985">
                  <a:moveTo>
                    <a:pt x="1524" y="33781"/>
                  </a:moveTo>
                  <a:lnTo>
                    <a:pt x="1524" y="33413"/>
                  </a:lnTo>
                </a:path>
                <a:path w="5714" h="133985">
                  <a:moveTo>
                    <a:pt x="1524" y="34162"/>
                  </a:moveTo>
                  <a:lnTo>
                    <a:pt x="1524" y="33781"/>
                  </a:lnTo>
                </a:path>
                <a:path w="5714" h="133985">
                  <a:moveTo>
                    <a:pt x="1524" y="34518"/>
                  </a:moveTo>
                  <a:lnTo>
                    <a:pt x="1524" y="34162"/>
                  </a:lnTo>
                </a:path>
                <a:path w="5714" h="133985">
                  <a:moveTo>
                    <a:pt x="1524" y="34899"/>
                  </a:moveTo>
                  <a:lnTo>
                    <a:pt x="1524" y="34518"/>
                  </a:lnTo>
                </a:path>
                <a:path w="5714" h="133985">
                  <a:moveTo>
                    <a:pt x="1142" y="35280"/>
                  </a:moveTo>
                  <a:lnTo>
                    <a:pt x="1142" y="34899"/>
                  </a:lnTo>
                </a:path>
                <a:path w="5714" h="133985">
                  <a:moveTo>
                    <a:pt x="1142" y="35661"/>
                  </a:moveTo>
                  <a:lnTo>
                    <a:pt x="1142" y="35280"/>
                  </a:lnTo>
                </a:path>
                <a:path w="5714" h="133985">
                  <a:moveTo>
                    <a:pt x="1142" y="36042"/>
                  </a:moveTo>
                  <a:lnTo>
                    <a:pt x="1142" y="35661"/>
                  </a:lnTo>
                </a:path>
                <a:path w="5714" h="133985">
                  <a:moveTo>
                    <a:pt x="1142" y="36423"/>
                  </a:moveTo>
                  <a:lnTo>
                    <a:pt x="1142" y="36042"/>
                  </a:lnTo>
                </a:path>
                <a:path w="5714" h="133985">
                  <a:moveTo>
                    <a:pt x="1142" y="36804"/>
                  </a:moveTo>
                  <a:lnTo>
                    <a:pt x="1142" y="36423"/>
                  </a:lnTo>
                </a:path>
                <a:path w="5714" h="133985">
                  <a:moveTo>
                    <a:pt x="1142" y="37185"/>
                  </a:moveTo>
                  <a:lnTo>
                    <a:pt x="1142" y="36804"/>
                  </a:lnTo>
                </a:path>
                <a:path w="5714" h="133985">
                  <a:moveTo>
                    <a:pt x="1142" y="37566"/>
                  </a:moveTo>
                  <a:lnTo>
                    <a:pt x="1142" y="37185"/>
                  </a:lnTo>
                </a:path>
                <a:path w="5714" h="133985">
                  <a:moveTo>
                    <a:pt x="1142" y="37947"/>
                  </a:moveTo>
                  <a:lnTo>
                    <a:pt x="1142" y="37566"/>
                  </a:lnTo>
                </a:path>
                <a:path w="5714" h="133985">
                  <a:moveTo>
                    <a:pt x="1142" y="38328"/>
                  </a:moveTo>
                  <a:lnTo>
                    <a:pt x="1142" y="37947"/>
                  </a:lnTo>
                </a:path>
                <a:path w="5714" h="133985">
                  <a:moveTo>
                    <a:pt x="1142" y="38709"/>
                  </a:moveTo>
                  <a:lnTo>
                    <a:pt x="1142" y="38328"/>
                  </a:lnTo>
                </a:path>
                <a:path w="5714" h="133985">
                  <a:moveTo>
                    <a:pt x="762" y="39090"/>
                  </a:moveTo>
                  <a:lnTo>
                    <a:pt x="762" y="38709"/>
                  </a:lnTo>
                </a:path>
                <a:path w="5714" h="133985">
                  <a:moveTo>
                    <a:pt x="762" y="39471"/>
                  </a:moveTo>
                  <a:lnTo>
                    <a:pt x="762" y="39090"/>
                  </a:lnTo>
                </a:path>
                <a:path w="5714" h="133985">
                  <a:moveTo>
                    <a:pt x="762" y="39852"/>
                  </a:moveTo>
                  <a:lnTo>
                    <a:pt x="762" y="39471"/>
                  </a:lnTo>
                </a:path>
                <a:path w="5714" h="133985">
                  <a:moveTo>
                    <a:pt x="762" y="40233"/>
                  </a:moveTo>
                  <a:lnTo>
                    <a:pt x="762" y="39852"/>
                  </a:lnTo>
                </a:path>
                <a:path w="5714" h="133985">
                  <a:moveTo>
                    <a:pt x="762" y="40614"/>
                  </a:moveTo>
                  <a:lnTo>
                    <a:pt x="762" y="40233"/>
                  </a:lnTo>
                </a:path>
                <a:path w="5714" h="133985">
                  <a:moveTo>
                    <a:pt x="762" y="40995"/>
                  </a:moveTo>
                  <a:lnTo>
                    <a:pt x="762" y="40614"/>
                  </a:lnTo>
                </a:path>
                <a:path w="5714" h="133985">
                  <a:moveTo>
                    <a:pt x="762" y="41376"/>
                  </a:moveTo>
                  <a:lnTo>
                    <a:pt x="762" y="40995"/>
                  </a:lnTo>
                </a:path>
                <a:path w="5714" h="133985">
                  <a:moveTo>
                    <a:pt x="762" y="41757"/>
                  </a:moveTo>
                  <a:lnTo>
                    <a:pt x="762" y="41376"/>
                  </a:lnTo>
                </a:path>
                <a:path w="5714" h="133985">
                  <a:moveTo>
                    <a:pt x="762" y="42138"/>
                  </a:moveTo>
                  <a:lnTo>
                    <a:pt x="762" y="41757"/>
                  </a:lnTo>
                </a:path>
                <a:path w="5714" h="133985">
                  <a:moveTo>
                    <a:pt x="762" y="42519"/>
                  </a:moveTo>
                  <a:lnTo>
                    <a:pt x="762" y="42138"/>
                  </a:lnTo>
                </a:path>
                <a:path w="5714" h="133985">
                  <a:moveTo>
                    <a:pt x="762" y="42900"/>
                  </a:moveTo>
                  <a:lnTo>
                    <a:pt x="762" y="42519"/>
                  </a:lnTo>
                </a:path>
                <a:path w="5714" h="133985">
                  <a:moveTo>
                    <a:pt x="762" y="43281"/>
                  </a:moveTo>
                  <a:lnTo>
                    <a:pt x="762" y="42900"/>
                  </a:lnTo>
                </a:path>
                <a:path w="5714" h="133985">
                  <a:moveTo>
                    <a:pt x="762" y="43649"/>
                  </a:moveTo>
                  <a:lnTo>
                    <a:pt x="762" y="43281"/>
                  </a:lnTo>
                </a:path>
                <a:path w="5714" h="133985">
                  <a:moveTo>
                    <a:pt x="762" y="44030"/>
                  </a:moveTo>
                  <a:lnTo>
                    <a:pt x="762" y="43649"/>
                  </a:lnTo>
                </a:path>
                <a:path w="5714" h="133985">
                  <a:moveTo>
                    <a:pt x="762" y="44399"/>
                  </a:moveTo>
                  <a:lnTo>
                    <a:pt x="762" y="44030"/>
                  </a:lnTo>
                </a:path>
                <a:path w="5714" h="133985">
                  <a:moveTo>
                    <a:pt x="762" y="44780"/>
                  </a:moveTo>
                  <a:lnTo>
                    <a:pt x="762" y="44399"/>
                  </a:lnTo>
                </a:path>
                <a:path w="5714" h="133985">
                  <a:moveTo>
                    <a:pt x="762" y="45148"/>
                  </a:moveTo>
                  <a:lnTo>
                    <a:pt x="762" y="44780"/>
                  </a:lnTo>
                </a:path>
                <a:path w="5714" h="133985">
                  <a:moveTo>
                    <a:pt x="762" y="45529"/>
                  </a:moveTo>
                  <a:lnTo>
                    <a:pt x="762" y="45148"/>
                  </a:lnTo>
                </a:path>
                <a:path w="5714" h="133985">
                  <a:moveTo>
                    <a:pt x="762" y="45910"/>
                  </a:moveTo>
                  <a:lnTo>
                    <a:pt x="762" y="45529"/>
                  </a:lnTo>
                </a:path>
                <a:path w="5714" h="133985">
                  <a:moveTo>
                    <a:pt x="762" y="46291"/>
                  </a:moveTo>
                  <a:lnTo>
                    <a:pt x="762" y="45910"/>
                  </a:lnTo>
                </a:path>
                <a:path w="5714" h="133985">
                  <a:moveTo>
                    <a:pt x="380" y="46672"/>
                  </a:moveTo>
                  <a:lnTo>
                    <a:pt x="380" y="46291"/>
                  </a:lnTo>
                </a:path>
                <a:path w="5714" h="133985">
                  <a:moveTo>
                    <a:pt x="380" y="47053"/>
                  </a:moveTo>
                  <a:lnTo>
                    <a:pt x="380" y="46672"/>
                  </a:lnTo>
                </a:path>
                <a:path w="5714" h="133985">
                  <a:moveTo>
                    <a:pt x="380" y="47434"/>
                  </a:moveTo>
                  <a:lnTo>
                    <a:pt x="380" y="47053"/>
                  </a:lnTo>
                </a:path>
                <a:path w="5714" h="133985">
                  <a:moveTo>
                    <a:pt x="380" y="47815"/>
                  </a:moveTo>
                  <a:lnTo>
                    <a:pt x="380" y="47434"/>
                  </a:lnTo>
                </a:path>
                <a:path w="5714" h="133985">
                  <a:moveTo>
                    <a:pt x="380" y="48196"/>
                  </a:moveTo>
                  <a:lnTo>
                    <a:pt x="380" y="47815"/>
                  </a:lnTo>
                </a:path>
                <a:path w="5714" h="133985">
                  <a:moveTo>
                    <a:pt x="380" y="48577"/>
                  </a:moveTo>
                  <a:lnTo>
                    <a:pt x="380" y="48196"/>
                  </a:lnTo>
                </a:path>
                <a:path w="5714" h="133985">
                  <a:moveTo>
                    <a:pt x="380" y="48958"/>
                  </a:moveTo>
                  <a:lnTo>
                    <a:pt x="380" y="48577"/>
                  </a:lnTo>
                </a:path>
                <a:path w="5714" h="133985">
                  <a:moveTo>
                    <a:pt x="380" y="49339"/>
                  </a:moveTo>
                  <a:lnTo>
                    <a:pt x="380" y="48958"/>
                  </a:lnTo>
                </a:path>
                <a:path w="5714" h="133985">
                  <a:moveTo>
                    <a:pt x="380" y="49720"/>
                  </a:moveTo>
                  <a:lnTo>
                    <a:pt x="380" y="49339"/>
                  </a:lnTo>
                </a:path>
                <a:path w="5714" h="133985">
                  <a:moveTo>
                    <a:pt x="380" y="50101"/>
                  </a:moveTo>
                  <a:lnTo>
                    <a:pt x="380" y="49720"/>
                  </a:lnTo>
                </a:path>
                <a:path w="5714" h="133985">
                  <a:moveTo>
                    <a:pt x="380" y="50482"/>
                  </a:moveTo>
                  <a:lnTo>
                    <a:pt x="380" y="50101"/>
                  </a:lnTo>
                </a:path>
                <a:path w="5714" h="133985">
                  <a:moveTo>
                    <a:pt x="380" y="50863"/>
                  </a:moveTo>
                  <a:lnTo>
                    <a:pt x="380" y="50482"/>
                  </a:lnTo>
                </a:path>
                <a:path w="5714" h="133985">
                  <a:moveTo>
                    <a:pt x="380" y="51244"/>
                  </a:moveTo>
                  <a:lnTo>
                    <a:pt x="380" y="50863"/>
                  </a:lnTo>
                </a:path>
                <a:path w="5714" h="133985">
                  <a:moveTo>
                    <a:pt x="380" y="51625"/>
                  </a:moveTo>
                  <a:lnTo>
                    <a:pt x="380" y="51244"/>
                  </a:lnTo>
                </a:path>
                <a:path w="5714" h="133985">
                  <a:moveTo>
                    <a:pt x="380" y="52006"/>
                  </a:moveTo>
                  <a:lnTo>
                    <a:pt x="380" y="51625"/>
                  </a:lnTo>
                </a:path>
                <a:path w="5714" h="133985">
                  <a:moveTo>
                    <a:pt x="380" y="52387"/>
                  </a:moveTo>
                  <a:lnTo>
                    <a:pt x="380" y="52006"/>
                  </a:lnTo>
                </a:path>
                <a:path w="5714" h="133985">
                  <a:moveTo>
                    <a:pt x="380" y="52768"/>
                  </a:moveTo>
                  <a:lnTo>
                    <a:pt x="380" y="52387"/>
                  </a:lnTo>
                </a:path>
                <a:path w="5714" h="133985">
                  <a:moveTo>
                    <a:pt x="380" y="53149"/>
                  </a:moveTo>
                  <a:lnTo>
                    <a:pt x="380" y="52768"/>
                  </a:lnTo>
                </a:path>
                <a:path w="5714" h="133985">
                  <a:moveTo>
                    <a:pt x="380" y="53530"/>
                  </a:moveTo>
                  <a:lnTo>
                    <a:pt x="380" y="53149"/>
                  </a:lnTo>
                </a:path>
                <a:path w="5714" h="133985">
                  <a:moveTo>
                    <a:pt x="380" y="53911"/>
                  </a:moveTo>
                  <a:lnTo>
                    <a:pt x="380" y="53530"/>
                  </a:lnTo>
                </a:path>
                <a:path w="5714" h="133985">
                  <a:moveTo>
                    <a:pt x="380" y="54292"/>
                  </a:moveTo>
                  <a:lnTo>
                    <a:pt x="380" y="53911"/>
                  </a:lnTo>
                </a:path>
                <a:path w="5714" h="133985">
                  <a:moveTo>
                    <a:pt x="380" y="54648"/>
                  </a:moveTo>
                  <a:lnTo>
                    <a:pt x="380" y="54292"/>
                  </a:lnTo>
                </a:path>
                <a:path w="5714" h="133985">
                  <a:moveTo>
                    <a:pt x="380" y="55041"/>
                  </a:moveTo>
                  <a:lnTo>
                    <a:pt x="380" y="54648"/>
                  </a:lnTo>
                </a:path>
                <a:path w="5714" h="133985">
                  <a:moveTo>
                    <a:pt x="380" y="55410"/>
                  </a:moveTo>
                  <a:lnTo>
                    <a:pt x="380" y="55041"/>
                  </a:lnTo>
                </a:path>
                <a:path w="5714" h="133985">
                  <a:moveTo>
                    <a:pt x="380" y="55791"/>
                  </a:moveTo>
                  <a:lnTo>
                    <a:pt x="380" y="55410"/>
                  </a:lnTo>
                </a:path>
                <a:path w="5714" h="133985">
                  <a:moveTo>
                    <a:pt x="380" y="56172"/>
                  </a:moveTo>
                  <a:lnTo>
                    <a:pt x="380" y="55791"/>
                  </a:lnTo>
                </a:path>
                <a:path w="5714" h="133985">
                  <a:moveTo>
                    <a:pt x="380" y="56553"/>
                  </a:moveTo>
                  <a:lnTo>
                    <a:pt x="380" y="56172"/>
                  </a:lnTo>
                </a:path>
                <a:path w="5714" h="133985">
                  <a:moveTo>
                    <a:pt x="380" y="56921"/>
                  </a:moveTo>
                  <a:lnTo>
                    <a:pt x="380" y="56553"/>
                  </a:lnTo>
                </a:path>
                <a:path w="5714" h="133985">
                  <a:moveTo>
                    <a:pt x="380" y="57302"/>
                  </a:moveTo>
                  <a:lnTo>
                    <a:pt x="380" y="56921"/>
                  </a:lnTo>
                </a:path>
                <a:path w="5714" h="133985">
                  <a:moveTo>
                    <a:pt x="380" y="57683"/>
                  </a:moveTo>
                  <a:lnTo>
                    <a:pt x="380" y="57302"/>
                  </a:lnTo>
                </a:path>
                <a:path w="5714" h="133985">
                  <a:moveTo>
                    <a:pt x="380" y="58064"/>
                  </a:moveTo>
                  <a:lnTo>
                    <a:pt x="380" y="57683"/>
                  </a:lnTo>
                </a:path>
                <a:path w="5714" h="133985">
                  <a:moveTo>
                    <a:pt x="380" y="58445"/>
                  </a:moveTo>
                  <a:lnTo>
                    <a:pt x="380" y="58064"/>
                  </a:lnTo>
                </a:path>
                <a:path w="5714" h="133985">
                  <a:moveTo>
                    <a:pt x="0" y="58826"/>
                  </a:moveTo>
                  <a:lnTo>
                    <a:pt x="0" y="58445"/>
                  </a:lnTo>
                </a:path>
                <a:path w="5714" h="133985">
                  <a:moveTo>
                    <a:pt x="0" y="59207"/>
                  </a:moveTo>
                  <a:lnTo>
                    <a:pt x="0" y="58826"/>
                  </a:lnTo>
                </a:path>
                <a:path w="5714" h="133985">
                  <a:moveTo>
                    <a:pt x="0" y="59588"/>
                  </a:moveTo>
                  <a:lnTo>
                    <a:pt x="0" y="59207"/>
                  </a:lnTo>
                </a:path>
                <a:path w="5714" h="133985">
                  <a:moveTo>
                    <a:pt x="0" y="59969"/>
                  </a:moveTo>
                  <a:lnTo>
                    <a:pt x="0" y="59588"/>
                  </a:lnTo>
                </a:path>
                <a:path w="5714" h="133985">
                  <a:moveTo>
                    <a:pt x="0" y="60350"/>
                  </a:moveTo>
                  <a:lnTo>
                    <a:pt x="0" y="59969"/>
                  </a:lnTo>
                </a:path>
                <a:path w="5714" h="133985">
                  <a:moveTo>
                    <a:pt x="0" y="60731"/>
                  </a:moveTo>
                  <a:lnTo>
                    <a:pt x="0" y="60350"/>
                  </a:lnTo>
                </a:path>
                <a:path w="5714" h="133985">
                  <a:moveTo>
                    <a:pt x="0" y="61112"/>
                  </a:moveTo>
                  <a:lnTo>
                    <a:pt x="0" y="60731"/>
                  </a:lnTo>
                </a:path>
                <a:path w="5714" h="133985">
                  <a:moveTo>
                    <a:pt x="0" y="61493"/>
                  </a:moveTo>
                  <a:lnTo>
                    <a:pt x="0" y="61112"/>
                  </a:lnTo>
                </a:path>
                <a:path w="5714" h="133985">
                  <a:moveTo>
                    <a:pt x="0" y="61874"/>
                  </a:moveTo>
                  <a:lnTo>
                    <a:pt x="0" y="61493"/>
                  </a:lnTo>
                </a:path>
                <a:path w="5714" h="133985">
                  <a:moveTo>
                    <a:pt x="0" y="62255"/>
                  </a:moveTo>
                  <a:lnTo>
                    <a:pt x="0" y="61874"/>
                  </a:lnTo>
                </a:path>
                <a:path w="5714" h="133985">
                  <a:moveTo>
                    <a:pt x="0" y="62636"/>
                  </a:moveTo>
                  <a:lnTo>
                    <a:pt x="0" y="62255"/>
                  </a:lnTo>
                </a:path>
                <a:path w="5714" h="133985">
                  <a:moveTo>
                    <a:pt x="0" y="63017"/>
                  </a:moveTo>
                  <a:lnTo>
                    <a:pt x="0" y="62636"/>
                  </a:lnTo>
                </a:path>
                <a:path w="5714" h="133985">
                  <a:moveTo>
                    <a:pt x="0" y="63398"/>
                  </a:moveTo>
                  <a:lnTo>
                    <a:pt x="0" y="63017"/>
                  </a:lnTo>
                </a:path>
                <a:path w="5714" h="133985">
                  <a:moveTo>
                    <a:pt x="0" y="63779"/>
                  </a:moveTo>
                  <a:lnTo>
                    <a:pt x="0" y="63398"/>
                  </a:lnTo>
                </a:path>
                <a:path w="5714" h="133985">
                  <a:moveTo>
                    <a:pt x="0" y="64160"/>
                  </a:moveTo>
                  <a:lnTo>
                    <a:pt x="0" y="63779"/>
                  </a:lnTo>
                </a:path>
                <a:path w="5714" h="133985">
                  <a:moveTo>
                    <a:pt x="0" y="64541"/>
                  </a:moveTo>
                  <a:lnTo>
                    <a:pt x="0" y="64160"/>
                  </a:lnTo>
                </a:path>
                <a:path w="5714" h="133985">
                  <a:moveTo>
                    <a:pt x="0" y="64922"/>
                  </a:moveTo>
                  <a:lnTo>
                    <a:pt x="0" y="64541"/>
                  </a:lnTo>
                </a:path>
                <a:path w="5714" h="133985">
                  <a:moveTo>
                    <a:pt x="0" y="65290"/>
                  </a:moveTo>
                  <a:lnTo>
                    <a:pt x="0" y="64922"/>
                  </a:lnTo>
                </a:path>
                <a:path w="5714" h="133985">
                  <a:moveTo>
                    <a:pt x="0" y="65671"/>
                  </a:moveTo>
                  <a:lnTo>
                    <a:pt x="0" y="65290"/>
                  </a:lnTo>
                </a:path>
                <a:path w="5714" h="133985">
                  <a:moveTo>
                    <a:pt x="0" y="66039"/>
                  </a:moveTo>
                  <a:lnTo>
                    <a:pt x="0" y="65671"/>
                  </a:lnTo>
                </a:path>
                <a:path w="5714" h="133985">
                  <a:moveTo>
                    <a:pt x="0" y="66408"/>
                  </a:moveTo>
                  <a:lnTo>
                    <a:pt x="0" y="66039"/>
                  </a:lnTo>
                </a:path>
                <a:path w="5714" h="133985">
                  <a:moveTo>
                    <a:pt x="0" y="66801"/>
                  </a:moveTo>
                  <a:lnTo>
                    <a:pt x="0" y="66408"/>
                  </a:lnTo>
                </a:path>
                <a:path w="5714" h="133985">
                  <a:moveTo>
                    <a:pt x="0" y="67170"/>
                  </a:moveTo>
                  <a:lnTo>
                    <a:pt x="0" y="66801"/>
                  </a:lnTo>
                </a:path>
                <a:path w="5714" h="133985">
                  <a:moveTo>
                    <a:pt x="0" y="67551"/>
                  </a:moveTo>
                  <a:lnTo>
                    <a:pt x="0" y="67170"/>
                  </a:lnTo>
                </a:path>
                <a:path w="5714" h="133985">
                  <a:moveTo>
                    <a:pt x="0" y="67932"/>
                  </a:moveTo>
                  <a:lnTo>
                    <a:pt x="0" y="67551"/>
                  </a:lnTo>
                </a:path>
                <a:path w="5714" h="133985">
                  <a:moveTo>
                    <a:pt x="0" y="68313"/>
                  </a:moveTo>
                  <a:lnTo>
                    <a:pt x="0" y="67932"/>
                  </a:lnTo>
                </a:path>
                <a:path w="5714" h="133985">
                  <a:moveTo>
                    <a:pt x="0" y="68694"/>
                  </a:moveTo>
                  <a:lnTo>
                    <a:pt x="0" y="68313"/>
                  </a:lnTo>
                </a:path>
                <a:path w="5714" h="133985">
                  <a:moveTo>
                    <a:pt x="0" y="69075"/>
                  </a:moveTo>
                  <a:lnTo>
                    <a:pt x="0" y="68694"/>
                  </a:lnTo>
                </a:path>
                <a:path w="5714" h="133985">
                  <a:moveTo>
                    <a:pt x="0" y="69456"/>
                  </a:moveTo>
                  <a:lnTo>
                    <a:pt x="0" y="69075"/>
                  </a:lnTo>
                </a:path>
                <a:path w="5714" h="133985">
                  <a:moveTo>
                    <a:pt x="0" y="69837"/>
                  </a:moveTo>
                  <a:lnTo>
                    <a:pt x="0" y="69456"/>
                  </a:lnTo>
                </a:path>
                <a:path w="5714" h="133985">
                  <a:moveTo>
                    <a:pt x="0" y="70218"/>
                  </a:moveTo>
                  <a:lnTo>
                    <a:pt x="0" y="69837"/>
                  </a:lnTo>
                </a:path>
                <a:path w="5714" h="133985">
                  <a:moveTo>
                    <a:pt x="0" y="70599"/>
                  </a:moveTo>
                  <a:lnTo>
                    <a:pt x="0" y="70218"/>
                  </a:lnTo>
                </a:path>
                <a:path w="5714" h="133985">
                  <a:moveTo>
                    <a:pt x="0" y="70980"/>
                  </a:moveTo>
                  <a:lnTo>
                    <a:pt x="0" y="70599"/>
                  </a:lnTo>
                </a:path>
                <a:path w="5714" h="133985">
                  <a:moveTo>
                    <a:pt x="0" y="71361"/>
                  </a:moveTo>
                  <a:lnTo>
                    <a:pt x="0" y="70980"/>
                  </a:lnTo>
                </a:path>
                <a:path w="5714" h="133985">
                  <a:moveTo>
                    <a:pt x="0" y="71742"/>
                  </a:moveTo>
                  <a:lnTo>
                    <a:pt x="0" y="71361"/>
                  </a:lnTo>
                </a:path>
                <a:path w="5714" h="133985">
                  <a:moveTo>
                    <a:pt x="0" y="72123"/>
                  </a:moveTo>
                  <a:lnTo>
                    <a:pt x="0" y="71742"/>
                  </a:lnTo>
                </a:path>
                <a:path w="5714" h="133985">
                  <a:moveTo>
                    <a:pt x="0" y="72504"/>
                  </a:moveTo>
                  <a:lnTo>
                    <a:pt x="0" y="72123"/>
                  </a:lnTo>
                </a:path>
                <a:path w="5714" h="133985">
                  <a:moveTo>
                    <a:pt x="0" y="72885"/>
                  </a:moveTo>
                  <a:lnTo>
                    <a:pt x="0" y="72504"/>
                  </a:lnTo>
                </a:path>
                <a:path w="5714" h="133985">
                  <a:moveTo>
                    <a:pt x="0" y="73266"/>
                  </a:moveTo>
                  <a:lnTo>
                    <a:pt x="0" y="72885"/>
                  </a:lnTo>
                </a:path>
                <a:path w="5714" h="133985">
                  <a:moveTo>
                    <a:pt x="0" y="73647"/>
                  </a:moveTo>
                  <a:lnTo>
                    <a:pt x="0" y="73266"/>
                  </a:lnTo>
                </a:path>
                <a:path w="5714" h="133985">
                  <a:moveTo>
                    <a:pt x="0" y="74028"/>
                  </a:moveTo>
                  <a:lnTo>
                    <a:pt x="0" y="73647"/>
                  </a:lnTo>
                </a:path>
                <a:path w="5714" h="133985">
                  <a:moveTo>
                    <a:pt x="0" y="74409"/>
                  </a:moveTo>
                  <a:lnTo>
                    <a:pt x="0" y="74028"/>
                  </a:lnTo>
                </a:path>
                <a:path w="5714" h="133985">
                  <a:moveTo>
                    <a:pt x="0" y="74790"/>
                  </a:moveTo>
                  <a:lnTo>
                    <a:pt x="0" y="74409"/>
                  </a:lnTo>
                </a:path>
                <a:path w="5714" h="133985">
                  <a:moveTo>
                    <a:pt x="0" y="75171"/>
                  </a:moveTo>
                  <a:lnTo>
                    <a:pt x="0" y="74790"/>
                  </a:lnTo>
                </a:path>
                <a:path w="5714" h="133985">
                  <a:moveTo>
                    <a:pt x="0" y="75552"/>
                  </a:moveTo>
                  <a:lnTo>
                    <a:pt x="0" y="75171"/>
                  </a:lnTo>
                </a:path>
                <a:path w="5714" h="133985">
                  <a:moveTo>
                    <a:pt x="0" y="75933"/>
                  </a:moveTo>
                  <a:lnTo>
                    <a:pt x="0" y="75552"/>
                  </a:lnTo>
                </a:path>
                <a:path w="5714" h="133985">
                  <a:moveTo>
                    <a:pt x="0" y="76301"/>
                  </a:moveTo>
                  <a:lnTo>
                    <a:pt x="0" y="75933"/>
                  </a:lnTo>
                </a:path>
                <a:path w="5714" h="133985">
                  <a:moveTo>
                    <a:pt x="0" y="76657"/>
                  </a:moveTo>
                  <a:lnTo>
                    <a:pt x="0" y="76301"/>
                  </a:lnTo>
                </a:path>
                <a:path w="5714" h="133985">
                  <a:moveTo>
                    <a:pt x="0" y="77050"/>
                  </a:moveTo>
                  <a:lnTo>
                    <a:pt x="0" y="76657"/>
                  </a:lnTo>
                </a:path>
                <a:path w="5714" h="133985">
                  <a:moveTo>
                    <a:pt x="0" y="77419"/>
                  </a:moveTo>
                  <a:lnTo>
                    <a:pt x="0" y="77050"/>
                  </a:lnTo>
                </a:path>
                <a:path w="5714" h="133985">
                  <a:moveTo>
                    <a:pt x="0" y="77800"/>
                  </a:moveTo>
                  <a:lnTo>
                    <a:pt x="0" y="77419"/>
                  </a:lnTo>
                </a:path>
                <a:path w="5714" h="133985">
                  <a:moveTo>
                    <a:pt x="0" y="78181"/>
                  </a:moveTo>
                  <a:lnTo>
                    <a:pt x="0" y="77800"/>
                  </a:lnTo>
                </a:path>
                <a:path w="5714" h="133985">
                  <a:moveTo>
                    <a:pt x="0" y="78562"/>
                  </a:moveTo>
                  <a:lnTo>
                    <a:pt x="0" y="78181"/>
                  </a:lnTo>
                </a:path>
                <a:path w="5714" h="133985">
                  <a:moveTo>
                    <a:pt x="0" y="78943"/>
                  </a:moveTo>
                  <a:lnTo>
                    <a:pt x="0" y="78562"/>
                  </a:lnTo>
                </a:path>
                <a:path w="5714" h="133985">
                  <a:moveTo>
                    <a:pt x="0" y="79324"/>
                  </a:moveTo>
                  <a:lnTo>
                    <a:pt x="0" y="78943"/>
                  </a:lnTo>
                </a:path>
                <a:path w="5714" h="133985">
                  <a:moveTo>
                    <a:pt x="0" y="79705"/>
                  </a:moveTo>
                  <a:lnTo>
                    <a:pt x="0" y="79324"/>
                  </a:lnTo>
                </a:path>
                <a:path w="5714" h="133985">
                  <a:moveTo>
                    <a:pt x="0" y="80086"/>
                  </a:moveTo>
                  <a:lnTo>
                    <a:pt x="0" y="79705"/>
                  </a:lnTo>
                </a:path>
                <a:path w="5714" h="133985">
                  <a:moveTo>
                    <a:pt x="0" y="80467"/>
                  </a:moveTo>
                  <a:lnTo>
                    <a:pt x="0" y="80086"/>
                  </a:lnTo>
                </a:path>
                <a:path w="5714" h="133985">
                  <a:moveTo>
                    <a:pt x="0" y="80848"/>
                  </a:moveTo>
                  <a:lnTo>
                    <a:pt x="0" y="80467"/>
                  </a:lnTo>
                </a:path>
                <a:path w="5714" h="133985">
                  <a:moveTo>
                    <a:pt x="0" y="81229"/>
                  </a:moveTo>
                  <a:lnTo>
                    <a:pt x="0" y="80848"/>
                  </a:lnTo>
                </a:path>
                <a:path w="5714" h="133985">
                  <a:moveTo>
                    <a:pt x="0" y="81610"/>
                  </a:moveTo>
                  <a:lnTo>
                    <a:pt x="0" y="81229"/>
                  </a:lnTo>
                </a:path>
                <a:path w="5714" h="133985">
                  <a:moveTo>
                    <a:pt x="0" y="81991"/>
                  </a:moveTo>
                  <a:lnTo>
                    <a:pt x="0" y="81610"/>
                  </a:lnTo>
                </a:path>
                <a:path w="5714" h="133985">
                  <a:moveTo>
                    <a:pt x="0" y="82372"/>
                  </a:moveTo>
                  <a:lnTo>
                    <a:pt x="0" y="81991"/>
                  </a:lnTo>
                </a:path>
                <a:path w="5714" h="133985">
                  <a:moveTo>
                    <a:pt x="0" y="82753"/>
                  </a:moveTo>
                  <a:lnTo>
                    <a:pt x="0" y="82372"/>
                  </a:lnTo>
                </a:path>
                <a:path w="5714" h="133985">
                  <a:moveTo>
                    <a:pt x="0" y="83134"/>
                  </a:moveTo>
                  <a:lnTo>
                    <a:pt x="0" y="82753"/>
                  </a:lnTo>
                </a:path>
                <a:path w="5714" h="133985">
                  <a:moveTo>
                    <a:pt x="0" y="83515"/>
                  </a:moveTo>
                  <a:lnTo>
                    <a:pt x="0" y="83134"/>
                  </a:lnTo>
                </a:path>
                <a:path w="5714" h="133985">
                  <a:moveTo>
                    <a:pt x="0" y="83896"/>
                  </a:moveTo>
                  <a:lnTo>
                    <a:pt x="0" y="83515"/>
                  </a:lnTo>
                </a:path>
                <a:path w="5714" h="133985">
                  <a:moveTo>
                    <a:pt x="0" y="84277"/>
                  </a:moveTo>
                  <a:lnTo>
                    <a:pt x="0" y="83896"/>
                  </a:lnTo>
                </a:path>
                <a:path w="5714" h="133985">
                  <a:moveTo>
                    <a:pt x="0" y="84658"/>
                  </a:moveTo>
                  <a:lnTo>
                    <a:pt x="0" y="84277"/>
                  </a:lnTo>
                </a:path>
                <a:path w="5714" h="133985">
                  <a:moveTo>
                    <a:pt x="0" y="85039"/>
                  </a:moveTo>
                  <a:lnTo>
                    <a:pt x="0" y="84658"/>
                  </a:lnTo>
                </a:path>
                <a:path w="5714" h="133985">
                  <a:moveTo>
                    <a:pt x="0" y="85420"/>
                  </a:moveTo>
                  <a:lnTo>
                    <a:pt x="0" y="85039"/>
                  </a:lnTo>
                </a:path>
                <a:path w="5714" h="133985">
                  <a:moveTo>
                    <a:pt x="0" y="85801"/>
                  </a:moveTo>
                  <a:lnTo>
                    <a:pt x="0" y="85420"/>
                  </a:lnTo>
                </a:path>
                <a:path w="5714" h="133985">
                  <a:moveTo>
                    <a:pt x="0" y="86169"/>
                  </a:moveTo>
                  <a:lnTo>
                    <a:pt x="0" y="85801"/>
                  </a:lnTo>
                </a:path>
                <a:path w="5714" h="133985">
                  <a:moveTo>
                    <a:pt x="0" y="86550"/>
                  </a:moveTo>
                  <a:lnTo>
                    <a:pt x="0" y="86182"/>
                  </a:lnTo>
                </a:path>
                <a:path w="5714" h="133985">
                  <a:moveTo>
                    <a:pt x="0" y="86918"/>
                  </a:moveTo>
                  <a:lnTo>
                    <a:pt x="0" y="86550"/>
                  </a:lnTo>
                </a:path>
                <a:path w="5714" h="133985">
                  <a:moveTo>
                    <a:pt x="0" y="87299"/>
                  </a:moveTo>
                  <a:lnTo>
                    <a:pt x="0" y="86918"/>
                  </a:lnTo>
                </a:path>
                <a:path w="5714" h="133985">
                  <a:moveTo>
                    <a:pt x="0" y="87680"/>
                  </a:moveTo>
                  <a:lnTo>
                    <a:pt x="0" y="87299"/>
                  </a:lnTo>
                </a:path>
                <a:path w="5714" h="133985">
                  <a:moveTo>
                    <a:pt x="0" y="88049"/>
                  </a:moveTo>
                  <a:lnTo>
                    <a:pt x="0" y="87680"/>
                  </a:lnTo>
                </a:path>
                <a:path w="5714" h="133985">
                  <a:moveTo>
                    <a:pt x="0" y="88430"/>
                  </a:moveTo>
                  <a:lnTo>
                    <a:pt x="0" y="88049"/>
                  </a:lnTo>
                </a:path>
                <a:path w="5714" h="133985">
                  <a:moveTo>
                    <a:pt x="0" y="88811"/>
                  </a:moveTo>
                  <a:lnTo>
                    <a:pt x="0" y="88430"/>
                  </a:lnTo>
                </a:path>
                <a:path w="5714" h="133985">
                  <a:moveTo>
                    <a:pt x="0" y="89192"/>
                  </a:moveTo>
                  <a:lnTo>
                    <a:pt x="0" y="88811"/>
                  </a:lnTo>
                </a:path>
                <a:path w="5714" h="133985">
                  <a:moveTo>
                    <a:pt x="0" y="89573"/>
                  </a:moveTo>
                  <a:lnTo>
                    <a:pt x="0" y="89192"/>
                  </a:lnTo>
                </a:path>
                <a:path w="5714" h="133985">
                  <a:moveTo>
                    <a:pt x="0" y="89954"/>
                  </a:moveTo>
                  <a:lnTo>
                    <a:pt x="0" y="89573"/>
                  </a:lnTo>
                </a:path>
                <a:path w="5714" h="133985">
                  <a:moveTo>
                    <a:pt x="0" y="90335"/>
                  </a:moveTo>
                  <a:lnTo>
                    <a:pt x="0" y="89954"/>
                  </a:lnTo>
                </a:path>
                <a:path w="5714" h="133985">
                  <a:moveTo>
                    <a:pt x="0" y="90716"/>
                  </a:moveTo>
                  <a:lnTo>
                    <a:pt x="0" y="90335"/>
                  </a:lnTo>
                </a:path>
                <a:path w="5714" h="133985">
                  <a:moveTo>
                    <a:pt x="0" y="91097"/>
                  </a:moveTo>
                  <a:lnTo>
                    <a:pt x="0" y="90716"/>
                  </a:lnTo>
                </a:path>
                <a:path w="5714" h="133985">
                  <a:moveTo>
                    <a:pt x="0" y="91478"/>
                  </a:moveTo>
                  <a:lnTo>
                    <a:pt x="0" y="91097"/>
                  </a:lnTo>
                </a:path>
                <a:path w="5714" h="133985">
                  <a:moveTo>
                    <a:pt x="0" y="91859"/>
                  </a:moveTo>
                  <a:lnTo>
                    <a:pt x="0" y="91478"/>
                  </a:lnTo>
                </a:path>
                <a:path w="5714" h="133985">
                  <a:moveTo>
                    <a:pt x="0" y="92240"/>
                  </a:moveTo>
                  <a:lnTo>
                    <a:pt x="0" y="91859"/>
                  </a:lnTo>
                </a:path>
                <a:path w="5714" h="133985">
                  <a:moveTo>
                    <a:pt x="0" y="92621"/>
                  </a:moveTo>
                  <a:lnTo>
                    <a:pt x="0" y="92240"/>
                  </a:lnTo>
                </a:path>
                <a:path w="5714" h="133985">
                  <a:moveTo>
                    <a:pt x="0" y="93002"/>
                  </a:moveTo>
                  <a:lnTo>
                    <a:pt x="0" y="92621"/>
                  </a:lnTo>
                </a:path>
                <a:path w="5714" h="133985">
                  <a:moveTo>
                    <a:pt x="0" y="93383"/>
                  </a:moveTo>
                  <a:lnTo>
                    <a:pt x="0" y="93002"/>
                  </a:lnTo>
                </a:path>
                <a:path w="5714" h="133985">
                  <a:moveTo>
                    <a:pt x="0" y="93764"/>
                  </a:moveTo>
                  <a:lnTo>
                    <a:pt x="0" y="93383"/>
                  </a:lnTo>
                </a:path>
                <a:path w="5714" h="133985">
                  <a:moveTo>
                    <a:pt x="0" y="94145"/>
                  </a:moveTo>
                  <a:lnTo>
                    <a:pt x="0" y="93764"/>
                  </a:lnTo>
                </a:path>
                <a:path w="5714" h="133985">
                  <a:moveTo>
                    <a:pt x="380" y="94526"/>
                  </a:moveTo>
                  <a:lnTo>
                    <a:pt x="380" y="94145"/>
                  </a:lnTo>
                </a:path>
                <a:path w="5714" h="133985">
                  <a:moveTo>
                    <a:pt x="380" y="94907"/>
                  </a:moveTo>
                  <a:lnTo>
                    <a:pt x="380" y="94526"/>
                  </a:lnTo>
                </a:path>
                <a:path w="5714" h="133985">
                  <a:moveTo>
                    <a:pt x="380" y="95288"/>
                  </a:moveTo>
                  <a:lnTo>
                    <a:pt x="380" y="94907"/>
                  </a:lnTo>
                </a:path>
                <a:path w="5714" h="133985">
                  <a:moveTo>
                    <a:pt x="380" y="95669"/>
                  </a:moveTo>
                  <a:lnTo>
                    <a:pt x="380" y="95288"/>
                  </a:lnTo>
                </a:path>
                <a:path w="5714" h="133985">
                  <a:moveTo>
                    <a:pt x="380" y="96050"/>
                  </a:moveTo>
                  <a:lnTo>
                    <a:pt x="380" y="95669"/>
                  </a:lnTo>
                </a:path>
                <a:path w="5714" h="133985">
                  <a:moveTo>
                    <a:pt x="380" y="96431"/>
                  </a:moveTo>
                  <a:lnTo>
                    <a:pt x="380" y="96050"/>
                  </a:lnTo>
                </a:path>
                <a:path w="5714" h="133985">
                  <a:moveTo>
                    <a:pt x="380" y="96812"/>
                  </a:moveTo>
                  <a:lnTo>
                    <a:pt x="380" y="96431"/>
                  </a:lnTo>
                </a:path>
                <a:path w="5714" h="133985">
                  <a:moveTo>
                    <a:pt x="380" y="97180"/>
                  </a:moveTo>
                  <a:lnTo>
                    <a:pt x="380" y="96799"/>
                  </a:lnTo>
                </a:path>
                <a:path w="5714" h="133985">
                  <a:moveTo>
                    <a:pt x="380" y="97561"/>
                  </a:moveTo>
                  <a:lnTo>
                    <a:pt x="380" y="97180"/>
                  </a:lnTo>
                </a:path>
                <a:path w="5714" h="133985">
                  <a:moveTo>
                    <a:pt x="380" y="97929"/>
                  </a:moveTo>
                  <a:lnTo>
                    <a:pt x="380" y="97561"/>
                  </a:lnTo>
                </a:path>
                <a:path w="5714" h="133985">
                  <a:moveTo>
                    <a:pt x="380" y="98297"/>
                  </a:moveTo>
                  <a:lnTo>
                    <a:pt x="380" y="97929"/>
                  </a:lnTo>
                </a:path>
                <a:path w="5714" h="133985">
                  <a:moveTo>
                    <a:pt x="380" y="98678"/>
                  </a:moveTo>
                  <a:lnTo>
                    <a:pt x="380" y="98297"/>
                  </a:lnTo>
                </a:path>
                <a:path w="5714" h="133985">
                  <a:moveTo>
                    <a:pt x="380" y="99059"/>
                  </a:moveTo>
                  <a:lnTo>
                    <a:pt x="380" y="98678"/>
                  </a:lnTo>
                </a:path>
                <a:path w="5714" h="133985">
                  <a:moveTo>
                    <a:pt x="380" y="99440"/>
                  </a:moveTo>
                  <a:lnTo>
                    <a:pt x="380" y="99059"/>
                  </a:lnTo>
                </a:path>
                <a:path w="5714" h="133985">
                  <a:moveTo>
                    <a:pt x="380" y="99821"/>
                  </a:moveTo>
                  <a:lnTo>
                    <a:pt x="380" y="99440"/>
                  </a:lnTo>
                </a:path>
                <a:path w="5714" h="133985">
                  <a:moveTo>
                    <a:pt x="380" y="100202"/>
                  </a:moveTo>
                  <a:lnTo>
                    <a:pt x="380" y="99821"/>
                  </a:lnTo>
                </a:path>
                <a:path w="5714" h="133985">
                  <a:moveTo>
                    <a:pt x="380" y="100583"/>
                  </a:moveTo>
                  <a:lnTo>
                    <a:pt x="380" y="100202"/>
                  </a:lnTo>
                </a:path>
                <a:path w="5714" h="133985">
                  <a:moveTo>
                    <a:pt x="380" y="100964"/>
                  </a:moveTo>
                  <a:lnTo>
                    <a:pt x="380" y="100583"/>
                  </a:lnTo>
                </a:path>
                <a:path w="5714" h="133985">
                  <a:moveTo>
                    <a:pt x="762" y="101345"/>
                  </a:moveTo>
                  <a:lnTo>
                    <a:pt x="762" y="100964"/>
                  </a:lnTo>
                </a:path>
                <a:path w="5714" h="133985">
                  <a:moveTo>
                    <a:pt x="762" y="101726"/>
                  </a:moveTo>
                  <a:lnTo>
                    <a:pt x="762" y="101345"/>
                  </a:lnTo>
                </a:path>
                <a:path w="5714" h="133985">
                  <a:moveTo>
                    <a:pt x="762" y="102107"/>
                  </a:moveTo>
                  <a:lnTo>
                    <a:pt x="762" y="101726"/>
                  </a:lnTo>
                </a:path>
                <a:path w="5714" h="133985">
                  <a:moveTo>
                    <a:pt x="762" y="102488"/>
                  </a:moveTo>
                  <a:lnTo>
                    <a:pt x="762" y="102107"/>
                  </a:lnTo>
                </a:path>
                <a:path w="5714" h="133985">
                  <a:moveTo>
                    <a:pt x="762" y="102869"/>
                  </a:moveTo>
                  <a:lnTo>
                    <a:pt x="762" y="102488"/>
                  </a:lnTo>
                </a:path>
                <a:path w="5714" h="133985">
                  <a:moveTo>
                    <a:pt x="762" y="103250"/>
                  </a:moveTo>
                  <a:lnTo>
                    <a:pt x="762" y="102869"/>
                  </a:lnTo>
                </a:path>
                <a:path w="5714" h="133985">
                  <a:moveTo>
                    <a:pt x="762" y="103631"/>
                  </a:moveTo>
                  <a:lnTo>
                    <a:pt x="762" y="103250"/>
                  </a:lnTo>
                </a:path>
                <a:path w="5714" h="133985">
                  <a:moveTo>
                    <a:pt x="762" y="104012"/>
                  </a:moveTo>
                  <a:lnTo>
                    <a:pt x="762" y="103631"/>
                  </a:lnTo>
                </a:path>
                <a:path w="5714" h="133985">
                  <a:moveTo>
                    <a:pt x="762" y="104393"/>
                  </a:moveTo>
                  <a:lnTo>
                    <a:pt x="762" y="104012"/>
                  </a:lnTo>
                </a:path>
                <a:path w="5714" h="133985">
                  <a:moveTo>
                    <a:pt x="762" y="104775"/>
                  </a:moveTo>
                  <a:lnTo>
                    <a:pt x="762" y="104393"/>
                  </a:lnTo>
                </a:path>
                <a:path w="5714" h="133985">
                  <a:moveTo>
                    <a:pt x="762" y="105155"/>
                  </a:moveTo>
                  <a:lnTo>
                    <a:pt x="762" y="104775"/>
                  </a:lnTo>
                </a:path>
                <a:path w="5714" h="133985">
                  <a:moveTo>
                    <a:pt x="762" y="105536"/>
                  </a:moveTo>
                  <a:lnTo>
                    <a:pt x="762" y="105155"/>
                  </a:lnTo>
                </a:path>
                <a:path w="5714" h="133985">
                  <a:moveTo>
                    <a:pt x="762" y="105917"/>
                  </a:moveTo>
                  <a:lnTo>
                    <a:pt x="762" y="105536"/>
                  </a:lnTo>
                </a:path>
                <a:path w="5714" h="133985">
                  <a:moveTo>
                    <a:pt x="762" y="106298"/>
                  </a:moveTo>
                  <a:lnTo>
                    <a:pt x="762" y="105917"/>
                  </a:lnTo>
                </a:path>
                <a:path w="5714" h="133985">
                  <a:moveTo>
                    <a:pt x="762" y="106679"/>
                  </a:moveTo>
                  <a:lnTo>
                    <a:pt x="762" y="106298"/>
                  </a:lnTo>
                </a:path>
                <a:path w="5714" h="133985">
                  <a:moveTo>
                    <a:pt x="762" y="107060"/>
                  </a:moveTo>
                  <a:lnTo>
                    <a:pt x="762" y="106679"/>
                  </a:lnTo>
                </a:path>
                <a:path w="5714" h="133985">
                  <a:moveTo>
                    <a:pt x="762" y="107441"/>
                  </a:moveTo>
                  <a:lnTo>
                    <a:pt x="762" y="107060"/>
                  </a:lnTo>
                </a:path>
                <a:path w="5714" h="133985">
                  <a:moveTo>
                    <a:pt x="762" y="107822"/>
                  </a:moveTo>
                  <a:lnTo>
                    <a:pt x="762" y="107441"/>
                  </a:lnTo>
                </a:path>
                <a:path w="5714" h="133985">
                  <a:moveTo>
                    <a:pt x="762" y="108203"/>
                  </a:moveTo>
                  <a:lnTo>
                    <a:pt x="762" y="107822"/>
                  </a:lnTo>
                </a:path>
                <a:path w="5714" h="133985">
                  <a:moveTo>
                    <a:pt x="762" y="108559"/>
                  </a:moveTo>
                  <a:lnTo>
                    <a:pt x="762" y="108191"/>
                  </a:lnTo>
                </a:path>
                <a:path w="5714" h="133985">
                  <a:moveTo>
                    <a:pt x="762" y="108953"/>
                  </a:moveTo>
                  <a:lnTo>
                    <a:pt x="762" y="108559"/>
                  </a:lnTo>
                </a:path>
                <a:path w="5714" h="133985">
                  <a:moveTo>
                    <a:pt x="762" y="109321"/>
                  </a:moveTo>
                  <a:lnTo>
                    <a:pt x="762" y="108953"/>
                  </a:lnTo>
                </a:path>
                <a:path w="5714" h="133985">
                  <a:moveTo>
                    <a:pt x="1142" y="109702"/>
                  </a:moveTo>
                  <a:lnTo>
                    <a:pt x="1142" y="109321"/>
                  </a:lnTo>
                </a:path>
                <a:path w="5714" h="133985">
                  <a:moveTo>
                    <a:pt x="1142" y="110070"/>
                  </a:moveTo>
                  <a:lnTo>
                    <a:pt x="1142" y="109702"/>
                  </a:lnTo>
                </a:path>
                <a:path w="5714" h="133985">
                  <a:moveTo>
                    <a:pt x="1142" y="110451"/>
                  </a:moveTo>
                  <a:lnTo>
                    <a:pt x="1142" y="110070"/>
                  </a:lnTo>
                </a:path>
                <a:path w="5714" h="133985">
                  <a:moveTo>
                    <a:pt x="1142" y="110832"/>
                  </a:moveTo>
                  <a:lnTo>
                    <a:pt x="1142" y="110451"/>
                  </a:lnTo>
                </a:path>
                <a:path w="5714" h="133985">
                  <a:moveTo>
                    <a:pt x="1142" y="111213"/>
                  </a:moveTo>
                  <a:lnTo>
                    <a:pt x="1142" y="110832"/>
                  </a:lnTo>
                </a:path>
                <a:path w="5714" h="133985">
                  <a:moveTo>
                    <a:pt x="1142" y="111594"/>
                  </a:moveTo>
                  <a:lnTo>
                    <a:pt x="1142" y="111213"/>
                  </a:lnTo>
                </a:path>
                <a:path w="5714" h="133985">
                  <a:moveTo>
                    <a:pt x="1142" y="111975"/>
                  </a:moveTo>
                  <a:lnTo>
                    <a:pt x="1142" y="111594"/>
                  </a:lnTo>
                </a:path>
                <a:path w="5714" h="133985">
                  <a:moveTo>
                    <a:pt x="1142" y="112356"/>
                  </a:moveTo>
                  <a:lnTo>
                    <a:pt x="1142" y="111975"/>
                  </a:lnTo>
                </a:path>
                <a:path w="5714" h="133985">
                  <a:moveTo>
                    <a:pt x="1142" y="112737"/>
                  </a:moveTo>
                  <a:lnTo>
                    <a:pt x="1142" y="112356"/>
                  </a:lnTo>
                </a:path>
                <a:path w="5714" h="133985">
                  <a:moveTo>
                    <a:pt x="1142" y="113118"/>
                  </a:moveTo>
                  <a:lnTo>
                    <a:pt x="1142" y="112737"/>
                  </a:lnTo>
                </a:path>
                <a:path w="5714" h="133985">
                  <a:moveTo>
                    <a:pt x="1142" y="113499"/>
                  </a:moveTo>
                  <a:lnTo>
                    <a:pt x="1142" y="113118"/>
                  </a:lnTo>
                </a:path>
                <a:path w="5714" h="133985">
                  <a:moveTo>
                    <a:pt x="1142" y="113880"/>
                  </a:moveTo>
                  <a:lnTo>
                    <a:pt x="1142" y="113499"/>
                  </a:lnTo>
                </a:path>
                <a:path w="5714" h="133985">
                  <a:moveTo>
                    <a:pt x="1142" y="114261"/>
                  </a:moveTo>
                  <a:lnTo>
                    <a:pt x="1142" y="113880"/>
                  </a:lnTo>
                </a:path>
                <a:path w="5714" h="133985">
                  <a:moveTo>
                    <a:pt x="1142" y="114642"/>
                  </a:moveTo>
                  <a:lnTo>
                    <a:pt x="1142" y="114261"/>
                  </a:lnTo>
                </a:path>
                <a:path w="5714" h="133985">
                  <a:moveTo>
                    <a:pt x="1142" y="115023"/>
                  </a:moveTo>
                  <a:lnTo>
                    <a:pt x="1142" y="114642"/>
                  </a:lnTo>
                </a:path>
                <a:path w="5714" h="133985">
                  <a:moveTo>
                    <a:pt x="1142" y="115404"/>
                  </a:moveTo>
                  <a:lnTo>
                    <a:pt x="1142" y="115023"/>
                  </a:lnTo>
                </a:path>
                <a:path w="5714" h="133985">
                  <a:moveTo>
                    <a:pt x="1142" y="115785"/>
                  </a:moveTo>
                  <a:lnTo>
                    <a:pt x="1142" y="115404"/>
                  </a:lnTo>
                </a:path>
                <a:path w="5714" h="133985">
                  <a:moveTo>
                    <a:pt x="1142" y="116166"/>
                  </a:moveTo>
                  <a:lnTo>
                    <a:pt x="1142" y="115785"/>
                  </a:lnTo>
                </a:path>
                <a:path w="5714" h="133985">
                  <a:moveTo>
                    <a:pt x="1142" y="116547"/>
                  </a:moveTo>
                  <a:lnTo>
                    <a:pt x="1142" y="116166"/>
                  </a:lnTo>
                </a:path>
                <a:path w="5714" h="133985">
                  <a:moveTo>
                    <a:pt x="1142" y="116928"/>
                  </a:moveTo>
                  <a:lnTo>
                    <a:pt x="1142" y="116547"/>
                  </a:lnTo>
                </a:path>
                <a:path w="5714" h="133985">
                  <a:moveTo>
                    <a:pt x="1142" y="117309"/>
                  </a:moveTo>
                  <a:lnTo>
                    <a:pt x="1142" y="116928"/>
                  </a:lnTo>
                </a:path>
                <a:path w="5714" h="133985">
                  <a:moveTo>
                    <a:pt x="1142" y="117690"/>
                  </a:moveTo>
                  <a:lnTo>
                    <a:pt x="1142" y="117309"/>
                  </a:lnTo>
                </a:path>
                <a:path w="5714" h="133985">
                  <a:moveTo>
                    <a:pt x="1142" y="118059"/>
                  </a:moveTo>
                  <a:lnTo>
                    <a:pt x="1142" y="117690"/>
                  </a:lnTo>
                </a:path>
                <a:path w="5714" h="133985">
                  <a:moveTo>
                    <a:pt x="1142" y="118440"/>
                  </a:moveTo>
                  <a:lnTo>
                    <a:pt x="1142" y="118071"/>
                  </a:lnTo>
                </a:path>
                <a:path w="5714" h="133985">
                  <a:moveTo>
                    <a:pt x="1524" y="118821"/>
                  </a:moveTo>
                  <a:lnTo>
                    <a:pt x="1524" y="118440"/>
                  </a:lnTo>
                </a:path>
                <a:path w="5714" h="133985">
                  <a:moveTo>
                    <a:pt x="1524" y="119202"/>
                  </a:moveTo>
                  <a:lnTo>
                    <a:pt x="1524" y="118821"/>
                  </a:lnTo>
                </a:path>
                <a:path w="5714" h="133985">
                  <a:moveTo>
                    <a:pt x="1524" y="119570"/>
                  </a:moveTo>
                  <a:lnTo>
                    <a:pt x="1524" y="119202"/>
                  </a:lnTo>
                </a:path>
                <a:path w="5714" h="133985">
                  <a:moveTo>
                    <a:pt x="1524" y="119951"/>
                  </a:moveTo>
                  <a:lnTo>
                    <a:pt x="1524" y="119570"/>
                  </a:lnTo>
                </a:path>
                <a:path w="5714" h="133985">
                  <a:moveTo>
                    <a:pt x="1524" y="120319"/>
                  </a:moveTo>
                  <a:lnTo>
                    <a:pt x="1524" y="119951"/>
                  </a:lnTo>
                </a:path>
                <a:path w="5714" h="133985">
                  <a:moveTo>
                    <a:pt x="1524" y="120700"/>
                  </a:moveTo>
                  <a:lnTo>
                    <a:pt x="1524" y="120319"/>
                  </a:lnTo>
                </a:path>
                <a:path w="5714" h="133985">
                  <a:moveTo>
                    <a:pt x="1524" y="121081"/>
                  </a:moveTo>
                  <a:lnTo>
                    <a:pt x="1524" y="120700"/>
                  </a:lnTo>
                </a:path>
                <a:path w="5714" h="133985">
                  <a:moveTo>
                    <a:pt x="1524" y="121462"/>
                  </a:moveTo>
                  <a:lnTo>
                    <a:pt x="1524" y="121081"/>
                  </a:lnTo>
                </a:path>
                <a:path w="5714" h="133985">
                  <a:moveTo>
                    <a:pt x="1524" y="121843"/>
                  </a:moveTo>
                  <a:lnTo>
                    <a:pt x="1524" y="121462"/>
                  </a:lnTo>
                </a:path>
                <a:path w="5714" h="133985">
                  <a:moveTo>
                    <a:pt x="1524" y="122224"/>
                  </a:moveTo>
                  <a:lnTo>
                    <a:pt x="1524" y="121843"/>
                  </a:lnTo>
                </a:path>
                <a:path w="5714" h="133985">
                  <a:moveTo>
                    <a:pt x="1524" y="122605"/>
                  </a:moveTo>
                  <a:lnTo>
                    <a:pt x="1524" y="122224"/>
                  </a:lnTo>
                </a:path>
                <a:path w="5714" h="133985">
                  <a:moveTo>
                    <a:pt x="1524" y="122986"/>
                  </a:moveTo>
                  <a:lnTo>
                    <a:pt x="1524" y="122605"/>
                  </a:lnTo>
                </a:path>
                <a:path w="5714" h="133985">
                  <a:moveTo>
                    <a:pt x="1524" y="123367"/>
                  </a:moveTo>
                  <a:lnTo>
                    <a:pt x="1524" y="122986"/>
                  </a:lnTo>
                </a:path>
                <a:path w="5714" h="133985">
                  <a:moveTo>
                    <a:pt x="1524" y="123748"/>
                  </a:moveTo>
                  <a:lnTo>
                    <a:pt x="1524" y="123367"/>
                  </a:lnTo>
                </a:path>
                <a:path w="5714" h="133985">
                  <a:moveTo>
                    <a:pt x="1524" y="124129"/>
                  </a:moveTo>
                  <a:lnTo>
                    <a:pt x="1524" y="123748"/>
                  </a:lnTo>
                </a:path>
                <a:path w="5714" h="133985">
                  <a:moveTo>
                    <a:pt x="1524" y="124510"/>
                  </a:moveTo>
                  <a:lnTo>
                    <a:pt x="1524" y="124129"/>
                  </a:lnTo>
                </a:path>
                <a:path w="5714" h="133985">
                  <a:moveTo>
                    <a:pt x="1524" y="124891"/>
                  </a:moveTo>
                  <a:lnTo>
                    <a:pt x="1524" y="124510"/>
                  </a:lnTo>
                </a:path>
                <a:path w="5714" h="133985">
                  <a:moveTo>
                    <a:pt x="1524" y="125272"/>
                  </a:moveTo>
                  <a:lnTo>
                    <a:pt x="1524" y="124891"/>
                  </a:lnTo>
                </a:path>
                <a:path w="5714" h="133985">
                  <a:moveTo>
                    <a:pt x="1524" y="125653"/>
                  </a:moveTo>
                  <a:lnTo>
                    <a:pt x="1524" y="125272"/>
                  </a:lnTo>
                </a:path>
                <a:path w="5714" h="133985">
                  <a:moveTo>
                    <a:pt x="1524" y="126034"/>
                  </a:moveTo>
                  <a:lnTo>
                    <a:pt x="1524" y="125653"/>
                  </a:lnTo>
                </a:path>
                <a:path w="5714" h="133985">
                  <a:moveTo>
                    <a:pt x="1524" y="126415"/>
                  </a:moveTo>
                  <a:lnTo>
                    <a:pt x="1524" y="126034"/>
                  </a:lnTo>
                </a:path>
                <a:path w="5714" h="133985">
                  <a:moveTo>
                    <a:pt x="1524" y="126796"/>
                  </a:moveTo>
                  <a:lnTo>
                    <a:pt x="1524" y="126415"/>
                  </a:lnTo>
                </a:path>
                <a:path w="5714" h="133985">
                  <a:moveTo>
                    <a:pt x="1524" y="127177"/>
                  </a:moveTo>
                  <a:lnTo>
                    <a:pt x="1524" y="126796"/>
                  </a:lnTo>
                </a:path>
                <a:path w="5714" h="133985">
                  <a:moveTo>
                    <a:pt x="1524" y="127558"/>
                  </a:moveTo>
                  <a:lnTo>
                    <a:pt x="1524" y="127177"/>
                  </a:lnTo>
                </a:path>
                <a:path w="5714" h="133985">
                  <a:moveTo>
                    <a:pt x="1524" y="127939"/>
                  </a:moveTo>
                  <a:lnTo>
                    <a:pt x="1524" y="127558"/>
                  </a:lnTo>
                </a:path>
                <a:path w="5714" h="133985">
                  <a:moveTo>
                    <a:pt x="1904" y="128320"/>
                  </a:moveTo>
                  <a:lnTo>
                    <a:pt x="1904" y="127939"/>
                  </a:lnTo>
                </a:path>
                <a:path w="5714" h="133985">
                  <a:moveTo>
                    <a:pt x="1904" y="128701"/>
                  </a:moveTo>
                  <a:lnTo>
                    <a:pt x="1904" y="128320"/>
                  </a:lnTo>
                </a:path>
                <a:path w="5714" h="133985">
                  <a:moveTo>
                    <a:pt x="1904" y="129070"/>
                  </a:moveTo>
                  <a:lnTo>
                    <a:pt x="1904" y="128701"/>
                  </a:lnTo>
                </a:path>
                <a:path w="5714" h="133985">
                  <a:moveTo>
                    <a:pt x="1904" y="129438"/>
                  </a:moveTo>
                  <a:lnTo>
                    <a:pt x="1904" y="129082"/>
                  </a:lnTo>
                </a:path>
                <a:path w="5714" h="133985">
                  <a:moveTo>
                    <a:pt x="1904" y="129819"/>
                  </a:moveTo>
                  <a:lnTo>
                    <a:pt x="1904" y="129438"/>
                  </a:lnTo>
                </a:path>
                <a:path w="5714" h="133985">
                  <a:moveTo>
                    <a:pt x="1904" y="130200"/>
                  </a:moveTo>
                  <a:lnTo>
                    <a:pt x="1904" y="129819"/>
                  </a:lnTo>
                </a:path>
                <a:path w="5714" h="133985">
                  <a:moveTo>
                    <a:pt x="1904" y="130568"/>
                  </a:moveTo>
                  <a:lnTo>
                    <a:pt x="1904" y="130200"/>
                  </a:lnTo>
                </a:path>
                <a:path w="5714" h="133985">
                  <a:moveTo>
                    <a:pt x="1904" y="130949"/>
                  </a:moveTo>
                  <a:lnTo>
                    <a:pt x="1904" y="130568"/>
                  </a:lnTo>
                </a:path>
                <a:path w="5714" h="133985">
                  <a:moveTo>
                    <a:pt x="1904" y="131330"/>
                  </a:moveTo>
                  <a:lnTo>
                    <a:pt x="1904" y="130949"/>
                  </a:lnTo>
                </a:path>
                <a:path w="5714" h="133985">
                  <a:moveTo>
                    <a:pt x="1904" y="131711"/>
                  </a:moveTo>
                  <a:lnTo>
                    <a:pt x="1904" y="131330"/>
                  </a:lnTo>
                </a:path>
                <a:path w="5714" h="133985">
                  <a:moveTo>
                    <a:pt x="1904" y="132092"/>
                  </a:moveTo>
                  <a:lnTo>
                    <a:pt x="1904" y="131711"/>
                  </a:lnTo>
                </a:path>
                <a:path w="5714" h="133985">
                  <a:moveTo>
                    <a:pt x="1904" y="132473"/>
                  </a:moveTo>
                  <a:lnTo>
                    <a:pt x="1904" y="132092"/>
                  </a:lnTo>
                </a:path>
                <a:path w="5714" h="133985">
                  <a:moveTo>
                    <a:pt x="1904" y="132854"/>
                  </a:moveTo>
                  <a:lnTo>
                    <a:pt x="1904" y="132473"/>
                  </a:lnTo>
                </a:path>
                <a:path w="5714" h="133985">
                  <a:moveTo>
                    <a:pt x="1904" y="133235"/>
                  </a:moveTo>
                  <a:lnTo>
                    <a:pt x="1904" y="132854"/>
                  </a:lnTo>
                </a:path>
                <a:path w="5714" h="133985">
                  <a:moveTo>
                    <a:pt x="1904" y="133616"/>
                  </a:moveTo>
                  <a:lnTo>
                    <a:pt x="1904" y="133235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 descr=""/>
            <p:cNvSpPr/>
            <p:nvPr/>
          </p:nvSpPr>
          <p:spPr>
            <a:xfrm>
              <a:off x="4006303" y="2423922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0"/>
                  </a:moveTo>
                  <a:lnTo>
                    <a:pt x="0" y="0"/>
                  </a:lnTo>
                </a:path>
                <a:path w="0" h="1269">
                  <a:moveTo>
                    <a:pt x="0" y="761"/>
                  </a:moveTo>
                  <a:lnTo>
                    <a:pt x="0" y="380"/>
                  </a:lnTo>
                </a:path>
                <a:path w="0" h="1269">
                  <a:moveTo>
                    <a:pt x="0" y="1143"/>
                  </a:moveTo>
                  <a:lnTo>
                    <a:pt x="0" y="761"/>
                  </a:lnTo>
                </a:path>
              </a:pathLst>
            </a:custGeom>
            <a:ln w="83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 descr=""/>
            <p:cNvSpPr/>
            <p:nvPr/>
          </p:nvSpPr>
          <p:spPr>
            <a:xfrm>
              <a:off x="4006494" y="242506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79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 descr=""/>
            <p:cNvSpPr/>
            <p:nvPr/>
          </p:nvSpPr>
          <p:spPr>
            <a:xfrm>
              <a:off x="4006303" y="242544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75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 descr=""/>
            <p:cNvSpPr/>
            <p:nvPr/>
          </p:nvSpPr>
          <p:spPr>
            <a:xfrm>
              <a:off x="4006494" y="242582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7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 descr=""/>
            <p:cNvSpPr/>
            <p:nvPr/>
          </p:nvSpPr>
          <p:spPr>
            <a:xfrm>
              <a:off x="4006303" y="242620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68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 descr=""/>
            <p:cNvSpPr/>
            <p:nvPr/>
          </p:nvSpPr>
          <p:spPr>
            <a:xfrm>
              <a:off x="4006303" y="242658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5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 descr=""/>
            <p:cNvSpPr/>
            <p:nvPr/>
          </p:nvSpPr>
          <p:spPr>
            <a:xfrm>
              <a:off x="4006303" y="242697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 descr=""/>
            <p:cNvSpPr/>
            <p:nvPr/>
          </p:nvSpPr>
          <p:spPr>
            <a:xfrm>
              <a:off x="4330877" y="238597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2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 descr=""/>
            <p:cNvSpPr/>
            <p:nvPr/>
          </p:nvSpPr>
          <p:spPr>
            <a:xfrm>
              <a:off x="4242790" y="2386545"/>
              <a:ext cx="154305" cy="9525"/>
            </a:xfrm>
            <a:custGeom>
              <a:avLst/>
              <a:gdLst/>
              <a:ahLst/>
              <a:cxnLst/>
              <a:rect l="l" t="t" r="r" b="b"/>
              <a:pathLst>
                <a:path w="154304" h="9525">
                  <a:moveTo>
                    <a:pt x="69494" y="0"/>
                  </a:moveTo>
                  <a:lnTo>
                    <a:pt x="107823" y="0"/>
                  </a:lnTo>
                </a:path>
                <a:path w="154304" h="9525">
                  <a:moveTo>
                    <a:pt x="60769" y="380"/>
                  </a:moveTo>
                  <a:lnTo>
                    <a:pt x="121500" y="380"/>
                  </a:lnTo>
                </a:path>
                <a:path w="154304" h="9525">
                  <a:moveTo>
                    <a:pt x="57721" y="749"/>
                  </a:moveTo>
                  <a:lnTo>
                    <a:pt x="131749" y="749"/>
                  </a:lnTo>
                </a:path>
                <a:path w="154304" h="9525">
                  <a:moveTo>
                    <a:pt x="52412" y="1130"/>
                  </a:moveTo>
                  <a:lnTo>
                    <a:pt x="138963" y="1130"/>
                  </a:lnTo>
                </a:path>
                <a:path w="154304" h="9525">
                  <a:moveTo>
                    <a:pt x="48615" y="1498"/>
                  </a:moveTo>
                  <a:lnTo>
                    <a:pt x="145808" y="1498"/>
                  </a:lnTo>
                </a:path>
                <a:path w="154304" h="9525">
                  <a:moveTo>
                    <a:pt x="46710" y="1879"/>
                  </a:moveTo>
                  <a:lnTo>
                    <a:pt x="149580" y="1879"/>
                  </a:lnTo>
                </a:path>
                <a:path w="154304" h="9525">
                  <a:moveTo>
                    <a:pt x="41783" y="2247"/>
                  </a:moveTo>
                  <a:lnTo>
                    <a:pt x="151485" y="2247"/>
                  </a:lnTo>
                </a:path>
                <a:path w="154304" h="9525">
                  <a:moveTo>
                    <a:pt x="38366" y="2641"/>
                  </a:moveTo>
                  <a:lnTo>
                    <a:pt x="152247" y="2641"/>
                  </a:lnTo>
                </a:path>
                <a:path w="154304" h="9525">
                  <a:moveTo>
                    <a:pt x="36461" y="3009"/>
                  </a:moveTo>
                  <a:lnTo>
                    <a:pt x="153009" y="3009"/>
                  </a:lnTo>
                </a:path>
                <a:path w="154304" h="9525">
                  <a:moveTo>
                    <a:pt x="31902" y="3390"/>
                  </a:moveTo>
                  <a:lnTo>
                    <a:pt x="153390" y="3390"/>
                  </a:lnTo>
                </a:path>
                <a:path w="154304" h="9525">
                  <a:moveTo>
                    <a:pt x="28879" y="3771"/>
                  </a:moveTo>
                  <a:lnTo>
                    <a:pt x="153390" y="3771"/>
                  </a:lnTo>
                </a:path>
                <a:path w="154304" h="9525">
                  <a:moveTo>
                    <a:pt x="26974" y="4152"/>
                  </a:moveTo>
                  <a:lnTo>
                    <a:pt x="153771" y="4152"/>
                  </a:lnTo>
                </a:path>
                <a:path w="154304" h="9525">
                  <a:moveTo>
                    <a:pt x="23926" y="4533"/>
                  </a:moveTo>
                  <a:lnTo>
                    <a:pt x="153771" y="4533"/>
                  </a:lnTo>
                </a:path>
                <a:path w="154304" h="9525">
                  <a:moveTo>
                    <a:pt x="21640" y="4914"/>
                  </a:moveTo>
                  <a:lnTo>
                    <a:pt x="153771" y="4914"/>
                  </a:lnTo>
                </a:path>
                <a:path w="154304" h="9525">
                  <a:moveTo>
                    <a:pt x="19392" y="5295"/>
                  </a:moveTo>
                  <a:lnTo>
                    <a:pt x="153771" y="5295"/>
                  </a:lnTo>
                </a:path>
                <a:path w="154304" h="9525">
                  <a:moveTo>
                    <a:pt x="15963" y="5676"/>
                  </a:moveTo>
                  <a:lnTo>
                    <a:pt x="154152" y="5676"/>
                  </a:lnTo>
                </a:path>
                <a:path w="154304" h="9525">
                  <a:moveTo>
                    <a:pt x="13677" y="6057"/>
                  </a:moveTo>
                  <a:lnTo>
                    <a:pt x="154152" y="6057"/>
                  </a:lnTo>
                </a:path>
                <a:path w="154304" h="9525">
                  <a:moveTo>
                    <a:pt x="12153" y="6438"/>
                  </a:moveTo>
                  <a:lnTo>
                    <a:pt x="154152" y="6438"/>
                  </a:lnTo>
                </a:path>
                <a:path w="154304" h="9525">
                  <a:moveTo>
                    <a:pt x="10274" y="6819"/>
                  </a:moveTo>
                  <a:lnTo>
                    <a:pt x="154152" y="6819"/>
                  </a:lnTo>
                </a:path>
                <a:path w="154304" h="9525">
                  <a:moveTo>
                    <a:pt x="8762" y="7200"/>
                  </a:moveTo>
                  <a:lnTo>
                    <a:pt x="154152" y="7200"/>
                  </a:lnTo>
                </a:path>
                <a:path w="154304" h="9525">
                  <a:moveTo>
                    <a:pt x="7620" y="7581"/>
                  </a:moveTo>
                  <a:lnTo>
                    <a:pt x="153771" y="7581"/>
                  </a:lnTo>
                </a:path>
                <a:path w="154304" h="9525">
                  <a:moveTo>
                    <a:pt x="5715" y="7962"/>
                  </a:moveTo>
                  <a:lnTo>
                    <a:pt x="153771" y="7962"/>
                  </a:lnTo>
                </a:path>
                <a:path w="154304" h="9525">
                  <a:moveTo>
                    <a:pt x="4191" y="8343"/>
                  </a:moveTo>
                  <a:lnTo>
                    <a:pt x="153771" y="8343"/>
                  </a:lnTo>
                </a:path>
                <a:path w="154304" h="9525">
                  <a:moveTo>
                    <a:pt x="2667" y="8724"/>
                  </a:moveTo>
                  <a:lnTo>
                    <a:pt x="81648" y="8724"/>
                  </a:lnTo>
                </a:path>
                <a:path w="154304" h="9525">
                  <a:moveTo>
                    <a:pt x="94564" y="8724"/>
                  </a:moveTo>
                  <a:lnTo>
                    <a:pt x="153771" y="8724"/>
                  </a:lnTo>
                </a:path>
                <a:path w="154304" h="9525">
                  <a:moveTo>
                    <a:pt x="1143" y="9105"/>
                  </a:moveTo>
                  <a:lnTo>
                    <a:pt x="69494" y="9105"/>
                  </a:lnTo>
                </a:path>
                <a:path w="154304" h="9525">
                  <a:moveTo>
                    <a:pt x="107823" y="9105"/>
                  </a:moveTo>
                  <a:lnTo>
                    <a:pt x="153390" y="9105"/>
                  </a:lnTo>
                </a:path>
                <a:path w="154304" h="9525">
                  <a:moveTo>
                    <a:pt x="0" y="9486"/>
                  </a:moveTo>
                  <a:lnTo>
                    <a:pt x="60769" y="94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 descr=""/>
            <p:cNvSpPr/>
            <p:nvPr/>
          </p:nvSpPr>
          <p:spPr>
            <a:xfrm>
              <a:off x="4380242" y="239584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318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 descr=""/>
            <p:cNvSpPr/>
            <p:nvPr/>
          </p:nvSpPr>
          <p:spPr>
            <a:xfrm>
              <a:off x="4241685" y="2396413"/>
              <a:ext cx="59055" cy="0"/>
            </a:xfrm>
            <a:custGeom>
              <a:avLst/>
              <a:gdLst/>
              <a:ahLst/>
              <a:cxnLst/>
              <a:rect l="l" t="t" r="r" b="b"/>
              <a:pathLst>
                <a:path w="59054" h="0">
                  <a:moveTo>
                    <a:pt x="0" y="0"/>
                  </a:moveTo>
                  <a:lnTo>
                    <a:pt x="588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 descr=""/>
            <p:cNvSpPr/>
            <p:nvPr/>
          </p:nvSpPr>
          <p:spPr>
            <a:xfrm>
              <a:off x="4385170" y="239622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1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 descr=""/>
            <p:cNvSpPr/>
            <p:nvPr/>
          </p:nvSpPr>
          <p:spPr>
            <a:xfrm>
              <a:off x="4240923" y="2396794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2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 descr=""/>
            <p:cNvSpPr/>
            <p:nvPr/>
          </p:nvSpPr>
          <p:spPr>
            <a:xfrm>
              <a:off x="4388408" y="239660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 descr=""/>
            <p:cNvSpPr/>
            <p:nvPr/>
          </p:nvSpPr>
          <p:spPr>
            <a:xfrm>
              <a:off x="4239780" y="2397175"/>
              <a:ext cx="52069" cy="0"/>
            </a:xfrm>
            <a:custGeom>
              <a:avLst/>
              <a:gdLst/>
              <a:ahLst/>
              <a:cxnLst/>
              <a:rect l="l" t="t" r="r" b="b"/>
              <a:pathLst>
                <a:path w="52070" h="0">
                  <a:moveTo>
                    <a:pt x="0" y="0"/>
                  </a:moveTo>
                  <a:lnTo>
                    <a:pt x="5162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 descr=""/>
            <p:cNvSpPr/>
            <p:nvPr/>
          </p:nvSpPr>
          <p:spPr>
            <a:xfrm>
              <a:off x="4391443" y="239698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 descr=""/>
            <p:cNvSpPr/>
            <p:nvPr/>
          </p:nvSpPr>
          <p:spPr>
            <a:xfrm>
              <a:off x="4235589" y="2397556"/>
              <a:ext cx="53975" cy="1905"/>
            </a:xfrm>
            <a:custGeom>
              <a:avLst/>
              <a:gdLst/>
              <a:ahLst/>
              <a:cxnLst/>
              <a:rect l="l" t="t" r="r" b="b"/>
              <a:pathLst>
                <a:path w="53975" h="1905">
                  <a:moveTo>
                    <a:pt x="3428" y="0"/>
                  </a:moveTo>
                  <a:lnTo>
                    <a:pt x="53911" y="0"/>
                  </a:lnTo>
                </a:path>
                <a:path w="53975" h="1905">
                  <a:moveTo>
                    <a:pt x="2285" y="380"/>
                  </a:moveTo>
                  <a:lnTo>
                    <a:pt x="48983" y="380"/>
                  </a:lnTo>
                </a:path>
                <a:path w="53975" h="1905">
                  <a:moveTo>
                    <a:pt x="1523" y="762"/>
                  </a:moveTo>
                  <a:lnTo>
                    <a:pt x="45567" y="762"/>
                  </a:lnTo>
                </a:path>
                <a:path w="53975" h="1905">
                  <a:moveTo>
                    <a:pt x="762" y="1130"/>
                  </a:moveTo>
                  <a:lnTo>
                    <a:pt x="43662" y="1130"/>
                  </a:lnTo>
                </a:path>
                <a:path w="53975" h="1905">
                  <a:moveTo>
                    <a:pt x="0" y="1485"/>
                  </a:moveTo>
                  <a:lnTo>
                    <a:pt x="39103" y="14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 descr=""/>
            <p:cNvSpPr/>
            <p:nvPr/>
          </p:nvSpPr>
          <p:spPr>
            <a:xfrm>
              <a:off x="4253064" y="239925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 descr=""/>
            <p:cNvSpPr/>
            <p:nvPr/>
          </p:nvSpPr>
          <p:spPr>
            <a:xfrm>
              <a:off x="4251743" y="239962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36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 descr=""/>
            <p:cNvSpPr/>
            <p:nvPr/>
          </p:nvSpPr>
          <p:spPr>
            <a:xfrm>
              <a:off x="4249839" y="240000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33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 descr=""/>
            <p:cNvSpPr/>
            <p:nvPr/>
          </p:nvSpPr>
          <p:spPr>
            <a:xfrm>
              <a:off x="4248315" y="240037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322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 descr=""/>
            <p:cNvSpPr/>
            <p:nvPr/>
          </p:nvSpPr>
          <p:spPr>
            <a:xfrm>
              <a:off x="4246981" y="240075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311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 descr=""/>
            <p:cNvSpPr/>
            <p:nvPr/>
          </p:nvSpPr>
          <p:spPr>
            <a:xfrm>
              <a:off x="4245457" y="240113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96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 descr=""/>
            <p:cNvSpPr/>
            <p:nvPr/>
          </p:nvSpPr>
          <p:spPr>
            <a:xfrm>
              <a:off x="4244314" y="240151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88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 descr=""/>
            <p:cNvSpPr/>
            <p:nvPr/>
          </p:nvSpPr>
          <p:spPr>
            <a:xfrm>
              <a:off x="4242981" y="240190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76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 descr=""/>
            <p:cNvSpPr/>
            <p:nvPr/>
          </p:nvSpPr>
          <p:spPr>
            <a:xfrm>
              <a:off x="4241863" y="240228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69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 descr=""/>
            <p:cNvSpPr/>
            <p:nvPr/>
          </p:nvSpPr>
          <p:spPr>
            <a:xfrm>
              <a:off x="4241114" y="240266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6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 descr=""/>
            <p:cNvSpPr/>
            <p:nvPr/>
          </p:nvSpPr>
          <p:spPr>
            <a:xfrm>
              <a:off x="4239971" y="240304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46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 descr=""/>
            <p:cNvSpPr/>
            <p:nvPr/>
          </p:nvSpPr>
          <p:spPr>
            <a:xfrm>
              <a:off x="4239018" y="240342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35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 descr=""/>
            <p:cNvSpPr/>
            <p:nvPr/>
          </p:nvSpPr>
          <p:spPr>
            <a:xfrm>
              <a:off x="4238066" y="240380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24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 descr=""/>
            <p:cNvSpPr/>
            <p:nvPr/>
          </p:nvSpPr>
          <p:spPr>
            <a:xfrm>
              <a:off x="4236923" y="240418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16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 descr=""/>
            <p:cNvSpPr/>
            <p:nvPr/>
          </p:nvSpPr>
          <p:spPr>
            <a:xfrm>
              <a:off x="4236161" y="240456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0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 descr=""/>
            <p:cNvSpPr/>
            <p:nvPr/>
          </p:nvSpPr>
          <p:spPr>
            <a:xfrm>
              <a:off x="4234637" y="2404948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762" y="380"/>
                  </a:moveTo>
                  <a:lnTo>
                    <a:pt x="762" y="0"/>
                  </a:lnTo>
                </a:path>
                <a:path w="1270" h="1269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201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 descr=""/>
            <p:cNvSpPr/>
            <p:nvPr/>
          </p:nvSpPr>
          <p:spPr>
            <a:xfrm>
              <a:off x="4233875" y="240571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93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 descr=""/>
            <p:cNvSpPr/>
            <p:nvPr/>
          </p:nvSpPr>
          <p:spPr>
            <a:xfrm>
              <a:off x="4233303" y="240609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89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 descr=""/>
            <p:cNvSpPr/>
            <p:nvPr/>
          </p:nvSpPr>
          <p:spPr>
            <a:xfrm>
              <a:off x="4232351" y="240647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8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 descr=""/>
            <p:cNvSpPr/>
            <p:nvPr/>
          </p:nvSpPr>
          <p:spPr>
            <a:xfrm>
              <a:off x="4231804" y="240685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 descr=""/>
            <p:cNvSpPr/>
            <p:nvPr/>
          </p:nvSpPr>
          <p:spPr>
            <a:xfrm>
              <a:off x="4230484" y="2407234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749" y="380"/>
                  </a:moveTo>
                  <a:lnTo>
                    <a:pt x="749" y="0"/>
                  </a:lnTo>
                </a:path>
                <a:path w="1270" h="1269">
                  <a:moveTo>
                    <a:pt x="0" y="761"/>
                  </a:moveTo>
                  <a:lnTo>
                    <a:pt x="0" y="380"/>
                  </a:lnTo>
                </a:path>
              </a:pathLst>
            </a:custGeom>
            <a:ln w="17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 descr=""/>
            <p:cNvSpPr/>
            <p:nvPr/>
          </p:nvSpPr>
          <p:spPr>
            <a:xfrm>
              <a:off x="4229722" y="240799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170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 descr=""/>
            <p:cNvSpPr/>
            <p:nvPr/>
          </p:nvSpPr>
          <p:spPr>
            <a:xfrm>
              <a:off x="4229150" y="240837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16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 descr=""/>
            <p:cNvSpPr/>
            <p:nvPr/>
          </p:nvSpPr>
          <p:spPr>
            <a:xfrm>
              <a:off x="4228579" y="240874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63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 descr=""/>
            <p:cNvSpPr/>
            <p:nvPr/>
          </p:nvSpPr>
          <p:spPr>
            <a:xfrm>
              <a:off x="4228007" y="240912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59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 descr=""/>
            <p:cNvSpPr/>
            <p:nvPr/>
          </p:nvSpPr>
          <p:spPr>
            <a:xfrm>
              <a:off x="4226674" y="240950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762" y="368"/>
                  </a:moveTo>
                  <a:lnTo>
                    <a:pt x="762" y="0"/>
                  </a:lnTo>
                </a:path>
                <a:path w="1270" h="1269">
                  <a:moveTo>
                    <a:pt x="0" y="749"/>
                  </a:moveTo>
                  <a:lnTo>
                    <a:pt x="0" y="368"/>
                  </a:lnTo>
                </a:path>
              </a:pathLst>
            </a:custGeom>
            <a:ln w="155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 descr=""/>
            <p:cNvSpPr/>
            <p:nvPr/>
          </p:nvSpPr>
          <p:spPr>
            <a:xfrm>
              <a:off x="4226102" y="241025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152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 descr=""/>
            <p:cNvSpPr/>
            <p:nvPr/>
          </p:nvSpPr>
          <p:spPr>
            <a:xfrm>
              <a:off x="4225531" y="241062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48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 descr=""/>
            <p:cNvSpPr/>
            <p:nvPr/>
          </p:nvSpPr>
          <p:spPr>
            <a:xfrm>
              <a:off x="4224578" y="2411006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69">
                  <a:moveTo>
                    <a:pt x="380" y="381"/>
                  </a:moveTo>
                  <a:lnTo>
                    <a:pt x="380" y="0"/>
                  </a:lnTo>
                </a:path>
                <a:path w="635" h="1269">
                  <a:moveTo>
                    <a:pt x="0" y="762"/>
                  </a:moveTo>
                  <a:lnTo>
                    <a:pt x="0" y="381"/>
                  </a:lnTo>
                </a:path>
              </a:pathLst>
            </a:custGeom>
            <a:ln w="14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 descr=""/>
            <p:cNvSpPr/>
            <p:nvPr/>
          </p:nvSpPr>
          <p:spPr>
            <a:xfrm>
              <a:off x="4223626" y="2411768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69">
                  <a:moveTo>
                    <a:pt x="380" y="380"/>
                  </a:moveTo>
                  <a:lnTo>
                    <a:pt x="380" y="0"/>
                  </a:lnTo>
                </a:path>
                <a:path w="635" h="1269">
                  <a:moveTo>
                    <a:pt x="0" y="761"/>
                  </a:moveTo>
                  <a:lnTo>
                    <a:pt x="0" y="380"/>
                  </a:lnTo>
                </a:path>
              </a:pathLst>
            </a:custGeom>
            <a:ln w="14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 descr=""/>
            <p:cNvSpPr/>
            <p:nvPr/>
          </p:nvSpPr>
          <p:spPr>
            <a:xfrm>
              <a:off x="4223054" y="241253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4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 descr=""/>
            <p:cNvSpPr/>
            <p:nvPr/>
          </p:nvSpPr>
          <p:spPr>
            <a:xfrm>
              <a:off x="4221721" y="2412911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762" y="380"/>
                  </a:moveTo>
                  <a:lnTo>
                    <a:pt x="762" y="0"/>
                  </a:lnTo>
                </a:path>
                <a:path w="1270" h="1269">
                  <a:moveTo>
                    <a:pt x="381" y="761"/>
                  </a:moveTo>
                  <a:lnTo>
                    <a:pt x="381" y="380"/>
                  </a:lnTo>
                </a:path>
                <a:path w="1270" h="1269">
                  <a:moveTo>
                    <a:pt x="0" y="1142"/>
                  </a:moveTo>
                  <a:lnTo>
                    <a:pt x="0" y="761"/>
                  </a:lnTo>
                </a:path>
              </a:pathLst>
            </a:custGeom>
            <a:ln w="14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8" name="object 608" descr=""/>
            <p:cNvSpPr/>
            <p:nvPr/>
          </p:nvSpPr>
          <p:spPr>
            <a:xfrm>
              <a:off x="4220044" y="2414054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5">
                  <a:moveTo>
                    <a:pt x="1117" y="381"/>
                  </a:moveTo>
                  <a:lnTo>
                    <a:pt x="1117" y="0"/>
                  </a:lnTo>
                </a:path>
                <a:path w="1270" h="1905">
                  <a:moveTo>
                    <a:pt x="749" y="762"/>
                  </a:moveTo>
                  <a:lnTo>
                    <a:pt x="749" y="381"/>
                  </a:lnTo>
                </a:path>
                <a:path w="1270" h="1905">
                  <a:moveTo>
                    <a:pt x="368" y="1143"/>
                  </a:moveTo>
                  <a:lnTo>
                    <a:pt x="368" y="762"/>
                  </a:lnTo>
                </a:path>
                <a:path w="1270" h="1905">
                  <a:moveTo>
                    <a:pt x="0" y="1524"/>
                  </a:moveTo>
                  <a:lnTo>
                    <a:pt x="0" y="1143"/>
                  </a:lnTo>
                </a:path>
              </a:pathLst>
            </a:custGeom>
            <a:ln w="136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9" name="object 609" descr=""/>
            <p:cNvSpPr/>
            <p:nvPr/>
          </p:nvSpPr>
          <p:spPr>
            <a:xfrm>
              <a:off x="4219473" y="2415578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69">
                  <a:moveTo>
                    <a:pt x="380" y="380"/>
                  </a:moveTo>
                  <a:lnTo>
                    <a:pt x="380" y="0"/>
                  </a:lnTo>
                </a:path>
                <a:path w="635" h="1269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1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 descr=""/>
            <p:cNvSpPr/>
            <p:nvPr/>
          </p:nvSpPr>
          <p:spPr>
            <a:xfrm>
              <a:off x="4217758" y="2416340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5">
                  <a:moveTo>
                    <a:pt x="1142" y="380"/>
                  </a:moveTo>
                  <a:lnTo>
                    <a:pt x="1142" y="0"/>
                  </a:lnTo>
                </a:path>
                <a:path w="1270" h="1905">
                  <a:moveTo>
                    <a:pt x="761" y="761"/>
                  </a:moveTo>
                  <a:lnTo>
                    <a:pt x="761" y="380"/>
                  </a:lnTo>
                </a:path>
                <a:path w="1270" h="1905">
                  <a:moveTo>
                    <a:pt x="380" y="1142"/>
                  </a:moveTo>
                  <a:lnTo>
                    <a:pt x="380" y="761"/>
                  </a:lnTo>
                </a:path>
                <a:path w="1270" h="1905">
                  <a:moveTo>
                    <a:pt x="0" y="1524"/>
                  </a:moveTo>
                  <a:lnTo>
                    <a:pt x="0" y="1142"/>
                  </a:lnTo>
                </a:path>
              </a:pathLst>
            </a:custGeom>
            <a:ln w="12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 descr=""/>
            <p:cNvSpPr/>
            <p:nvPr/>
          </p:nvSpPr>
          <p:spPr>
            <a:xfrm>
              <a:off x="4216806" y="2417864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762" y="380"/>
                  </a:moveTo>
                  <a:lnTo>
                    <a:pt x="762" y="0"/>
                  </a:lnTo>
                </a:path>
                <a:path w="1270" h="1269">
                  <a:moveTo>
                    <a:pt x="381" y="761"/>
                  </a:moveTo>
                  <a:lnTo>
                    <a:pt x="381" y="380"/>
                  </a:lnTo>
                </a:path>
                <a:path w="1270" h="1269">
                  <a:moveTo>
                    <a:pt x="0" y="1142"/>
                  </a:moveTo>
                  <a:lnTo>
                    <a:pt x="0" y="761"/>
                  </a:lnTo>
                </a:path>
              </a:pathLst>
            </a:custGeom>
            <a:ln w="125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2" name="object 612" descr=""/>
            <p:cNvSpPr/>
            <p:nvPr/>
          </p:nvSpPr>
          <p:spPr>
            <a:xfrm>
              <a:off x="4215472" y="241900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762" y="368"/>
                  </a:moveTo>
                  <a:lnTo>
                    <a:pt x="762" y="0"/>
                  </a:lnTo>
                </a:path>
                <a:path w="1270" h="1269">
                  <a:moveTo>
                    <a:pt x="380" y="736"/>
                  </a:moveTo>
                  <a:lnTo>
                    <a:pt x="380" y="381"/>
                  </a:lnTo>
                </a:path>
                <a:path w="1270" h="1269">
                  <a:moveTo>
                    <a:pt x="0" y="1117"/>
                  </a:moveTo>
                  <a:lnTo>
                    <a:pt x="0" y="736"/>
                  </a:lnTo>
                </a:path>
              </a:pathLst>
            </a:custGeom>
            <a:ln w="12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 descr=""/>
            <p:cNvSpPr/>
            <p:nvPr/>
          </p:nvSpPr>
          <p:spPr>
            <a:xfrm>
              <a:off x="4212996" y="2420124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39" h="3175">
                  <a:moveTo>
                    <a:pt x="2285" y="380"/>
                  </a:moveTo>
                  <a:lnTo>
                    <a:pt x="2285" y="0"/>
                  </a:lnTo>
                </a:path>
                <a:path w="2539" h="3175">
                  <a:moveTo>
                    <a:pt x="1904" y="749"/>
                  </a:moveTo>
                  <a:lnTo>
                    <a:pt x="1904" y="380"/>
                  </a:lnTo>
                </a:path>
                <a:path w="2539" h="3175">
                  <a:moveTo>
                    <a:pt x="1523" y="1130"/>
                  </a:moveTo>
                  <a:lnTo>
                    <a:pt x="1523" y="749"/>
                  </a:lnTo>
                </a:path>
                <a:path w="2539" h="3175">
                  <a:moveTo>
                    <a:pt x="1142" y="1511"/>
                  </a:moveTo>
                  <a:lnTo>
                    <a:pt x="1142" y="1130"/>
                  </a:lnTo>
                </a:path>
                <a:path w="2539" h="3175">
                  <a:moveTo>
                    <a:pt x="761" y="1892"/>
                  </a:moveTo>
                  <a:lnTo>
                    <a:pt x="761" y="1511"/>
                  </a:lnTo>
                </a:path>
                <a:path w="2539" h="3175">
                  <a:moveTo>
                    <a:pt x="761" y="2273"/>
                  </a:moveTo>
                  <a:lnTo>
                    <a:pt x="761" y="1892"/>
                  </a:lnTo>
                </a:path>
                <a:path w="2539" h="3175">
                  <a:moveTo>
                    <a:pt x="380" y="2654"/>
                  </a:moveTo>
                  <a:lnTo>
                    <a:pt x="380" y="2273"/>
                  </a:lnTo>
                </a:path>
                <a:path w="2539" h="3175">
                  <a:moveTo>
                    <a:pt x="0" y="3035"/>
                  </a:moveTo>
                  <a:lnTo>
                    <a:pt x="0" y="2654"/>
                  </a:lnTo>
                </a:path>
              </a:pathLst>
            </a:custGeom>
            <a:ln w="117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 descr=""/>
            <p:cNvSpPr/>
            <p:nvPr/>
          </p:nvSpPr>
          <p:spPr>
            <a:xfrm>
              <a:off x="4211281" y="2423160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39">
                  <a:moveTo>
                    <a:pt x="1524" y="381"/>
                  </a:moveTo>
                  <a:lnTo>
                    <a:pt x="1524" y="0"/>
                  </a:lnTo>
                </a:path>
                <a:path w="1904" h="2539">
                  <a:moveTo>
                    <a:pt x="1143" y="762"/>
                  </a:moveTo>
                  <a:lnTo>
                    <a:pt x="1143" y="381"/>
                  </a:lnTo>
                </a:path>
                <a:path w="1904" h="2539">
                  <a:moveTo>
                    <a:pt x="762" y="1143"/>
                  </a:moveTo>
                  <a:lnTo>
                    <a:pt x="762" y="762"/>
                  </a:lnTo>
                </a:path>
                <a:path w="1904" h="2539">
                  <a:moveTo>
                    <a:pt x="762" y="1524"/>
                  </a:moveTo>
                  <a:lnTo>
                    <a:pt x="762" y="1143"/>
                  </a:lnTo>
                </a:path>
                <a:path w="1904" h="2539">
                  <a:moveTo>
                    <a:pt x="381" y="1905"/>
                  </a:moveTo>
                  <a:lnTo>
                    <a:pt x="381" y="1524"/>
                  </a:lnTo>
                </a:path>
                <a:path w="1904" h="2539">
                  <a:moveTo>
                    <a:pt x="0" y="2286"/>
                  </a:moveTo>
                  <a:lnTo>
                    <a:pt x="0" y="1905"/>
                  </a:lnTo>
                </a:path>
              </a:pathLst>
            </a:custGeom>
            <a:ln w="11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5" name="object 615" descr=""/>
            <p:cNvSpPr/>
            <p:nvPr/>
          </p:nvSpPr>
          <p:spPr>
            <a:xfrm>
              <a:off x="4209592" y="2425446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39">
                  <a:moveTo>
                    <a:pt x="1498" y="380"/>
                  </a:moveTo>
                  <a:lnTo>
                    <a:pt x="1498" y="0"/>
                  </a:lnTo>
                </a:path>
                <a:path w="1904" h="2539">
                  <a:moveTo>
                    <a:pt x="1130" y="761"/>
                  </a:moveTo>
                  <a:lnTo>
                    <a:pt x="1130" y="380"/>
                  </a:lnTo>
                </a:path>
                <a:path w="1904" h="2539">
                  <a:moveTo>
                    <a:pt x="762" y="1143"/>
                  </a:moveTo>
                  <a:lnTo>
                    <a:pt x="762" y="761"/>
                  </a:lnTo>
                </a:path>
                <a:path w="1904" h="2539">
                  <a:moveTo>
                    <a:pt x="762" y="1524"/>
                  </a:moveTo>
                  <a:lnTo>
                    <a:pt x="762" y="1143"/>
                  </a:lnTo>
                </a:path>
                <a:path w="1904" h="2539">
                  <a:moveTo>
                    <a:pt x="381" y="1904"/>
                  </a:moveTo>
                  <a:lnTo>
                    <a:pt x="381" y="1524"/>
                  </a:lnTo>
                </a:path>
                <a:path w="1904" h="2539">
                  <a:moveTo>
                    <a:pt x="0" y="2285"/>
                  </a:moveTo>
                  <a:lnTo>
                    <a:pt x="0" y="1904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 descr=""/>
            <p:cNvSpPr/>
            <p:nvPr/>
          </p:nvSpPr>
          <p:spPr>
            <a:xfrm>
              <a:off x="4209033" y="2427732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69">
                  <a:moveTo>
                    <a:pt x="380" y="381"/>
                  </a:moveTo>
                  <a:lnTo>
                    <a:pt x="380" y="0"/>
                  </a:lnTo>
                </a:path>
                <a:path w="635" h="1269">
                  <a:moveTo>
                    <a:pt x="0" y="762"/>
                  </a:moveTo>
                  <a:lnTo>
                    <a:pt x="0" y="381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 descr=""/>
            <p:cNvSpPr/>
            <p:nvPr/>
          </p:nvSpPr>
          <p:spPr>
            <a:xfrm>
              <a:off x="4208843" y="242849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 descr=""/>
            <p:cNvSpPr/>
            <p:nvPr/>
          </p:nvSpPr>
          <p:spPr>
            <a:xfrm>
              <a:off x="4208271" y="2428875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69">
                  <a:moveTo>
                    <a:pt x="380" y="380"/>
                  </a:moveTo>
                  <a:lnTo>
                    <a:pt x="380" y="0"/>
                  </a:lnTo>
                </a:path>
                <a:path w="635" h="1269">
                  <a:moveTo>
                    <a:pt x="0" y="761"/>
                  </a:moveTo>
                  <a:lnTo>
                    <a:pt x="0" y="38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9" name="object 619" descr=""/>
            <p:cNvSpPr/>
            <p:nvPr/>
          </p:nvSpPr>
          <p:spPr>
            <a:xfrm>
              <a:off x="4208081" y="242963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0" name="object 620" descr=""/>
            <p:cNvSpPr/>
            <p:nvPr/>
          </p:nvSpPr>
          <p:spPr>
            <a:xfrm>
              <a:off x="4207509" y="2430005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69">
                  <a:moveTo>
                    <a:pt x="380" y="380"/>
                  </a:moveTo>
                  <a:lnTo>
                    <a:pt x="380" y="0"/>
                  </a:lnTo>
                </a:path>
                <a:path w="635" h="1269">
                  <a:moveTo>
                    <a:pt x="0" y="761"/>
                  </a:moveTo>
                  <a:lnTo>
                    <a:pt x="0" y="38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 descr=""/>
            <p:cNvSpPr/>
            <p:nvPr/>
          </p:nvSpPr>
          <p:spPr>
            <a:xfrm>
              <a:off x="4206938" y="2430767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69">
                  <a:moveTo>
                    <a:pt x="381" y="368"/>
                  </a:moveTo>
                  <a:lnTo>
                    <a:pt x="381" y="0"/>
                  </a:lnTo>
                </a:path>
                <a:path w="635" h="1269">
                  <a:moveTo>
                    <a:pt x="0" y="749"/>
                  </a:moveTo>
                  <a:lnTo>
                    <a:pt x="0" y="368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 descr=""/>
            <p:cNvSpPr/>
            <p:nvPr/>
          </p:nvSpPr>
          <p:spPr>
            <a:xfrm>
              <a:off x="4206747" y="243151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3" name="object 623" descr=""/>
            <p:cNvSpPr/>
            <p:nvPr/>
          </p:nvSpPr>
          <p:spPr>
            <a:xfrm>
              <a:off x="4206557" y="243188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4" name="object 624" descr=""/>
            <p:cNvSpPr/>
            <p:nvPr/>
          </p:nvSpPr>
          <p:spPr>
            <a:xfrm>
              <a:off x="4205985" y="2432265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69">
                  <a:moveTo>
                    <a:pt x="380" y="380"/>
                  </a:moveTo>
                  <a:lnTo>
                    <a:pt x="380" y="0"/>
                  </a:lnTo>
                </a:path>
                <a:path w="635" h="1269">
                  <a:moveTo>
                    <a:pt x="0" y="761"/>
                  </a:moveTo>
                  <a:lnTo>
                    <a:pt x="0" y="38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 descr=""/>
            <p:cNvSpPr/>
            <p:nvPr/>
          </p:nvSpPr>
          <p:spPr>
            <a:xfrm>
              <a:off x="4205795" y="243302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6" name="object 626" descr=""/>
            <p:cNvSpPr/>
            <p:nvPr/>
          </p:nvSpPr>
          <p:spPr>
            <a:xfrm>
              <a:off x="4205223" y="2433408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69">
                  <a:moveTo>
                    <a:pt x="380" y="380"/>
                  </a:moveTo>
                  <a:lnTo>
                    <a:pt x="380" y="0"/>
                  </a:lnTo>
                </a:path>
                <a:path w="635" h="1269">
                  <a:moveTo>
                    <a:pt x="0" y="762"/>
                  </a:moveTo>
                  <a:lnTo>
                    <a:pt x="0" y="380"/>
                  </a:lnTo>
                </a:path>
                <a:path w="635" h="1269">
                  <a:moveTo>
                    <a:pt x="0" y="1143"/>
                  </a:moveTo>
                  <a:lnTo>
                    <a:pt x="0" y="762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7" name="object 627" descr=""/>
            <p:cNvSpPr/>
            <p:nvPr/>
          </p:nvSpPr>
          <p:spPr>
            <a:xfrm>
              <a:off x="4204271" y="2434551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5">
                  <a:moveTo>
                    <a:pt x="762" y="380"/>
                  </a:moveTo>
                  <a:lnTo>
                    <a:pt x="762" y="0"/>
                  </a:lnTo>
                </a:path>
                <a:path w="1270" h="1905">
                  <a:moveTo>
                    <a:pt x="380" y="761"/>
                  </a:moveTo>
                  <a:lnTo>
                    <a:pt x="380" y="380"/>
                  </a:lnTo>
                </a:path>
                <a:path w="1270" h="1905">
                  <a:moveTo>
                    <a:pt x="380" y="1143"/>
                  </a:moveTo>
                  <a:lnTo>
                    <a:pt x="380" y="761"/>
                  </a:lnTo>
                </a:path>
                <a:path w="1270" h="1905">
                  <a:moveTo>
                    <a:pt x="0" y="1524"/>
                  </a:moveTo>
                  <a:lnTo>
                    <a:pt x="0" y="1143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 descr=""/>
            <p:cNvSpPr/>
            <p:nvPr/>
          </p:nvSpPr>
          <p:spPr>
            <a:xfrm>
              <a:off x="4204080" y="243607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1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 descr=""/>
            <p:cNvSpPr/>
            <p:nvPr/>
          </p:nvSpPr>
          <p:spPr>
            <a:xfrm>
              <a:off x="4203128" y="2436456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5">
                  <a:moveTo>
                    <a:pt x="762" y="380"/>
                  </a:moveTo>
                  <a:lnTo>
                    <a:pt x="762" y="0"/>
                  </a:lnTo>
                </a:path>
                <a:path w="1270" h="1905">
                  <a:moveTo>
                    <a:pt x="381" y="762"/>
                  </a:moveTo>
                  <a:lnTo>
                    <a:pt x="381" y="380"/>
                  </a:lnTo>
                </a:path>
                <a:path w="1270" h="1905">
                  <a:moveTo>
                    <a:pt x="381" y="1143"/>
                  </a:moveTo>
                  <a:lnTo>
                    <a:pt x="381" y="762"/>
                  </a:lnTo>
                </a:path>
                <a:path w="1270" h="1905">
                  <a:moveTo>
                    <a:pt x="0" y="1524"/>
                  </a:moveTo>
                  <a:lnTo>
                    <a:pt x="0" y="1143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0" name="object 630" descr=""/>
            <p:cNvSpPr/>
            <p:nvPr/>
          </p:nvSpPr>
          <p:spPr>
            <a:xfrm>
              <a:off x="4202937" y="243798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1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 descr=""/>
            <p:cNvSpPr/>
            <p:nvPr/>
          </p:nvSpPr>
          <p:spPr>
            <a:xfrm>
              <a:off x="4201985" y="2438361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5">
                  <a:moveTo>
                    <a:pt x="762" y="381"/>
                  </a:moveTo>
                  <a:lnTo>
                    <a:pt x="762" y="0"/>
                  </a:lnTo>
                </a:path>
                <a:path w="1270" h="1905">
                  <a:moveTo>
                    <a:pt x="380" y="762"/>
                  </a:moveTo>
                  <a:lnTo>
                    <a:pt x="380" y="381"/>
                  </a:lnTo>
                </a:path>
                <a:path w="1270" h="1905">
                  <a:moveTo>
                    <a:pt x="380" y="1143"/>
                  </a:moveTo>
                  <a:lnTo>
                    <a:pt x="380" y="762"/>
                  </a:lnTo>
                </a:path>
                <a:path w="1270" h="1905">
                  <a:moveTo>
                    <a:pt x="0" y="1524"/>
                  </a:moveTo>
                  <a:lnTo>
                    <a:pt x="0" y="1143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2" name="object 632" descr=""/>
            <p:cNvSpPr/>
            <p:nvPr/>
          </p:nvSpPr>
          <p:spPr>
            <a:xfrm>
              <a:off x="4201794" y="243988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3" name="object 633" descr=""/>
            <p:cNvSpPr/>
            <p:nvPr/>
          </p:nvSpPr>
          <p:spPr>
            <a:xfrm>
              <a:off x="4201604" y="244026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4" name="object 634" descr=""/>
            <p:cNvSpPr/>
            <p:nvPr/>
          </p:nvSpPr>
          <p:spPr>
            <a:xfrm>
              <a:off x="4201413" y="244064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5" name="object 635" descr=""/>
            <p:cNvSpPr/>
            <p:nvPr/>
          </p:nvSpPr>
          <p:spPr>
            <a:xfrm>
              <a:off x="4201223" y="244101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6" name="object 636" descr=""/>
            <p:cNvSpPr/>
            <p:nvPr/>
          </p:nvSpPr>
          <p:spPr>
            <a:xfrm>
              <a:off x="4195356" y="2441397"/>
              <a:ext cx="5715" cy="12065"/>
            </a:xfrm>
            <a:custGeom>
              <a:avLst/>
              <a:gdLst/>
              <a:ahLst/>
              <a:cxnLst/>
              <a:rect l="l" t="t" r="r" b="b"/>
              <a:pathLst>
                <a:path w="5714" h="12064">
                  <a:moveTo>
                    <a:pt x="5676" y="368"/>
                  </a:moveTo>
                  <a:lnTo>
                    <a:pt x="5676" y="0"/>
                  </a:lnTo>
                </a:path>
                <a:path w="5714" h="12064">
                  <a:moveTo>
                    <a:pt x="5295" y="749"/>
                  </a:moveTo>
                  <a:lnTo>
                    <a:pt x="5295" y="368"/>
                  </a:lnTo>
                </a:path>
                <a:path w="5714" h="12064">
                  <a:moveTo>
                    <a:pt x="5295" y="1117"/>
                  </a:moveTo>
                  <a:lnTo>
                    <a:pt x="5295" y="749"/>
                  </a:lnTo>
                </a:path>
                <a:path w="5714" h="12064">
                  <a:moveTo>
                    <a:pt x="4914" y="1498"/>
                  </a:moveTo>
                  <a:lnTo>
                    <a:pt x="4914" y="1117"/>
                  </a:lnTo>
                </a:path>
                <a:path w="5714" h="12064">
                  <a:moveTo>
                    <a:pt x="4914" y="1879"/>
                  </a:moveTo>
                  <a:lnTo>
                    <a:pt x="4914" y="1498"/>
                  </a:lnTo>
                </a:path>
                <a:path w="5714" h="12064">
                  <a:moveTo>
                    <a:pt x="4546" y="2260"/>
                  </a:moveTo>
                  <a:lnTo>
                    <a:pt x="4546" y="1879"/>
                  </a:lnTo>
                </a:path>
                <a:path w="5714" h="12064">
                  <a:moveTo>
                    <a:pt x="4546" y="2641"/>
                  </a:moveTo>
                  <a:lnTo>
                    <a:pt x="4546" y="2260"/>
                  </a:lnTo>
                </a:path>
                <a:path w="5714" h="12064">
                  <a:moveTo>
                    <a:pt x="4165" y="3022"/>
                  </a:moveTo>
                  <a:lnTo>
                    <a:pt x="4165" y="2641"/>
                  </a:lnTo>
                </a:path>
                <a:path w="5714" h="12064">
                  <a:moveTo>
                    <a:pt x="4165" y="3403"/>
                  </a:moveTo>
                  <a:lnTo>
                    <a:pt x="4165" y="3022"/>
                  </a:lnTo>
                </a:path>
                <a:path w="5714" h="12064">
                  <a:moveTo>
                    <a:pt x="3809" y="3784"/>
                  </a:moveTo>
                  <a:lnTo>
                    <a:pt x="3809" y="3403"/>
                  </a:lnTo>
                </a:path>
                <a:path w="5714" h="12064">
                  <a:moveTo>
                    <a:pt x="3809" y="4165"/>
                  </a:moveTo>
                  <a:lnTo>
                    <a:pt x="3809" y="3784"/>
                  </a:lnTo>
                </a:path>
                <a:path w="5714" h="12064">
                  <a:moveTo>
                    <a:pt x="3428" y="4546"/>
                  </a:moveTo>
                  <a:lnTo>
                    <a:pt x="3428" y="4165"/>
                  </a:lnTo>
                </a:path>
                <a:path w="5714" h="12064">
                  <a:moveTo>
                    <a:pt x="3428" y="4927"/>
                  </a:moveTo>
                  <a:lnTo>
                    <a:pt x="3428" y="4546"/>
                  </a:lnTo>
                </a:path>
                <a:path w="5714" h="12064">
                  <a:moveTo>
                    <a:pt x="3048" y="5308"/>
                  </a:moveTo>
                  <a:lnTo>
                    <a:pt x="3048" y="4927"/>
                  </a:lnTo>
                </a:path>
                <a:path w="5714" h="12064">
                  <a:moveTo>
                    <a:pt x="3048" y="5689"/>
                  </a:moveTo>
                  <a:lnTo>
                    <a:pt x="3048" y="5308"/>
                  </a:lnTo>
                </a:path>
                <a:path w="5714" h="12064">
                  <a:moveTo>
                    <a:pt x="2666" y="6070"/>
                  </a:moveTo>
                  <a:lnTo>
                    <a:pt x="2666" y="5689"/>
                  </a:lnTo>
                </a:path>
                <a:path w="5714" h="12064">
                  <a:moveTo>
                    <a:pt x="2666" y="6451"/>
                  </a:moveTo>
                  <a:lnTo>
                    <a:pt x="2666" y="6070"/>
                  </a:lnTo>
                </a:path>
                <a:path w="5714" h="12064">
                  <a:moveTo>
                    <a:pt x="2286" y="6832"/>
                  </a:moveTo>
                  <a:lnTo>
                    <a:pt x="2286" y="6451"/>
                  </a:lnTo>
                </a:path>
                <a:path w="5714" h="12064">
                  <a:moveTo>
                    <a:pt x="2286" y="7213"/>
                  </a:moveTo>
                  <a:lnTo>
                    <a:pt x="2286" y="6832"/>
                  </a:lnTo>
                </a:path>
                <a:path w="5714" h="12064">
                  <a:moveTo>
                    <a:pt x="1904" y="7594"/>
                  </a:moveTo>
                  <a:lnTo>
                    <a:pt x="1904" y="7213"/>
                  </a:lnTo>
                </a:path>
                <a:path w="5714" h="12064">
                  <a:moveTo>
                    <a:pt x="1904" y="7975"/>
                  </a:moveTo>
                  <a:lnTo>
                    <a:pt x="1904" y="7594"/>
                  </a:lnTo>
                </a:path>
                <a:path w="5714" h="12064">
                  <a:moveTo>
                    <a:pt x="1524" y="8356"/>
                  </a:moveTo>
                  <a:lnTo>
                    <a:pt x="1524" y="7975"/>
                  </a:lnTo>
                </a:path>
                <a:path w="5714" h="12064">
                  <a:moveTo>
                    <a:pt x="1524" y="8737"/>
                  </a:moveTo>
                  <a:lnTo>
                    <a:pt x="1524" y="8356"/>
                  </a:lnTo>
                </a:path>
                <a:path w="5714" h="12064">
                  <a:moveTo>
                    <a:pt x="1142" y="9118"/>
                  </a:moveTo>
                  <a:lnTo>
                    <a:pt x="1142" y="8737"/>
                  </a:lnTo>
                </a:path>
                <a:path w="5714" h="12064">
                  <a:moveTo>
                    <a:pt x="1142" y="9486"/>
                  </a:moveTo>
                  <a:lnTo>
                    <a:pt x="1142" y="9118"/>
                  </a:lnTo>
                </a:path>
                <a:path w="5714" h="12064">
                  <a:moveTo>
                    <a:pt x="762" y="9880"/>
                  </a:moveTo>
                  <a:lnTo>
                    <a:pt x="762" y="9499"/>
                  </a:lnTo>
                </a:path>
                <a:path w="5714" h="12064">
                  <a:moveTo>
                    <a:pt x="762" y="10248"/>
                  </a:moveTo>
                  <a:lnTo>
                    <a:pt x="762" y="9880"/>
                  </a:lnTo>
                </a:path>
                <a:path w="5714" h="12064">
                  <a:moveTo>
                    <a:pt x="380" y="10642"/>
                  </a:moveTo>
                  <a:lnTo>
                    <a:pt x="380" y="10248"/>
                  </a:lnTo>
                </a:path>
                <a:path w="5714" h="12064">
                  <a:moveTo>
                    <a:pt x="380" y="10998"/>
                  </a:moveTo>
                  <a:lnTo>
                    <a:pt x="380" y="10629"/>
                  </a:lnTo>
                </a:path>
                <a:path w="5714" h="12064">
                  <a:moveTo>
                    <a:pt x="0" y="11379"/>
                  </a:moveTo>
                  <a:lnTo>
                    <a:pt x="0" y="10998"/>
                  </a:lnTo>
                </a:path>
                <a:path w="5714" h="12064">
                  <a:moveTo>
                    <a:pt x="0" y="11760"/>
                  </a:moveTo>
                  <a:lnTo>
                    <a:pt x="0" y="11379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7" name="object 637" descr=""/>
            <p:cNvSpPr/>
            <p:nvPr/>
          </p:nvSpPr>
          <p:spPr>
            <a:xfrm>
              <a:off x="4195165" y="245315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8" name="object 638" descr=""/>
            <p:cNvSpPr/>
            <p:nvPr/>
          </p:nvSpPr>
          <p:spPr>
            <a:xfrm>
              <a:off x="4194975" y="245353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9" name="object 639" descr=""/>
            <p:cNvSpPr/>
            <p:nvPr/>
          </p:nvSpPr>
          <p:spPr>
            <a:xfrm>
              <a:off x="4194784" y="245390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0" name="object 640" descr=""/>
            <p:cNvSpPr/>
            <p:nvPr/>
          </p:nvSpPr>
          <p:spPr>
            <a:xfrm>
              <a:off x="4194593" y="245428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 descr=""/>
            <p:cNvSpPr/>
            <p:nvPr/>
          </p:nvSpPr>
          <p:spPr>
            <a:xfrm>
              <a:off x="4194403" y="245466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2" name="object 642" descr=""/>
            <p:cNvSpPr/>
            <p:nvPr/>
          </p:nvSpPr>
          <p:spPr>
            <a:xfrm>
              <a:off x="4194212" y="245504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3" name="object 643" descr=""/>
            <p:cNvSpPr/>
            <p:nvPr/>
          </p:nvSpPr>
          <p:spPr>
            <a:xfrm>
              <a:off x="4194022" y="245543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 descr=""/>
            <p:cNvSpPr/>
            <p:nvPr/>
          </p:nvSpPr>
          <p:spPr>
            <a:xfrm>
              <a:off x="4193831" y="245581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5" name="object 645" descr=""/>
            <p:cNvSpPr/>
            <p:nvPr/>
          </p:nvSpPr>
          <p:spPr>
            <a:xfrm>
              <a:off x="4193641" y="245619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6" name="object 646" descr=""/>
            <p:cNvSpPr/>
            <p:nvPr/>
          </p:nvSpPr>
          <p:spPr>
            <a:xfrm>
              <a:off x="4193070" y="2456573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5" h="1905">
                  <a:moveTo>
                    <a:pt x="380" y="380"/>
                  </a:moveTo>
                  <a:lnTo>
                    <a:pt x="380" y="0"/>
                  </a:lnTo>
                </a:path>
                <a:path w="635" h="1905">
                  <a:moveTo>
                    <a:pt x="380" y="761"/>
                  </a:moveTo>
                  <a:lnTo>
                    <a:pt x="380" y="380"/>
                  </a:lnTo>
                </a:path>
                <a:path w="635" h="1905">
                  <a:moveTo>
                    <a:pt x="0" y="1142"/>
                  </a:moveTo>
                  <a:lnTo>
                    <a:pt x="0" y="761"/>
                  </a:lnTo>
                </a:path>
                <a:path w="635" h="1905">
                  <a:moveTo>
                    <a:pt x="0" y="1524"/>
                  </a:moveTo>
                  <a:lnTo>
                    <a:pt x="0" y="1142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 descr=""/>
            <p:cNvSpPr/>
            <p:nvPr/>
          </p:nvSpPr>
          <p:spPr>
            <a:xfrm>
              <a:off x="4192879" y="245809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8" name="object 648" descr=""/>
            <p:cNvSpPr/>
            <p:nvPr/>
          </p:nvSpPr>
          <p:spPr>
            <a:xfrm>
              <a:off x="4192689" y="245847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9" name="object 649" descr=""/>
            <p:cNvSpPr/>
            <p:nvPr/>
          </p:nvSpPr>
          <p:spPr>
            <a:xfrm>
              <a:off x="4192117" y="2458859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5" h="1905">
                  <a:moveTo>
                    <a:pt x="380" y="380"/>
                  </a:moveTo>
                  <a:lnTo>
                    <a:pt x="380" y="0"/>
                  </a:lnTo>
                </a:path>
                <a:path w="635" h="1905">
                  <a:moveTo>
                    <a:pt x="380" y="762"/>
                  </a:moveTo>
                  <a:lnTo>
                    <a:pt x="380" y="380"/>
                  </a:lnTo>
                </a:path>
                <a:path w="635" h="1905">
                  <a:moveTo>
                    <a:pt x="0" y="1143"/>
                  </a:moveTo>
                  <a:lnTo>
                    <a:pt x="0" y="762"/>
                  </a:lnTo>
                </a:path>
                <a:path w="635" h="1905">
                  <a:moveTo>
                    <a:pt x="0" y="1524"/>
                  </a:moveTo>
                  <a:lnTo>
                    <a:pt x="0" y="1143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0" name="object 650" descr=""/>
            <p:cNvSpPr/>
            <p:nvPr/>
          </p:nvSpPr>
          <p:spPr>
            <a:xfrm>
              <a:off x="4191926" y="246038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1" name="object 651" descr=""/>
            <p:cNvSpPr/>
            <p:nvPr/>
          </p:nvSpPr>
          <p:spPr>
            <a:xfrm>
              <a:off x="4191736" y="246076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2" name="object 652" descr=""/>
            <p:cNvSpPr/>
            <p:nvPr/>
          </p:nvSpPr>
          <p:spPr>
            <a:xfrm>
              <a:off x="4191545" y="2461145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0"/>
                  </a:moveTo>
                  <a:lnTo>
                    <a:pt x="0" y="0"/>
                  </a:lnTo>
                </a:path>
                <a:path w="0" h="1269">
                  <a:moveTo>
                    <a:pt x="0" y="749"/>
                  </a:moveTo>
                  <a:lnTo>
                    <a:pt x="0" y="368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 descr=""/>
            <p:cNvSpPr/>
            <p:nvPr/>
          </p:nvSpPr>
          <p:spPr>
            <a:xfrm>
              <a:off x="4191355" y="246189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 descr=""/>
            <p:cNvSpPr/>
            <p:nvPr/>
          </p:nvSpPr>
          <p:spPr>
            <a:xfrm>
              <a:off x="4191165" y="246227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 descr=""/>
            <p:cNvSpPr/>
            <p:nvPr/>
          </p:nvSpPr>
          <p:spPr>
            <a:xfrm>
              <a:off x="4190974" y="2462644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0"/>
                  </a:moveTo>
                  <a:lnTo>
                    <a:pt x="0" y="0"/>
                  </a:lnTo>
                </a:path>
                <a:path w="0" h="1269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 descr=""/>
            <p:cNvSpPr/>
            <p:nvPr/>
          </p:nvSpPr>
          <p:spPr>
            <a:xfrm>
              <a:off x="4190784" y="246340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7" name="object 657" descr=""/>
            <p:cNvSpPr/>
            <p:nvPr/>
          </p:nvSpPr>
          <p:spPr>
            <a:xfrm>
              <a:off x="4190593" y="2463787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0"/>
                  </a:moveTo>
                  <a:lnTo>
                    <a:pt x="0" y="0"/>
                  </a:lnTo>
                </a:path>
                <a:path w="0" h="1269">
                  <a:moveTo>
                    <a:pt x="0" y="749"/>
                  </a:moveTo>
                  <a:lnTo>
                    <a:pt x="0" y="38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8" name="object 658" descr=""/>
            <p:cNvSpPr/>
            <p:nvPr/>
          </p:nvSpPr>
          <p:spPr>
            <a:xfrm>
              <a:off x="4190403" y="246453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9" name="object 659" descr=""/>
            <p:cNvSpPr/>
            <p:nvPr/>
          </p:nvSpPr>
          <p:spPr>
            <a:xfrm>
              <a:off x="4190212" y="2464917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1"/>
                  </a:moveTo>
                  <a:lnTo>
                    <a:pt x="0" y="0"/>
                  </a:lnTo>
                </a:path>
                <a:path w="0" h="1269">
                  <a:moveTo>
                    <a:pt x="0" y="762"/>
                  </a:moveTo>
                  <a:lnTo>
                    <a:pt x="0" y="381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0" name="object 660" descr=""/>
            <p:cNvSpPr/>
            <p:nvPr/>
          </p:nvSpPr>
          <p:spPr>
            <a:xfrm>
              <a:off x="4190021" y="246567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 descr=""/>
            <p:cNvSpPr/>
            <p:nvPr/>
          </p:nvSpPr>
          <p:spPr>
            <a:xfrm>
              <a:off x="4189831" y="246606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 descr=""/>
            <p:cNvSpPr/>
            <p:nvPr/>
          </p:nvSpPr>
          <p:spPr>
            <a:xfrm>
              <a:off x="4189640" y="2466441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1"/>
                  </a:moveTo>
                  <a:lnTo>
                    <a:pt x="0" y="0"/>
                  </a:lnTo>
                </a:path>
                <a:path w="0" h="1269">
                  <a:moveTo>
                    <a:pt x="0" y="762"/>
                  </a:moveTo>
                  <a:lnTo>
                    <a:pt x="0" y="381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 descr=""/>
            <p:cNvSpPr/>
            <p:nvPr/>
          </p:nvSpPr>
          <p:spPr>
            <a:xfrm>
              <a:off x="4189463" y="246720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4" name="object 664" descr=""/>
            <p:cNvSpPr/>
            <p:nvPr/>
          </p:nvSpPr>
          <p:spPr>
            <a:xfrm>
              <a:off x="4189272" y="2467584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0"/>
                  </a:moveTo>
                  <a:lnTo>
                    <a:pt x="0" y="0"/>
                  </a:lnTo>
                </a:path>
                <a:path w="0" h="1269">
                  <a:moveTo>
                    <a:pt x="0" y="761"/>
                  </a:moveTo>
                  <a:lnTo>
                    <a:pt x="0" y="38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 descr=""/>
            <p:cNvSpPr/>
            <p:nvPr/>
          </p:nvSpPr>
          <p:spPr>
            <a:xfrm>
              <a:off x="4189094" y="246834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 descr=""/>
            <p:cNvSpPr/>
            <p:nvPr/>
          </p:nvSpPr>
          <p:spPr>
            <a:xfrm>
              <a:off x="4187012" y="2468727"/>
              <a:ext cx="1905" cy="7620"/>
            </a:xfrm>
            <a:custGeom>
              <a:avLst/>
              <a:gdLst/>
              <a:ahLst/>
              <a:cxnLst/>
              <a:rect l="l" t="t" r="r" b="b"/>
              <a:pathLst>
                <a:path w="1904" h="7619">
                  <a:moveTo>
                    <a:pt x="1879" y="380"/>
                  </a:moveTo>
                  <a:lnTo>
                    <a:pt x="1879" y="0"/>
                  </a:lnTo>
                </a:path>
                <a:path w="1904" h="7619">
                  <a:moveTo>
                    <a:pt x="1879" y="761"/>
                  </a:moveTo>
                  <a:lnTo>
                    <a:pt x="1879" y="380"/>
                  </a:lnTo>
                </a:path>
                <a:path w="1904" h="7619">
                  <a:moveTo>
                    <a:pt x="1879" y="1142"/>
                  </a:moveTo>
                  <a:lnTo>
                    <a:pt x="1879" y="761"/>
                  </a:lnTo>
                </a:path>
                <a:path w="1904" h="7619">
                  <a:moveTo>
                    <a:pt x="1511" y="1524"/>
                  </a:moveTo>
                  <a:lnTo>
                    <a:pt x="1511" y="1142"/>
                  </a:lnTo>
                </a:path>
                <a:path w="1904" h="7619">
                  <a:moveTo>
                    <a:pt x="1511" y="1904"/>
                  </a:moveTo>
                  <a:lnTo>
                    <a:pt x="1511" y="1524"/>
                  </a:lnTo>
                </a:path>
                <a:path w="1904" h="7619">
                  <a:moveTo>
                    <a:pt x="1511" y="2285"/>
                  </a:moveTo>
                  <a:lnTo>
                    <a:pt x="1511" y="1904"/>
                  </a:lnTo>
                </a:path>
                <a:path w="1904" h="7619">
                  <a:moveTo>
                    <a:pt x="1143" y="2666"/>
                  </a:moveTo>
                  <a:lnTo>
                    <a:pt x="1143" y="2285"/>
                  </a:lnTo>
                </a:path>
                <a:path w="1904" h="7619">
                  <a:moveTo>
                    <a:pt x="1143" y="3048"/>
                  </a:moveTo>
                  <a:lnTo>
                    <a:pt x="1143" y="2666"/>
                  </a:lnTo>
                </a:path>
                <a:path w="1904" h="7619">
                  <a:moveTo>
                    <a:pt x="1143" y="3428"/>
                  </a:moveTo>
                  <a:lnTo>
                    <a:pt x="1143" y="3048"/>
                  </a:lnTo>
                </a:path>
                <a:path w="1904" h="7619">
                  <a:moveTo>
                    <a:pt x="762" y="3809"/>
                  </a:moveTo>
                  <a:lnTo>
                    <a:pt x="762" y="3428"/>
                  </a:lnTo>
                </a:path>
                <a:path w="1904" h="7619">
                  <a:moveTo>
                    <a:pt x="762" y="4178"/>
                  </a:moveTo>
                  <a:lnTo>
                    <a:pt x="762" y="3797"/>
                  </a:lnTo>
                </a:path>
                <a:path w="1904" h="7619">
                  <a:moveTo>
                    <a:pt x="762" y="4559"/>
                  </a:moveTo>
                  <a:lnTo>
                    <a:pt x="762" y="4190"/>
                  </a:lnTo>
                </a:path>
                <a:path w="1904" h="7619">
                  <a:moveTo>
                    <a:pt x="762" y="4927"/>
                  </a:moveTo>
                  <a:lnTo>
                    <a:pt x="762" y="4559"/>
                  </a:lnTo>
                </a:path>
                <a:path w="1904" h="7619">
                  <a:moveTo>
                    <a:pt x="381" y="5308"/>
                  </a:moveTo>
                  <a:lnTo>
                    <a:pt x="381" y="4927"/>
                  </a:lnTo>
                </a:path>
                <a:path w="1904" h="7619">
                  <a:moveTo>
                    <a:pt x="381" y="5689"/>
                  </a:moveTo>
                  <a:lnTo>
                    <a:pt x="381" y="5308"/>
                  </a:lnTo>
                </a:path>
                <a:path w="1904" h="7619">
                  <a:moveTo>
                    <a:pt x="381" y="6057"/>
                  </a:moveTo>
                  <a:lnTo>
                    <a:pt x="381" y="5689"/>
                  </a:lnTo>
                </a:path>
                <a:path w="1904" h="7619">
                  <a:moveTo>
                    <a:pt x="0" y="6438"/>
                  </a:moveTo>
                  <a:lnTo>
                    <a:pt x="0" y="6057"/>
                  </a:lnTo>
                </a:path>
                <a:path w="1904" h="7619">
                  <a:moveTo>
                    <a:pt x="0" y="6819"/>
                  </a:moveTo>
                  <a:lnTo>
                    <a:pt x="0" y="6438"/>
                  </a:lnTo>
                </a:path>
                <a:path w="1904" h="7619">
                  <a:moveTo>
                    <a:pt x="0" y="7200"/>
                  </a:moveTo>
                  <a:lnTo>
                    <a:pt x="0" y="6819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7" name="object 667" descr=""/>
            <p:cNvSpPr/>
            <p:nvPr/>
          </p:nvSpPr>
          <p:spPr>
            <a:xfrm>
              <a:off x="4186821" y="247592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8" name="object 668" descr=""/>
            <p:cNvSpPr/>
            <p:nvPr/>
          </p:nvSpPr>
          <p:spPr>
            <a:xfrm>
              <a:off x="4186631" y="2476309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0"/>
                  </a:moveTo>
                  <a:lnTo>
                    <a:pt x="0" y="0"/>
                  </a:lnTo>
                </a:path>
                <a:path w="0" h="1269">
                  <a:moveTo>
                    <a:pt x="0" y="761"/>
                  </a:moveTo>
                  <a:lnTo>
                    <a:pt x="0" y="380"/>
                  </a:lnTo>
                </a:path>
                <a:path w="0" h="1269">
                  <a:moveTo>
                    <a:pt x="0" y="1143"/>
                  </a:moveTo>
                  <a:lnTo>
                    <a:pt x="0" y="761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9" name="object 669" descr=""/>
            <p:cNvSpPr/>
            <p:nvPr/>
          </p:nvSpPr>
          <p:spPr>
            <a:xfrm>
              <a:off x="4186440" y="247745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 descr=""/>
            <p:cNvSpPr/>
            <p:nvPr/>
          </p:nvSpPr>
          <p:spPr>
            <a:xfrm>
              <a:off x="4186250" y="2477833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0"/>
                  </a:moveTo>
                  <a:lnTo>
                    <a:pt x="0" y="0"/>
                  </a:lnTo>
                </a:path>
                <a:path w="0" h="1269">
                  <a:moveTo>
                    <a:pt x="0" y="761"/>
                  </a:moveTo>
                  <a:lnTo>
                    <a:pt x="0" y="38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1" name="object 671" descr=""/>
            <p:cNvSpPr/>
            <p:nvPr/>
          </p:nvSpPr>
          <p:spPr>
            <a:xfrm>
              <a:off x="4186059" y="2478595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1"/>
                  </a:moveTo>
                  <a:lnTo>
                    <a:pt x="0" y="0"/>
                  </a:lnTo>
                </a:path>
                <a:path w="0" h="1269">
                  <a:moveTo>
                    <a:pt x="0" y="762"/>
                  </a:moveTo>
                  <a:lnTo>
                    <a:pt x="0" y="381"/>
                  </a:lnTo>
                </a:path>
                <a:path w="0" h="1269">
                  <a:moveTo>
                    <a:pt x="0" y="1143"/>
                  </a:moveTo>
                  <a:lnTo>
                    <a:pt x="0" y="762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2" name="object 672" descr=""/>
            <p:cNvSpPr/>
            <p:nvPr/>
          </p:nvSpPr>
          <p:spPr>
            <a:xfrm>
              <a:off x="4185869" y="247973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3" name="object 673" descr=""/>
            <p:cNvSpPr/>
            <p:nvPr/>
          </p:nvSpPr>
          <p:spPr>
            <a:xfrm>
              <a:off x="4185678" y="2480119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1"/>
                  </a:moveTo>
                  <a:lnTo>
                    <a:pt x="0" y="0"/>
                  </a:lnTo>
                </a:path>
                <a:path w="0" h="1269">
                  <a:moveTo>
                    <a:pt x="0" y="762"/>
                  </a:moveTo>
                  <a:lnTo>
                    <a:pt x="0" y="381"/>
                  </a:lnTo>
                </a:path>
                <a:path w="0" h="1269">
                  <a:moveTo>
                    <a:pt x="0" y="1143"/>
                  </a:moveTo>
                  <a:lnTo>
                    <a:pt x="0" y="762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4" name="object 674" descr=""/>
            <p:cNvSpPr/>
            <p:nvPr/>
          </p:nvSpPr>
          <p:spPr>
            <a:xfrm>
              <a:off x="4185488" y="248126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 descr=""/>
            <p:cNvSpPr/>
            <p:nvPr/>
          </p:nvSpPr>
          <p:spPr>
            <a:xfrm>
              <a:off x="4185297" y="2481643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0"/>
                  </a:moveTo>
                  <a:lnTo>
                    <a:pt x="0" y="0"/>
                  </a:lnTo>
                </a:path>
                <a:path w="0" h="1269">
                  <a:moveTo>
                    <a:pt x="0" y="749"/>
                  </a:moveTo>
                  <a:lnTo>
                    <a:pt x="0" y="380"/>
                  </a:lnTo>
                </a:path>
                <a:path w="0" h="1269">
                  <a:moveTo>
                    <a:pt x="0" y="1143"/>
                  </a:moveTo>
                  <a:lnTo>
                    <a:pt x="0" y="762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6" name="object 676" descr=""/>
            <p:cNvSpPr/>
            <p:nvPr/>
          </p:nvSpPr>
          <p:spPr>
            <a:xfrm>
              <a:off x="4185107" y="2482786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68"/>
                  </a:moveTo>
                  <a:lnTo>
                    <a:pt x="0" y="0"/>
                  </a:lnTo>
                </a:path>
                <a:path w="0" h="1269">
                  <a:moveTo>
                    <a:pt x="0" y="761"/>
                  </a:moveTo>
                  <a:lnTo>
                    <a:pt x="0" y="368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 descr=""/>
            <p:cNvSpPr/>
            <p:nvPr/>
          </p:nvSpPr>
          <p:spPr>
            <a:xfrm>
              <a:off x="4184916" y="2483548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1"/>
                  </a:moveTo>
                  <a:lnTo>
                    <a:pt x="0" y="0"/>
                  </a:lnTo>
                </a:path>
                <a:path w="0" h="1269">
                  <a:moveTo>
                    <a:pt x="0" y="736"/>
                  </a:moveTo>
                  <a:lnTo>
                    <a:pt x="0" y="368"/>
                  </a:lnTo>
                </a:path>
                <a:path w="0" h="1269">
                  <a:moveTo>
                    <a:pt x="0" y="1130"/>
                  </a:moveTo>
                  <a:lnTo>
                    <a:pt x="0" y="736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8" name="object 678" descr=""/>
            <p:cNvSpPr/>
            <p:nvPr/>
          </p:nvSpPr>
          <p:spPr>
            <a:xfrm>
              <a:off x="4184726" y="248467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9" name="object 679" descr=""/>
            <p:cNvSpPr/>
            <p:nvPr/>
          </p:nvSpPr>
          <p:spPr>
            <a:xfrm>
              <a:off x="4184535" y="2485047"/>
              <a:ext cx="0" cy="1905"/>
            </a:xfrm>
            <a:custGeom>
              <a:avLst/>
              <a:gdLst/>
              <a:ahLst/>
              <a:cxnLst/>
              <a:rect l="l" t="t" r="r" b="b"/>
              <a:pathLst>
                <a:path w="0" h="1905">
                  <a:moveTo>
                    <a:pt x="0" y="368"/>
                  </a:moveTo>
                  <a:lnTo>
                    <a:pt x="0" y="0"/>
                  </a:lnTo>
                </a:path>
                <a:path w="0" h="1905">
                  <a:moveTo>
                    <a:pt x="0" y="749"/>
                  </a:moveTo>
                  <a:lnTo>
                    <a:pt x="0" y="368"/>
                  </a:lnTo>
                </a:path>
                <a:path w="0" h="1905">
                  <a:moveTo>
                    <a:pt x="0" y="1130"/>
                  </a:moveTo>
                  <a:lnTo>
                    <a:pt x="0" y="749"/>
                  </a:lnTo>
                </a:path>
                <a:path w="0" h="1905">
                  <a:moveTo>
                    <a:pt x="0" y="1511"/>
                  </a:moveTo>
                  <a:lnTo>
                    <a:pt x="0" y="113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0" name="object 680" descr=""/>
            <p:cNvSpPr/>
            <p:nvPr/>
          </p:nvSpPr>
          <p:spPr>
            <a:xfrm>
              <a:off x="4183583" y="2486558"/>
              <a:ext cx="3175" cy="57785"/>
            </a:xfrm>
            <a:custGeom>
              <a:avLst/>
              <a:gdLst/>
              <a:ahLst/>
              <a:cxnLst/>
              <a:rect l="l" t="t" r="r" b="b"/>
              <a:pathLst>
                <a:path w="3175" h="57785">
                  <a:moveTo>
                    <a:pt x="762" y="380"/>
                  </a:moveTo>
                  <a:lnTo>
                    <a:pt x="762" y="0"/>
                  </a:lnTo>
                </a:path>
                <a:path w="3175" h="57785">
                  <a:moveTo>
                    <a:pt x="762" y="761"/>
                  </a:moveTo>
                  <a:lnTo>
                    <a:pt x="762" y="380"/>
                  </a:lnTo>
                </a:path>
                <a:path w="3175" h="57785">
                  <a:moveTo>
                    <a:pt x="762" y="1142"/>
                  </a:moveTo>
                  <a:lnTo>
                    <a:pt x="762" y="761"/>
                  </a:lnTo>
                </a:path>
                <a:path w="3175" h="57785">
                  <a:moveTo>
                    <a:pt x="381" y="1524"/>
                  </a:moveTo>
                  <a:lnTo>
                    <a:pt x="381" y="1142"/>
                  </a:lnTo>
                </a:path>
                <a:path w="3175" h="57785">
                  <a:moveTo>
                    <a:pt x="381" y="1904"/>
                  </a:moveTo>
                  <a:lnTo>
                    <a:pt x="381" y="1524"/>
                  </a:lnTo>
                </a:path>
                <a:path w="3175" h="57785">
                  <a:moveTo>
                    <a:pt x="381" y="2285"/>
                  </a:moveTo>
                  <a:lnTo>
                    <a:pt x="381" y="1904"/>
                  </a:lnTo>
                </a:path>
                <a:path w="3175" h="57785">
                  <a:moveTo>
                    <a:pt x="381" y="2666"/>
                  </a:moveTo>
                  <a:lnTo>
                    <a:pt x="381" y="2285"/>
                  </a:lnTo>
                </a:path>
                <a:path w="3175" h="57785">
                  <a:moveTo>
                    <a:pt x="381" y="3048"/>
                  </a:moveTo>
                  <a:lnTo>
                    <a:pt x="381" y="2666"/>
                  </a:lnTo>
                </a:path>
                <a:path w="3175" h="57785">
                  <a:moveTo>
                    <a:pt x="381" y="3428"/>
                  </a:moveTo>
                  <a:lnTo>
                    <a:pt x="381" y="3048"/>
                  </a:lnTo>
                </a:path>
                <a:path w="3175" h="57785">
                  <a:moveTo>
                    <a:pt x="381" y="3809"/>
                  </a:moveTo>
                  <a:lnTo>
                    <a:pt x="381" y="3428"/>
                  </a:lnTo>
                </a:path>
                <a:path w="3175" h="57785">
                  <a:moveTo>
                    <a:pt x="381" y="4190"/>
                  </a:moveTo>
                  <a:lnTo>
                    <a:pt x="381" y="3809"/>
                  </a:lnTo>
                </a:path>
                <a:path w="3175" h="57785">
                  <a:moveTo>
                    <a:pt x="381" y="4572"/>
                  </a:moveTo>
                  <a:lnTo>
                    <a:pt x="381" y="4190"/>
                  </a:lnTo>
                </a:path>
                <a:path w="3175" h="57785">
                  <a:moveTo>
                    <a:pt x="381" y="4952"/>
                  </a:moveTo>
                  <a:lnTo>
                    <a:pt x="381" y="4572"/>
                  </a:lnTo>
                </a:path>
                <a:path w="3175" h="57785">
                  <a:moveTo>
                    <a:pt x="381" y="5333"/>
                  </a:moveTo>
                  <a:lnTo>
                    <a:pt x="381" y="4952"/>
                  </a:lnTo>
                </a:path>
                <a:path w="3175" h="57785">
                  <a:moveTo>
                    <a:pt x="381" y="5714"/>
                  </a:moveTo>
                  <a:lnTo>
                    <a:pt x="381" y="5333"/>
                  </a:lnTo>
                </a:path>
                <a:path w="3175" h="57785">
                  <a:moveTo>
                    <a:pt x="0" y="6096"/>
                  </a:moveTo>
                  <a:lnTo>
                    <a:pt x="0" y="5714"/>
                  </a:lnTo>
                </a:path>
                <a:path w="3175" h="57785">
                  <a:moveTo>
                    <a:pt x="0" y="6476"/>
                  </a:moveTo>
                  <a:lnTo>
                    <a:pt x="0" y="6096"/>
                  </a:lnTo>
                </a:path>
                <a:path w="3175" h="57785">
                  <a:moveTo>
                    <a:pt x="0" y="6857"/>
                  </a:moveTo>
                  <a:lnTo>
                    <a:pt x="0" y="6476"/>
                  </a:lnTo>
                </a:path>
                <a:path w="3175" h="57785">
                  <a:moveTo>
                    <a:pt x="0" y="7226"/>
                  </a:moveTo>
                  <a:lnTo>
                    <a:pt x="0" y="6857"/>
                  </a:lnTo>
                </a:path>
                <a:path w="3175" h="57785">
                  <a:moveTo>
                    <a:pt x="0" y="7607"/>
                  </a:moveTo>
                  <a:lnTo>
                    <a:pt x="0" y="7238"/>
                  </a:lnTo>
                </a:path>
                <a:path w="3175" h="57785">
                  <a:moveTo>
                    <a:pt x="0" y="7988"/>
                  </a:moveTo>
                  <a:lnTo>
                    <a:pt x="0" y="7607"/>
                  </a:lnTo>
                </a:path>
                <a:path w="3175" h="57785">
                  <a:moveTo>
                    <a:pt x="0" y="8356"/>
                  </a:moveTo>
                  <a:lnTo>
                    <a:pt x="0" y="7988"/>
                  </a:lnTo>
                </a:path>
                <a:path w="3175" h="57785">
                  <a:moveTo>
                    <a:pt x="0" y="8737"/>
                  </a:moveTo>
                  <a:lnTo>
                    <a:pt x="0" y="8356"/>
                  </a:lnTo>
                </a:path>
                <a:path w="3175" h="57785">
                  <a:moveTo>
                    <a:pt x="0" y="9105"/>
                  </a:moveTo>
                  <a:lnTo>
                    <a:pt x="0" y="8737"/>
                  </a:lnTo>
                </a:path>
                <a:path w="3175" h="57785">
                  <a:moveTo>
                    <a:pt x="0" y="9486"/>
                  </a:moveTo>
                  <a:lnTo>
                    <a:pt x="0" y="9105"/>
                  </a:lnTo>
                </a:path>
                <a:path w="3175" h="57785">
                  <a:moveTo>
                    <a:pt x="0" y="9867"/>
                  </a:moveTo>
                  <a:lnTo>
                    <a:pt x="0" y="9486"/>
                  </a:lnTo>
                </a:path>
                <a:path w="3175" h="57785">
                  <a:moveTo>
                    <a:pt x="0" y="10248"/>
                  </a:moveTo>
                  <a:lnTo>
                    <a:pt x="0" y="9867"/>
                  </a:lnTo>
                </a:path>
                <a:path w="3175" h="57785">
                  <a:moveTo>
                    <a:pt x="0" y="10629"/>
                  </a:moveTo>
                  <a:lnTo>
                    <a:pt x="0" y="10248"/>
                  </a:lnTo>
                </a:path>
                <a:path w="3175" h="57785">
                  <a:moveTo>
                    <a:pt x="0" y="11010"/>
                  </a:moveTo>
                  <a:lnTo>
                    <a:pt x="0" y="10629"/>
                  </a:lnTo>
                </a:path>
                <a:path w="3175" h="57785">
                  <a:moveTo>
                    <a:pt x="0" y="11391"/>
                  </a:moveTo>
                  <a:lnTo>
                    <a:pt x="0" y="11010"/>
                  </a:lnTo>
                </a:path>
                <a:path w="3175" h="57785">
                  <a:moveTo>
                    <a:pt x="0" y="11772"/>
                  </a:moveTo>
                  <a:lnTo>
                    <a:pt x="0" y="11391"/>
                  </a:lnTo>
                </a:path>
                <a:path w="3175" h="57785">
                  <a:moveTo>
                    <a:pt x="0" y="12153"/>
                  </a:moveTo>
                  <a:lnTo>
                    <a:pt x="0" y="11772"/>
                  </a:lnTo>
                </a:path>
                <a:path w="3175" h="57785">
                  <a:moveTo>
                    <a:pt x="0" y="12534"/>
                  </a:moveTo>
                  <a:lnTo>
                    <a:pt x="0" y="12153"/>
                  </a:lnTo>
                </a:path>
                <a:path w="3175" h="57785">
                  <a:moveTo>
                    <a:pt x="0" y="12915"/>
                  </a:moveTo>
                  <a:lnTo>
                    <a:pt x="0" y="12534"/>
                  </a:lnTo>
                </a:path>
                <a:path w="3175" h="57785">
                  <a:moveTo>
                    <a:pt x="0" y="13296"/>
                  </a:moveTo>
                  <a:lnTo>
                    <a:pt x="0" y="12915"/>
                  </a:lnTo>
                </a:path>
                <a:path w="3175" h="57785">
                  <a:moveTo>
                    <a:pt x="0" y="13677"/>
                  </a:moveTo>
                  <a:lnTo>
                    <a:pt x="0" y="13296"/>
                  </a:lnTo>
                </a:path>
                <a:path w="3175" h="57785">
                  <a:moveTo>
                    <a:pt x="0" y="14058"/>
                  </a:moveTo>
                  <a:lnTo>
                    <a:pt x="0" y="13677"/>
                  </a:lnTo>
                </a:path>
                <a:path w="3175" h="57785">
                  <a:moveTo>
                    <a:pt x="0" y="14439"/>
                  </a:moveTo>
                  <a:lnTo>
                    <a:pt x="0" y="14058"/>
                  </a:lnTo>
                </a:path>
                <a:path w="3175" h="57785">
                  <a:moveTo>
                    <a:pt x="0" y="14820"/>
                  </a:moveTo>
                  <a:lnTo>
                    <a:pt x="0" y="14439"/>
                  </a:lnTo>
                </a:path>
                <a:path w="3175" h="57785">
                  <a:moveTo>
                    <a:pt x="0" y="15201"/>
                  </a:moveTo>
                  <a:lnTo>
                    <a:pt x="0" y="14820"/>
                  </a:lnTo>
                </a:path>
                <a:path w="3175" h="57785">
                  <a:moveTo>
                    <a:pt x="0" y="15582"/>
                  </a:moveTo>
                  <a:lnTo>
                    <a:pt x="0" y="15201"/>
                  </a:lnTo>
                </a:path>
                <a:path w="3175" h="57785">
                  <a:moveTo>
                    <a:pt x="0" y="15963"/>
                  </a:moveTo>
                  <a:lnTo>
                    <a:pt x="0" y="15582"/>
                  </a:lnTo>
                </a:path>
                <a:path w="3175" h="57785">
                  <a:moveTo>
                    <a:pt x="0" y="16344"/>
                  </a:moveTo>
                  <a:lnTo>
                    <a:pt x="0" y="15963"/>
                  </a:lnTo>
                </a:path>
                <a:path w="3175" h="57785">
                  <a:moveTo>
                    <a:pt x="0" y="16725"/>
                  </a:moveTo>
                  <a:lnTo>
                    <a:pt x="0" y="16344"/>
                  </a:lnTo>
                </a:path>
                <a:path w="3175" h="57785">
                  <a:moveTo>
                    <a:pt x="0" y="17106"/>
                  </a:moveTo>
                  <a:lnTo>
                    <a:pt x="0" y="16725"/>
                  </a:lnTo>
                </a:path>
                <a:path w="3175" h="57785">
                  <a:moveTo>
                    <a:pt x="0" y="17487"/>
                  </a:moveTo>
                  <a:lnTo>
                    <a:pt x="0" y="17106"/>
                  </a:lnTo>
                </a:path>
                <a:path w="3175" h="57785">
                  <a:moveTo>
                    <a:pt x="0" y="17868"/>
                  </a:moveTo>
                  <a:lnTo>
                    <a:pt x="0" y="17487"/>
                  </a:lnTo>
                </a:path>
                <a:path w="3175" h="57785">
                  <a:moveTo>
                    <a:pt x="0" y="18237"/>
                  </a:moveTo>
                  <a:lnTo>
                    <a:pt x="0" y="17868"/>
                  </a:lnTo>
                </a:path>
                <a:path w="3175" h="57785">
                  <a:moveTo>
                    <a:pt x="0" y="18605"/>
                  </a:moveTo>
                  <a:lnTo>
                    <a:pt x="0" y="18237"/>
                  </a:lnTo>
                </a:path>
                <a:path w="3175" h="57785">
                  <a:moveTo>
                    <a:pt x="0" y="18999"/>
                  </a:moveTo>
                  <a:lnTo>
                    <a:pt x="0" y="18605"/>
                  </a:lnTo>
                </a:path>
                <a:path w="3175" h="57785">
                  <a:moveTo>
                    <a:pt x="0" y="19367"/>
                  </a:moveTo>
                  <a:lnTo>
                    <a:pt x="0" y="18999"/>
                  </a:lnTo>
                </a:path>
                <a:path w="3175" h="57785">
                  <a:moveTo>
                    <a:pt x="0" y="19748"/>
                  </a:moveTo>
                  <a:lnTo>
                    <a:pt x="0" y="19367"/>
                  </a:lnTo>
                </a:path>
                <a:path w="3175" h="57785">
                  <a:moveTo>
                    <a:pt x="0" y="20116"/>
                  </a:moveTo>
                  <a:lnTo>
                    <a:pt x="0" y="19748"/>
                  </a:lnTo>
                </a:path>
                <a:path w="3175" h="57785">
                  <a:moveTo>
                    <a:pt x="0" y="20497"/>
                  </a:moveTo>
                  <a:lnTo>
                    <a:pt x="0" y="20116"/>
                  </a:lnTo>
                </a:path>
                <a:path w="3175" h="57785">
                  <a:moveTo>
                    <a:pt x="0" y="20891"/>
                  </a:moveTo>
                  <a:lnTo>
                    <a:pt x="0" y="20497"/>
                  </a:lnTo>
                </a:path>
                <a:path w="3175" h="57785">
                  <a:moveTo>
                    <a:pt x="0" y="21259"/>
                  </a:moveTo>
                  <a:lnTo>
                    <a:pt x="0" y="20891"/>
                  </a:lnTo>
                </a:path>
                <a:path w="3175" h="57785">
                  <a:moveTo>
                    <a:pt x="381" y="21640"/>
                  </a:moveTo>
                  <a:lnTo>
                    <a:pt x="381" y="21259"/>
                  </a:lnTo>
                </a:path>
                <a:path w="3175" h="57785">
                  <a:moveTo>
                    <a:pt x="381" y="22021"/>
                  </a:moveTo>
                  <a:lnTo>
                    <a:pt x="381" y="21640"/>
                  </a:lnTo>
                </a:path>
                <a:path w="3175" h="57785">
                  <a:moveTo>
                    <a:pt x="381" y="22402"/>
                  </a:moveTo>
                  <a:lnTo>
                    <a:pt x="381" y="22021"/>
                  </a:lnTo>
                </a:path>
                <a:path w="3175" h="57785">
                  <a:moveTo>
                    <a:pt x="381" y="22783"/>
                  </a:moveTo>
                  <a:lnTo>
                    <a:pt x="381" y="22402"/>
                  </a:lnTo>
                </a:path>
                <a:path w="3175" h="57785">
                  <a:moveTo>
                    <a:pt x="381" y="23164"/>
                  </a:moveTo>
                  <a:lnTo>
                    <a:pt x="381" y="22783"/>
                  </a:lnTo>
                </a:path>
                <a:path w="3175" h="57785">
                  <a:moveTo>
                    <a:pt x="381" y="23545"/>
                  </a:moveTo>
                  <a:lnTo>
                    <a:pt x="381" y="23164"/>
                  </a:lnTo>
                </a:path>
                <a:path w="3175" h="57785">
                  <a:moveTo>
                    <a:pt x="381" y="23926"/>
                  </a:moveTo>
                  <a:lnTo>
                    <a:pt x="381" y="23545"/>
                  </a:lnTo>
                </a:path>
                <a:path w="3175" h="57785">
                  <a:moveTo>
                    <a:pt x="381" y="24307"/>
                  </a:moveTo>
                  <a:lnTo>
                    <a:pt x="381" y="23926"/>
                  </a:lnTo>
                </a:path>
                <a:path w="3175" h="57785">
                  <a:moveTo>
                    <a:pt x="381" y="24688"/>
                  </a:moveTo>
                  <a:lnTo>
                    <a:pt x="381" y="24307"/>
                  </a:lnTo>
                </a:path>
                <a:path w="3175" h="57785">
                  <a:moveTo>
                    <a:pt x="381" y="25069"/>
                  </a:moveTo>
                  <a:lnTo>
                    <a:pt x="381" y="24688"/>
                  </a:lnTo>
                </a:path>
                <a:path w="3175" h="57785">
                  <a:moveTo>
                    <a:pt x="381" y="25450"/>
                  </a:moveTo>
                  <a:lnTo>
                    <a:pt x="381" y="25069"/>
                  </a:lnTo>
                </a:path>
                <a:path w="3175" h="57785">
                  <a:moveTo>
                    <a:pt x="381" y="25831"/>
                  </a:moveTo>
                  <a:lnTo>
                    <a:pt x="381" y="25450"/>
                  </a:lnTo>
                </a:path>
                <a:path w="3175" h="57785">
                  <a:moveTo>
                    <a:pt x="381" y="26212"/>
                  </a:moveTo>
                  <a:lnTo>
                    <a:pt x="381" y="25831"/>
                  </a:lnTo>
                </a:path>
                <a:path w="3175" h="57785">
                  <a:moveTo>
                    <a:pt x="381" y="26593"/>
                  </a:moveTo>
                  <a:lnTo>
                    <a:pt x="381" y="26212"/>
                  </a:lnTo>
                </a:path>
                <a:path w="3175" h="57785">
                  <a:moveTo>
                    <a:pt x="381" y="26974"/>
                  </a:moveTo>
                  <a:lnTo>
                    <a:pt x="381" y="26593"/>
                  </a:lnTo>
                </a:path>
                <a:path w="3175" h="57785">
                  <a:moveTo>
                    <a:pt x="381" y="27355"/>
                  </a:moveTo>
                  <a:lnTo>
                    <a:pt x="381" y="26974"/>
                  </a:lnTo>
                </a:path>
                <a:path w="3175" h="57785">
                  <a:moveTo>
                    <a:pt x="381" y="27736"/>
                  </a:moveTo>
                  <a:lnTo>
                    <a:pt x="381" y="27355"/>
                  </a:lnTo>
                </a:path>
                <a:path w="3175" h="57785">
                  <a:moveTo>
                    <a:pt x="381" y="28117"/>
                  </a:moveTo>
                  <a:lnTo>
                    <a:pt x="381" y="27736"/>
                  </a:lnTo>
                </a:path>
                <a:path w="3175" h="57785">
                  <a:moveTo>
                    <a:pt x="762" y="28498"/>
                  </a:moveTo>
                  <a:lnTo>
                    <a:pt x="762" y="28117"/>
                  </a:lnTo>
                </a:path>
                <a:path w="3175" h="57785">
                  <a:moveTo>
                    <a:pt x="762" y="28879"/>
                  </a:moveTo>
                  <a:lnTo>
                    <a:pt x="762" y="28498"/>
                  </a:lnTo>
                </a:path>
                <a:path w="3175" h="57785">
                  <a:moveTo>
                    <a:pt x="762" y="29235"/>
                  </a:moveTo>
                  <a:lnTo>
                    <a:pt x="762" y="28867"/>
                  </a:lnTo>
                </a:path>
                <a:path w="3175" h="57785">
                  <a:moveTo>
                    <a:pt x="762" y="29629"/>
                  </a:moveTo>
                  <a:lnTo>
                    <a:pt x="762" y="29235"/>
                  </a:lnTo>
                </a:path>
                <a:path w="3175" h="57785">
                  <a:moveTo>
                    <a:pt x="762" y="29997"/>
                  </a:moveTo>
                  <a:lnTo>
                    <a:pt x="762" y="29629"/>
                  </a:lnTo>
                </a:path>
                <a:path w="3175" h="57785">
                  <a:moveTo>
                    <a:pt x="762" y="30365"/>
                  </a:moveTo>
                  <a:lnTo>
                    <a:pt x="762" y="29997"/>
                  </a:lnTo>
                </a:path>
                <a:path w="3175" h="57785">
                  <a:moveTo>
                    <a:pt x="762" y="30759"/>
                  </a:moveTo>
                  <a:lnTo>
                    <a:pt x="762" y="30365"/>
                  </a:lnTo>
                </a:path>
                <a:path w="3175" h="57785">
                  <a:moveTo>
                    <a:pt x="762" y="31127"/>
                  </a:moveTo>
                  <a:lnTo>
                    <a:pt x="762" y="30759"/>
                  </a:lnTo>
                </a:path>
                <a:path w="3175" h="57785">
                  <a:moveTo>
                    <a:pt x="762" y="31508"/>
                  </a:moveTo>
                  <a:lnTo>
                    <a:pt x="762" y="31127"/>
                  </a:lnTo>
                </a:path>
                <a:path w="3175" h="57785">
                  <a:moveTo>
                    <a:pt x="762" y="31889"/>
                  </a:moveTo>
                  <a:lnTo>
                    <a:pt x="762" y="31508"/>
                  </a:lnTo>
                </a:path>
                <a:path w="3175" h="57785">
                  <a:moveTo>
                    <a:pt x="762" y="32270"/>
                  </a:moveTo>
                  <a:lnTo>
                    <a:pt x="762" y="31889"/>
                  </a:lnTo>
                </a:path>
                <a:path w="3175" h="57785">
                  <a:moveTo>
                    <a:pt x="1142" y="32651"/>
                  </a:moveTo>
                  <a:lnTo>
                    <a:pt x="1142" y="32270"/>
                  </a:lnTo>
                </a:path>
                <a:path w="3175" h="57785">
                  <a:moveTo>
                    <a:pt x="1142" y="33032"/>
                  </a:moveTo>
                  <a:lnTo>
                    <a:pt x="1142" y="32651"/>
                  </a:lnTo>
                </a:path>
                <a:path w="3175" h="57785">
                  <a:moveTo>
                    <a:pt x="1142" y="33413"/>
                  </a:moveTo>
                  <a:lnTo>
                    <a:pt x="1142" y="33032"/>
                  </a:lnTo>
                </a:path>
                <a:path w="3175" h="57785">
                  <a:moveTo>
                    <a:pt x="1142" y="33794"/>
                  </a:moveTo>
                  <a:lnTo>
                    <a:pt x="1142" y="33413"/>
                  </a:lnTo>
                </a:path>
                <a:path w="3175" h="57785">
                  <a:moveTo>
                    <a:pt x="1142" y="34175"/>
                  </a:moveTo>
                  <a:lnTo>
                    <a:pt x="1142" y="33794"/>
                  </a:lnTo>
                </a:path>
                <a:path w="3175" h="57785">
                  <a:moveTo>
                    <a:pt x="1142" y="34556"/>
                  </a:moveTo>
                  <a:lnTo>
                    <a:pt x="1142" y="34175"/>
                  </a:lnTo>
                </a:path>
                <a:path w="3175" h="57785">
                  <a:moveTo>
                    <a:pt x="1142" y="34937"/>
                  </a:moveTo>
                  <a:lnTo>
                    <a:pt x="1142" y="34556"/>
                  </a:lnTo>
                </a:path>
                <a:path w="3175" h="57785">
                  <a:moveTo>
                    <a:pt x="1142" y="35318"/>
                  </a:moveTo>
                  <a:lnTo>
                    <a:pt x="1142" y="34937"/>
                  </a:lnTo>
                </a:path>
                <a:path w="3175" h="57785">
                  <a:moveTo>
                    <a:pt x="1142" y="35699"/>
                  </a:moveTo>
                  <a:lnTo>
                    <a:pt x="1142" y="35318"/>
                  </a:lnTo>
                </a:path>
                <a:path w="3175" h="57785">
                  <a:moveTo>
                    <a:pt x="1142" y="36080"/>
                  </a:moveTo>
                  <a:lnTo>
                    <a:pt x="1142" y="35699"/>
                  </a:lnTo>
                </a:path>
                <a:path w="3175" h="57785">
                  <a:moveTo>
                    <a:pt x="1142" y="36461"/>
                  </a:moveTo>
                  <a:lnTo>
                    <a:pt x="1142" y="36080"/>
                  </a:lnTo>
                </a:path>
                <a:path w="3175" h="57785">
                  <a:moveTo>
                    <a:pt x="1524" y="36842"/>
                  </a:moveTo>
                  <a:lnTo>
                    <a:pt x="1524" y="36461"/>
                  </a:lnTo>
                </a:path>
                <a:path w="3175" h="57785">
                  <a:moveTo>
                    <a:pt x="1524" y="37223"/>
                  </a:moveTo>
                  <a:lnTo>
                    <a:pt x="1524" y="36842"/>
                  </a:lnTo>
                </a:path>
                <a:path w="3175" h="57785">
                  <a:moveTo>
                    <a:pt x="1524" y="37604"/>
                  </a:moveTo>
                  <a:lnTo>
                    <a:pt x="1524" y="37223"/>
                  </a:lnTo>
                </a:path>
                <a:path w="3175" h="57785">
                  <a:moveTo>
                    <a:pt x="1524" y="37985"/>
                  </a:moveTo>
                  <a:lnTo>
                    <a:pt x="1524" y="37604"/>
                  </a:lnTo>
                </a:path>
                <a:path w="3175" h="57785">
                  <a:moveTo>
                    <a:pt x="1524" y="38366"/>
                  </a:moveTo>
                  <a:lnTo>
                    <a:pt x="1524" y="37985"/>
                  </a:lnTo>
                </a:path>
                <a:path w="3175" h="57785">
                  <a:moveTo>
                    <a:pt x="1524" y="38747"/>
                  </a:moveTo>
                  <a:lnTo>
                    <a:pt x="1524" y="38366"/>
                  </a:lnTo>
                </a:path>
                <a:path w="3175" h="57785">
                  <a:moveTo>
                    <a:pt x="1524" y="39115"/>
                  </a:moveTo>
                  <a:lnTo>
                    <a:pt x="1524" y="38747"/>
                  </a:lnTo>
                </a:path>
                <a:path w="3175" h="57785">
                  <a:moveTo>
                    <a:pt x="1524" y="39509"/>
                  </a:moveTo>
                  <a:lnTo>
                    <a:pt x="1524" y="39115"/>
                  </a:lnTo>
                </a:path>
                <a:path w="3175" h="57785">
                  <a:moveTo>
                    <a:pt x="1524" y="39877"/>
                  </a:moveTo>
                  <a:lnTo>
                    <a:pt x="1524" y="39509"/>
                  </a:lnTo>
                </a:path>
                <a:path w="3175" h="57785">
                  <a:moveTo>
                    <a:pt x="1524" y="40258"/>
                  </a:moveTo>
                  <a:lnTo>
                    <a:pt x="1524" y="39877"/>
                  </a:lnTo>
                </a:path>
                <a:path w="3175" h="57785">
                  <a:moveTo>
                    <a:pt x="1524" y="40639"/>
                  </a:moveTo>
                  <a:lnTo>
                    <a:pt x="1524" y="40258"/>
                  </a:lnTo>
                </a:path>
                <a:path w="3175" h="57785">
                  <a:moveTo>
                    <a:pt x="1904" y="41008"/>
                  </a:moveTo>
                  <a:lnTo>
                    <a:pt x="1904" y="40639"/>
                  </a:lnTo>
                </a:path>
                <a:path w="3175" h="57785">
                  <a:moveTo>
                    <a:pt x="1904" y="41376"/>
                  </a:moveTo>
                  <a:lnTo>
                    <a:pt x="1904" y="41008"/>
                  </a:lnTo>
                </a:path>
                <a:path w="3175" h="57785">
                  <a:moveTo>
                    <a:pt x="1904" y="41757"/>
                  </a:moveTo>
                  <a:lnTo>
                    <a:pt x="1904" y="41376"/>
                  </a:lnTo>
                </a:path>
                <a:path w="3175" h="57785">
                  <a:moveTo>
                    <a:pt x="1904" y="42138"/>
                  </a:moveTo>
                  <a:lnTo>
                    <a:pt x="1904" y="41757"/>
                  </a:lnTo>
                </a:path>
                <a:path w="3175" h="57785">
                  <a:moveTo>
                    <a:pt x="1904" y="42519"/>
                  </a:moveTo>
                  <a:lnTo>
                    <a:pt x="1904" y="42138"/>
                  </a:lnTo>
                </a:path>
                <a:path w="3175" h="57785">
                  <a:moveTo>
                    <a:pt x="1904" y="42900"/>
                  </a:moveTo>
                  <a:lnTo>
                    <a:pt x="1904" y="42519"/>
                  </a:lnTo>
                </a:path>
                <a:path w="3175" h="57785">
                  <a:moveTo>
                    <a:pt x="1904" y="43281"/>
                  </a:moveTo>
                  <a:lnTo>
                    <a:pt x="1904" y="42900"/>
                  </a:lnTo>
                </a:path>
                <a:path w="3175" h="57785">
                  <a:moveTo>
                    <a:pt x="1904" y="43662"/>
                  </a:moveTo>
                  <a:lnTo>
                    <a:pt x="1904" y="43281"/>
                  </a:lnTo>
                </a:path>
                <a:path w="3175" h="57785">
                  <a:moveTo>
                    <a:pt x="1904" y="44043"/>
                  </a:moveTo>
                  <a:lnTo>
                    <a:pt x="1904" y="43662"/>
                  </a:lnTo>
                </a:path>
                <a:path w="3175" h="57785">
                  <a:moveTo>
                    <a:pt x="1904" y="44424"/>
                  </a:moveTo>
                  <a:lnTo>
                    <a:pt x="1904" y="44043"/>
                  </a:lnTo>
                </a:path>
                <a:path w="3175" h="57785">
                  <a:moveTo>
                    <a:pt x="1904" y="44805"/>
                  </a:moveTo>
                  <a:lnTo>
                    <a:pt x="1904" y="44424"/>
                  </a:lnTo>
                </a:path>
                <a:path w="3175" h="57785">
                  <a:moveTo>
                    <a:pt x="1904" y="45186"/>
                  </a:moveTo>
                  <a:lnTo>
                    <a:pt x="1904" y="44805"/>
                  </a:lnTo>
                </a:path>
                <a:path w="3175" h="57785">
                  <a:moveTo>
                    <a:pt x="1904" y="45567"/>
                  </a:moveTo>
                  <a:lnTo>
                    <a:pt x="1904" y="45186"/>
                  </a:lnTo>
                </a:path>
                <a:path w="3175" h="57785">
                  <a:moveTo>
                    <a:pt x="1904" y="45948"/>
                  </a:moveTo>
                  <a:lnTo>
                    <a:pt x="1904" y="45567"/>
                  </a:lnTo>
                </a:path>
                <a:path w="3175" h="57785">
                  <a:moveTo>
                    <a:pt x="1904" y="46329"/>
                  </a:moveTo>
                  <a:lnTo>
                    <a:pt x="1904" y="45948"/>
                  </a:lnTo>
                </a:path>
                <a:path w="3175" h="57785">
                  <a:moveTo>
                    <a:pt x="2286" y="46710"/>
                  </a:moveTo>
                  <a:lnTo>
                    <a:pt x="2286" y="46329"/>
                  </a:lnTo>
                </a:path>
                <a:path w="3175" h="57785">
                  <a:moveTo>
                    <a:pt x="2286" y="47091"/>
                  </a:moveTo>
                  <a:lnTo>
                    <a:pt x="2286" y="46710"/>
                  </a:lnTo>
                </a:path>
                <a:path w="3175" h="57785">
                  <a:moveTo>
                    <a:pt x="2286" y="47472"/>
                  </a:moveTo>
                  <a:lnTo>
                    <a:pt x="2286" y="47091"/>
                  </a:lnTo>
                </a:path>
                <a:path w="3175" h="57785">
                  <a:moveTo>
                    <a:pt x="2286" y="47853"/>
                  </a:moveTo>
                  <a:lnTo>
                    <a:pt x="2286" y="47472"/>
                  </a:lnTo>
                </a:path>
                <a:path w="3175" h="57785">
                  <a:moveTo>
                    <a:pt x="2286" y="48234"/>
                  </a:moveTo>
                  <a:lnTo>
                    <a:pt x="2286" y="47853"/>
                  </a:lnTo>
                </a:path>
                <a:path w="3175" h="57785">
                  <a:moveTo>
                    <a:pt x="2286" y="48615"/>
                  </a:moveTo>
                  <a:lnTo>
                    <a:pt x="2286" y="48234"/>
                  </a:lnTo>
                </a:path>
                <a:path w="3175" h="57785">
                  <a:moveTo>
                    <a:pt x="2286" y="48996"/>
                  </a:moveTo>
                  <a:lnTo>
                    <a:pt x="2286" y="48615"/>
                  </a:lnTo>
                </a:path>
                <a:path w="3175" h="57785">
                  <a:moveTo>
                    <a:pt x="2286" y="49377"/>
                  </a:moveTo>
                  <a:lnTo>
                    <a:pt x="2286" y="48996"/>
                  </a:lnTo>
                </a:path>
                <a:path w="3175" h="57785">
                  <a:moveTo>
                    <a:pt x="2286" y="49745"/>
                  </a:moveTo>
                  <a:lnTo>
                    <a:pt x="2286" y="49377"/>
                  </a:lnTo>
                </a:path>
                <a:path w="3175" h="57785">
                  <a:moveTo>
                    <a:pt x="2286" y="50126"/>
                  </a:moveTo>
                  <a:lnTo>
                    <a:pt x="2286" y="49758"/>
                  </a:lnTo>
                </a:path>
                <a:path w="3175" h="57785">
                  <a:moveTo>
                    <a:pt x="2286" y="50507"/>
                  </a:moveTo>
                  <a:lnTo>
                    <a:pt x="2286" y="50126"/>
                  </a:lnTo>
                </a:path>
                <a:path w="3175" h="57785">
                  <a:moveTo>
                    <a:pt x="2286" y="50888"/>
                  </a:moveTo>
                  <a:lnTo>
                    <a:pt x="2286" y="50507"/>
                  </a:lnTo>
                </a:path>
                <a:path w="3175" h="57785">
                  <a:moveTo>
                    <a:pt x="2286" y="51257"/>
                  </a:moveTo>
                  <a:lnTo>
                    <a:pt x="2286" y="50888"/>
                  </a:lnTo>
                </a:path>
                <a:path w="3175" h="57785">
                  <a:moveTo>
                    <a:pt x="2286" y="51638"/>
                  </a:moveTo>
                  <a:lnTo>
                    <a:pt x="2286" y="51257"/>
                  </a:lnTo>
                </a:path>
                <a:path w="3175" h="57785">
                  <a:moveTo>
                    <a:pt x="2286" y="52006"/>
                  </a:moveTo>
                  <a:lnTo>
                    <a:pt x="2286" y="51638"/>
                  </a:lnTo>
                </a:path>
                <a:path w="3175" h="57785">
                  <a:moveTo>
                    <a:pt x="2286" y="52387"/>
                  </a:moveTo>
                  <a:lnTo>
                    <a:pt x="2286" y="52006"/>
                  </a:lnTo>
                </a:path>
                <a:path w="3175" h="57785">
                  <a:moveTo>
                    <a:pt x="2286" y="52768"/>
                  </a:moveTo>
                  <a:lnTo>
                    <a:pt x="2286" y="52387"/>
                  </a:lnTo>
                </a:path>
                <a:path w="3175" h="57785">
                  <a:moveTo>
                    <a:pt x="2286" y="53149"/>
                  </a:moveTo>
                  <a:lnTo>
                    <a:pt x="2286" y="52768"/>
                  </a:lnTo>
                </a:path>
                <a:path w="3175" h="57785">
                  <a:moveTo>
                    <a:pt x="2666" y="53530"/>
                  </a:moveTo>
                  <a:lnTo>
                    <a:pt x="2666" y="53149"/>
                  </a:lnTo>
                </a:path>
                <a:path w="3175" h="57785">
                  <a:moveTo>
                    <a:pt x="2666" y="53911"/>
                  </a:moveTo>
                  <a:lnTo>
                    <a:pt x="2666" y="53530"/>
                  </a:lnTo>
                </a:path>
                <a:path w="3175" h="57785">
                  <a:moveTo>
                    <a:pt x="2666" y="54292"/>
                  </a:moveTo>
                  <a:lnTo>
                    <a:pt x="2666" y="53911"/>
                  </a:lnTo>
                </a:path>
                <a:path w="3175" h="57785">
                  <a:moveTo>
                    <a:pt x="2666" y="54673"/>
                  </a:moveTo>
                  <a:lnTo>
                    <a:pt x="2666" y="54292"/>
                  </a:lnTo>
                </a:path>
                <a:path w="3175" h="57785">
                  <a:moveTo>
                    <a:pt x="2666" y="55054"/>
                  </a:moveTo>
                  <a:lnTo>
                    <a:pt x="2666" y="54673"/>
                  </a:lnTo>
                </a:path>
                <a:path w="3175" h="57785">
                  <a:moveTo>
                    <a:pt x="2666" y="55435"/>
                  </a:moveTo>
                  <a:lnTo>
                    <a:pt x="2666" y="55054"/>
                  </a:lnTo>
                </a:path>
                <a:path w="3175" h="57785">
                  <a:moveTo>
                    <a:pt x="2666" y="55816"/>
                  </a:moveTo>
                  <a:lnTo>
                    <a:pt x="2666" y="55435"/>
                  </a:lnTo>
                </a:path>
                <a:path w="3175" h="57785">
                  <a:moveTo>
                    <a:pt x="2666" y="56197"/>
                  </a:moveTo>
                  <a:lnTo>
                    <a:pt x="2666" y="55816"/>
                  </a:lnTo>
                </a:path>
                <a:path w="3175" h="57785">
                  <a:moveTo>
                    <a:pt x="2666" y="56578"/>
                  </a:moveTo>
                  <a:lnTo>
                    <a:pt x="2666" y="56197"/>
                  </a:lnTo>
                </a:path>
                <a:path w="3175" h="57785">
                  <a:moveTo>
                    <a:pt x="2666" y="56959"/>
                  </a:moveTo>
                  <a:lnTo>
                    <a:pt x="2666" y="56578"/>
                  </a:lnTo>
                </a:path>
                <a:path w="3175" h="57785">
                  <a:moveTo>
                    <a:pt x="2666" y="57340"/>
                  </a:moveTo>
                  <a:lnTo>
                    <a:pt x="2666" y="56959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1" name="object 681" descr=""/>
            <p:cNvSpPr/>
            <p:nvPr/>
          </p:nvSpPr>
          <p:spPr>
            <a:xfrm>
              <a:off x="4186250" y="2543898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380"/>
                  </a:moveTo>
                  <a:lnTo>
                    <a:pt x="0" y="0"/>
                  </a:lnTo>
                </a:path>
                <a:path w="0" h="1269">
                  <a:moveTo>
                    <a:pt x="0" y="761"/>
                  </a:moveTo>
                  <a:lnTo>
                    <a:pt x="0" y="380"/>
                  </a:lnTo>
                </a:path>
                <a:path w="0" h="1269">
                  <a:moveTo>
                    <a:pt x="0" y="1143"/>
                  </a:moveTo>
                  <a:lnTo>
                    <a:pt x="0" y="761"/>
                  </a:lnTo>
                </a:path>
              </a:pathLst>
            </a:custGeom>
            <a:ln w="83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2" name="object 682" descr=""/>
            <p:cNvSpPr/>
            <p:nvPr/>
          </p:nvSpPr>
          <p:spPr>
            <a:xfrm>
              <a:off x="4186440" y="254504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79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3" name="object 683" descr=""/>
            <p:cNvSpPr/>
            <p:nvPr/>
          </p:nvSpPr>
          <p:spPr>
            <a:xfrm>
              <a:off x="4186250" y="254542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75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4" name="object 684" descr=""/>
            <p:cNvSpPr/>
            <p:nvPr/>
          </p:nvSpPr>
          <p:spPr>
            <a:xfrm>
              <a:off x="4186440" y="254580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7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5" name="object 685" descr=""/>
            <p:cNvSpPr/>
            <p:nvPr/>
          </p:nvSpPr>
          <p:spPr>
            <a:xfrm>
              <a:off x="4186250" y="254618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68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6" name="object 686" descr=""/>
            <p:cNvSpPr/>
            <p:nvPr/>
          </p:nvSpPr>
          <p:spPr>
            <a:xfrm>
              <a:off x="4186250" y="254656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5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7" name="object 687" descr=""/>
            <p:cNvSpPr/>
            <p:nvPr/>
          </p:nvSpPr>
          <p:spPr>
            <a:xfrm>
              <a:off x="4186250" y="254694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55"/>
                  </a:moveTo>
                  <a:lnTo>
                    <a:pt x="0" y="0"/>
                  </a:lnTo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8" name="object 688" descr=""/>
            <p:cNvSpPr/>
            <p:nvPr/>
          </p:nvSpPr>
          <p:spPr>
            <a:xfrm>
              <a:off x="3746995" y="4684509"/>
              <a:ext cx="168910" cy="600075"/>
            </a:xfrm>
            <a:custGeom>
              <a:avLst/>
              <a:gdLst/>
              <a:ahLst/>
              <a:cxnLst/>
              <a:rect l="l" t="t" r="r" b="b"/>
              <a:pathLst>
                <a:path w="168910" h="600075">
                  <a:moveTo>
                    <a:pt x="168554" y="0"/>
                  </a:moveTo>
                  <a:lnTo>
                    <a:pt x="0" y="0"/>
                  </a:lnTo>
                  <a:lnTo>
                    <a:pt x="0" y="599465"/>
                  </a:lnTo>
                  <a:lnTo>
                    <a:pt x="168554" y="599465"/>
                  </a:lnTo>
                  <a:lnTo>
                    <a:pt x="168554" y="0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9" name="object 68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46804" y="5125288"/>
              <a:ext cx="206159" cy="243725"/>
            </a:xfrm>
            <a:prstGeom prst="rect">
              <a:avLst/>
            </a:prstGeom>
          </p:spPr>
        </p:pic>
        <p:sp>
          <p:nvSpPr>
            <p:cNvPr id="690" name="object 690" descr=""/>
            <p:cNvSpPr/>
            <p:nvPr/>
          </p:nvSpPr>
          <p:spPr>
            <a:xfrm>
              <a:off x="3846855" y="5241086"/>
              <a:ext cx="478155" cy="147320"/>
            </a:xfrm>
            <a:custGeom>
              <a:avLst/>
              <a:gdLst/>
              <a:ahLst/>
              <a:cxnLst/>
              <a:rect l="l" t="t" r="r" b="b"/>
              <a:pathLst>
                <a:path w="478154" h="147320">
                  <a:moveTo>
                    <a:pt x="477964" y="0"/>
                  </a:moveTo>
                  <a:lnTo>
                    <a:pt x="0" y="0"/>
                  </a:lnTo>
                  <a:lnTo>
                    <a:pt x="0" y="146913"/>
                  </a:lnTo>
                  <a:lnTo>
                    <a:pt x="477964" y="146913"/>
                  </a:lnTo>
                  <a:lnTo>
                    <a:pt x="477964" y="0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1" name="object 691" descr=""/>
            <p:cNvSpPr/>
            <p:nvPr/>
          </p:nvSpPr>
          <p:spPr>
            <a:xfrm>
              <a:off x="4221911" y="5144274"/>
              <a:ext cx="337185" cy="328295"/>
            </a:xfrm>
            <a:custGeom>
              <a:avLst/>
              <a:gdLst/>
              <a:ahLst/>
              <a:cxnLst/>
              <a:rect l="l" t="t" r="r" b="b"/>
              <a:pathLst>
                <a:path w="337185" h="328295">
                  <a:moveTo>
                    <a:pt x="168592" y="0"/>
                  </a:moveTo>
                  <a:lnTo>
                    <a:pt x="123785" y="5861"/>
                  </a:lnTo>
                  <a:lnTo>
                    <a:pt x="83515" y="22400"/>
                  </a:lnTo>
                  <a:lnTo>
                    <a:pt x="49391" y="48050"/>
                  </a:lnTo>
                  <a:lnTo>
                    <a:pt x="23025" y="81244"/>
                  </a:lnTo>
                  <a:lnTo>
                    <a:pt x="6024" y="120414"/>
                  </a:lnTo>
                  <a:lnTo>
                    <a:pt x="0" y="163995"/>
                  </a:lnTo>
                  <a:lnTo>
                    <a:pt x="6024" y="207580"/>
                  </a:lnTo>
                  <a:lnTo>
                    <a:pt x="23025" y="246754"/>
                  </a:lnTo>
                  <a:lnTo>
                    <a:pt x="49391" y="279950"/>
                  </a:lnTo>
                  <a:lnTo>
                    <a:pt x="83515" y="305601"/>
                  </a:lnTo>
                  <a:lnTo>
                    <a:pt x="123785" y="322141"/>
                  </a:lnTo>
                  <a:lnTo>
                    <a:pt x="168592" y="328002"/>
                  </a:lnTo>
                  <a:lnTo>
                    <a:pt x="213383" y="322141"/>
                  </a:lnTo>
                  <a:lnTo>
                    <a:pt x="253642" y="305601"/>
                  </a:lnTo>
                  <a:lnTo>
                    <a:pt x="287759" y="279950"/>
                  </a:lnTo>
                  <a:lnTo>
                    <a:pt x="314123" y="246754"/>
                  </a:lnTo>
                  <a:lnTo>
                    <a:pt x="331122" y="207580"/>
                  </a:lnTo>
                  <a:lnTo>
                    <a:pt x="337146" y="163995"/>
                  </a:lnTo>
                  <a:lnTo>
                    <a:pt x="331122" y="120414"/>
                  </a:lnTo>
                  <a:lnTo>
                    <a:pt x="314123" y="81244"/>
                  </a:lnTo>
                  <a:lnTo>
                    <a:pt x="287759" y="48050"/>
                  </a:lnTo>
                  <a:lnTo>
                    <a:pt x="253642" y="22400"/>
                  </a:lnTo>
                  <a:lnTo>
                    <a:pt x="213383" y="5861"/>
                  </a:lnTo>
                  <a:lnTo>
                    <a:pt x="168592" y="0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2" name="object 692" descr=""/>
            <p:cNvSpPr/>
            <p:nvPr/>
          </p:nvSpPr>
          <p:spPr>
            <a:xfrm>
              <a:off x="4221911" y="5144274"/>
              <a:ext cx="337185" cy="328295"/>
            </a:xfrm>
            <a:custGeom>
              <a:avLst/>
              <a:gdLst/>
              <a:ahLst/>
              <a:cxnLst/>
              <a:rect l="l" t="t" r="r" b="b"/>
              <a:pathLst>
                <a:path w="337185" h="328295">
                  <a:moveTo>
                    <a:pt x="337146" y="163995"/>
                  </a:moveTo>
                  <a:lnTo>
                    <a:pt x="331122" y="120414"/>
                  </a:lnTo>
                  <a:lnTo>
                    <a:pt x="314123" y="81244"/>
                  </a:lnTo>
                  <a:lnTo>
                    <a:pt x="287759" y="48050"/>
                  </a:lnTo>
                  <a:lnTo>
                    <a:pt x="253642" y="22400"/>
                  </a:lnTo>
                  <a:lnTo>
                    <a:pt x="213383" y="5861"/>
                  </a:lnTo>
                  <a:lnTo>
                    <a:pt x="168592" y="0"/>
                  </a:lnTo>
                  <a:lnTo>
                    <a:pt x="123785" y="5861"/>
                  </a:lnTo>
                  <a:lnTo>
                    <a:pt x="83515" y="22400"/>
                  </a:lnTo>
                  <a:lnTo>
                    <a:pt x="49391" y="48050"/>
                  </a:lnTo>
                  <a:lnTo>
                    <a:pt x="23025" y="81244"/>
                  </a:lnTo>
                  <a:lnTo>
                    <a:pt x="6024" y="120414"/>
                  </a:lnTo>
                  <a:lnTo>
                    <a:pt x="0" y="163995"/>
                  </a:lnTo>
                  <a:lnTo>
                    <a:pt x="6024" y="207580"/>
                  </a:lnTo>
                  <a:lnTo>
                    <a:pt x="23025" y="246754"/>
                  </a:lnTo>
                  <a:lnTo>
                    <a:pt x="49391" y="279950"/>
                  </a:lnTo>
                  <a:lnTo>
                    <a:pt x="83515" y="305601"/>
                  </a:lnTo>
                  <a:lnTo>
                    <a:pt x="123785" y="322141"/>
                  </a:lnTo>
                  <a:lnTo>
                    <a:pt x="168592" y="328002"/>
                  </a:lnTo>
                  <a:lnTo>
                    <a:pt x="213383" y="322141"/>
                  </a:lnTo>
                  <a:lnTo>
                    <a:pt x="253642" y="305601"/>
                  </a:lnTo>
                  <a:lnTo>
                    <a:pt x="287759" y="279950"/>
                  </a:lnTo>
                  <a:lnTo>
                    <a:pt x="314123" y="246754"/>
                  </a:lnTo>
                  <a:lnTo>
                    <a:pt x="331122" y="207580"/>
                  </a:lnTo>
                  <a:lnTo>
                    <a:pt x="337146" y="163995"/>
                  </a:lnTo>
                  <a:close/>
                </a:path>
              </a:pathLst>
            </a:custGeom>
            <a:ln w="155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3" name="object 693" descr=""/>
            <p:cNvSpPr/>
            <p:nvPr/>
          </p:nvSpPr>
          <p:spPr>
            <a:xfrm>
              <a:off x="4287215" y="5181473"/>
              <a:ext cx="206375" cy="272415"/>
            </a:xfrm>
            <a:custGeom>
              <a:avLst/>
              <a:gdLst/>
              <a:ahLst/>
              <a:cxnLst/>
              <a:rect l="l" t="t" r="r" b="b"/>
              <a:pathLst>
                <a:path w="206375" h="272414">
                  <a:moveTo>
                    <a:pt x="197053" y="0"/>
                  </a:moveTo>
                  <a:lnTo>
                    <a:pt x="0" y="272211"/>
                  </a:lnTo>
                </a:path>
                <a:path w="206375" h="272414">
                  <a:moveTo>
                    <a:pt x="0" y="9486"/>
                  </a:moveTo>
                  <a:lnTo>
                    <a:pt x="206159" y="253225"/>
                  </a:lnTo>
                </a:path>
              </a:pathLst>
            </a:custGeom>
            <a:ln w="155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4" name="object 694" descr=""/>
            <p:cNvSpPr/>
            <p:nvPr/>
          </p:nvSpPr>
          <p:spPr>
            <a:xfrm>
              <a:off x="4503242" y="2125522"/>
              <a:ext cx="337185" cy="327660"/>
            </a:xfrm>
            <a:custGeom>
              <a:avLst/>
              <a:gdLst/>
              <a:ahLst/>
              <a:cxnLst/>
              <a:rect l="l" t="t" r="r" b="b"/>
              <a:pathLst>
                <a:path w="337185" h="327660">
                  <a:moveTo>
                    <a:pt x="168554" y="0"/>
                  </a:moveTo>
                  <a:lnTo>
                    <a:pt x="123763" y="5854"/>
                  </a:lnTo>
                  <a:lnTo>
                    <a:pt x="83503" y="22374"/>
                  </a:lnTo>
                  <a:lnTo>
                    <a:pt x="49387" y="47996"/>
                  </a:lnTo>
                  <a:lnTo>
                    <a:pt x="23023" y="81155"/>
                  </a:lnTo>
                  <a:lnTo>
                    <a:pt x="6024" y="120288"/>
                  </a:lnTo>
                  <a:lnTo>
                    <a:pt x="0" y="163829"/>
                  </a:lnTo>
                  <a:lnTo>
                    <a:pt x="6024" y="207356"/>
                  </a:lnTo>
                  <a:lnTo>
                    <a:pt x="23023" y="246480"/>
                  </a:lnTo>
                  <a:lnTo>
                    <a:pt x="49387" y="279636"/>
                  </a:lnTo>
                  <a:lnTo>
                    <a:pt x="83503" y="305258"/>
                  </a:lnTo>
                  <a:lnTo>
                    <a:pt x="123763" y="321779"/>
                  </a:lnTo>
                  <a:lnTo>
                    <a:pt x="168554" y="327634"/>
                  </a:lnTo>
                  <a:lnTo>
                    <a:pt x="213355" y="321779"/>
                  </a:lnTo>
                  <a:lnTo>
                    <a:pt x="253619" y="305258"/>
                  </a:lnTo>
                  <a:lnTo>
                    <a:pt x="287737" y="279636"/>
                  </a:lnTo>
                  <a:lnTo>
                    <a:pt x="314100" y="246480"/>
                  </a:lnTo>
                  <a:lnTo>
                    <a:pt x="331097" y="207356"/>
                  </a:lnTo>
                  <a:lnTo>
                    <a:pt x="337121" y="163829"/>
                  </a:lnTo>
                  <a:lnTo>
                    <a:pt x="331097" y="120288"/>
                  </a:lnTo>
                  <a:lnTo>
                    <a:pt x="314100" y="81155"/>
                  </a:lnTo>
                  <a:lnTo>
                    <a:pt x="287737" y="47996"/>
                  </a:lnTo>
                  <a:lnTo>
                    <a:pt x="253619" y="22374"/>
                  </a:lnTo>
                  <a:lnTo>
                    <a:pt x="213355" y="5854"/>
                  </a:lnTo>
                  <a:lnTo>
                    <a:pt x="168554" y="0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5" name="object 695" descr=""/>
            <p:cNvSpPr/>
            <p:nvPr/>
          </p:nvSpPr>
          <p:spPr>
            <a:xfrm>
              <a:off x="4503242" y="2125522"/>
              <a:ext cx="337185" cy="327660"/>
            </a:xfrm>
            <a:custGeom>
              <a:avLst/>
              <a:gdLst/>
              <a:ahLst/>
              <a:cxnLst/>
              <a:rect l="l" t="t" r="r" b="b"/>
              <a:pathLst>
                <a:path w="337185" h="327660">
                  <a:moveTo>
                    <a:pt x="337121" y="163829"/>
                  </a:moveTo>
                  <a:lnTo>
                    <a:pt x="331097" y="120288"/>
                  </a:lnTo>
                  <a:lnTo>
                    <a:pt x="314100" y="81155"/>
                  </a:lnTo>
                  <a:lnTo>
                    <a:pt x="287737" y="47996"/>
                  </a:lnTo>
                  <a:lnTo>
                    <a:pt x="253619" y="22374"/>
                  </a:lnTo>
                  <a:lnTo>
                    <a:pt x="213355" y="5854"/>
                  </a:lnTo>
                  <a:lnTo>
                    <a:pt x="168554" y="0"/>
                  </a:lnTo>
                  <a:lnTo>
                    <a:pt x="123763" y="5854"/>
                  </a:lnTo>
                  <a:lnTo>
                    <a:pt x="83503" y="22374"/>
                  </a:lnTo>
                  <a:lnTo>
                    <a:pt x="49387" y="47996"/>
                  </a:lnTo>
                  <a:lnTo>
                    <a:pt x="23023" y="81155"/>
                  </a:lnTo>
                  <a:lnTo>
                    <a:pt x="6024" y="120288"/>
                  </a:lnTo>
                  <a:lnTo>
                    <a:pt x="0" y="163829"/>
                  </a:lnTo>
                  <a:lnTo>
                    <a:pt x="6024" y="207356"/>
                  </a:lnTo>
                  <a:lnTo>
                    <a:pt x="23023" y="246480"/>
                  </a:lnTo>
                  <a:lnTo>
                    <a:pt x="49387" y="279636"/>
                  </a:lnTo>
                  <a:lnTo>
                    <a:pt x="83503" y="305258"/>
                  </a:lnTo>
                  <a:lnTo>
                    <a:pt x="123763" y="321779"/>
                  </a:lnTo>
                  <a:lnTo>
                    <a:pt x="168554" y="327634"/>
                  </a:lnTo>
                  <a:lnTo>
                    <a:pt x="213355" y="321779"/>
                  </a:lnTo>
                  <a:lnTo>
                    <a:pt x="253619" y="305258"/>
                  </a:lnTo>
                  <a:lnTo>
                    <a:pt x="287737" y="279636"/>
                  </a:lnTo>
                  <a:lnTo>
                    <a:pt x="314100" y="246480"/>
                  </a:lnTo>
                  <a:lnTo>
                    <a:pt x="331097" y="207356"/>
                  </a:lnTo>
                  <a:lnTo>
                    <a:pt x="337121" y="163829"/>
                  </a:lnTo>
                  <a:close/>
                </a:path>
              </a:pathLst>
            </a:custGeom>
            <a:ln w="155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6" name="object 696" descr=""/>
            <p:cNvSpPr/>
            <p:nvPr/>
          </p:nvSpPr>
          <p:spPr>
            <a:xfrm>
              <a:off x="4568545" y="2162937"/>
              <a:ext cx="206375" cy="272415"/>
            </a:xfrm>
            <a:custGeom>
              <a:avLst/>
              <a:gdLst/>
              <a:ahLst/>
              <a:cxnLst/>
              <a:rect l="l" t="t" r="r" b="b"/>
              <a:pathLst>
                <a:path w="206375" h="272414">
                  <a:moveTo>
                    <a:pt x="197027" y="0"/>
                  </a:moveTo>
                  <a:lnTo>
                    <a:pt x="0" y="272186"/>
                  </a:lnTo>
                </a:path>
                <a:path w="206375" h="272414">
                  <a:moveTo>
                    <a:pt x="0" y="9867"/>
                  </a:moveTo>
                  <a:lnTo>
                    <a:pt x="206146" y="253212"/>
                  </a:lnTo>
                </a:path>
              </a:pathLst>
            </a:custGeom>
            <a:ln w="155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7" name="object 697" descr=""/>
            <p:cNvSpPr/>
            <p:nvPr/>
          </p:nvSpPr>
          <p:spPr>
            <a:xfrm>
              <a:off x="4006303" y="2407043"/>
              <a:ext cx="178435" cy="309880"/>
            </a:xfrm>
            <a:custGeom>
              <a:avLst/>
              <a:gdLst/>
              <a:ahLst/>
              <a:cxnLst/>
              <a:rect l="l" t="t" r="r" b="b"/>
              <a:pathLst>
                <a:path w="178435" h="309880">
                  <a:moveTo>
                    <a:pt x="178041" y="102870"/>
                  </a:moveTo>
                  <a:lnTo>
                    <a:pt x="178041" y="309410"/>
                  </a:lnTo>
                </a:path>
                <a:path w="178435" h="309880">
                  <a:moveTo>
                    <a:pt x="0" y="0"/>
                  </a:moveTo>
                  <a:lnTo>
                    <a:pt x="0" y="30941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8" name="object 698" descr=""/>
            <p:cNvSpPr/>
            <p:nvPr/>
          </p:nvSpPr>
          <p:spPr>
            <a:xfrm>
              <a:off x="4240923" y="2003488"/>
              <a:ext cx="571500" cy="3150235"/>
            </a:xfrm>
            <a:custGeom>
              <a:avLst/>
              <a:gdLst/>
              <a:ahLst/>
              <a:cxnLst/>
              <a:rect l="l" t="t" r="r" b="b"/>
              <a:pathLst>
                <a:path w="571500" h="3150235">
                  <a:moveTo>
                    <a:pt x="430872" y="122224"/>
                  </a:moveTo>
                  <a:lnTo>
                    <a:pt x="430872" y="0"/>
                  </a:lnTo>
                </a:path>
                <a:path w="571500" h="3150235">
                  <a:moveTo>
                    <a:pt x="280530" y="9867"/>
                  </a:moveTo>
                  <a:lnTo>
                    <a:pt x="571347" y="9867"/>
                  </a:lnTo>
                </a:path>
                <a:path w="571500" h="3150235">
                  <a:moveTo>
                    <a:pt x="149580" y="3149892"/>
                  </a:moveTo>
                  <a:lnTo>
                    <a:pt x="149580" y="3028403"/>
                  </a:lnTo>
                </a:path>
                <a:path w="571500" h="3150235">
                  <a:moveTo>
                    <a:pt x="0" y="3037509"/>
                  </a:moveTo>
                  <a:lnTo>
                    <a:pt x="290398" y="3037509"/>
                  </a:lnTo>
                </a:path>
              </a:pathLst>
            </a:custGeom>
            <a:ln w="189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9" name="object 699" descr=""/>
            <p:cNvSpPr/>
            <p:nvPr/>
          </p:nvSpPr>
          <p:spPr>
            <a:xfrm>
              <a:off x="3734460" y="481150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0" name="object 700" descr=""/>
            <p:cNvSpPr/>
            <p:nvPr/>
          </p:nvSpPr>
          <p:spPr>
            <a:xfrm>
              <a:off x="3734460" y="481189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5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1" name="object 701" descr=""/>
            <p:cNvSpPr/>
            <p:nvPr/>
          </p:nvSpPr>
          <p:spPr>
            <a:xfrm>
              <a:off x="3734460" y="481227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68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2" name="object 702" descr=""/>
            <p:cNvSpPr/>
            <p:nvPr/>
          </p:nvSpPr>
          <p:spPr>
            <a:xfrm>
              <a:off x="3734650" y="481265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7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3" name="object 703" descr=""/>
            <p:cNvSpPr/>
            <p:nvPr/>
          </p:nvSpPr>
          <p:spPr>
            <a:xfrm>
              <a:off x="3734460" y="481303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75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4" name="object 704" descr=""/>
            <p:cNvSpPr/>
            <p:nvPr/>
          </p:nvSpPr>
          <p:spPr>
            <a:xfrm>
              <a:off x="3734650" y="481341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79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5" name="object 705" descr=""/>
            <p:cNvSpPr/>
            <p:nvPr/>
          </p:nvSpPr>
          <p:spPr>
            <a:xfrm>
              <a:off x="3734460" y="4813782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  <a:path w="0" h="1270">
                  <a:moveTo>
                    <a:pt x="0" y="1142"/>
                  </a:moveTo>
                  <a:lnTo>
                    <a:pt x="0" y="762"/>
                  </a:lnTo>
                </a:path>
              </a:pathLst>
            </a:custGeom>
            <a:ln w="83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6" name="object 706" descr=""/>
            <p:cNvSpPr/>
            <p:nvPr/>
          </p:nvSpPr>
          <p:spPr>
            <a:xfrm>
              <a:off x="3733698" y="4814925"/>
              <a:ext cx="4445" cy="440055"/>
            </a:xfrm>
            <a:custGeom>
              <a:avLst/>
              <a:gdLst/>
              <a:ahLst/>
              <a:cxnLst/>
              <a:rect l="l" t="t" r="r" b="b"/>
              <a:pathLst>
                <a:path w="4445" h="440054">
                  <a:moveTo>
                    <a:pt x="762" y="381"/>
                  </a:moveTo>
                  <a:lnTo>
                    <a:pt x="762" y="0"/>
                  </a:lnTo>
                </a:path>
                <a:path w="4445" h="440054">
                  <a:moveTo>
                    <a:pt x="762" y="762"/>
                  </a:moveTo>
                  <a:lnTo>
                    <a:pt x="762" y="381"/>
                  </a:lnTo>
                </a:path>
                <a:path w="4445" h="440054">
                  <a:moveTo>
                    <a:pt x="762" y="1143"/>
                  </a:moveTo>
                  <a:lnTo>
                    <a:pt x="762" y="762"/>
                  </a:lnTo>
                </a:path>
                <a:path w="4445" h="440054">
                  <a:moveTo>
                    <a:pt x="762" y="1524"/>
                  </a:moveTo>
                  <a:lnTo>
                    <a:pt x="762" y="1143"/>
                  </a:lnTo>
                </a:path>
                <a:path w="4445" h="440054">
                  <a:moveTo>
                    <a:pt x="762" y="1892"/>
                  </a:moveTo>
                  <a:lnTo>
                    <a:pt x="762" y="1524"/>
                  </a:lnTo>
                </a:path>
                <a:path w="4445" h="440054">
                  <a:moveTo>
                    <a:pt x="762" y="2273"/>
                  </a:moveTo>
                  <a:lnTo>
                    <a:pt x="762" y="1892"/>
                  </a:lnTo>
                </a:path>
                <a:path w="4445" h="440054">
                  <a:moveTo>
                    <a:pt x="762" y="2654"/>
                  </a:moveTo>
                  <a:lnTo>
                    <a:pt x="762" y="2273"/>
                  </a:lnTo>
                </a:path>
                <a:path w="4445" h="440054">
                  <a:moveTo>
                    <a:pt x="762" y="3035"/>
                  </a:moveTo>
                  <a:lnTo>
                    <a:pt x="762" y="2654"/>
                  </a:lnTo>
                </a:path>
                <a:path w="4445" h="440054">
                  <a:moveTo>
                    <a:pt x="762" y="3416"/>
                  </a:moveTo>
                  <a:lnTo>
                    <a:pt x="762" y="3035"/>
                  </a:lnTo>
                </a:path>
                <a:path w="4445" h="440054">
                  <a:moveTo>
                    <a:pt x="762" y="3797"/>
                  </a:moveTo>
                  <a:lnTo>
                    <a:pt x="762" y="3416"/>
                  </a:lnTo>
                </a:path>
                <a:path w="4445" h="440054">
                  <a:moveTo>
                    <a:pt x="762" y="4178"/>
                  </a:moveTo>
                  <a:lnTo>
                    <a:pt x="762" y="3797"/>
                  </a:lnTo>
                </a:path>
                <a:path w="4445" h="440054">
                  <a:moveTo>
                    <a:pt x="762" y="4559"/>
                  </a:moveTo>
                  <a:lnTo>
                    <a:pt x="762" y="4178"/>
                  </a:lnTo>
                </a:path>
                <a:path w="4445" h="440054">
                  <a:moveTo>
                    <a:pt x="762" y="4940"/>
                  </a:moveTo>
                  <a:lnTo>
                    <a:pt x="762" y="4559"/>
                  </a:lnTo>
                </a:path>
                <a:path w="4445" h="440054">
                  <a:moveTo>
                    <a:pt x="762" y="5321"/>
                  </a:moveTo>
                  <a:lnTo>
                    <a:pt x="762" y="4940"/>
                  </a:lnTo>
                </a:path>
                <a:path w="4445" h="440054">
                  <a:moveTo>
                    <a:pt x="762" y="5689"/>
                  </a:moveTo>
                  <a:lnTo>
                    <a:pt x="762" y="5321"/>
                  </a:lnTo>
                </a:path>
                <a:path w="4445" h="440054">
                  <a:moveTo>
                    <a:pt x="762" y="6070"/>
                  </a:moveTo>
                  <a:lnTo>
                    <a:pt x="762" y="5689"/>
                  </a:lnTo>
                </a:path>
                <a:path w="4445" h="440054">
                  <a:moveTo>
                    <a:pt x="762" y="6451"/>
                  </a:moveTo>
                  <a:lnTo>
                    <a:pt x="762" y="6070"/>
                  </a:lnTo>
                </a:path>
                <a:path w="4445" h="440054">
                  <a:moveTo>
                    <a:pt x="762" y="6832"/>
                  </a:moveTo>
                  <a:lnTo>
                    <a:pt x="762" y="6451"/>
                  </a:lnTo>
                </a:path>
                <a:path w="4445" h="440054">
                  <a:moveTo>
                    <a:pt x="762" y="7213"/>
                  </a:moveTo>
                  <a:lnTo>
                    <a:pt x="762" y="6832"/>
                  </a:lnTo>
                </a:path>
                <a:path w="4445" h="440054">
                  <a:moveTo>
                    <a:pt x="762" y="7594"/>
                  </a:moveTo>
                  <a:lnTo>
                    <a:pt x="762" y="7213"/>
                  </a:lnTo>
                </a:path>
                <a:path w="4445" h="440054">
                  <a:moveTo>
                    <a:pt x="762" y="7975"/>
                  </a:moveTo>
                  <a:lnTo>
                    <a:pt x="762" y="7594"/>
                  </a:lnTo>
                </a:path>
                <a:path w="4445" h="440054">
                  <a:moveTo>
                    <a:pt x="762" y="8356"/>
                  </a:moveTo>
                  <a:lnTo>
                    <a:pt x="762" y="7975"/>
                  </a:lnTo>
                </a:path>
                <a:path w="4445" h="440054">
                  <a:moveTo>
                    <a:pt x="762" y="8737"/>
                  </a:moveTo>
                  <a:lnTo>
                    <a:pt x="762" y="8356"/>
                  </a:lnTo>
                </a:path>
                <a:path w="4445" h="440054">
                  <a:moveTo>
                    <a:pt x="762" y="9118"/>
                  </a:moveTo>
                  <a:lnTo>
                    <a:pt x="762" y="8737"/>
                  </a:lnTo>
                </a:path>
                <a:path w="4445" h="440054">
                  <a:moveTo>
                    <a:pt x="762" y="9486"/>
                  </a:moveTo>
                  <a:lnTo>
                    <a:pt x="762" y="9118"/>
                  </a:lnTo>
                </a:path>
                <a:path w="4445" h="440054">
                  <a:moveTo>
                    <a:pt x="762" y="9867"/>
                  </a:moveTo>
                  <a:lnTo>
                    <a:pt x="762" y="9486"/>
                  </a:lnTo>
                </a:path>
                <a:path w="4445" h="440054">
                  <a:moveTo>
                    <a:pt x="762" y="10248"/>
                  </a:moveTo>
                  <a:lnTo>
                    <a:pt x="762" y="9867"/>
                  </a:lnTo>
                </a:path>
                <a:path w="4445" h="440054">
                  <a:moveTo>
                    <a:pt x="762" y="10629"/>
                  </a:moveTo>
                  <a:lnTo>
                    <a:pt x="762" y="10248"/>
                  </a:lnTo>
                </a:path>
                <a:path w="4445" h="440054">
                  <a:moveTo>
                    <a:pt x="762" y="11010"/>
                  </a:moveTo>
                  <a:lnTo>
                    <a:pt x="762" y="10629"/>
                  </a:lnTo>
                </a:path>
                <a:path w="4445" h="440054">
                  <a:moveTo>
                    <a:pt x="762" y="11391"/>
                  </a:moveTo>
                  <a:lnTo>
                    <a:pt x="762" y="11010"/>
                  </a:lnTo>
                </a:path>
                <a:path w="4445" h="440054">
                  <a:moveTo>
                    <a:pt x="762" y="11772"/>
                  </a:moveTo>
                  <a:lnTo>
                    <a:pt x="762" y="11391"/>
                  </a:lnTo>
                </a:path>
                <a:path w="4445" h="440054">
                  <a:moveTo>
                    <a:pt x="762" y="12153"/>
                  </a:moveTo>
                  <a:lnTo>
                    <a:pt x="762" y="11772"/>
                  </a:lnTo>
                </a:path>
                <a:path w="4445" h="440054">
                  <a:moveTo>
                    <a:pt x="762" y="12534"/>
                  </a:moveTo>
                  <a:lnTo>
                    <a:pt x="762" y="12153"/>
                  </a:lnTo>
                </a:path>
                <a:path w="4445" h="440054">
                  <a:moveTo>
                    <a:pt x="762" y="12903"/>
                  </a:moveTo>
                  <a:lnTo>
                    <a:pt x="762" y="12534"/>
                  </a:lnTo>
                </a:path>
                <a:path w="4445" h="440054">
                  <a:moveTo>
                    <a:pt x="762" y="13284"/>
                  </a:moveTo>
                  <a:lnTo>
                    <a:pt x="762" y="12903"/>
                  </a:lnTo>
                </a:path>
                <a:path w="4445" h="440054">
                  <a:moveTo>
                    <a:pt x="762" y="13665"/>
                  </a:moveTo>
                  <a:lnTo>
                    <a:pt x="762" y="13284"/>
                  </a:lnTo>
                </a:path>
                <a:path w="4445" h="440054">
                  <a:moveTo>
                    <a:pt x="762" y="14046"/>
                  </a:moveTo>
                  <a:lnTo>
                    <a:pt x="762" y="13665"/>
                  </a:lnTo>
                </a:path>
                <a:path w="4445" h="440054">
                  <a:moveTo>
                    <a:pt x="762" y="14427"/>
                  </a:moveTo>
                  <a:lnTo>
                    <a:pt x="762" y="14046"/>
                  </a:lnTo>
                </a:path>
                <a:path w="4445" h="440054">
                  <a:moveTo>
                    <a:pt x="762" y="14808"/>
                  </a:moveTo>
                  <a:lnTo>
                    <a:pt x="762" y="14427"/>
                  </a:lnTo>
                </a:path>
                <a:path w="4445" h="440054">
                  <a:moveTo>
                    <a:pt x="762" y="15189"/>
                  </a:moveTo>
                  <a:lnTo>
                    <a:pt x="762" y="14808"/>
                  </a:lnTo>
                </a:path>
                <a:path w="4445" h="440054">
                  <a:moveTo>
                    <a:pt x="762" y="15570"/>
                  </a:moveTo>
                  <a:lnTo>
                    <a:pt x="762" y="15189"/>
                  </a:lnTo>
                </a:path>
                <a:path w="4445" h="440054">
                  <a:moveTo>
                    <a:pt x="762" y="15951"/>
                  </a:moveTo>
                  <a:lnTo>
                    <a:pt x="762" y="15570"/>
                  </a:lnTo>
                </a:path>
                <a:path w="4445" h="440054">
                  <a:moveTo>
                    <a:pt x="762" y="16319"/>
                  </a:moveTo>
                  <a:lnTo>
                    <a:pt x="762" y="15951"/>
                  </a:lnTo>
                </a:path>
                <a:path w="4445" h="440054">
                  <a:moveTo>
                    <a:pt x="762" y="16700"/>
                  </a:moveTo>
                  <a:lnTo>
                    <a:pt x="762" y="16319"/>
                  </a:lnTo>
                </a:path>
                <a:path w="4445" h="440054">
                  <a:moveTo>
                    <a:pt x="762" y="17081"/>
                  </a:moveTo>
                  <a:lnTo>
                    <a:pt x="762" y="16700"/>
                  </a:lnTo>
                </a:path>
                <a:path w="4445" h="440054">
                  <a:moveTo>
                    <a:pt x="762" y="17462"/>
                  </a:moveTo>
                  <a:lnTo>
                    <a:pt x="762" y="17081"/>
                  </a:lnTo>
                </a:path>
                <a:path w="4445" h="440054">
                  <a:moveTo>
                    <a:pt x="762" y="17843"/>
                  </a:moveTo>
                  <a:lnTo>
                    <a:pt x="762" y="17462"/>
                  </a:lnTo>
                </a:path>
                <a:path w="4445" h="440054">
                  <a:moveTo>
                    <a:pt x="762" y="18224"/>
                  </a:moveTo>
                  <a:lnTo>
                    <a:pt x="762" y="17843"/>
                  </a:lnTo>
                </a:path>
                <a:path w="4445" h="440054">
                  <a:moveTo>
                    <a:pt x="762" y="18605"/>
                  </a:moveTo>
                  <a:lnTo>
                    <a:pt x="762" y="18224"/>
                  </a:lnTo>
                </a:path>
                <a:path w="4445" h="440054">
                  <a:moveTo>
                    <a:pt x="762" y="18986"/>
                  </a:moveTo>
                  <a:lnTo>
                    <a:pt x="762" y="18605"/>
                  </a:lnTo>
                </a:path>
                <a:path w="4445" h="440054">
                  <a:moveTo>
                    <a:pt x="762" y="19367"/>
                  </a:moveTo>
                  <a:lnTo>
                    <a:pt x="762" y="18986"/>
                  </a:lnTo>
                </a:path>
                <a:path w="4445" h="440054">
                  <a:moveTo>
                    <a:pt x="762" y="19735"/>
                  </a:moveTo>
                  <a:lnTo>
                    <a:pt x="762" y="19367"/>
                  </a:lnTo>
                </a:path>
                <a:path w="4445" h="440054">
                  <a:moveTo>
                    <a:pt x="762" y="20116"/>
                  </a:moveTo>
                  <a:lnTo>
                    <a:pt x="762" y="19735"/>
                  </a:lnTo>
                </a:path>
                <a:path w="4445" h="440054">
                  <a:moveTo>
                    <a:pt x="762" y="20497"/>
                  </a:moveTo>
                  <a:lnTo>
                    <a:pt x="762" y="20116"/>
                  </a:lnTo>
                </a:path>
                <a:path w="4445" h="440054">
                  <a:moveTo>
                    <a:pt x="762" y="20878"/>
                  </a:moveTo>
                  <a:lnTo>
                    <a:pt x="762" y="20497"/>
                  </a:lnTo>
                </a:path>
                <a:path w="4445" h="440054">
                  <a:moveTo>
                    <a:pt x="762" y="21259"/>
                  </a:moveTo>
                  <a:lnTo>
                    <a:pt x="762" y="20878"/>
                  </a:lnTo>
                </a:path>
                <a:path w="4445" h="440054">
                  <a:moveTo>
                    <a:pt x="762" y="21640"/>
                  </a:moveTo>
                  <a:lnTo>
                    <a:pt x="762" y="21259"/>
                  </a:lnTo>
                </a:path>
                <a:path w="4445" h="440054">
                  <a:moveTo>
                    <a:pt x="762" y="22021"/>
                  </a:moveTo>
                  <a:lnTo>
                    <a:pt x="762" y="21640"/>
                  </a:lnTo>
                </a:path>
                <a:path w="4445" h="440054">
                  <a:moveTo>
                    <a:pt x="762" y="22402"/>
                  </a:moveTo>
                  <a:lnTo>
                    <a:pt x="762" y="22021"/>
                  </a:lnTo>
                </a:path>
                <a:path w="4445" h="440054">
                  <a:moveTo>
                    <a:pt x="762" y="22783"/>
                  </a:moveTo>
                  <a:lnTo>
                    <a:pt x="762" y="22402"/>
                  </a:lnTo>
                </a:path>
                <a:path w="4445" h="440054">
                  <a:moveTo>
                    <a:pt x="762" y="23152"/>
                  </a:moveTo>
                  <a:lnTo>
                    <a:pt x="762" y="22783"/>
                  </a:lnTo>
                </a:path>
                <a:path w="4445" h="440054">
                  <a:moveTo>
                    <a:pt x="762" y="23533"/>
                  </a:moveTo>
                  <a:lnTo>
                    <a:pt x="762" y="23164"/>
                  </a:lnTo>
                </a:path>
                <a:path w="4445" h="440054">
                  <a:moveTo>
                    <a:pt x="762" y="23914"/>
                  </a:moveTo>
                  <a:lnTo>
                    <a:pt x="762" y="23533"/>
                  </a:lnTo>
                </a:path>
                <a:path w="4445" h="440054">
                  <a:moveTo>
                    <a:pt x="762" y="24295"/>
                  </a:moveTo>
                  <a:lnTo>
                    <a:pt x="762" y="23914"/>
                  </a:lnTo>
                </a:path>
                <a:path w="4445" h="440054">
                  <a:moveTo>
                    <a:pt x="762" y="24676"/>
                  </a:moveTo>
                  <a:lnTo>
                    <a:pt x="762" y="24295"/>
                  </a:lnTo>
                </a:path>
                <a:path w="4445" h="440054">
                  <a:moveTo>
                    <a:pt x="762" y="25057"/>
                  </a:moveTo>
                  <a:lnTo>
                    <a:pt x="762" y="24676"/>
                  </a:lnTo>
                </a:path>
                <a:path w="4445" h="440054">
                  <a:moveTo>
                    <a:pt x="762" y="25438"/>
                  </a:moveTo>
                  <a:lnTo>
                    <a:pt x="762" y="25057"/>
                  </a:lnTo>
                </a:path>
                <a:path w="4445" h="440054">
                  <a:moveTo>
                    <a:pt x="762" y="25819"/>
                  </a:moveTo>
                  <a:lnTo>
                    <a:pt x="762" y="25438"/>
                  </a:lnTo>
                </a:path>
                <a:path w="4445" h="440054">
                  <a:moveTo>
                    <a:pt x="762" y="26200"/>
                  </a:moveTo>
                  <a:lnTo>
                    <a:pt x="762" y="25819"/>
                  </a:lnTo>
                </a:path>
                <a:path w="4445" h="440054">
                  <a:moveTo>
                    <a:pt x="762" y="26581"/>
                  </a:moveTo>
                  <a:lnTo>
                    <a:pt x="762" y="26200"/>
                  </a:lnTo>
                </a:path>
                <a:path w="4445" h="440054">
                  <a:moveTo>
                    <a:pt x="762" y="26962"/>
                  </a:moveTo>
                  <a:lnTo>
                    <a:pt x="762" y="26581"/>
                  </a:lnTo>
                </a:path>
                <a:path w="4445" h="440054">
                  <a:moveTo>
                    <a:pt x="762" y="27330"/>
                  </a:moveTo>
                  <a:lnTo>
                    <a:pt x="762" y="26962"/>
                  </a:lnTo>
                </a:path>
                <a:path w="4445" h="440054">
                  <a:moveTo>
                    <a:pt x="762" y="27711"/>
                  </a:moveTo>
                  <a:lnTo>
                    <a:pt x="762" y="27330"/>
                  </a:lnTo>
                </a:path>
                <a:path w="4445" h="440054">
                  <a:moveTo>
                    <a:pt x="762" y="28092"/>
                  </a:moveTo>
                  <a:lnTo>
                    <a:pt x="762" y="27711"/>
                  </a:lnTo>
                </a:path>
                <a:path w="4445" h="440054">
                  <a:moveTo>
                    <a:pt x="762" y="28473"/>
                  </a:moveTo>
                  <a:lnTo>
                    <a:pt x="762" y="28092"/>
                  </a:lnTo>
                </a:path>
                <a:path w="4445" h="440054">
                  <a:moveTo>
                    <a:pt x="762" y="28854"/>
                  </a:moveTo>
                  <a:lnTo>
                    <a:pt x="762" y="28473"/>
                  </a:lnTo>
                </a:path>
                <a:path w="4445" h="440054">
                  <a:moveTo>
                    <a:pt x="380" y="29235"/>
                  </a:moveTo>
                  <a:lnTo>
                    <a:pt x="380" y="28854"/>
                  </a:lnTo>
                </a:path>
                <a:path w="4445" h="440054">
                  <a:moveTo>
                    <a:pt x="380" y="29616"/>
                  </a:moveTo>
                  <a:lnTo>
                    <a:pt x="380" y="29235"/>
                  </a:lnTo>
                </a:path>
                <a:path w="4445" h="440054">
                  <a:moveTo>
                    <a:pt x="380" y="29997"/>
                  </a:moveTo>
                  <a:lnTo>
                    <a:pt x="380" y="29616"/>
                  </a:lnTo>
                </a:path>
                <a:path w="4445" h="440054">
                  <a:moveTo>
                    <a:pt x="380" y="30378"/>
                  </a:moveTo>
                  <a:lnTo>
                    <a:pt x="380" y="29997"/>
                  </a:lnTo>
                </a:path>
                <a:path w="4445" h="440054">
                  <a:moveTo>
                    <a:pt x="380" y="30746"/>
                  </a:moveTo>
                  <a:lnTo>
                    <a:pt x="380" y="30378"/>
                  </a:lnTo>
                </a:path>
                <a:path w="4445" h="440054">
                  <a:moveTo>
                    <a:pt x="380" y="31127"/>
                  </a:moveTo>
                  <a:lnTo>
                    <a:pt x="380" y="30746"/>
                  </a:lnTo>
                </a:path>
                <a:path w="4445" h="440054">
                  <a:moveTo>
                    <a:pt x="380" y="31508"/>
                  </a:moveTo>
                  <a:lnTo>
                    <a:pt x="380" y="31127"/>
                  </a:lnTo>
                </a:path>
                <a:path w="4445" h="440054">
                  <a:moveTo>
                    <a:pt x="380" y="31889"/>
                  </a:moveTo>
                  <a:lnTo>
                    <a:pt x="380" y="31508"/>
                  </a:lnTo>
                </a:path>
                <a:path w="4445" h="440054">
                  <a:moveTo>
                    <a:pt x="380" y="32270"/>
                  </a:moveTo>
                  <a:lnTo>
                    <a:pt x="380" y="31889"/>
                  </a:lnTo>
                </a:path>
                <a:path w="4445" h="440054">
                  <a:moveTo>
                    <a:pt x="380" y="32651"/>
                  </a:moveTo>
                  <a:lnTo>
                    <a:pt x="380" y="32270"/>
                  </a:lnTo>
                </a:path>
                <a:path w="4445" h="440054">
                  <a:moveTo>
                    <a:pt x="380" y="33032"/>
                  </a:moveTo>
                  <a:lnTo>
                    <a:pt x="380" y="32651"/>
                  </a:lnTo>
                </a:path>
                <a:path w="4445" h="440054">
                  <a:moveTo>
                    <a:pt x="380" y="33413"/>
                  </a:moveTo>
                  <a:lnTo>
                    <a:pt x="380" y="33032"/>
                  </a:lnTo>
                </a:path>
                <a:path w="4445" h="440054">
                  <a:moveTo>
                    <a:pt x="380" y="33794"/>
                  </a:moveTo>
                  <a:lnTo>
                    <a:pt x="380" y="33413"/>
                  </a:lnTo>
                </a:path>
                <a:path w="4445" h="440054">
                  <a:moveTo>
                    <a:pt x="380" y="34162"/>
                  </a:moveTo>
                  <a:lnTo>
                    <a:pt x="380" y="33794"/>
                  </a:lnTo>
                </a:path>
                <a:path w="4445" h="440054">
                  <a:moveTo>
                    <a:pt x="380" y="34544"/>
                  </a:moveTo>
                  <a:lnTo>
                    <a:pt x="380" y="34162"/>
                  </a:lnTo>
                </a:path>
                <a:path w="4445" h="440054">
                  <a:moveTo>
                    <a:pt x="380" y="34925"/>
                  </a:moveTo>
                  <a:lnTo>
                    <a:pt x="380" y="34544"/>
                  </a:lnTo>
                </a:path>
                <a:path w="4445" h="440054">
                  <a:moveTo>
                    <a:pt x="380" y="35306"/>
                  </a:moveTo>
                  <a:lnTo>
                    <a:pt x="380" y="34925"/>
                  </a:lnTo>
                </a:path>
                <a:path w="4445" h="440054">
                  <a:moveTo>
                    <a:pt x="380" y="35687"/>
                  </a:moveTo>
                  <a:lnTo>
                    <a:pt x="380" y="35306"/>
                  </a:lnTo>
                </a:path>
                <a:path w="4445" h="440054">
                  <a:moveTo>
                    <a:pt x="380" y="36068"/>
                  </a:moveTo>
                  <a:lnTo>
                    <a:pt x="380" y="35687"/>
                  </a:lnTo>
                </a:path>
                <a:path w="4445" h="440054">
                  <a:moveTo>
                    <a:pt x="380" y="36449"/>
                  </a:moveTo>
                  <a:lnTo>
                    <a:pt x="380" y="36068"/>
                  </a:lnTo>
                </a:path>
                <a:path w="4445" h="440054">
                  <a:moveTo>
                    <a:pt x="380" y="36830"/>
                  </a:moveTo>
                  <a:lnTo>
                    <a:pt x="380" y="36449"/>
                  </a:lnTo>
                </a:path>
                <a:path w="4445" h="440054">
                  <a:moveTo>
                    <a:pt x="380" y="37211"/>
                  </a:moveTo>
                  <a:lnTo>
                    <a:pt x="380" y="36830"/>
                  </a:lnTo>
                </a:path>
                <a:path w="4445" h="440054">
                  <a:moveTo>
                    <a:pt x="380" y="37579"/>
                  </a:moveTo>
                  <a:lnTo>
                    <a:pt x="380" y="37211"/>
                  </a:lnTo>
                </a:path>
                <a:path w="4445" h="440054">
                  <a:moveTo>
                    <a:pt x="380" y="37960"/>
                  </a:moveTo>
                  <a:lnTo>
                    <a:pt x="380" y="37579"/>
                  </a:lnTo>
                </a:path>
                <a:path w="4445" h="440054">
                  <a:moveTo>
                    <a:pt x="380" y="38341"/>
                  </a:moveTo>
                  <a:lnTo>
                    <a:pt x="380" y="37960"/>
                  </a:lnTo>
                </a:path>
                <a:path w="4445" h="440054">
                  <a:moveTo>
                    <a:pt x="380" y="38722"/>
                  </a:moveTo>
                  <a:lnTo>
                    <a:pt x="380" y="38341"/>
                  </a:lnTo>
                </a:path>
                <a:path w="4445" h="440054">
                  <a:moveTo>
                    <a:pt x="380" y="39103"/>
                  </a:moveTo>
                  <a:lnTo>
                    <a:pt x="380" y="38722"/>
                  </a:lnTo>
                </a:path>
                <a:path w="4445" h="440054">
                  <a:moveTo>
                    <a:pt x="380" y="39484"/>
                  </a:moveTo>
                  <a:lnTo>
                    <a:pt x="380" y="39103"/>
                  </a:lnTo>
                </a:path>
                <a:path w="4445" h="440054">
                  <a:moveTo>
                    <a:pt x="380" y="39865"/>
                  </a:moveTo>
                  <a:lnTo>
                    <a:pt x="380" y="39484"/>
                  </a:lnTo>
                </a:path>
                <a:path w="4445" h="440054">
                  <a:moveTo>
                    <a:pt x="380" y="40246"/>
                  </a:moveTo>
                  <a:lnTo>
                    <a:pt x="380" y="39865"/>
                  </a:lnTo>
                </a:path>
                <a:path w="4445" h="440054">
                  <a:moveTo>
                    <a:pt x="380" y="40627"/>
                  </a:moveTo>
                  <a:lnTo>
                    <a:pt x="380" y="40246"/>
                  </a:lnTo>
                </a:path>
                <a:path w="4445" h="440054">
                  <a:moveTo>
                    <a:pt x="380" y="41008"/>
                  </a:moveTo>
                  <a:lnTo>
                    <a:pt x="380" y="40627"/>
                  </a:lnTo>
                </a:path>
                <a:path w="4445" h="440054">
                  <a:moveTo>
                    <a:pt x="380" y="41389"/>
                  </a:moveTo>
                  <a:lnTo>
                    <a:pt x="380" y="41008"/>
                  </a:lnTo>
                </a:path>
                <a:path w="4445" h="440054">
                  <a:moveTo>
                    <a:pt x="380" y="41757"/>
                  </a:moveTo>
                  <a:lnTo>
                    <a:pt x="380" y="41389"/>
                  </a:lnTo>
                </a:path>
                <a:path w="4445" h="440054">
                  <a:moveTo>
                    <a:pt x="380" y="42138"/>
                  </a:moveTo>
                  <a:lnTo>
                    <a:pt x="380" y="41757"/>
                  </a:lnTo>
                </a:path>
                <a:path w="4445" h="440054">
                  <a:moveTo>
                    <a:pt x="380" y="42519"/>
                  </a:moveTo>
                  <a:lnTo>
                    <a:pt x="380" y="42138"/>
                  </a:lnTo>
                </a:path>
                <a:path w="4445" h="440054">
                  <a:moveTo>
                    <a:pt x="380" y="42900"/>
                  </a:moveTo>
                  <a:lnTo>
                    <a:pt x="380" y="42519"/>
                  </a:lnTo>
                </a:path>
                <a:path w="4445" h="440054">
                  <a:moveTo>
                    <a:pt x="380" y="43281"/>
                  </a:moveTo>
                  <a:lnTo>
                    <a:pt x="380" y="42900"/>
                  </a:lnTo>
                </a:path>
                <a:path w="4445" h="440054">
                  <a:moveTo>
                    <a:pt x="380" y="43662"/>
                  </a:moveTo>
                  <a:lnTo>
                    <a:pt x="380" y="43281"/>
                  </a:lnTo>
                </a:path>
                <a:path w="4445" h="440054">
                  <a:moveTo>
                    <a:pt x="380" y="44043"/>
                  </a:moveTo>
                  <a:lnTo>
                    <a:pt x="380" y="43662"/>
                  </a:lnTo>
                </a:path>
                <a:path w="4445" h="440054">
                  <a:moveTo>
                    <a:pt x="380" y="44424"/>
                  </a:moveTo>
                  <a:lnTo>
                    <a:pt x="380" y="44043"/>
                  </a:lnTo>
                </a:path>
                <a:path w="4445" h="440054">
                  <a:moveTo>
                    <a:pt x="380" y="44792"/>
                  </a:moveTo>
                  <a:lnTo>
                    <a:pt x="380" y="44424"/>
                  </a:lnTo>
                </a:path>
                <a:path w="4445" h="440054">
                  <a:moveTo>
                    <a:pt x="380" y="45173"/>
                  </a:moveTo>
                  <a:lnTo>
                    <a:pt x="380" y="44792"/>
                  </a:lnTo>
                </a:path>
                <a:path w="4445" h="440054">
                  <a:moveTo>
                    <a:pt x="380" y="45554"/>
                  </a:moveTo>
                  <a:lnTo>
                    <a:pt x="380" y="45173"/>
                  </a:lnTo>
                </a:path>
                <a:path w="4445" h="440054">
                  <a:moveTo>
                    <a:pt x="380" y="45935"/>
                  </a:moveTo>
                  <a:lnTo>
                    <a:pt x="380" y="45554"/>
                  </a:lnTo>
                </a:path>
                <a:path w="4445" h="440054">
                  <a:moveTo>
                    <a:pt x="380" y="46316"/>
                  </a:moveTo>
                  <a:lnTo>
                    <a:pt x="380" y="45935"/>
                  </a:lnTo>
                </a:path>
                <a:path w="4445" h="440054">
                  <a:moveTo>
                    <a:pt x="380" y="46697"/>
                  </a:moveTo>
                  <a:lnTo>
                    <a:pt x="380" y="46316"/>
                  </a:lnTo>
                </a:path>
                <a:path w="4445" h="440054">
                  <a:moveTo>
                    <a:pt x="380" y="47078"/>
                  </a:moveTo>
                  <a:lnTo>
                    <a:pt x="380" y="46697"/>
                  </a:lnTo>
                </a:path>
                <a:path w="4445" h="440054">
                  <a:moveTo>
                    <a:pt x="380" y="47459"/>
                  </a:moveTo>
                  <a:lnTo>
                    <a:pt x="380" y="47078"/>
                  </a:lnTo>
                </a:path>
                <a:path w="4445" h="440054">
                  <a:moveTo>
                    <a:pt x="380" y="47840"/>
                  </a:moveTo>
                  <a:lnTo>
                    <a:pt x="380" y="47459"/>
                  </a:lnTo>
                </a:path>
                <a:path w="4445" h="440054">
                  <a:moveTo>
                    <a:pt x="380" y="48221"/>
                  </a:moveTo>
                  <a:lnTo>
                    <a:pt x="380" y="47840"/>
                  </a:lnTo>
                </a:path>
                <a:path w="4445" h="440054">
                  <a:moveTo>
                    <a:pt x="380" y="48590"/>
                  </a:moveTo>
                  <a:lnTo>
                    <a:pt x="380" y="48221"/>
                  </a:lnTo>
                </a:path>
                <a:path w="4445" h="440054">
                  <a:moveTo>
                    <a:pt x="380" y="48971"/>
                  </a:moveTo>
                  <a:lnTo>
                    <a:pt x="380" y="48590"/>
                  </a:lnTo>
                </a:path>
                <a:path w="4445" h="440054">
                  <a:moveTo>
                    <a:pt x="380" y="49352"/>
                  </a:moveTo>
                  <a:lnTo>
                    <a:pt x="380" y="48971"/>
                  </a:lnTo>
                </a:path>
                <a:path w="4445" h="440054">
                  <a:moveTo>
                    <a:pt x="380" y="49733"/>
                  </a:moveTo>
                  <a:lnTo>
                    <a:pt x="380" y="49352"/>
                  </a:lnTo>
                </a:path>
                <a:path w="4445" h="440054">
                  <a:moveTo>
                    <a:pt x="380" y="50114"/>
                  </a:moveTo>
                  <a:lnTo>
                    <a:pt x="380" y="49733"/>
                  </a:lnTo>
                </a:path>
                <a:path w="4445" h="440054">
                  <a:moveTo>
                    <a:pt x="380" y="50495"/>
                  </a:moveTo>
                  <a:lnTo>
                    <a:pt x="380" y="50114"/>
                  </a:lnTo>
                </a:path>
                <a:path w="4445" h="440054">
                  <a:moveTo>
                    <a:pt x="380" y="50876"/>
                  </a:moveTo>
                  <a:lnTo>
                    <a:pt x="380" y="50495"/>
                  </a:lnTo>
                </a:path>
                <a:path w="4445" h="440054">
                  <a:moveTo>
                    <a:pt x="380" y="51257"/>
                  </a:moveTo>
                  <a:lnTo>
                    <a:pt x="380" y="50876"/>
                  </a:lnTo>
                </a:path>
                <a:path w="4445" h="440054">
                  <a:moveTo>
                    <a:pt x="380" y="51638"/>
                  </a:moveTo>
                  <a:lnTo>
                    <a:pt x="380" y="51257"/>
                  </a:lnTo>
                </a:path>
                <a:path w="4445" h="440054">
                  <a:moveTo>
                    <a:pt x="380" y="52006"/>
                  </a:moveTo>
                  <a:lnTo>
                    <a:pt x="380" y="51638"/>
                  </a:lnTo>
                </a:path>
                <a:path w="4445" h="440054">
                  <a:moveTo>
                    <a:pt x="380" y="52387"/>
                  </a:moveTo>
                  <a:lnTo>
                    <a:pt x="380" y="52006"/>
                  </a:lnTo>
                </a:path>
                <a:path w="4445" h="440054">
                  <a:moveTo>
                    <a:pt x="380" y="52768"/>
                  </a:moveTo>
                  <a:lnTo>
                    <a:pt x="380" y="52387"/>
                  </a:lnTo>
                </a:path>
                <a:path w="4445" h="440054">
                  <a:moveTo>
                    <a:pt x="380" y="53149"/>
                  </a:moveTo>
                  <a:lnTo>
                    <a:pt x="380" y="52768"/>
                  </a:lnTo>
                </a:path>
                <a:path w="4445" h="440054">
                  <a:moveTo>
                    <a:pt x="380" y="53530"/>
                  </a:moveTo>
                  <a:lnTo>
                    <a:pt x="380" y="53149"/>
                  </a:lnTo>
                </a:path>
                <a:path w="4445" h="440054">
                  <a:moveTo>
                    <a:pt x="380" y="53911"/>
                  </a:moveTo>
                  <a:lnTo>
                    <a:pt x="380" y="53530"/>
                  </a:lnTo>
                </a:path>
                <a:path w="4445" h="440054">
                  <a:moveTo>
                    <a:pt x="380" y="54292"/>
                  </a:moveTo>
                  <a:lnTo>
                    <a:pt x="380" y="53911"/>
                  </a:lnTo>
                </a:path>
                <a:path w="4445" h="440054">
                  <a:moveTo>
                    <a:pt x="380" y="54673"/>
                  </a:moveTo>
                  <a:lnTo>
                    <a:pt x="380" y="54292"/>
                  </a:lnTo>
                </a:path>
                <a:path w="4445" h="440054">
                  <a:moveTo>
                    <a:pt x="380" y="55041"/>
                  </a:moveTo>
                  <a:lnTo>
                    <a:pt x="380" y="54673"/>
                  </a:lnTo>
                </a:path>
                <a:path w="4445" h="440054">
                  <a:moveTo>
                    <a:pt x="380" y="55422"/>
                  </a:moveTo>
                  <a:lnTo>
                    <a:pt x="380" y="55041"/>
                  </a:lnTo>
                </a:path>
                <a:path w="4445" h="440054">
                  <a:moveTo>
                    <a:pt x="380" y="55803"/>
                  </a:moveTo>
                  <a:lnTo>
                    <a:pt x="380" y="55422"/>
                  </a:lnTo>
                </a:path>
                <a:path w="4445" h="440054">
                  <a:moveTo>
                    <a:pt x="380" y="56184"/>
                  </a:moveTo>
                  <a:lnTo>
                    <a:pt x="380" y="55803"/>
                  </a:lnTo>
                </a:path>
                <a:path w="4445" h="440054">
                  <a:moveTo>
                    <a:pt x="380" y="56565"/>
                  </a:moveTo>
                  <a:lnTo>
                    <a:pt x="380" y="56184"/>
                  </a:lnTo>
                </a:path>
                <a:path w="4445" h="440054">
                  <a:moveTo>
                    <a:pt x="380" y="56946"/>
                  </a:moveTo>
                  <a:lnTo>
                    <a:pt x="380" y="56565"/>
                  </a:lnTo>
                </a:path>
                <a:path w="4445" h="440054">
                  <a:moveTo>
                    <a:pt x="380" y="57327"/>
                  </a:moveTo>
                  <a:lnTo>
                    <a:pt x="380" y="56946"/>
                  </a:lnTo>
                </a:path>
                <a:path w="4445" h="440054">
                  <a:moveTo>
                    <a:pt x="380" y="57708"/>
                  </a:moveTo>
                  <a:lnTo>
                    <a:pt x="380" y="57327"/>
                  </a:lnTo>
                </a:path>
                <a:path w="4445" h="440054">
                  <a:moveTo>
                    <a:pt x="380" y="58089"/>
                  </a:moveTo>
                  <a:lnTo>
                    <a:pt x="380" y="57708"/>
                  </a:lnTo>
                </a:path>
                <a:path w="4445" h="440054">
                  <a:moveTo>
                    <a:pt x="380" y="58470"/>
                  </a:moveTo>
                  <a:lnTo>
                    <a:pt x="380" y="58089"/>
                  </a:lnTo>
                </a:path>
                <a:path w="4445" h="440054">
                  <a:moveTo>
                    <a:pt x="380" y="58851"/>
                  </a:moveTo>
                  <a:lnTo>
                    <a:pt x="380" y="58470"/>
                  </a:lnTo>
                </a:path>
                <a:path w="4445" h="440054">
                  <a:moveTo>
                    <a:pt x="380" y="59220"/>
                  </a:moveTo>
                  <a:lnTo>
                    <a:pt x="380" y="58851"/>
                  </a:lnTo>
                </a:path>
                <a:path w="4445" h="440054">
                  <a:moveTo>
                    <a:pt x="380" y="59601"/>
                  </a:moveTo>
                  <a:lnTo>
                    <a:pt x="380" y="59220"/>
                  </a:lnTo>
                </a:path>
                <a:path w="4445" h="440054">
                  <a:moveTo>
                    <a:pt x="380" y="59982"/>
                  </a:moveTo>
                  <a:lnTo>
                    <a:pt x="380" y="59601"/>
                  </a:lnTo>
                </a:path>
                <a:path w="4445" h="440054">
                  <a:moveTo>
                    <a:pt x="380" y="60363"/>
                  </a:moveTo>
                  <a:lnTo>
                    <a:pt x="380" y="59982"/>
                  </a:lnTo>
                </a:path>
                <a:path w="4445" h="440054">
                  <a:moveTo>
                    <a:pt x="380" y="60744"/>
                  </a:moveTo>
                  <a:lnTo>
                    <a:pt x="380" y="60363"/>
                  </a:lnTo>
                </a:path>
                <a:path w="4445" h="440054">
                  <a:moveTo>
                    <a:pt x="380" y="61125"/>
                  </a:moveTo>
                  <a:lnTo>
                    <a:pt x="380" y="60744"/>
                  </a:lnTo>
                </a:path>
                <a:path w="4445" h="440054">
                  <a:moveTo>
                    <a:pt x="380" y="61506"/>
                  </a:moveTo>
                  <a:lnTo>
                    <a:pt x="380" y="61125"/>
                  </a:lnTo>
                </a:path>
                <a:path w="4445" h="440054">
                  <a:moveTo>
                    <a:pt x="380" y="61887"/>
                  </a:moveTo>
                  <a:lnTo>
                    <a:pt x="380" y="61506"/>
                  </a:lnTo>
                </a:path>
                <a:path w="4445" h="440054">
                  <a:moveTo>
                    <a:pt x="380" y="62268"/>
                  </a:moveTo>
                  <a:lnTo>
                    <a:pt x="380" y="61887"/>
                  </a:lnTo>
                </a:path>
                <a:path w="4445" h="440054">
                  <a:moveTo>
                    <a:pt x="380" y="62649"/>
                  </a:moveTo>
                  <a:lnTo>
                    <a:pt x="380" y="62268"/>
                  </a:lnTo>
                </a:path>
                <a:path w="4445" h="440054">
                  <a:moveTo>
                    <a:pt x="380" y="63017"/>
                  </a:moveTo>
                  <a:lnTo>
                    <a:pt x="380" y="62649"/>
                  </a:lnTo>
                </a:path>
                <a:path w="4445" h="440054">
                  <a:moveTo>
                    <a:pt x="380" y="63398"/>
                  </a:moveTo>
                  <a:lnTo>
                    <a:pt x="380" y="63017"/>
                  </a:lnTo>
                </a:path>
                <a:path w="4445" h="440054">
                  <a:moveTo>
                    <a:pt x="380" y="63779"/>
                  </a:moveTo>
                  <a:lnTo>
                    <a:pt x="380" y="63398"/>
                  </a:lnTo>
                </a:path>
                <a:path w="4445" h="440054">
                  <a:moveTo>
                    <a:pt x="380" y="64160"/>
                  </a:moveTo>
                  <a:lnTo>
                    <a:pt x="380" y="63779"/>
                  </a:lnTo>
                </a:path>
                <a:path w="4445" h="440054">
                  <a:moveTo>
                    <a:pt x="380" y="64541"/>
                  </a:moveTo>
                  <a:lnTo>
                    <a:pt x="380" y="64160"/>
                  </a:lnTo>
                </a:path>
                <a:path w="4445" h="440054">
                  <a:moveTo>
                    <a:pt x="380" y="64922"/>
                  </a:moveTo>
                  <a:lnTo>
                    <a:pt x="380" y="64541"/>
                  </a:lnTo>
                </a:path>
                <a:path w="4445" h="440054">
                  <a:moveTo>
                    <a:pt x="380" y="65303"/>
                  </a:moveTo>
                  <a:lnTo>
                    <a:pt x="380" y="64922"/>
                  </a:lnTo>
                </a:path>
                <a:path w="4445" h="440054">
                  <a:moveTo>
                    <a:pt x="380" y="65684"/>
                  </a:moveTo>
                  <a:lnTo>
                    <a:pt x="380" y="65303"/>
                  </a:lnTo>
                </a:path>
                <a:path w="4445" h="440054">
                  <a:moveTo>
                    <a:pt x="380" y="66052"/>
                  </a:moveTo>
                  <a:lnTo>
                    <a:pt x="380" y="65684"/>
                  </a:lnTo>
                </a:path>
                <a:path w="4445" h="440054">
                  <a:moveTo>
                    <a:pt x="380" y="66433"/>
                  </a:moveTo>
                  <a:lnTo>
                    <a:pt x="380" y="66052"/>
                  </a:lnTo>
                </a:path>
                <a:path w="4445" h="440054">
                  <a:moveTo>
                    <a:pt x="380" y="66814"/>
                  </a:moveTo>
                  <a:lnTo>
                    <a:pt x="380" y="66433"/>
                  </a:lnTo>
                </a:path>
                <a:path w="4445" h="440054">
                  <a:moveTo>
                    <a:pt x="380" y="67195"/>
                  </a:moveTo>
                  <a:lnTo>
                    <a:pt x="380" y="66814"/>
                  </a:lnTo>
                </a:path>
                <a:path w="4445" h="440054">
                  <a:moveTo>
                    <a:pt x="380" y="67576"/>
                  </a:moveTo>
                  <a:lnTo>
                    <a:pt x="380" y="67195"/>
                  </a:lnTo>
                </a:path>
                <a:path w="4445" h="440054">
                  <a:moveTo>
                    <a:pt x="380" y="67957"/>
                  </a:moveTo>
                  <a:lnTo>
                    <a:pt x="380" y="67576"/>
                  </a:lnTo>
                </a:path>
                <a:path w="4445" h="440054">
                  <a:moveTo>
                    <a:pt x="380" y="68338"/>
                  </a:moveTo>
                  <a:lnTo>
                    <a:pt x="380" y="67957"/>
                  </a:lnTo>
                </a:path>
                <a:path w="4445" h="440054">
                  <a:moveTo>
                    <a:pt x="380" y="68719"/>
                  </a:moveTo>
                  <a:lnTo>
                    <a:pt x="380" y="68338"/>
                  </a:lnTo>
                </a:path>
                <a:path w="4445" h="440054">
                  <a:moveTo>
                    <a:pt x="380" y="69100"/>
                  </a:moveTo>
                  <a:lnTo>
                    <a:pt x="380" y="68719"/>
                  </a:lnTo>
                </a:path>
                <a:path w="4445" h="440054">
                  <a:moveTo>
                    <a:pt x="380" y="69481"/>
                  </a:moveTo>
                  <a:lnTo>
                    <a:pt x="380" y="69100"/>
                  </a:lnTo>
                </a:path>
                <a:path w="4445" h="440054">
                  <a:moveTo>
                    <a:pt x="380" y="69862"/>
                  </a:moveTo>
                  <a:lnTo>
                    <a:pt x="380" y="69481"/>
                  </a:lnTo>
                </a:path>
                <a:path w="4445" h="440054">
                  <a:moveTo>
                    <a:pt x="380" y="70231"/>
                  </a:moveTo>
                  <a:lnTo>
                    <a:pt x="380" y="69862"/>
                  </a:lnTo>
                </a:path>
                <a:path w="4445" h="440054">
                  <a:moveTo>
                    <a:pt x="380" y="70612"/>
                  </a:moveTo>
                  <a:lnTo>
                    <a:pt x="380" y="70231"/>
                  </a:lnTo>
                </a:path>
                <a:path w="4445" h="440054">
                  <a:moveTo>
                    <a:pt x="380" y="70993"/>
                  </a:moveTo>
                  <a:lnTo>
                    <a:pt x="380" y="70612"/>
                  </a:lnTo>
                </a:path>
                <a:path w="4445" h="440054">
                  <a:moveTo>
                    <a:pt x="380" y="71374"/>
                  </a:moveTo>
                  <a:lnTo>
                    <a:pt x="380" y="70993"/>
                  </a:lnTo>
                </a:path>
                <a:path w="4445" h="440054">
                  <a:moveTo>
                    <a:pt x="380" y="71755"/>
                  </a:moveTo>
                  <a:lnTo>
                    <a:pt x="380" y="71374"/>
                  </a:lnTo>
                </a:path>
                <a:path w="4445" h="440054">
                  <a:moveTo>
                    <a:pt x="380" y="72136"/>
                  </a:moveTo>
                  <a:lnTo>
                    <a:pt x="380" y="71755"/>
                  </a:lnTo>
                </a:path>
                <a:path w="4445" h="440054">
                  <a:moveTo>
                    <a:pt x="380" y="72517"/>
                  </a:moveTo>
                  <a:lnTo>
                    <a:pt x="380" y="72136"/>
                  </a:lnTo>
                </a:path>
                <a:path w="4445" h="440054">
                  <a:moveTo>
                    <a:pt x="380" y="72898"/>
                  </a:moveTo>
                  <a:lnTo>
                    <a:pt x="380" y="72517"/>
                  </a:lnTo>
                </a:path>
                <a:path w="4445" h="440054">
                  <a:moveTo>
                    <a:pt x="380" y="73279"/>
                  </a:moveTo>
                  <a:lnTo>
                    <a:pt x="380" y="72898"/>
                  </a:lnTo>
                </a:path>
                <a:path w="4445" h="440054">
                  <a:moveTo>
                    <a:pt x="380" y="73647"/>
                  </a:moveTo>
                  <a:lnTo>
                    <a:pt x="380" y="73279"/>
                  </a:lnTo>
                </a:path>
                <a:path w="4445" h="440054">
                  <a:moveTo>
                    <a:pt x="380" y="74028"/>
                  </a:moveTo>
                  <a:lnTo>
                    <a:pt x="380" y="73647"/>
                  </a:lnTo>
                </a:path>
                <a:path w="4445" h="440054">
                  <a:moveTo>
                    <a:pt x="380" y="74409"/>
                  </a:moveTo>
                  <a:lnTo>
                    <a:pt x="380" y="74028"/>
                  </a:lnTo>
                </a:path>
                <a:path w="4445" h="440054">
                  <a:moveTo>
                    <a:pt x="380" y="74790"/>
                  </a:moveTo>
                  <a:lnTo>
                    <a:pt x="380" y="74409"/>
                  </a:lnTo>
                </a:path>
                <a:path w="4445" h="440054">
                  <a:moveTo>
                    <a:pt x="380" y="75171"/>
                  </a:moveTo>
                  <a:lnTo>
                    <a:pt x="380" y="74790"/>
                  </a:lnTo>
                </a:path>
                <a:path w="4445" h="440054">
                  <a:moveTo>
                    <a:pt x="380" y="75552"/>
                  </a:moveTo>
                  <a:lnTo>
                    <a:pt x="380" y="75171"/>
                  </a:lnTo>
                </a:path>
                <a:path w="4445" h="440054">
                  <a:moveTo>
                    <a:pt x="380" y="75933"/>
                  </a:moveTo>
                  <a:lnTo>
                    <a:pt x="380" y="75552"/>
                  </a:lnTo>
                </a:path>
                <a:path w="4445" h="440054">
                  <a:moveTo>
                    <a:pt x="380" y="76301"/>
                  </a:moveTo>
                  <a:lnTo>
                    <a:pt x="380" y="75933"/>
                  </a:lnTo>
                </a:path>
                <a:path w="4445" h="440054">
                  <a:moveTo>
                    <a:pt x="380" y="76682"/>
                  </a:moveTo>
                  <a:lnTo>
                    <a:pt x="380" y="76301"/>
                  </a:lnTo>
                </a:path>
                <a:path w="4445" h="440054">
                  <a:moveTo>
                    <a:pt x="380" y="77063"/>
                  </a:moveTo>
                  <a:lnTo>
                    <a:pt x="380" y="76682"/>
                  </a:lnTo>
                </a:path>
                <a:path w="4445" h="440054">
                  <a:moveTo>
                    <a:pt x="380" y="77444"/>
                  </a:moveTo>
                  <a:lnTo>
                    <a:pt x="380" y="77063"/>
                  </a:lnTo>
                </a:path>
                <a:path w="4445" h="440054">
                  <a:moveTo>
                    <a:pt x="380" y="77825"/>
                  </a:moveTo>
                  <a:lnTo>
                    <a:pt x="380" y="77444"/>
                  </a:lnTo>
                </a:path>
                <a:path w="4445" h="440054">
                  <a:moveTo>
                    <a:pt x="380" y="78206"/>
                  </a:moveTo>
                  <a:lnTo>
                    <a:pt x="380" y="77825"/>
                  </a:lnTo>
                </a:path>
                <a:path w="4445" h="440054">
                  <a:moveTo>
                    <a:pt x="380" y="78587"/>
                  </a:moveTo>
                  <a:lnTo>
                    <a:pt x="380" y="78206"/>
                  </a:lnTo>
                </a:path>
                <a:path w="4445" h="440054">
                  <a:moveTo>
                    <a:pt x="380" y="78968"/>
                  </a:moveTo>
                  <a:lnTo>
                    <a:pt x="380" y="78587"/>
                  </a:lnTo>
                </a:path>
                <a:path w="4445" h="440054">
                  <a:moveTo>
                    <a:pt x="380" y="79349"/>
                  </a:moveTo>
                  <a:lnTo>
                    <a:pt x="380" y="78968"/>
                  </a:lnTo>
                </a:path>
                <a:path w="4445" h="440054">
                  <a:moveTo>
                    <a:pt x="380" y="79730"/>
                  </a:moveTo>
                  <a:lnTo>
                    <a:pt x="380" y="79349"/>
                  </a:lnTo>
                </a:path>
                <a:path w="4445" h="440054">
                  <a:moveTo>
                    <a:pt x="380" y="80098"/>
                  </a:moveTo>
                  <a:lnTo>
                    <a:pt x="380" y="79730"/>
                  </a:lnTo>
                </a:path>
                <a:path w="4445" h="440054">
                  <a:moveTo>
                    <a:pt x="380" y="80479"/>
                  </a:moveTo>
                  <a:lnTo>
                    <a:pt x="380" y="80098"/>
                  </a:lnTo>
                </a:path>
                <a:path w="4445" h="440054">
                  <a:moveTo>
                    <a:pt x="380" y="80860"/>
                  </a:moveTo>
                  <a:lnTo>
                    <a:pt x="380" y="80479"/>
                  </a:lnTo>
                </a:path>
                <a:path w="4445" h="440054">
                  <a:moveTo>
                    <a:pt x="380" y="81241"/>
                  </a:moveTo>
                  <a:lnTo>
                    <a:pt x="380" y="80860"/>
                  </a:lnTo>
                </a:path>
                <a:path w="4445" h="440054">
                  <a:moveTo>
                    <a:pt x="380" y="81622"/>
                  </a:moveTo>
                  <a:lnTo>
                    <a:pt x="380" y="81241"/>
                  </a:lnTo>
                </a:path>
                <a:path w="4445" h="440054">
                  <a:moveTo>
                    <a:pt x="380" y="82003"/>
                  </a:moveTo>
                  <a:lnTo>
                    <a:pt x="380" y="81622"/>
                  </a:lnTo>
                </a:path>
                <a:path w="4445" h="440054">
                  <a:moveTo>
                    <a:pt x="380" y="82384"/>
                  </a:moveTo>
                  <a:lnTo>
                    <a:pt x="380" y="82003"/>
                  </a:lnTo>
                </a:path>
                <a:path w="4445" h="440054">
                  <a:moveTo>
                    <a:pt x="380" y="82765"/>
                  </a:moveTo>
                  <a:lnTo>
                    <a:pt x="380" y="82384"/>
                  </a:lnTo>
                </a:path>
                <a:path w="4445" h="440054">
                  <a:moveTo>
                    <a:pt x="380" y="83146"/>
                  </a:moveTo>
                  <a:lnTo>
                    <a:pt x="380" y="82765"/>
                  </a:lnTo>
                </a:path>
                <a:path w="4445" h="440054">
                  <a:moveTo>
                    <a:pt x="380" y="83527"/>
                  </a:moveTo>
                  <a:lnTo>
                    <a:pt x="380" y="83146"/>
                  </a:lnTo>
                </a:path>
                <a:path w="4445" h="440054">
                  <a:moveTo>
                    <a:pt x="380" y="83908"/>
                  </a:moveTo>
                  <a:lnTo>
                    <a:pt x="380" y="83527"/>
                  </a:lnTo>
                </a:path>
                <a:path w="4445" h="440054">
                  <a:moveTo>
                    <a:pt x="380" y="84277"/>
                  </a:moveTo>
                  <a:lnTo>
                    <a:pt x="380" y="83908"/>
                  </a:lnTo>
                </a:path>
                <a:path w="4445" h="440054">
                  <a:moveTo>
                    <a:pt x="380" y="84658"/>
                  </a:moveTo>
                  <a:lnTo>
                    <a:pt x="380" y="84277"/>
                  </a:lnTo>
                </a:path>
                <a:path w="4445" h="440054">
                  <a:moveTo>
                    <a:pt x="380" y="85039"/>
                  </a:moveTo>
                  <a:lnTo>
                    <a:pt x="380" y="84658"/>
                  </a:lnTo>
                </a:path>
                <a:path w="4445" h="440054">
                  <a:moveTo>
                    <a:pt x="380" y="85420"/>
                  </a:moveTo>
                  <a:lnTo>
                    <a:pt x="380" y="85039"/>
                  </a:lnTo>
                </a:path>
                <a:path w="4445" h="440054">
                  <a:moveTo>
                    <a:pt x="380" y="85801"/>
                  </a:moveTo>
                  <a:lnTo>
                    <a:pt x="380" y="85420"/>
                  </a:lnTo>
                </a:path>
                <a:path w="4445" h="440054">
                  <a:moveTo>
                    <a:pt x="380" y="86182"/>
                  </a:moveTo>
                  <a:lnTo>
                    <a:pt x="380" y="85801"/>
                  </a:lnTo>
                </a:path>
                <a:path w="4445" h="440054">
                  <a:moveTo>
                    <a:pt x="380" y="86563"/>
                  </a:moveTo>
                  <a:lnTo>
                    <a:pt x="380" y="86182"/>
                  </a:lnTo>
                </a:path>
                <a:path w="4445" h="440054">
                  <a:moveTo>
                    <a:pt x="380" y="86944"/>
                  </a:moveTo>
                  <a:lnTo>
                    <a:pt x="380" y="86563"/>
                  </a:lnTo>
                </a:path>
                <a:path w="4445" h="440054">
                  <a:moveTo>
                    <a:pt x="380" y="87312"/>
                  </a:moveTo>
                  <a:lnTo>
                    <a:pt x="380" y="86944"/>
                  </a:lnTo>
                </a:path>
                <a:path w="4445" h="440054">
                  <a:moveTo>
                    <a:pt x="380" y="87693"/>
                  </a:moveTo>
                  <a:lnTo>
                    <a:pt x="380" y="87312"/>
                  </a:lnTo>
                </a:path>
                <a:path w="4445" h="440054">
                  <a:moveTo>
                    <a:pt x="380" y="88074"/>
                  </a:moveTo>
                  <a:lnTo>
                    <a:pt x="380" y="87693"/>
                  </a:lnTo>
                </a:path>
                <a:path w="4445" h="440054">
                  <a:moveTo>
                    <a:pt x="380" y="88455"/>
                  </a:moveTo>
                  <a:lnTo>
                    <a:pt x="380" y="88074"/>
                  </a:lnTo>
                </a:path>
                <a:path w="4445" h="440054">
                  <a:moveTo>
                    <a:pt x="380" y="88836"/>
                  </a:moveTo>
                  <a:lnTo>
                    <a:pt x="380" y="88455"/>
                  </a:lnTo>
                </a:path>
                <a:path w="4445" h="440054">
                  <a:moveTo>
                    <a:pt x="380" y="89217"/>
                  </a:moveTo>
                  <a:lnTo>
                    <a:pt x="380" y="88836"/>
                  </a:lnTo>
                </a:path>
                <a:path w="4445" h="440054">
                  <a:moveTo>
                    <a:pt x="380" y="89598"/>
                  </a:moveTo>
                  <a:lnTo>
                    <a:pt x="380" y="89217"/>
                  </a:lnTo>
                </a:path>
                <a:path w="4445" h="440054">
                  <a:moveTo>
                    <a:pt x="380" y="89979"/>
                  </a:moveTo>
                  <a:lnTo>
                    <a:pt x="380" y="89598"/>
                  </a:lnTo>
                </a:path>
                <a:path w="4445" h="440054">
                  <a:moveTo>
                    <a:pt x="380" y="90360"/>
                  </a:moveTo>
                  <a:lnTo>
                    <a:pt x="380" y="89979"/>
                  </a:lnTo>
                </a:path>
                <a:path w="4445" h="440054">
                  <a:moveTo>
                    <a:pt x="380" y="90741"/>
                  </a:moveTo>
                  <a:lnTo>
                    <a:pt x="380" y="90360"/>
                  </a:lnTo>
                </a:path>
                <a:path w="4445" h="440054">
                  <a:moveTo>
                    <a:pt x="380" y="91109"/>
                  </a:moveTo>
                  <a:lnTo>
                    <a:pt x="380" y="90741"/>
                  </a:lnTo>
                </a:path>
                <a:path w="4445" h="440054">
                  <a:moveTo>
                    <a:pt x="380" y="91490"/>
                  </a:moveTo>
                  <a:lnTo>
                    <a:pt x="380" y="91109"/>
                  </a:lnTo>
                </a:path>
                <a:path w="4445" h="440054">
                  <a:moveTo>
                    <a:pt x="380" y="91871"/>
                  </a:moveTo>
                  <a:lnTo>
                    <a:pt x="380" y="91490"/>
                  </a:lnTo>
                </a:path>
                <a:path w="4445" h="440054">
                  <a:moveTo>
                    <a:pt x="380" y="92252"/>
                  </a:moveTo>
                  <a:lnTo>
                    <a:pt x="380" y="91871"/>
                  </a:lnTo>
                </a:path>
                <a:path w="4445" h="440054">
                  <a:moveTo>
                    <a:pt x="380" y="92633"/>
                  </a:moveTo>
                  <a:lnTo>
                    <a:pt x="380" y="92252"/>
                  </a:lnTo>
                </a:path>
                <a:path w="4445" h="440054">
                  <a:moveTo>
                    <a:pt x="380" y="93014"/>
                  </a:moveTo>
                  <a:lnTo>
                    <a:pt x="380" y="92633"/>
                  </a:lnTo>
                </a:path>
                <a:path w="4445" h="440054">
                  <a:moveTo>
                    <a:pt x="380" y="93395"/>
                  </a:moveTo>
                  <a:lnTo>
                    <a:pt x="380" y="93014"/>
                  </a:lnTo>
                </a:path>
                <a:path w="4445" h="440054">
                  <a:moveTo>
                    <a:pt x="380" y="93776"/>
                  </a:moveTo>
                  <a:lnTo>
                    <a:pt x="380" y="93395"/>
                  </a:lnTo>
                </a:path>
                <a:path w="4445" h="440054">
                  <a:moveTo>
                    <a:pt x="380" y="94157"/>
                  </a:moveTo>
                  <a:lnTo>
                    <a:pt x="380" y="93776"/>
                  </a:lnTo>
                </a:path>
                <a:path w="4445" h="440054">
                  <a:moveTo>
                    <a:pt x="380" y="94538"/>
                  </a:moveTo>
                  <a:lnTo>
                    <a:pt x="380" y="94157"/>
                  </a:lnTo>
                </a:path>
                <a:path w="4445" h="440054">
                  <a:moveTo>
                    <a:pt x="380" y="94919"/>
                  </a:moveTo>
                  <a:lnTo>
                    <a:pt x="380" y="94538"/>
                  </a:lnTo>
                </a:path>
                <a:path w="4445" h="440054">
                  <a:moveTo>
                    <a:pt x="380" y="95288"/>
                  </a:moveTo>
                  <a:lnTo>
                    <a:pt x="380" y="94919"/>
                  </a:lnTo>
                </a:path>
                <a:path w="4445" h="440054">
                  <a:moveTo>
                    <a:pt x="380" y="95669"/>
                  </a:moveTo>
                  <a:lnTo>
                    <a:pt x="380" y="95288"/>
                  </a:lnTo>
                </a:path>
                <a:path w="4445" h="440054">
                  <a:moveTo>
                    <a:pt x="380" y="96050"/>
                  </a:moveTo>
                  <a:lnTo>
                    <a:pt x="380" y="95669"/>
                  </a:lnTo>
                </a:path>
                <a:path w="4445" h="440054">
                  <a:moveTo>
                    <a:pt x="380" y="96431"/>
                  </a:moveTo>
                  <a:lnTo>
                    <a:pt x="380" y="96050"/>
                  </a:lnTo>
                </a:path>
                <a:path w="4445" h="440054">
                  <a:moveTo>
                    <a:pt x="380" y="96812"/>
                  </a:moveTo>
                  <a:lnTo>
                    <a:pt x="380" y="96431"/>
                  </a:lnTo>
                </a:path>
                <a:path w="4445" h="440054">
                  <a:moveTo>
                    <a:pt x="380" y="97193"/>
                  </a:moveTo>
                  <a:lnTo>
                    <a:pt x="380" y="96812"/>
                  </a:lnTo>
                </a:path>
                <a:path w="4445" h="440054">
                  <a:moveTo>
                    <a:pt x="380" y="97574"/>
                  </a:moveTo>
                  <a:lnTo>
                    <a:pt x="380" y="97193"/>
                  </a:lnTo>
                </a:path>
                <a:path w="4445" h="440054">
                  <a:moveTo>
                    <a:pt x="380" y="97942"/>
                  </a:moveTo>
                  <a:lnTo>
                    <a:pt x="380" y="97574"/>
                  </a:lnTo>
                </a:path>
                <a:path w="4445" h="440054">
                  <a:moveTo>
                    <a:pt x="380" y="98323"/>
                  </a:moveTo>
                  <a:lnTo>
                    <a:pt x="380" y="97942"/>
                  </a:lnTo>
                </a:path>
                <a:path w="4445" h="440054">
                  <a:moveTo>
                    <a:pt x="380" y="98704"/>
                  </a:moveTo>
                  <a:lnTo>
                    <a:pt x="380" y="98323"/>
                  </a:lnTo>
                </a:path>
                <a:path w="4445" h="440054">
                  <a:moveTo>
                    <a:pt x="380" y="99085"/>
                  </a:moveTo>
                  <a:lnTo>
                    <a:pt x="380" y="98704"/>
                  </a:lnTo>
                </a:path>
                <a:path w="4445" h="440054">
                  <a:moveTo>
                    <a:pt x="380" y="99466"/>
                  </a:moveTo>
                  <a:lnTo>
                    <a:pt x="380" y="99085"/>
                  </a:lnTo>
                </a:path>
                <a:path w="4445" h="440054">
                  <a:moveTo>
                    <a:pt x="380" y="99847"/>
                  </a:moveTo>
                  <a:lnTo>
                    <a:pt x="380" y="99466"/>
                  </a:lnTo>
                </a:path>
                <a:path w="4445" h="440054">
                  <a:moveTo>
                    <a:pt x="380" y="100228"/>
                  </a:moveTo>
                  <a:lnTo>
                    <a:pt x="380" y="99847"/>
                  </a:lnTo>
                </a:path>
                <a:path w="4445" h="440054">
                  <a:moveTo>
                    <a:pt x="380" y="100609"/>
                  </a:moveTo>
                  <a:lnTo>
                    <a:pt x="380" y="100228"/>
                  </a:lnTo>
                </a:path>
                <a:path w="4445" h="440054">
                  <a:moveTo>
                    <a:pt x="380" y="100990"/>
                  </a:moveTo>
                  <a:lnTo>
                    <a:pt x="380" y="100609"/>
                  </a:lnTo>
                </a:path>
                <a:path w="4445" h="440054">
                  <a:moveTo>
                    <a:pt x="380" y="101371"/>
                  </a:moveTo>
                  <a:lnTo>
                    <a:pt x="380" y="100990"/>
                  </a:lnTo>
                </a:path>
                <a:path w="4445" h="440054">
                  <a:moveTo>
                    <a:pt x="380" y="101739"/>
                  </a:moveTo>
                  <a:lnTo>
                    <a:pt x="380" y="101371"/>
                  </a:lnTo>
                </a:path>
                <a:path w="4445" h="440054">
                  <a:moveTo>
                    <a:pt x="380" y="102120"/>
                  </a:moveTo>
                  <a:lnTo>
                    <a:pt x="380" y="101739"/>
                  </a:lnTo>
                </a:path>
                <a:path w="4445" h="440054">
                  <a:moveTo>
                    <a:pt x="380" y="102501"/>
                  </a:moveTo>
                  <a:lnTo>
                    <a:pt x="380" y="102120"/>
                  </a:lnTo>
                </a:path>
                <a:path w="4445" h="440054">
                  <a:moveTo>
                    <a:pt x="380" y="102882"/>
                  </a:moveTo>
                  <a:lnTo>
                    <a:pt x="380" y="102501"/>
                  </a:lnTo>
                </a:path>
                <a:path w="4445" h="440054">
                  <a:moveTo>
                    <a:pt x="380" y="103263"/>
                  </a:moveTo>
                  <a:lnTo>
                    <a:pt x="380" y="102882"/>
                  </a:lnTo>
                </a:path>
                <a:path w="4445" h="440054">
                  <a:moveTo>
                    <a:pt x="380" y="103644"/>
                  </a:moveTo>
                  <a:lnTo>
                    <a:pt x="380" y="103263"/>
                  </a:lnTo>
                </a:path>
                <a:path w="4445" h="440054">
                  <a:moveTo>
                    <a:pt x="380" y="104025"/>
                  </a:moveTo>
                  <a:lnTo>
                    <a:pt x="380" y="103644"/>
                  </a:lnTo>
                </a:path>
                <a:path w="4445" h="440054">
                  <a:moveTo>
                    <a:pt x="380" y="104406"/>
                  </a:moveTo>
                  <a:lnTo>
                    <a:pt x="380" y="104025"/>
                  </a:lnTo>
                </a:path>
                <a:path w="4445" h="440054">
                  <a:moveTo>
                    <a:pt x="380" y="104787"/>
                  </a:moveTo>
                  <a:lnTo>
                    <a:pt x="380" y="104406"/>
                  </a:lnTo>
                </a:path>
                <a:path w="4445" h="440054">
                  <a:moveTo>
                    <a:pt x="380" y="105168"/>
                  </a:moveTo>
                  <a:lnTo>
                    <a:pt x="380" y="104787"/>
                  </a:lnTo>
                </a:path>
                <a:path w="4445" h="440054">
                  <a:moveTo>
                    <a:pt x="380" y="105537"/>
                  </a:moveTo>
                  <a:lnTo>
                    <a:pt x="380" y="105168"/>
                  </a:lnTo>
                </a:path>
                <a:path w="4445" h="440054">
                  <a:moveTo>
                    <a:pt x="380" y="105918"/>
                  </a:moveTo>
                  <a:lnTo>
                    <a:pt x="380" y="105537"/>
                  </a:lnTo>
                </a:path>
                <a:path w="4445" h="440054">
                  <a:moveTo>
                    <a:pt x="380" y="106299"/>
                  </a:moveTo>
                  <a:lnTo>
                    <a:pt x="380" y="105918"/>
                  </a:lnTo>
                </a:path>
                <a:path w="4445" h="440054">
                  <a:moveTo>
                    <a:pt x="380" y="106680"/>
                  </a:moveTo>
                  <a:lnTo>
                    <a:pt x="380" y="106299"/>
                  </a:lnTo>
                </a:path>
                <a:path w="4445" h="440054">
                  <a:moveTo>
                    <a:pt x="380" y="107061"/>
                  </a:moveTo>
                  <a:lnTo>
                    <a:pt x="380" y="106680"/>
                  </a:lnTo>
                </a:path>
                <a:path w="4445" h="440054">
                  <a:moveTo>
                    <a:pt x="380" y="107442"/>
                  </a:moveTo>
                  <a:lnTo>
                    <a:pt x="380" y="107061"/>
                  </a:lnTo>
                </a:path>
                <a:path w="4445" h="440054">
                  <a:moveTo>
                    <a:pt x="380" y="107823"/>
                  </a:moveTo>
                  <a:lnTo>
                    <a:pt x="380" y="107442"/>
                  </a:lnTo>
                </a:path>
                <a:path w="4445" h="440054">
                  <a:moveTo>
                    <a:pt x="380" y="108191"/>
                  </a:moveTo>
                  <a:lnTo>
                    <a:pt x="380" y="107823"/>
                  </a:lnTo>
                </a:path>
                <a:path w="4445" h="440054">
                  <a:moveTo>
                    <a:pt x="380" y="108572"/>
                  </a:moveTo>
                  <a:lnTo>
                    <a:pt x="380" y="108191"/>
                  </a:lnTo>
                </a:path>
                <a:path w="4445" h="440054">
                  <a:moveTo>
                    <a:pt x="380" y="108953"/>
                  </a:moveTo>
                  <a:lnTo>
                    <a:pt x="380" y="108572"/>
                  </a:lnTo>
                </a:path>
                <a:path w="4445" h="440054">
                  <a:moveTo>
                    <a:pt x="380" y="109334"/>
                  </a:moveTo>
                  <a:lnTo>
                    <a:pt x="380" y="108953"/>
                  </a:lnTo>
                </a:path>
                <a:path w="4445" h="440054">
                  <a:moveTo>
                    <a:pt x="380" y="109715"/>
                  </a:moveTo>
                  <a:lnTo>
                    <a:pt x="380" y="109334"/>
                  </a:lnTo>
                </a:path>
                <a:path w="4445" h="440054">
                  <a:moveTo>
                    <a:pt x="380" y="110096"/>
                  </a:moveTo>
                  <a:lnTo>
                    <a:pt x="380" y="109715"/>
                  </a:lnTo>
                </a:path>
                <a:path w="4445" h="440054">
                  <a:moveTo>
                    <a:pt x="380" y="110477"/>
                  </a:moveTo>
                  <a:lnTo>
                    <a:pt x="380" y="110096"/>
                  </a:lnTo>
                </a:path>
                <a:path w="4445" h="440054">
                  <a:moveTo>
                    <a:pt x="380" y="110858"/>
                  </a:moveTo>
                  <a:lnTo>
                    <a:pt x="380" y="110477"/>
                  </a:lnTo>
                </a:path>
                <a:path w="4445" h="440054">
                  <a:moveTo>
                    <a:pt x="380" y="111239"/>
                  </a:moveTo>
                  <a:lnTo>
                    <a:pt x="380" y="110858"/>
                  </a:lnTo>
                </a:path>
                <a:path w="4445" h="440054">
                  <a:moveTo>
                    <a:pt x="380" y="111620"/>
                  </a:moveTo>
                  <a:lnTo>
                    <a:pt x="380" y="111239"/>
                  </a:lnTo>
                </a:path>
                <a:path w="4445" h="440054">
                  <a:moveTo>
                    <a:pt x="380" y="112001"/>
                  </a:moveTo>
                  <a:lnTo>
                    <a:pt x="380" y="111620"/>
                  </a:lnTo>
                </a:path>
                <a:path w="4445" h="440054">
                  <a:moveTo>
                    <a:pt x="380" y="112369"/>
                  </a:moveTo>
                  <a:lnTo>
                    <a:pt x="380" y="112001"/>
                  </a:lnTo>
                </a:path>
                <a:path w="4445" h="440054">
                  <a:moveTo>
                    <a:pt x="380" y="112750"/>
                  </a:moveTo>
                  <a:lnTo>
                    <a:pt x="380" y="112369"/>
                  </a:lnTo>
                </a:path>
                <a:path w="4445" h="440054">
                  <a:moveTo>
                    <a:pt x="380" y="113131"/>
                  </a:moveTo>
                  <a:lnTo>
                    <a:pt x="380" y="112750"/>
                  </a:lnTo>
                </a:path>
                <a:path w="4445" h="440054">
                  <a:moveTo>
                    <a:pt x="380" y="113512"/>
                  </a:moveTo>
                  <a:lnTo>
                    <a:pt x="380" y="113131"/>
                  </a:lnTo>
                </a:path>
                <a:path w="4445" h="440054">
                  <a:moveTo>
                    <a:pt x="380" y="113893"/>
                  </a:moveTo>
                  <a:lnTo>
                    <a:pt x="380" y="113512"/>
                  </a:lnTo>
                </a:path>
                <a:path w="4445" h="440054">
                  <a:moveTo>
                    <a:pt x="380" y="114274"/>
                  </a:moveTo>
                  <a:lnTo>
                    <a:pt x="380" y="113893"/>
                  </a:lnTo>
                </a:path>
                <a:path w="4445" h="440054">
                  <a:moveTo>
                    <a:pt x="380" y="114655"/>
                  </a:moveTo>
                  <a:lnTo>
                    <a:pt x="380" y="114274"/>
                  </a:lnTo>
                </a:path>
                <a:path w="4445" h="440054">
                  <a:moveTo>
                    <a:pt x="380" y="115036"/>
                  </a:moveTo>
                  <a:lnTo>
                    <a:pt x="380" y="114655"/>
                  </a:lnTo>
                </a:path>
                <a:path w="4445" h="440054">
                  <a:moveTo>
                    <a:pt x="380" y="115417"/>
                  </a:moveTo>
                  <a:lnTo>
                    <a:pt x="380" y="115036"/>
                  </a:lnTo>
                </a:path>
                <a:path w="4445" h="440054">
                  <a:moveTo>
                    <a:pt x="380" y="115798"/>
                  </a:moveTo>
                  <a:lnTo>
                    <a:pt x="380" y="115417"/>
                  </a:lnTo>
                </a:path>
                <a:path w="4445" h="440054">
                  <a:moveTo>
                    <a:pt x="380" y="116179"/>
                  </a:moveTo>
                  <a:lnTo>
                    <a:pt x="380" y="115798"/>
                  </a:lnTo>
                </a:path>
                <a:path w="4445" h="440054">
                  <a:moveTo>
                    <a:pt x="380" y="116547"/>
                  </a:moveTo>
                  <a:lnTo>
                    <a:pt x="380" y="116179"/>
                  </a:lnTo>
                </a:path>
                <a:path w="4445" h="440054">
                  <a:moveTo>
                    <a:pt x="380" y="116928"/>
                  </a:moveTo>
                  <a:lnTo>
                    <a:pt x="380" y="116547"/>
                  </a:lnTo>
                </a:path>
                <a:path w="4445" h="440054">
                  <a:moveTo>
                    <a:pt x="380" y="117309"/>
                  </a:moveTo>
                  <a:lnTo>
                    <a:pt x="380" y="116928"/>
                  </a:lnTo>
                </a:path>
                <a:path w="4445" h="440054">
                  <a:moveTo>
                    <a:pt x="380" y="117690"/>
                  </a:moveTo>
                  <a:lnTo>
                    <a:pt x="380" y="117309"/>
                  </a:lnTo>
                </a:path>
                <a:path w="4445" h="440054">
                  <a:moveTo>
                    <a:pt x="380" y="118071"/>
                  </a:moveTo>
                  <a:lnTo>
                    <a:pt x="380" y="117690"/>
                  </a:lnTo>
                </a:path>
                <a:path w="4445" h="440054">
                  <a:moveTo>
                    <a:pt x="380" y="118452"/>
                  </a:moveTo>
                  <a:lnTo>
                    <a:pt x="380" y="118071"/>
                  </a:lnTo>
                </a:path>
                <a:path w="4445" h="440054">
                  <a:moveTo>
                    <a:pt x="380" y="118833"/>
                  </a:moveTo>
                  <a:lnTo>
                    <a:pt x="380" y="118452"/>
                  </a:lnTo>
                </a:path>
                <a:path w="4445" h="440054">
                  <a:moveTo>
                    <a:pt x="380" y="119202"/>
                  </a:moveTo>
                  <a:lnTo>
                    <a:pt x="380" y="118833"/>
                  </a:lnTo>
                </a:path>
                <a:path w="4445" h="440054">
                  <a:moveTo>
                    <a:pt x="380" y="119583"/>
                  </a:moveTo>
                  <a:lnTo>
                    <a:pt x="380" y="119202"/>
                  </a:lnTo>
                </a:path>
                <a:path w="4445" h="440054">
                  <a:moveTo>
                    <a:pt x="380" y="119964"/>
                  </a:moveTo>
                  <a:lnTo>
                    <a:pt x="380" y="119583"/>
                  </a:lnTo>
                </a:path>
                <a:path w="4445" h="440054">
                  <a:moveTo>
                    <a:pt x="380" y="120345"/>
                  </a:moveTo>
                  <a:lnTo>
                    <a:pt x="380" y="119964"/>
                  </a:lnTo>
                </a:path>
                <a:path w="4445" h="440054">
                  <a:moveTo>
                    <a:pt x="380" y="120726"/>
                  </a:moveTo>
                  <a:lnTo>
                    <a:pt x="380" y="120345"/>
                  </a:lnTo>
                </a:path>
                <a:path w="4445" h="440054">
                  <a:moveTo>
                    <a:pt x="380" y="121107"/>
                  </a:moveTo>
                  <a:lnTo>
                    <a:pt x="380" y="120726"/>
                  </a:lnTo>
                </a:path>
                <a:path w="4445" h="440054">
                  <a:moveTo>
                    <a:pt x="380" y="121488"/>
                  </a:moveTo>
                  <a:lnTo>
                    <a:pt x="380" y="121107"/>
                  </a:lnTo>
                </a:path>
                <a:path w="4445" h="440054">
                  <a:moveTo>
                    <a:pt x="380" y="121869"/>
                  </a:moveTo>
                  <a:lnTo>
                    <a:pt x="380" y="121488"/>
                  </a:lnTo>
                </a:path>
                <a:path w="4445" h="440054">
                  <a:moveTo>
                    <a:pt x="380" y="122250"/>
                  </a:moveTo>
                  <a:lnTo>
                    <a:pt x="380" y="121869"/>
                  </a:lnTo>
                </a:path>
                <a:path w="4445" h="440054">
                  <a:moveTo>
                    <a:pt x="380" y="122631"/>
                  </a:moveTo>
                  <a:lnTo>
                    <a:pt x="380" y="122250"/>
                  </a:lnTo>
                </a:path>
                <a:path w="4445" h="440054">
                  <a:moveTo>
                    <a:pt x="380" y="123012"/>
                  </a:moveTo>
                  <a:lnTo>
                    <a:pt x="380" y="122631"/>
                  </a:lnTo>
                </a:path>
                <a:path w="4445" h="440054">
                  <a:moveTo>
                    <a:pt x="380" y="123380"/>
                  </a:moveTo>
                  <a:lnTo>
                    <a:pt x="380" y="123012"/>
                  </a:lnTo>
                </a:path>
                <a:path w="4445" h="440054">
                  <a:moveTo>
                    <a:pt x="380" y="123761"/>
                  </a:moveTo>
                  <a:lnTo>
                    <a:pt x="380" y="123380"/>
                  </a:lnTo>
                </a:path>
                <a:path w="4445" h="440054">
                  <a:moveTo>
                    <a:pt x="380" y="124142"/>
                  </a:moveTo>
                  <a:lnTo>
                    <a:pt x="380" y="123761"/>
                  </a:lnTo>
                </a:path>
                <a:path w="4445" h="440054">
                  <a:moveTo>
                    <a:pt x="380" y="124523"/>
                  </a:moveTo>
                  <a:lnTo>
                    <a:pt x="380" y="124142"/>
                  </a:lnTo>
                </a:path>
                <a:path w="4445" h="440054">
                  <a:moveTo>
                    <a:pt x="380" y="124904"/>
                  </a:moveTo>
                  <a:lnTo>
                    <a:pt x="380" y="124523"/>
                  </a:lnTo>
                </a:path>
                <a:path w="4445" h="440054">
                  <a:moveTo>
                    <a:pt x="380" y="125285"/>
                  </a:moveTo>
                  <a:lnTo>
                    <a:pt x="380" y="124904"/>
                  </a:lnTo>
                </a:path>
                <a:path w="4445" h="440054">
                  <a:moveTo>
                    <a:pt x="380" y="125666"/>
                  </a:moveTo>
                  <a:lnTo>
                    <a:pt x="380" y="125285"/>
                  </a:lnTo>
                </a:path>
                <a:path w="4445" h="440054">
                  <a:moveTo>
                    <a:pt x="380" y="126047"/>
                  </a:moveTo>
                  <a:lnTo>
                    <a:pt x="380" y="125666"/>
                  </a:lnTo>
                </a:path>
                <a:path w="4445" h="440054">
                  <a:moveTo>
                    <a:pt x="380" y="126428"/>
                  </a:moveTo>
                  <a:lnTo>
                    <a:pt x="380" y="126047"/>
                  </a:lnTo>
                </a:path>
                <a:path w="4445" h="440054">
                  <a:moveTo>
                    <a:pt x="380" y="126796"/>
                  </a:moveTo>
                  <a:lnTo>
                    <a:pt x="380" y="126428"/>
                  </a:lnTo>
                </a:path>
                <a:path w="4445" h="440054">
                  <a:moveTo>
                    <a:pt x="380" y="127177"/>
                  </a:moveTo>
                  <a:lnTo>
                    <a:pt x="380" y="126796"/>
                  </a:lnTo>
                </a:path>
                <a:path w="4445" h="440054">
                  <a:moveTo>
                    <a:pt x="380" y="127558"/>
                  </a:moveTo>
                  <a:lnTo>
                    <a:pt x="380" y="127177"/>
                  </a:lnTo>
                </a:path>
                <a:path w="4445" h="440054">
                  <a:moveTo>
                    <a:pt x="380" y="127939"/>
                  </a:moveTo>
                  <a:lnTo>
                    <a:pt x="380" y="127558"/>
                  </a:lnTo>
                </a:path>
                <a:path w="4445" h="440054">
                  <a:moveTo>
                    <a:pt x="380" y="128320"/>
                  </a:moveTo>
                  <a:lnTo>
                    <a:pt x="380" y="127939"/>
                  </a:lnTo>
                </a:path>
                <a:path w="4445" h="440054">
                  <a:moveTo>
                    <a:pt x="380" y="128701"/>
                  </a:moveTo>
                  <a:lnTo>
                    <a:pt x="380" y="128320"/>
                  </a:lnTo>
                </a:path>
                <a:path w="4445" h="440054">
                  <a:moveTo>
                    <a:pt x="380" y="129082"/>
                  </a:moveTo>
                  <a:lnTo>
                    <a:pt x="380" y="128701"/>
                  </a:lnTo>
                </a:path>
                <a:path w="4445" h="440054">
                  <a:moveTo>
                    <a:pt x="380" y="129463"/>
                  </a:moveTo>
                  <a:lnTo>
                    <a:pt x="380" y="129082"/>
                  </a:lnTo>
                </a:path>
                <a:path w="4445" h="440054">
                  <a:moveTo>
                    <a:pt x="380" y="129844"/>
                  </a:moveTo>
                  <a:lnTo>
                    <a:pt x="380" y="129463"/>
                  </a:lnTo>
                </a:path>
                <a:path w="4445" h="440054">
                  <a:moveTo>
                    <a:pt x="380" y="130213"/>
                  </a:moveTo>
                  <a:lnTo>
                    <a:pt x="380" y="129844"/>
                  </a:lnTo>
                </a:path>
                <a:path w="4445" h="440054">
                  <a:moveTo>
                    <a:pt x="380" y="130594"/>
                  </a:moveTo>
                  <a:lnTo>
                    <a:pt x="380" y="130213"/>
                  </a:lnTo>
                </a:path>
                <a:path w="4445" h="440054">
                  <a:moveTo>
                    <a:pt x="380" y="130975"/>
                  </a:moveTo>
                  <a:lnTo>
                    <a:pt x="380" y="130594"/>
                  </a:lnTo>
                </a:path>
                <a:path w="4445" h="440054">
                  <a:moveTo>
                    <a:pt x="380" y="131356"/>
                  </a:moveTo>
                  <a:lnTo>
                    <a:pt x="380" y="130975"/>
                  </a:lnTo>
                </a:path>
                <a:path w="4445" h="440054">
                  <a:moveTo>
                    <a:pt x="380" y="131737"/>
                  </a:moveTo>
                  <a:lnTo>
                    <a:pt x="380" y="131356"/>
                  </a:lnTo>
                </a:path>
                <a:path w="4445" h="440054">
                  <a:moveTo>
                    <a:pt x="380" y="132118"/>
                  </a:moveTo>
                  <a:lnTo>
                    <a:pt x="380" y="131737"/>
                  </a:lnTo>
                </a:path>
                <a:path w="4445" h="440054">
                  <a:moveTo>
                    <a:pt x="380" y="132499"/>
                  </a:moveTo>
                  <a:lnTo>
                    <a:pt x="380" y="132118"/>
                  </a:lnTo>
                </a:path>
                <a:path w="4445" h="440054">
                  <a:moveTo>
                    <a:pt x="380" y="132880"/>
                  </a:moveTo>
                  <a:lnTo>
                    <a:pt x="380" y="132499"/>
                  </a:lnTo>
                </a:path>
                <a:path w="4445" h="440054">
                  <a:moveTo>
                    <a:pt x="380" y="133261"/>
                  </a:moveTo>
                  <a:lnTo>
                    <a:pt x="380" y="132880"/>
                  </a:lnTo>
                </a:path>
                <a:path w="4445" h="440054">
                  <a:moveTo>
                    <a:pt x="380" y="133629"/>
                  </a:moveTo>
                  <a:lnTo>
                    <a:pt x="380" y="133261"/>
                  </a:lnTo>
                </a:path>
                <a:path w="4445" h="440054">
                  <a:moveTo>
                    <a:pt x="380" y="134010"/>
                  </a:moveTo>
                  <a:lnTo>
                    <a:pt x="380" y="133629"/>
                  </a:lnTo>
                </a:path>
                <a:path w="4445" h="440054">
                  <a:moveTo>
                    <a:pt x="380" y="134391"/>
                  </a:moveTo>
                  <a:lnTo>
                    <a:pt x="380" y="134010"/>
                  </a:lnTo>
                </a:path>
                <a:path w="4445" h="440054">
                  <a:moveTo>
                    <a:pt x="380" y="134772"/>
                  </a:moveTo>
                  <a:lnTo>
                    <a:pt x="380" y="134391"/>
                  </a:lnTo>
                </a:path>
                <a:path w="4445" h="440054">
                  <a:moveTo>
                    <a:pt x="380" y="135153"/>
                  </a:moveTo>
                  <a:lnTo>
                    <a:pt x="380" y="134772"/>
                  </a:lnTo>
                </a:path>
                <a:path w="4445" h="440054">
                  <a:moveTo>
                    <a:pt x="380" y="135534"/>
                  </a:moveTo>
                  <a:lnTo>
                    <a:pt x="380" y="135153"/>
                  </a:lnTo>
                </a:path>
                <a:path w="4445" h="440054">
                  <a:moveTo>
                    <a:pt x="380" y="135915"/>
                  </a:moveTo>
                  <a:lnTo>
                    <a:pt x="380" y="135534"/>
                  </a:lnTo>
                </a:path>
                <a:path w="4445" h="440054">
                  <a:moveTo>
                    <a:pt x="380" y="136296"/>
                  </a:moveTo>
                  <a:lnTo>
                    <a:pt x="380" y="135915"/>
                  </a:lnTo>
                </a:path>
                <a:path w="4445" h="440054">
                  <a:moveTo>
                    <a:pt x="380" y="136677"/>
                  </a:moveTo>
                  <a:lnTo>
                    <a:pt x="380" y="136296"/>
                  </a:lnTo>
                </a:path>
                <a:path w="4445" h="440054">
                  <a:moveTo>
                    <a:pt x="380" y="137058"/>
                  </a:moveTo>
                  <a:lnTo>
                    <a:pt x="380" y="136677"/>
                  </a:lnTo>
                </a:path>
                <a:path w="4445" h="440054">
                  <a:moveTo>
                    <a:pt x="380" y="137439"/>
                  </a:moveTo>
                  <a:lnTo>
                    <a:pt x="380" y="137058"/>
                  </a:lnTo>
                </a:path>
                <a:path w="4445" h="440054">
                  <a:moveTo>
                    <a:pt x="380" y="137807"/>
                  </a:moveTo>
                  <a:lnTo>
                    <a:pt x="380" y="137439"/>
                  </a:lnTo>
                </a:path>
                <a:path w="4445" h="440054">
                  <a:moveTo>
                    <a:pt x="380" y="138188"/>
                  </a:moveTo>
                  <a:lnTo>
                    <a:pt x="380" y="137807"/>
                  </a:lnTo>
                </a:path>
                <a:path w="4445" h="440054">
                  <a:moveTo>
                    <a:pt x="380" y="138569"/>
                  </a:moveTo>
                  <a:lnTo>
                    <a:pt x="380" y="138188"/>
                  </a:lnTo>
                </a:path>
                <a:path w="4445" h="440054">
                  <a:moveTo>
                    <a:pt x="380" y="138950"/>
                  </a:moveTo>
                  <a:lnTo>
                    <a:pt x="380" y="138569"/>
                  </a:lnTo>
                </a:path>
                <a:path w="4445" h="440054">
                  <a:moveTo>
                    <a:pt x="380" y="139331"/>
                  </a:moveTo>
                  <a:lnTo>
                    <a:pt x="380" y="138950"/>
                  </a:lnTo>
                </a:path>
                <a:path w="4445" h="440054">
                  <a:moveTo>
                    <a:pt x="380" y="139712"/>
                  </a:moveTo>
                  <a:lnTo>
                    <a:pt x="380" y="139331"/>
                  </a:lnTo>
                </a:path>
                <a:path w="4445" h="440054">
                  <a:moveTo>
                    <a:pt x="380" y="140093"/>
                  </a:moveTo>
                  <a:lnTo>
                    <a:pt x="380" y="139712"/>
                  </a:lnTo>
                </a:path>
                <a:path w="4445" h="440054">
                  <a:moveTo>
                    <a:pt x="380" y="140462"/>
                  </a:moveTo>
                  <a:lnTo>
                    <a:pt x="380" y="140093"/>
                  </a:lnTo>
                </a:path>
                <a:path w="4445" h="440054">
                  <a:moveTo>
                    <a:pt x="380" y="140843"/>
                  </a:moveTo>
                  <a:lnTo>
                    <a:pt x="380" y="140462"/>
                  </a:lnTo>
                </a:path>
                <a:path w="4445" h="440054">
                  <a:moveTo>
                    <a:pt x="380" y="141224"/>
                  </a:moveTo>
                  <a:lnTo>
                    <a:pt x="380" y="140843"/>
                  </a:lnTo>
                </a:path>
                <a:path w="4445" h="440054">
                  <a:moveTo>
                    <a:pt x="380" y="141605"/>
                  </a:moveTo>
                  <a:lnTo>
                    <a:pt x="380" y="141224"/>
                  </a:lnTo>
                </a:path>
                <a:path w="4445" h="440054">
                  <a:moveTo>
                    <a:pt x="380" y="141986"/>
                  </a:moveTo>
                  <a:lnTo>
                    <a:pt x="380" y="141605"/>
                  </a:lnTo>
                </a:path>
                <a:path w="4445" h="440054">
                  <a:moveTo>
                    <a:pt x="380" y="142367"/>
                  </a:moveTo>
                  <a:lnTo>
                    <a:pt x="380" y="141986"/>
                  </a:lnTo>
                </a:path>
                <a:path w="4445" h="440054">
                  <a:moveTo>
                    <a:pt x="380" y="142748"/>
                  </a:moveTo>
                  <a:lnTo>
                    <a:pt x="380" y="142367"/>
                  </a:lnTo>
                </a:path>
                <a:path w="4445" h="440054">
                  <a:moveTo>
                    <a:pt x="380" y="143129"/>
                  </a:moveTo>
                  <a:lnTo>
                    <a:pt x="380" y="142748"/>
                  </a:lnTo>
                </a:path>
                <a:path w="4445" h="440054">
                  <a:moveTo>
                    <a:pt x="380" y="143510"/>
                  </a:moveTo>
                  <a:lnTo>
                    <a:pt x="380" y="143129"/>
                  </a:lnTo>
                </a:path>
                <a:path w="4445" h="440054">
                  <a:moveTo>
                    <a:pt x="380" y="143891"/>
                  </a:moveTo>
                  <a:lnTo>
                    <a:pt x="380" y="143510"/>
                  </a:lnTo>
                </a:path>
                <a:path w="4445" h="440054">
                  <a:moveTo>
                    <a:pt x="380" y="144272"/>
                  </a:moveTo>
                  <a:lnTo>
                    <a:pt x="380" y="143891"/>
                  </a:lnTo>
                </a:path>
                <a:path w="4445" h="440054">
                  <a:moveTo>
                    <a:pt x="380" y="144640"/>
                  </a:moveTo>
                  <a:lnTo>
                    <a:pt x="380" y="144272"/>
                  </a:lnTo>
                </a:path>
                <a:path w="4445" h="440054">
                  <a:moveTo>
                    <a:pt x="380" y="145021"/>
                  </a:moveTo>
                  <a:lnTo>
                    <a:pt x="380" y="144640"/>
                  </a:lnTo>
                </a:path>
                <a:path w="4445" h="440054">
                  <a:moveTo>
                    <a:pt x="380" y="145402"/>
                  </a:moveTo>
                  <a:lnTo>
                    <a:pt x="380" y="145021"/>
                  </a:lnTo>
                </a:path>
                <a:path w="4445" h="440054">
                  <a:moveTo>
                    <a:pt x="380" y="145783"/>
                  </a:moveTo>
                  <a:lnTo>
                    <a:pt x="380" y="145402"/>
                  </a:lnTo>
                </a:path>
                <a:path w="4445" h="440054">
                  <a:moveTo>
                    <a:pt x="380" y="146164"/>
                  </a:moveTo>
                  <a:lnTo>
                    <a:pt x="380" y="145783"/>
                  </a:lnTo>
                </a:path>
                <a:path w="4445" h="440054">
                  <a:moveTo>
                    <a:pt x="380" y="146545"/>
                  </a:moveTo>
                  <a:lnTo>
                    <a:pt x="380" y="146164"/>
                  </a:lnTo>
                </a:path>
                <a:path w="4445" h="440054">
                  <a:moveTo>
                    <a:pt x="380" y="146926"/>
                  </a:moveTo>
                  <a:lnTo>
                    <a:pt x="380" y="146545"/>
                  </a:lnTo>
                </a:path>
                <a:path w="4445" h="440054">
                  <a:moveTo>
                    <a:pt x="380" y="147307"/>
                  </a:moveTo>
                  <a:lnTo>
                    <a:pt x="380" y="146926"/>
                  </a:lnTo>
                </a:path>
                <a:path w="4445" h="440054">
                  <a:moveTo>
                    <a:pt x="380" y="147688"/>
                  </a:moveTo>
                  <a:lnTo>
                    <a:pt x="380" y="147307"/>
                  </a:lnTo>
                </a:path>
                <a:path w="4445" h="440054">
                  <a:moveTo>
                    <a:pt x="380" y="148069"/>
                  </a:moveTo>
                  <a:lnTo>
                    <a:pt x="380" y="147688"/>
                  </a:lnTo>
                </a:path>
                <a:path w="4445" h="440054">
                  <a:moveTo>
                    <a:pt x="380" y="148437"/>
                  </a:moveTo>
                  <a:lnTo>
                    <a:pt x="380" y="148069"/>
                  </a:lnTo>
                </a:path>
                <a:path w="4445" h="440054">
                  <a:moveTo>
                    <a:pt x="380" y="148818"/>
                  </a:moveTo>
                  <a:lnTo>
                    <a:pt x="380" y="148437"/>
                  </a:lnTo>
                </a:path>
                <a:path w="4445" h="440054">
                  <a:moveTo>
                    <a:pt x="380" y="149199"/>
                  </a:moveTo>
                  <a:lnTo>
                    <a:pt x="380" y="148818"/>
                  </a:lnTo>
                </a:path>
                <a:path w="4445" h="440054">
                  <a:moveTo>
                    <a:pt x="380" y="149580"/>
                  </a:moveTo>
                  <a:lnTo>
                    <a:pt x="380" y="149199"/>
                  </a:lnTo>
                </a:path>
                <a:path w="4445" h="440054">
                  <a:moveTo>
                    <a:pt x="380" y="149961"/>
                  </a:moveTo>
                  <a:lnTo>
                    <a:pt x="380" y="149580"/>
                  </a:lnTo>
                </a:path>
                <a:path w="4445" h="440054">
                  <a:moveTo>
                    <a:pt x="380" y="150342"/>
                  </a:moveTo>
                  <a:lnTo>
                    <a:pt x="380" y="149961"/>
                  </a:lnTo>
                </a:path>
                <a:path w="4445" h="440054">
                  <a:moveTo>
                    <a:pt x="0" y="150723"/>
                  </a:moveTo>
                  <a:lnTo>
                    <a:pt x="0" y="150342"/>
                  </a:lnTo>
                </a:path>
                <a:path w="4445" h="440054">
                  <a:moveTo>
                    <a:pt x="0" y="151104"/>
                  </a:moveTo>
                  <a:lnTo>
                    <a:pt x="0" y="150723"/>
                  </a:lnTo>
                </a:path>
                <a:path w="4445" h="440054">
                  <a:moveTo>
                    <a:pt x="0" y="151472"/>
                  </a:moveTo>
                  <a:lnTo>
                    <a:pt x="0" y="151104"/>
                  </a:lnTo>
                </a:path>
                <a:path w="4445" h="440054">
                  <a:moveTo>
                    <a:pt x="0" y="151853"/>
                  </a:moveTo>
                  <a:lnTo>
                    <a:pt x="0" y="151472"/>
                  </a:lnTo>
                </a:path>
                <a:path w="4445" h="440054">
                  <a:moveTo>
                    <a:pt x="0" y="152234"/>
                  </a:moveTo>
                  <a:lnTo>
                    <a:pt x="0" y="151853"/>
                  </a:lnTo>
                </a:path>
                <a:path w="4445" h="440054">
                  <a:moveTo>
                    <a:pt x="0" y="152615"/>
                  </a:moveTo>
                  <a:lnTo>
                    <a:pt x="0" y="152234"/>
                  </a:lnTo>
                </a:path>
                <a:path w="4445" h="440054">
                  <a:moveTo>
                    <a:pt x="0" y="152996"/>
                  </a:moveTo>
                  <a:lnTo>
                    <a:pt x="0" y="152615"/>
                  </a:lnTo>
                </a:path>
                <a:path w="4445" h="440054">
                  <a:moveTo>
                    <a:pt x="0" y="153377"/>
                  </a:moveTo>
                  <a:lnTo>
                    <a:pt x="0" y="152996"/>
                  </a:lnTo>
                </a:path>
                <a:path w="4445" h="440054">
                  <a:moveTo>
                    <a:pt x="0" y="153758"/>
                  </a:moveTo>
                  <a:lnTo>
                    <a:pt x="0" y="153377"/>
                  </a:lnTo>
                </a:path>
                <a:path w="4445" h="440054">
                  <a:moveTo>
                    <a:pt x="0" y="154139"/>
                  </a:moveTo>
                  <a:lnTo>
                    <a:pt x="0" y="153758"/>
                  </a:lnTo>
                </a:path>
                <a:path w="4445" h="440054">
                  <a:moveTo>
                    <a:pt x="0" y="154520"/>
                  </a:moveTo>
                  <a:lnTo>
                    <a:pt x="0" y="154139"/>
                  </a:lnTo>
                </a:path>
                <a:path w="4445" h="440054">
                  <a:moveTo>
                    <a:pt x="0" y="154889"/>
                  </a:moveTo>
                  <a:lnTo>
                    <a:pt x="0" y="154520"/>
                  </a:lnTo>
                </a:path>
                <a:path w="4445" h="440054">
                  <a:moveTo>
                    <a:pt x="0" y="155270"/>
                  </a:moveTo>
                  <a:lnTo>
                    <a:pt x="0" y="154889"/>
                  </a:lnTo>
                </a:path>
                <a:path w="4445" h="440054">
                  <a:moveTo>
                    <a:pt x="0" y="155651"/>
                  </a:moveTo>
                  <a:lnTo>
                    <a:pt x="0" y="155270"/>
                  </a:lnTo>
                </a:path>
                <a:path w="4445" h="440054">
                  <a:moveTo>
                    <a:pt x="0" y="156032"/>
                  </a:moveTo>
                  <a:lnTo>
                    <a:pt x="0" y="155651"/>
                  </a:lnTo>
                </a:path>
                <a:path w="4445" h="440054">
                  <a:moveTo>
                    <a:pt x="0" y="156413"/>
                  </a:moveTo>
                  <a:lnTo>
                    <a:pt x="0" y="156032"/>
                  </a:lnTo>
                </a:path>
                <a:path w="4445" h="440054">
                  <a:moveTo>
                    <a:pt x="0" y="156794"/>
                  </a:moveTo>
                  <a:lnTo>
                    <a:pt x="0" y="156413"/>
                  </a:lnTo>
                </a:path>
                <a:path w="4445" h="440054">
                  <a:moveTo>
                    <a:pt x="0" y="157175"/>
                  </a:moveTo>
                  <a:lnTo>
                    <a:pt x="0" y="156794"/>
                  </a:lnTo>
                </a:path>
                <a:path w="4445" h="440054">
                  <a:moveTo>
                    <a:pt x="0" y="157556"/>
                  </a:moveTo>
                  <a:lnTo>
                    <a:pt x="0" y="157175"/>
                  </a:lnTo>
                </a:path>
                <a:path w="4445" h="440054">
                  <a:moveTo>
                    <a:pt x="0" y="157937"/>
                  </a:moveTo>
                  <a:lnTo>
                    <a:pt x="0" y="157556"/>
                  </a:lnTo>
                </a:path>
                <a:path w="4445" h="440054">
                  <a:moveTo>
                    <a:pt x="0" y="158318"/>
                  </a:moveTo>
                  <a:lnTo>
                    <a:pt x="0" y="157937"/>
                  </a:lnTo>
                </a:path>
                <a:path w="4445" h="440054">
                  <a:moveTo>
                    <a:pt x="0" y="158699"/>
                  </a:moveTo>
                  <a:lnTo>
                    <a:pt x="0" y="158318"/>
                  </a:lnTo>
                </a:path>
                <a:path w="4445" h="440054">
                  <a:moveTo>
                    <a:pt x="0" y="159067"/>
                  </a:moveTo>
                  <a:lnTo>
                    <a:pt x="0" y="158699"/>
                  </a:lnTo>
                </a:path>
                <a:path w="4445" h="440054">
                  <a:moveTo>
                    <a:pt x="0" y="159448"/>
                  </a:moveTo>
                  <a:lnTo>
                    <a:pt x="0" y="159067"/>
                  </a:lnTo>
                </a:path>
                <a:path w="4445" h="440054">
                  <a:moveTo>
                    <a:pt x="0" y="159829"/>
                  </a:moveTo>
                  <a:lnTo>
                    <a:pt x="0" y="159448"/>
                  </a:lnTo>
                </a:path>
                <a:path w="4445" h="440054">
                  <a:moveTo>
                    <a:pt x="0" y="160210"/>
                  </a:moveTo>
                  <a:lnTo>
                    <a:pt x="0" y="159829"/>
                  </a:lnTo>
                </a:path>
                <a:path w="4445" h="440054">
                  <a:moveTo>
                    <a:pt x="0" y="160591"/>
                  </a:moveTo>
                  <a:lnTo>
                    <a:pt x="0" y="160210"/>
                  </a:lnTo>
                </a:path>
                <a:path w="4445" h="440054">
                  <a:moveTo>
                    <a:pt x="0" y="160972"/>
                  </a:moveTo>
                  <a:lnTo>
                    <a:pt x="0" y="160591"/>
                  </a:lnTo>
                </a:path>
                <a:path w="4445" h="440054">
                  <a:moveTo>
                    <a:pt x="0" y="161353"/>
                  </a:moveTo>
                  <a:lnTo>
                    <a:pt x="0" y="160972"/>
                  </a:lnTo>
                </a:path>
                <a:path w="4445" h="440054">
                  <a:moveTo>
                    <a:pt x="0" y="161721"/>
                  </a:moveTo>
                  <a:lnTo>
                    <a:pt x="0" y="161353"/>
                  </a:lnTo>
                </a:path>
                <a:path w="4445" h="440054">
                  <a:moveTo>
                    <a:pt x="0" y="162102"/>
                  </a:moveTo>
                  <a:lnTo>
                    <a:pt x="0" y="161721"/>
                  </a:lnTo>
                </a:path>
                <a:path w="4445" h="440054">
                  <a:moveTo>
                    <a:pt x="0" y="162483"/>
                  </a:moveTo>
                  <a:lnTo>
                    <a:pt x="0" y="162102"/>
                  </a:lnTo>
                </a:path>
                <a:path w="4445" h="440054">
                  <a:moveTo>
                    <a:pt x="0" y="162864"/>
                  </a:moveTo>
                  <a:lnTo>
                    <a:pt x="0" y="162483"/>
                  </a:lnTo>
                </a:path>
                <a:path w="4445" h="440054">
                  <a:moveTo>
                    <a:pt x="0" y="163245"/>
                  </a:moveTo>
                  <a:lnTo>
                    <a:pt x="0" y="162864"/>
                  </a:lnTo>
                </a:path>
                <a:path w="4445" h="440054">
                  <a:moveTo>
                    <a:pt x="0" y="163626"/>
                  </a:moveTo>
                  <a:lnTo>
                    <a:pt x="0" y="163245"/>
                  </a:lnTo>
                </a:path>
                <a:path w="4445" h="440054">
                  <a:moveTo>
                    <a:pt x="0" y="164007"/>
                  </a:moveTo>
                  <a:lnTo>
                    <a:pt x="0" y="163626"/>
                  </a:lnTo>
                </a:path>
                <a:path w="4445" h="440054">
                  <a:moveTo>
                    <a:pt x="0" y="164388"/>
                  </a:moveTo>
                  <a:lnTo>
                    <a:pt x="0" y="164007"/>
                  </a:lnTo>
                </a:path>
                <a:path w="4445" h="440054">
                  <a:moveTo>
                    <a:pt x="0" y="164769"/>
                  </a:moveTo>
                  <a:lnTo>
                    <a:pt x="0" y="164388"/>
                  </a:lnTo>
                </a:path>
                <a:path w="4445" h="440054">
                  <a:moveTo>
                    <a:pt x="0" y="165150"/>
                  </a:moveTo>
                  <a:lnTo>
                    <a:pt x="0" y="164769"/>
                  </a:lnTo>
                </a:path>
                <a:path w="4445" h="440054">
                  <a:moveTo>
                    <a:pt x="0" y="165519"/>
                  </a:moveTo>
                  <a:lnTo>
                    <a:pt x="0" y="165150"/>
                  </a:lnTo>
                </a:path>
                <a:path w="4445" h="440054">
                  <a:moveTo>
                    <a:pt x="0" y="165900"/>
                  </a:moveTo>
                  <a:lnTo>
                    <a:pt x="0" y="165519"/>
                  </a:lnTo>
                </a:path>
                <a:path w="4445" h="440054">
                  <a:moveTo>
                    <a:pt x="0" y="166281"/>
                  </a:moveTo>
                  <a:lnTo>
                    <a:pt x="0" y="165900"/>
                  </a:lnTo>
                </a:path>
                <a:path w="4445" h="440054">
                  <a:moveTo>
                    <a:pt x="0" y="166662"/>
                  </a:moveTo>
                  <a:lnTo>
                    <a:pt x="0" y="166281"/>
                  </a:lnTo>
                </a:path>
                <a:path w="4445" h="440054">
                  <a:moveTo>
                    <a:pt x="0" y="167043"/>
                  </a:moveTo>
                  <a:lnTo>
                    <a:pt x="0" y="166662"/>
                  </a:lnTo>
                </a:path>
                <a:path w="4445" h="440054">
                  <a:moveTo>
                    <a:pt x="0" y="167424"/>
                  </a:moveTo>
                  <a:lnTo>
                    <a:pt x="0" y="167043"/>
                  </a:lnTo>
                </a:path>
                <a:path w="4445" h="440054">
                  <a:moveTo>
                    <a:pt x="0" y="167805"/>
                  </a:moveTo>
                  <a:lnTo>
                    <a:pt x="0" y="167424"/>
                  </a:lnTo>
                </a:path>
                <a:path w="4445" h="440054">
                  <a:moveTo>
                    <a:pt x="0" y="168186"/>
                  </a:moveTo>
                  <a:lnTo>
                    <a:pt x="0" y="167805"/>
                  </a:lnTo>
                </a:path>
                <a:path w="4445" h="440054">
                  <a:moveTo>
                    <a:pt x="0" y="168567"/>
                  </a:moveTo>
                  <a:lnTo>
                    <a:pt x="0" y="168186"/>
                  </a:lnTo>
                </a:path>
                <a:path w="4445" h="440054">
                  <a:moveTo>
                    <a:pt x="0" y="168948"/>
                  </a:moveTo>
                  <a:lnTo>
                    <a:pt x="0" y="168567"/>
                  </a:lnTo>
                </a:path>
                <a:path w="4445" h="440054">
                  <a:moveTo>
                    <a:pt x="0" y="169329"/>
                  </a:moveTo>
                  <a:lnTo>
                    <a:pt x="0" y="168948"/>
                  </a:lnTo>
                </a:path>
                <a:path w="4445" h="440054">
                  <a:moveTo>
                    <a:pt x="0" y="169710"/>
                  </a:moveTo>
                  <a:lnTo>
                    <a:pt x="0" y="169329"/>
                  </a:lnTo>
                </a:path>
                <a:path w="4445" h="440054">
                  <a:moveTo>
                    <a:pt x="0" y="170078"/>
                  </a:moveTo>
                  <a:lnTo>
                    <a:pt x="0" y="169710"/>
                  </a:lnTo>
                </a:path>
                <a:path w="4445" h="440054">
                  <a:moveTo>
                    <a:pt x="0" y="170459"/>
                  </a:moveTo>
                  <a:lnTo>
                    <a:pt x="0" y="170078"/>
                  </a:lnTo>
                </a:path>
                <a:path w="4445" h="440054">
                  <a:moveTo>
                    <a:pt x="0" y="170840"/>
                  </a:moveTo>
                  <a:lnTo>
                    <a:pt x="0" y="170459"/>
                  </a:lnTo>
                </a:path>
                <a:path w="4445" h="440054">
                  <a:moveTo>
                    <a:pt x="0" y="171221"/>
                  </a:moveTo>
                  <a:lnTo>
                    <a:pt x="0" y="170840"/>
                  </a:lnTo>
                </a:path>
                <a:path w="4445" h="440054">
                  <a:moveTo>
                    <a:pt x="0" y="171602"/>
                  </a:moveTo>
                  <a:lnTo>
                    <a:pt x="0" y="171221"/>
                  </a:lnTo>
                </a:path>
                <a:path w="4445" h="440054">
                  <a:moveTo>
                    <a:pt x="0" y="171983"/>
                  </a:moveTo>
                  <a:lnTo>
                    <a:pt x="0" y="171602"/>
                  </a:lnTo>
                </a:path>
                <a:path w="4445" h="440054">
                  <a:moveTo>
                    <a:pt x="0" y="172351"/>
                  </a:moveTo>
                  <a:lnTo>
                    <a:pt x="0" y="171983"/>
                  </a:lnTo>
                </a:path>
                <a:path w="4445" h="440054">
                  <a:moveTo>
                    <a:pt x="0" y="172732"/>
                  </a:moveTo>
                  <a:lnTo>
                    <a:pt x="0" y="172351"/>
                  </a:lnTo>
                </a:path>
                <a:path w="4445" h="440054">
                  <a:moveTo>
                    <a:pt x="0" y="173113"/>
                  </a:moveTo>
                  <a:lnTo>
                    <a:pt x="0" y="172732"/>
                  </a:lnTo>
                </a:path>
                <a:path w="4445" h="440054">
                  <a:moveTo>
                    <a:pt x="0" y="173494"/>
                  </a:moveTo>
                  <a:lnTo>
                    <a:pt x="0" y="173113"/>
                  </a:lnTo>
                </a:path>
                <a:path w="4445" h="440054">
                  <a:moveTo>
                    <a:pt x="0" y="173875"/>
                  </a:moveTo>
                  <a:lnTo>
                    <a:pt x="0" y="173494"/>
                  </a:lnTo>
                </a:path>
                <a:path w="4445" h="440054">
                  <a:moveTo>
                    <a:pt x="0" y="174256"/>
                  </a:moveTo>
                  <a:lnTo>
                    <a:pt x="0" y="173875"/>
                  </a:lnTo>
                </a:path>
                <a:path w="4445" h="440054">
                  <a:moveTo>
                    <a:pt x="0" y="174637"/>
                  </a:moveTo>
                  <a:lnTo>
                    <a:pt x="0" y="174256"/>
                  </a:lnTo>
                </a:path>
                <a:path w="4445" h="440054">
                  <a:moveTo>
                    <a:pt x="0" y="175018"/>
                  </a:moveTo>
                  <a:lnTo>
                    <a:pt x="0" y="174637"/>
                  </a:lnTo>
                </a:path>
                <a:path w="4445" h="440054">
                  <a:moveTo>
                    <a:pt x="0" y="175399"/>
                  </a:moveTo>
                  <a:lnTo>
                    <a:pt x="0" y="175018"/>
                  </a:lnTo>
                </a:path>
                <a:path w="4445" h="440054">
                  <a:moveTo>
                    <a:pt x="0" y="175780"/>
                  </a:moveTo>
                  <a:lnTo>
                    <a:pt x="0" y="175399"/>
                  </a:lnTo>
                </a:path>
                <a:path w="4445" h="440054">
                  <a:moveTo>
                    <a:pt x="0" y="176161"/>
                  </a:moveTo>
                  <a:lnTo>
                    <a:pt x="0" y="175780"/>
                  </a:lnTo>
                </a:path>
                <a:path w="4445" h="440054">
                  <a:moveTo>
                    <a:pt x="0" y="176542"/>
                  </a:moveTo>
                  <a:lnTo>
                    <a:pt x="0" y="176161"/>
                  </a:lnTo>
                </a:path>
                <a:path w="4445" h="440054">
                  <a:moveTo>
                    <a:pt x="0" y="176911"/>
                  </a:moveTo>
                  <a:lnTo>
                    <a:pt x="0" y="176542"/>
                  </a:lnTo>
                </a:path>
                <a:path w="4445" h="440054">
                  <a:moveTo>
                    <a:pt x="0" y="177292"/>
                  </a:moveTo>
                  <a:lnTo>
                    <a:pt x="0" y="176911"/>
                  </a:lnTo>
                </a:path>
                <a:path w="4445" h="440054">
                  <a:moveTo>
                    <a:pt x="0" y="177673"/>
                  </a:moveTo>
                  <a:lnTo>
                    <a:pt x="0" y="177292"/>
                  </a:lnTo>
                </a:path>
                <a:path w="4445" h="440054">
                  <a:moveTo>
                    <a:pt x="0" y="178054"/>
                  </a:moveTo>
                  <a:lnTo>
                    <a:pt x="0" y="177673"/>
                  </a:lnTo>
                </a:path>
                <a:path w="4445" h="440054">
                  <a:moveTo>
                    <a:pt x="0" y="178435"/>
                  </a:moveTo>
                  <a:lnTo>
                    <a:pt x="0" y="178054"/>
                  </a:lnTo>
                </a:path>
                <a:path w="4445" h="440054">
                  <a:moveTo>
                    <a:pt x="0" y="178816"/>
                  </a:moveTo>
                  <a:lnTo>
                    <a:pt x="0" y="178435"/>
                  </a:lnTo>
                </a:path>
                <a:path w="4445" h="440054">
                  <a:moveTo>
                    <a:pt x="0" y="179197"/>
                  </a:moveTo>
                  <a:lnTo>
                    <a:pt x="0" y="178816"/>
                  </a:lnTo>
                </a:path>
                <a:path w="4445" h="440054">
                  <a:moveTo>
                    <a:pt x="0" y="179577"/>
                  </a:moveTo>
                  <a:lnTo>
                    <a:pt x="0" y="179197"/>
                  </a:lnTo>
                </a:path>
                <a:path w="4445" h="440054">
                  <a:moveTo>
                    <a:pt x="0" y="179959"/>
                  </a:moveTo>
                  <a:lnTo>
                    <a:pt x="0" y="179577"/>
                  </a:lnTo>
                </a:path>
                <a:path w="4445" h="440054">
                  <a:moveTo>
                    <a:pt x="0" y="180327"/>
                  </a:moveTo>
                  <a:lnTo>
                    <a:pt x="0" y="179959"/>
                  </a:lnTo>
                </a:path>
                <a:path w="4445" h="440054">
                  <a:moveTo>
                    <a:pt x="0" y="180708"/>
                  </a:moveTo>
                  <a:lnTo>
                    <a:pt x="0" y="180327"/>
                  </a:lnTo>
                </a:path>
                <a:path w="4445" h="440054">
                  <a:moveTo>
                    <a:pt x="0" y="181089"/>
                  </a:moveTo>
                  <a:lnTo>
                    <a:pt x="0" y="180708"/>
                  </a:lnTo>
                </a:path>
                <a:path w="4445" h="440054">
                  <a:moveTo>
                    <a:pt x="0" y="181470"/>
                  </a:moveTo>
                  <a:lnTo>
                    <a:pt x="0" y="181089"/>
                  </a:lnTo>
                </a:path>
                <a:path w="4445" h="440054">
                  <a:moveTo>
                    <a:pt x="0" y="181851"/>
                  </a:moveTo>
                  <a:lnTo>
                    <a:pt x="0" y="181470"/>
                  </a:lnTo>
                </a:path>
                <a:path w="4445" h="440054">
                  <a:moveTo>
                    <a:pt x="0" y="182232"/>
                  </a:moveTo>
                  <a:lnTo>
                    <a:pt x="0" y="181851"/>
                  </a:lnTo>
                </a:path>
                <a:path w="4445" h="440054">
                  <a:moveTo>
                    <a:pt x="0" y="182613"/>
                  </a:moveTo>
                  <a:lnTo>
                    <a:pt x="0" y="182232"/>
                  </a:lnTo>
                </a:path>
                <a:path w="4445" h="440054">
                  <a:moveTo>
                    <a:pt x="0" y="182981"/>
                  </a:moveTo>
                  <a:lnTo>
                    <a:pt x="0" y="182613"/>
                  </a:lnTo>
                </a:path>
                <a:path w="4445" h="440054">
                  <a:moveTo>
                    <a:pt x="0" y="183362"/>
                  </a:moveTo>
                  <a:lnTo>
                    <a:pt x="0" y="182981"/>
                  </a:lnTo>
                </a:path>
                <a:path w="4445" h="440054">
                  <a:moveTo>
                    <a:pt x="0" y="183743"/>
                  </a:moveTo>
                  <a:lnTo>
                    <a:pt x="0" y="183362"/>
                  </a:lnTo>
                </a:path>
                <a:path w="4445" h="440054">
                  <a:moveTo>
                    <a:pt x="0" y="184124"/>
                  </a:moveTo>
                  <a:lnTo>
                    <a:pt x="0" y="183743"/>
                  </a:lnTo>
                </a:path>
                <a:path w="4445" h="440054">
                  <a:moveTo>
                    <a:pt x="0" y="184505"/>
                  </a:moveTo>
                  <a:lnTo>
                    <a:pt x="0" y="184124"/>
                  </a:lnTo>
                </a:path>
                <a:path w="4445" h="440054">
                  <a:moveTo>
                    <a:pt x="0" y="184886"/>
                  </a:moveTo>
                  <a:lnTo>
                    <a:pt x="0" y="184505"/>
                  </a:lnTo>
                </a:path>
                <a:path w="4445" h="440054">
                  <a:moveTo>
                    <a:pt x="0" y="185267"/>
                  </a:moveTo>
                  <a:lnTo>
                    <a:pt x="0" y="184886"/>
                  </a:lnTo>
                </a:path>
                <a:path w="4445" h="440054">
                  <a:moveTo>
                    <a:pt x="0" y="185648"/>
                  </a:moveTo>
                  <a:lnTo>
                    <a:pt x="0" y="185267"/>
                  </a:lnTo>
                </a:path>
                <a:path w="4445" h="440054">
                  <a:moveTo>
                    <a:pt x="0" y="186029"/>
                  </a:moveTo>
                  <a:lnTo>
                    <a:pt x="0" y="185648"/>
                  </a:lnTo>
                </a:path>
                <a:path w="4445" h="440054">
                  <a:moveTo>
                    <a:pt x="0" y="186410"/>
                  </a:moveTo>
                  <a:lnTo>
                    <a:pt x="0" y="186029"/>
                  </a:lnTo>
                </a:path>
                <a:path w="4445" h="440054">
                  <a:moveTo>
                    <a:pt x="0" y="186791"/>
                  </a:moveTo>
                  <a:lnTo>
                    <a:pt x="0" y="186410"/>
                  </a:lnTo>
                </a:path>
                <a:path w="4445" h="440054">
                  <a:moveTo>
                    <a:pt x="0" y="187159"/>
                  </a:moveTo>
                  <a:lnTo>
                    <a:pt x="0" y="186791"/>
                  </a:lnTo>
                </a:path>
                <a:path w="4445" h="440054">
                  <a:moveTo>
                    <a:pt x="0" y="187540"/>
                  </a:moveTo>
                  <a:lnTo>
                    <a:pt x="0" y="187159"/>
                  </a:lnTo>
                </a:path>
                <a:path w="4445" h="440054">
                  <a:moveTo>
                    <a:pt x="0" y="187921"/>
                  </a:moveTo>
                  <a:lnTo>
                    <a:pt x="0" y="187540"/>
                  </a:lnTo>
                </a:path>
                <a:path w="4445" h="440054">
                  <a:moveTo>
                    <a:pt x="0" y="188302"/>
                  </a:moveTo>
                  <a:lnTo>
                    <a:pt x="0" y="187921"/>
                  </a:lnTo>
                </a:path>
                <a:path w="4445" h="440054">
                  <a:moveTo>
                    <a:pt x="0" y="188683"/>
                  </a:moveTo>
                  <a:lnTo>
                    <a:pt x="0" y="188302"/>
                  </a:lnTo>
                </a:path>
                <a:path w="4445" h="440054">
                  <a:moveTo>
                    <a:pt x="0" y="189064"/>
                  </a:moveTo>
                  <a:lnTo>
                    <a:pt x="0" y="188683"/>
                  </a:lnTo>
                </a:path>
                <a:path w="4445" h="440054">
                  <a:moveTo>
                    <a:pt x="0" y="189445"/>
                  </a:moveTo>
                  <a:lnTo>
                    <a:pt x="0" y="189064"/>
                  </a:lnTo>
                </a:path>
                <a:path w="4445" h="440054">
                  <a:moveTo>
                    <a:pt x="0" y="189826"/>
                  </a:moveTo>
                  <a:lnTo>
                    <a:pt x="0" y="189445"/>
                  </a:lnTo>
                </a:path>
                <a:path w="4445" h="440054">
                  <a:moveTo>
                    <a:pt x="0" y="190207"/>
                  </a:moveTo>
                  <a:lnTo>
                    <a:pt x="0" y="189826"/>
                  </a:lnTo>
                </a:path>
                <a:path w="4445" h="440054">
                  <a:moveTo>
                    <a:pt x="0" y="190588"/>
                  </a:moveTo>
                  <a:lnTo>
                    <a:pt x="0" y="190207"/>
                  </a:lnTo>
                </a:path>
                <a:path w="4445" h="440054">
                  <a:moveTo>
                    <a:pt x="0" y="190957"/>
                  </a:moveTo>
                  <a:lnTo>
                    <a:pt x="0" y="190588"/>
                  </a:lnTo>
                </a:path>
                <a:path w="4445" h="440054">
                  <a:moveTo>
                    <a:pt x="0" y="191338"/>
                  </a:moveTo>
                  <a:lnTo>
                    <a:pt x="0" y="190957"/>
                  </a:lnTo>
                </a:path>
                <a:path w="4445" h="440054">
                  <a:moveTo>
                    <a:pt x="0" y="191719"/>
                  </a:moveTo>
                  <a:lnTo>
                    <a:pt x="0" y="191338"/>
                  </a:lnTo>
                </a:path>
                <a:path w="4445" h="440054">
                  <a:moveTo>
                    <a:pt x="0" y="192100"/>
                  </a:moveTo>
                  <a:lnTo>
                    <a:pt x="0" y="191719"/>
                  </a:lnTo>
                </a:path>
                <a:path w="4445" h="440054">
                  <a:moveTo>
                    <a:pt x="0" y="192481"/>
                  </a:moveTo>
                  <a:lnTo>
                    <a:pt x="0" y="192100"/>
                  </a:lnTo>
                </a:path>
                <a:path w="4445" h="440054">
                  <a:moveTo>
                    <a:pt x="0" y="192862"/>
                  </a:moveTo>
                  <a:lnTo>
                    <a:pt x="0" y="192481"/>
                  </a:lnTo>
                </a:path>
                <a:path w="4445" h="440054">
                  <a:moveTo>
                    <a:pt x="0" y="193243"/>
                  </a:moveTo>
                  <a:lnTo>
                    <a:pt x="0" y="192862"/>
                  </a:lnTo>
                </a:path>
                <a:path w="4445" h="440054">
                  <a:moveTo>
                    <a:pt x="0" y="193624"/>
                  </a:moveTo>
                  <a:lnTo>
                    <a:pt x="0" y="193243"/>
                  </a:lnTo>
                </a:path>
                <a:path w="4445" h="440054">
                  <a:moveTo>
                    <a:pt x="0" y="194005"/>
                  </a:moveTo>
                  <a:lnTo>
                    <a:pt x="0" y="193624"/>
                  </a:lnTo>
                </a:path>
                <a:path w="4445" h="440054">
                  <a:moveTo>
                    <a:pt x="0" y="194373"/>
                  </a:moveTo>
                  <a:lnTo>
                    <a:pt x="0" y="194005"/>
                  </a:lnTo>
                </a:path>
                <a:path w="4445" h="440054">
                  <a:moveTo>
                    <a:pt x="0" y="194754"/>
                  </a:moveTo>
                  <a:lnTo>
                    <a:pt x="0" y="194373"/>
                  </a:lnTo>
                </a:path>
                <a:path w="4445" h="440054">
                  <a:moveTo>
                    <a:pt x="0" y="195135"/>
                  </a:moveTo>
                  <a:lnTo>
                    <a:pt x="0" y="194754"/>
                  </a:lnTo>
                </a:path>
                <a:path w="4445" h="440054">
                  <a:moveTo>
                    <a:pt x="0" y="195516"/>
                  </a:moveTo>
                  <a:lnTo>
                    <a:pt x="0" y="195135"/>
                  </a:lnTo>
                </a:path>
                <a:path w="4445" h="440054">
                  <a:moveTo>
                    <a:pt x="0" y="195897"/>
                  </a:moveTo>
                  <a:lnTo>
                    <a:pt x="0" y="195516"/>
                  </a:lnTo>
                </a:path>
                <a:path w="4445" h="440054">
                  <a:moveTo>
                    <a:pt x="0" y="196278"/>
                  </a:moveTo>
                  <a:lnTo>
                    <a:pt x="0" y="195897"/>
                  </a:lnTo>
                </a:path>
                <a:path w="4445" h="440054">
                  <a:moveTo>
                    <a:pt x="0" y="196659"/>
                  </a:moveTo>
                  <a:lnTo>
                    <a:pt x="0" y="196278"/>
                  </a:lnTo>
                </a:path>
                <a:path w="4445" h="440054">
                  <a:moveTo>
                    <a:pt x="0" y="197040"/>
                  </a:moveTo>
                  <a:lnTo>
                    <a:pt x="0" y="196659"/>
                  </a:lnTo>
                </a:path>
                <a:path w="4445" h="440054">
                  <a:moveTo>
                    <a:pt x="0" y="197421"/>
                  </a:moveTo>
                  <a:lnTo>
                    <a:pt x="0" y="197040"/>
                  </a:lnTo>
                </a:path>
                <a:path w="4445" h="440054">
                  <a:moveTo>
                    <a:pt x="0" y="197789"/>
                  </a:moveTo>
                  <a:lnTo>
                    <a:pt x="0" y="197421"/>
                  </a:lnTo>
                </a:path>
                <a:path w="4445" h="440054">
                  <a:moveTo>
                    <a:pt x="0" y="198170"/>
                  </a:moveTo>
                  <a:lnTo>
                    <a:pt x="0" y="197789"/>
                  </a:lnTo>
                </a:path>
                <a:path w="4445" h="440054">
                  <a:moveTo>
                    <a:pt x="0" y="198551"/>
                  </a:moveTo>
                  <a:lnTo>
                    <a:pt x="0" y="198170"/>
                  </a:lnTo>
                </a:path>
                <a:path w="4445" h="440054">
                  <a:moveTo>
                    <a:pt x="0" y="198932"/>
                  </a:moveTo>
                  <a:lnTo>
                    <a:pt x="0" y="198551"/>
                  </a:lnTo>
                </a:path>
                <a:path w="4445" h="440054">
                  <a:moveTo>
                    <a:pt x="0" y="199313"/>
                  </a:moveTo>
                  <a:lnTo>
                    <a:pt x="0" y="198932"/>
                  </a:lnTo>
                </a:path>
                <a:path w="4445" h="440054">
                  <a:moveTo>
                    <a:pt x="0" y="199694"/>
                  </a:moveTo>
                  <a:lnTo>
                    <a:pt x="0" y="199313"/>
                  </a:lnTo>
                </a:path>
                <a:path w="4445" h="440054">
                  <a:moveTo>
                    <a:pt x="0" y="200075"/>
                  </a:moveTo>
                  <a:lnTo>
                    <a:pt x="0" y="199694"/>
                  </a:lnTo>
                </a:path>
                <a:path w="4445" h="440054">
                  <a:moveTo>
                    <a:pt x="0" y="200456"/>
                  </a:moveTo>
                  <a:lnTo>
                    <a:pt x="0" y="200075"/>
                  </a:lnTo>
                </a:path>
                <a:path w="4445" h="440054">
                  <a:moveTo>
                    <a:pt x="0" y="200837"/>
                  </a:moveTo>
                  <a:lnTo>
                    <a:pt x="0" y="200456"/>
                  </a:lnTo>
                </a:path>
                <a:path w="4445" h="440054">
                  <a:moveTo>
                    <a:pt x="0" y="201218"/>
                  </a:moveTo>
                  <a:lnTo>
                    <a:pt x="0" y="200837"/>
                  </a:lnTo>
                </a:path>
                <a:path w="4445" h="440054">
                  <a:moveTo>
                    <a:pt x="0" y="201587"/>
                  </a:moveTo>
                  <a:lnTo>
                    <a:pt x="0" y="201218"/>
                  </a:lnTo>
                </a:path>
                <a:path w="4445" h="440054">
                  <a:moveTo>
                    <a:pt x="0" y="201968"/>
                  </a:moveTo>
                  <a:lnTo>
                    <a:pt x="0" y="201587"/>
                  </a:lnTo>
                </a:path>
                <a:path w="4445" h="440054">
                  <a:moveTo>
                    <a:pt x="0" y="202349"/>
                  </a:moveTo>
                  <a:lnTo>
                    <a:pt x="0" y="201968"/>
                  </a:lnTo>
                </a:path>
                <a:path w="4445" h="440054">
                  <a:moveTo>
                    <a:pt x="0" y="202730"/>
                  </a:moveTo>
                  <a:lnTo>
                    <a:pt x="0" y="202349"/>
                  </a:lnTo>
                </a:path>
                <a:path w="4445" h="440054">
                  <a:moveTo>
                    <a:pt x="0" y="203111"/>
                  </a:moveTo>
                  <a:lnTo>
                    <a:pt x="0" y="202730"/>
                  </a:lnTo>
                </a:path>
                <a:path w="4445" h="440054">
                  <a:moveTo>
                    <a:pt x="0" y="203492"/>
                  </a:moveTo>
                  <a:lnTo>
                    <a:pt x="0" y="203111"/>
                  </a:lnTo>
                </a:path>
                <a:path w="4445" h="440054">
                  <a:moveTo>
                    <a:pt x="0" y="203873"/>
                  </a:moveTo>
                  <a:lnTo>
                    <a:pt x="0" y="203492"/>
                  </a:lnTo>
                </a:path>
                <a:path w="4445" h="440054">
                  <a:moveTo>
                    <a:pt x="0" y="204254"/>
                  </a:moveTo>
                  <a:lnTo>
                    <a:pt x="0" y="203873"/>
                  </a:lnTo>
                </a:path>
                <a:path w="4445" h="440054">
                  <a:moveTo>
                    <a:pt x="0" y="204622"/>
                  </a:moveTo>
                  <a:lnTo>
                    <a:pt x="0" y="204254"/>
                  </a:lnTo>
                </a:path>
                <a:path w="4445" h="440054">
                  <a:moveTo>
                    <a:pt x="0" y="205003"/>
                  </a:moveTo>
                  <a:lnTo>
                    <a:pt x="0" y="204622"/>
                  </a:lnTo>
                </a:path>
                <a:path w="4445" h="440054">
                  <a:moveTo>
                    <a:pt x="0" y="205384"/>
                  </a:moveTo>
                  <a:lnTo>
                    <a:pt x="0" y="205003"/>
                  </a:lnTo>
                </a:path>
                <a:path w="4445" h="440054">
                  <a:moveTo>
                    <a:pt x="0" y="205765"/>
                  </a:moveTo>
                  <a:lnTo>
                    <a:pt x="0" y="205384"/>
                  </a:lnTo>
                </a:path>
                <a:path w="4445" h="440054">
                  <a:moveTo>
                    <a:pt x="0" y="206146"/>
                  </a:moveTo>
                  <a:lnTo>
                    <a:pt x="0" y="205765"/>
                  </a:lnTo>
                </a:path>
                <a:path w="4445" h="440054">
                  <a:moveTo>
                    <a:pt x="0" y="206527"/>
                  </a:moveTo>
                  <a:lnTo>
                    <a:pt x="0" y="206146"/>
                  </a:lnTo>
                </a:path>
                <a:path w="4445" h="440054">
                  <a:moveTo>
                    <a:pt x="0" y="206908"/>
                  </a:moveTo>
                  <a:lnTo>
                    <a:pt x="0" y="206527"/>
                  </a:lnTo>
                </a:path>
                <a:path w="4445" h="440054">
                  <a:moveTo>
                    <a:pt x="0" y="207289"/>
                  </a:moveTo>
                  <a:lnTo>
                    <a:pt x="0" y="206908"/>
                  </a:lnTo>
                </a:path>
                <a:path w="4445" h="440054">
                  <a:moveTo>
                    <a:pt x="0" y="207670"/>
                  </a:moveTo>
                  <a:lnTo>
                    <a:pt x="0" y="207289"/>
                  </a:lnTo>
                </a:path>
                <a:path w="4445" h="440054">
                  <a:moveTo>
                    <a:pt x="0" y="208051"/>
                  </a:moveTo>
                  <a:lnTo>
                    <a:pt x="0" y="207670"/>
                  </a:lnTo>
                </a:path>
                <a:path w="4445" h="440054">
                  <a:moveTo>
                    <a:pt x="0" y="208432"/>
                  </a:moveTo>
                  <a:lnTo>
                    <a:pt x="0" y="208051"/>
                  </a:lnTo>
                </a:path>
                <a:path w="4445" h="440054">
                  <a:moveTo>
                    <a:pt x="0" y="208800"/>
                  </a:moveTo>
                  <a:lnTo>
                    <a:pt x="0" y="208432"/>
                  </a:lnTo>
                </a:path>
                <a:path w="4445" h="440054">
                  <a:moveTo>
                    <a:pt x="0" y="209181"/>
                  </a:moveTo>
                  <a:lnTo>
                    <a:pt x="0" y="208800"/>
                  </a:lnTo>
                </a:path>
                <a:path w="4445" h="440054">
                  <a:moveTo>
                    <a:pt x="0" y="209562"/>
                  </a:moveTo>
                  <a:lnTo>
                    <a:pt x="0" y="209181"/>
                  </a:lnTo>
                </a:path>
                <a:path w="4445" h="440054">
                  <a:moveTo>
                    <a:pt x="0" y="209943"/>
                  </a:moveTo>
                  <a:lnTo>
                    <a:pt x="0" y="209562"/>
                  </a:lnTo>
                </a:path>
                <a:path w="4445" h="440054">
                  <a:moveTo>
                    <a:pt x="0" y="210324"/>
                  </a:moveTo>
                  <a:lnTo>
                    <a:pt x="0" y="209943"/>
                  </a:lnTo>
                </a:path>
                <a:path w="4445" h="440054">
                  <a:moveTo>
                    <a:pt x="0" y="210705"/>
                  </a:moveTo>
                  <a:lnTo>
                    <a:pt x="0" y="210324"/>
                  </a:lnTo>
                </a:path>
                <a:path w="4445" h="440054">
                  <a:moveTo>
                    <a:pt x="0" y="211086"/>
                  </a:moveTo>
                  <a:lnTo>
                    <a:pt x="0" y="210705"/>
                  </a:lnTo>
                </a:path>
                <a:path w="4445" h="440054">
                  <a:moveTo>
                    <a:pt x="0" y="211467"/>
                  </a:moveTo>
                  <a:lnTo>
                    <a:pt x="0" y="211086"/>
                  </a:lnTo>
                </a:path>
                <a:path w="4445" h="440054">
                  <a:moveTo>
                    <a:pt x="0" y="211848"/>
                  </a:moveTo>
                  <a:lnTo>
                    <a:pt x="0" y="211467"/>
                  </a:lnTo>
                </a:path>
                <a:path w="4445" h="440054">
                  <a:moveTo>
                    <a:pt x="0" y="212229"/>
                  </a:moveTo>
                  <a:lnTo>
                    <a:pt x="0" y="211848"/>
                  </a:lnTo>
                </a:path>
                <a:path w="4445" h="440054">
                  <a:moveTo>
                    <a:pt x="0" y="212598"/>
                  </a:moveTo>
                  <a:lnTo>
                    <a:pt x="0" y="212229"/>
                  </a:lnTo>
                </a:path>
                <a:path w="4445" h="440054">
                  <a:moveTo>
                    <a:pt x="0" y="212979"/>
                  </a:moveTo>
                  <a:lnTo>
                    <a:pt x="0" y="212598"/>
                  </a:lnTo>
                </a:path>
                <a:path w="4445" h="440054">
                  <a:moveTo>
                    <a:pt x="0" y="213360"/>
                  </a:moveTo>
                  <a:lnTo>
                    <a:pt x="0" y="212979"/>
                  </a:lnTo>
                </a:path>
                <a:path w="4445" h="440054">
                  <a:moveTo>
                    <a:pt x="0" y="213741"/>
                  </a:moveTo>
                  <a:lnTo>
                    <a:pt x="0" y="213360"/>
                  </a:lnTo>
                </a:path>
                <a:path w="4445" h="440054">
                  <a:moveTo>
                    <a:pt x="0" y="214122"/>
                  </a:moveTo>
                  <a:lnTo>
                    <a:pt x="0" y="213741"/>
                  </a:lnTo>
                </a:path>
                <a:path w="4445" h="440054">
                  <a:moveTo>
                    <a:pt x="0" y="214502"/>
                  </a:moveTo>
                  <a:lnTo>
                    <a:pt x="0" y="214122"/>
                  </a:lnTo>
                </a:path>
                <a:path w="4445" h="440054">
                  <a:moveTo>
                    <a:pt x="0" y="214884"/>
                  </a:moveTo>
                  <a:lnTo>
                    <a:pt x="0" y="214502"/>
                  </a:lnTo>
                </a:path>
                <a:path w="4445" h="440054">
                  <a:moveTo>
                    <a:pt x="0" y="215252"/>
                  </a:moveTo>
                  <a:lnTo>
                    <a:pt x="0" y="214884"/>
                  </a:lnTo>
                </a:path>
                <a:path w="4445" h="440054">
                  <a:moveTo>
                    <a:pt x="0" y="215633"/>
                  </a:moveTo>
                  <a:lnTo>
                    <a:pt x="0" y="215252"/>
                  </a:lnTo>
                </a:path>
                <a:path w="4445" h="440054">
                  <a:moveTo>
                    <a:pt x="0" y="216014"/>
                  </a:moveTo>
                  <a:lnTo>
                    <a:pt x="0" y="215633"/>
                  </a:lnTo>
                </a:path>
                <a:path w="4445" h="440054">
                  <a:moveTo>
                    <a:pt x="0" y="216395"/>
                  </a:moveTo>
                  <a:lnTo>
                    <a:pt x="0" y="216014"/>
                  </a:lnTo>
                </a:path>
                <a:path w="4445" h="440054">
                  <a:moveTo>
                    <a:pt x="0" y="216776"/>
                  </a:moveTo>
                  <a:lnTo>
                    <a:pt x="0" y="216395"/>
                  </a:lnTo>
                </a:path>
                <a:path w="4445" h="440054">
                  <a:moveTo>
                    <a:pt x="0" y="217157"/>
                  </a:moveTo>
                  <a:lnTo>
                    <a:pt x="0" y="216776"/>
                  </a:lnTo>
                </a:path>
                <a:path w="4445" h="440054">
                  <a:moveTo>
                    <a:pt x="0" y="217538"/>
                  </a:moveTo>
                  <a:lnTo>
                    <a:pt x="0" y="217157"/>
                  </a:lnTo>
                </a:path>
                <a:path w="4445" h="440054">
                  <a:moveTo>
                    <a:pt x="0" y="217919"/>
                  </a:moveTo>
                  <a:lnTo>
                    <a:pt x="0" y="217538"/>
                  </a:lnTo>
                </a:path>
                <a:path w="4445" h="440054">
                  <a:moveTo>
                    <a:pt x="0" y="218300"/>
                  </a:moveTo>
                  <a:lnTo>
                    <a:pt x="0" y="217919"/>
                  </a:lnTo>
                </a:path>
                <a:path w="4445" h="440054">
                  <a:moveTo>
                    <a:pt x="0" y="218681"/>
                  </a:moveTo>
                  <a:lnTo>
                    <a:pt x="0" y="218300"/>
                  </a:lnTo>
                </a:path>
                <a:path w="4445" h="440054">
                  <a:moveTo>
                    <a:pt x="0" y="219049"/>
                  </a:moveTo>
                  <a:lnTo>
                    <a:pt x="0" y="218681"/>
                  </a:lnTo>
                </a:path>
                <a:path w="4445" h="440054">
                  <a:moveTo>
                    <a:pt x="0" y="219430"/>
                  </a:moveTo>
                  <a:lnTo>
                    <a:pt x="0" y="219049"/>
                  </a:lnTo>
                </a:path>
                <a:path w="4445" h="440054">
                  <a:moveTo>
                    <a:pt x="0" y="219811"/>
                  </a:moveTo>
                  <a:lnTo>
                    <a:pt x="0" y="219430"/>
                  </a:lnTo>
                </a:path>
                <a:path w="4445" h="440054">
                  <a:moveTo>
                    <a:pt x="0" y="220192"/>
                  </a:moveTo>
                  <a:lnTo>
                    <a:pt x="0" y="219811"/>
                  </a:lnTo>
                </a:path>
                <a:path w="4445" h="440054">
                  <a:moveTo>
                    <a:pt x="0" y="220573"/>
                  </a:moveTo>
                  <a:lnTo>
                    <a:pt x="0" y="220192"/>
                  </a:lnTo>
                </a:path>
                <a:path w="4445" h="440054">
                  <a:moveTo>
                    <a:pt x="0" y="220954"/>
                  </a:moveTo>
                  <a:lnTo>
                    <a:pt x="0" y="220573"/>
                  </a:lnTo>
                </a:path>
                <a:path w="4445" h="440054">
                  <a:moveTo>
                    <a:pt x="0" y="221335"/>
                  </a:moveTo>
                  <a:lnTo>
                    <a:pt x="0" y="220954"/>
                  </a:lnTo>
                </a:path>
                <a:path w="4445" h="440054">
                  <a:moveTo>
                    <a:pt x="0" y="221716"/>
                  </a:moveTo>
                  <a:lnTo>
                    <a:pt x="0" y="221335"/>
                  </a:lnTo>
                </a:path>
                <a:path w="4445" h="440054">
                  <a:moveTo>
                    <a:pt x="0" y="222097"/>
                  </a:moveTo>
                  <a:lnTo>
                    <a:pt x="0" y="221716"/>
                  </a:lnTo>
                </a:path>
                <a:path w="4445" h="440054">
                  <a:moveTo>
                    <a:pt x="0" y="222478"/>
                  </a:moveTo>
                  <a:lnTo>
                    <a:pt x="0" y="222097"/>
                  </a:lnTo>
                </a:path>
                <a:path w="4445" h="440054">
                  <a:moveTo>
                    <a:pt x="0" y="222859"/>
                  </a:moveTo>
                  <a:lnTo>
                    <a:pt x="0" y="222478"/>
                  </a:lnTo>
                </a:path>
                <a:path w="4445" h="440054">
                  <a:moveTo>
                    <a:pt x="0" y="223227"/>
                  </a:moveTo>
                  <a:lnTo>
                    <a:pt x="0" y="222859"/>
                  </a:lnTo>
                </a:path>
                <a:path w="4445" h="440054">
                  <a:moveTo>
                    <a:pt x="0" y="223608"/>
                  </a:moveTo>
                  <a:lnTo>
                    <a:pt x="0" y="223227"/>
                  </a:lnTo>
                </a:path>
                <a:path w="4445" h="440054">
                  <a:moveTo>
                    <a:pt x="0" y="223989"/>
                  </a:moveTo>
                  <a:lnTo>
                    <a:pt x="0" y="223608"/>
                  </a:lnTo>
                </a:path>
                <a:path w="4445" h="440054">
                  <a:moveTo>
                    <a:pt x="0" y="224370"/>
                  </a:moveTo>
                  <a:lnTo>
                    <a:pt x="0" y="223989"/>
                  </a:lnTo>
                </a:path>
                <a:path w="4445" h="440054">
                  <a:moveTo>
                    <a:pt x="0" y="224751"/>
                  </a:moveTo>
                  <a:lnTo>
                    <a:pt x="0" y="224370"/>
                  </a:lnTo>
                </a:path>
                <a:path w="4445" h="440054">
                  <a:moveTo>
                    <a:pt x="0" y="225132"/>
                  </a:moveTo>
                  <a:lnTo>
                    <a:pt x="0" y="224751"/>
                  </a:lnTo>
                </a:path>
                <a:path w="4445" h="440054">
                  <a:moveTo>
                    <a:pt x="0" y="225513"/>
                  </a:moveTo>
                  <a:lnTo>
                    <a:pt x="0" y="225132"/>
                  </a:lnTo>
                </a:path>
                <a:path w="4445" h="440054">
                  <a:moveTo>
                    <a:pt x="0" y="225882"/>
                  </a:moveTo>
                  <a:lnTo>
                    <a:pt x="0" y="225513"/>
                  </a:lnTo>
                </a:path>
                <a:path w="4445" h="440054">
                  <a:moveTo>
                    <a:pt x="0" y="226263"/>
                  </a:moveTo>
                  <a:lnTo>
                    <a:pt x="0" y="225882"/>
                  </a:lnTo>
                </a:path>
                <a:path w="4445" h="440054">
                  <a:moveTo>
                    <a:pt x="0" y="226644"/>
                  </a:moveTo>
                  <a:lnTo>
                    <a:pt x="0" y="226263"/>
                  </a:lnTo>
                </a:path>
                <a:path w="4445" h="440054">
                  <a:moveTo>
                    <a:pt x="0" y="227025"/>
                  </a:moveTo>
                  <a:lnTo>
                    <a:pt x="0" y="226644"/>
                  </a:lnTo>
                </a:path>
                <a:path w="4445" h="440054">
                  <a:moveTo>
                    <a:pt x="0" y="227406"/>
                  </a:moveTo>
                  <a:lnTo>
                    <a:pt x="0" y="227025"/>
                  </a:lnTo>
                </a:path>
                <a:path w="4445" h="440054">
                  <a:moveTo>
                    <a:pt x="0" y="227787"/>
                  </a:moveTo>
                  <a:lnTo>
                    <a:pt x="0" y="227406"/>
                  </a:lnTo>
                </a:path>
                <a:path w="4445" h="440054">
                  <a:moveTo>
                    <a:pt x="0" y="228168"/>
                  </a:moveTo>
                  <a:lnTo>
                    <a:pt x="0" y="227787"/>
                  </a:lnTo>
                </a:path>
                <a:path w="4445" h="440054">
                  <a:moveTo>
                    <a:pt x="0" y="228549"/>
                  </a:moveTo>
                  <a:lnTo>
                    <a:pt x="0" y="228168"/>
                  </a:lnTo>
                </a:path>
                <a:path w="4445" h="440054">
                  <a:moveTo>
                    <a:pt x="0" y="228930"/>
                  </a:moveTo>
                  <a:lnTo>
                    <a:pt x="0" y="228549"/>
                  </a:lnTo>
                </a:path>
                <a:path w="4445" h="440054">
                  <a:moveTo>
                    <a:pt x="0" y="229311"/>
                  </a:moveTo>
                  <a:lnTo>
                    <a:pt x="0" y="228930"/>
                  </a:lnTo>
                </a:path>
                <a:path w="4445" h="440054">
                  <a:moveTo>
                    <a:pt x="0" y="229679"/>
                  </a:moveTo>
                  <a:lnTo>
                    <a:pt x="0" y="229311"/>
                  </a:lnTo>
                </a:path>
                <a:path w="4445" h="440054">
                  <a:moveTo>
                    <a:pt x="0" y="230060"/>
                  </a:moveTo>
                  <a:lnTo>
                    <a:pt x="0" y="229679"/>
                  </a:lnTo>
                </a:path>
                <a:path w="4445" h="440054">
                  <a:moveTo>
                    <a:pt x="0" y="230441"/>
                  </a:moveTo>
                  <a:lnTo>
                    <a:pt x="0" y="230060"/>
                  </a:lnTo>
                </a:path>
                <a:path w="4445" h="440054">
                  <a:moveTo>
                    <a:pt x="0" y="230822"/>
                  </a:moveTo>
                  <a:lnTo>
                    <a:pt x="0" y="230441"/>
                  </a:lnTo>
                </a:path>
                <a:path w="4445" h="440054">
                  <a:moveTo>
                    <a:pt x="0" y="231203"/>
                  </a:moveTo>
                  <a:lnTo>
                    <a:pt x="0" y="230822"/>
                  </a:lnTo>
                </a:path>
                <a:path w="4445" h="440054">
                  <a:moveTo>
                    <a:pt x="0" y="231584"/>
                  </a:moveTo>
                  <a:lnTo>
                    <a:pt x="0" y="231203"/>
                  </a:lnTo>
                </a:path>
                <a:path w="4445" h="440054">
                  <a:moveTo>
                    <a:pt x="0" y="231965"/>
                  </a:moveTo>
                  <a:lnTo>
                    <a:pt x="0" y="231584"/>
                  </a:lnTo>
                </a:path>
                <a:path w="4445" h="440054">
                  <a:moveTo>
                    <a:pt x="0" y="232346"/>
                  </a:moveTo>
                  <a:lnTo>
                    <a:pt x="0" y="231965"/>
                  </a:lnTo>
                </a:path>
                <a:path w="4445" h="440054">
                  <a:moveTo>
                    <a:pt x="0" y="232727"/>
                  </a:moveTo>
                  <a:lnTo>
                    <a:pt x="0" y="232346"/>
                  </a:lnTo>
                </a:path>
                <a:path w="4445" h="440054">
                  <a:moveTo>
                    <a:pt x="0" y="233108"/>
                  </a:moveTo>
                  <a:lnTo>
                    <a:pt x="0" y="232727"/>
                  </a:lnTo>
                </a:path>
                <a:path w="4445" h="440054">
                  <a:moveTo>
                    <a:pt x="0" y="233489"/>
                  </a:moveTo>
                  <a:lnTo>
                    <a:pt x="0" y="233108"/>
                  </a:lnTo>
                </a:path>
                <a:path w="4445" h="440054">
                  <a:moveTo>
                    <a:pt x="0" y="233857"/>
                  </a:moveTo>
                  <a:lnTo>
                    <a:pt x="0" y="233489"/>
                  </a:lnTo>
                </a:path>
                <a:path w="4445" h="440054">
                  <a:moveTo>
                    <a:pt x="0" y="234238"/>
                  </a:moveTo>
                  <a:lnTo>
                    <a:pt x="0" y="233857"/>
                  </a:lnTo>
                </a:path>
                <a:path w="4445" h="440054">
                  <a:moveTo>
                    <a:pt x="0" y="234619"/>
                  </a:moveTo>
                  <a:lnTo>
                    <a:pt x="0" y="234238"/>
                  </a:lnTo>
                </a:path>
                <a:path w="4445" h="440054">
                  <a:moveTo>
                    <a:pt x="0" y="235000"/>
                  </a:moveTo>
                  <a:lnTo>
                    <a:pt x="0" y="234619"/>
                  </a:lnTo>
                </a:path>
                <a:path w="4445" h="440054">
                  <a:moveTo>
                    <a:pt x="0" y="235381"/>
                  </a:moveTo>
                  <a:lnTo>
                    <a:pt x="0" y="235000"/>
                  </a:lnTo>
                </a:path>
                <a:path w="4445" h="440054">
                  <a:moveTo>
                    <a:pt x="0" y="235762"/>
                  </a:moveTo>
                  <a:lnTo>
                    <a:pt x="0" y="235381"/>
                  </a:lnTo>
                </a:path>
                <a:path w="4445" h="440054">
                  <a:moveTo>
                    <a:pt x="0" y="236143"/>
                  </a:moveTo>
                  <a:lnTo>
                    <a:pt x="0" y="235762"/>
                  </a:lnTo>
                </a:path>
                <a:path w="4445" h="440054">
                  <a:moveTo>
                    <a:pt x="0" y="236512"/>
                  </a:moveTo>
                  <a:lnTo>
                    <a:pt x="0" y="236143"/>
                  </a:lnTo>
                </a:path>
                <a:path w="4445" h="440054">
                  <a:moveTo>
                    <a:pt x="0" y="236893"/>
                  </a:moveTo>
                  <a:lnTo>
                    <a:pt x="0" y="236512"/>
                  </a:lnTo>
                </a:path>
                <a:path w="4445" h="440054">
                  <a:moveTo>
                    <a:pt x="0" y="237274"/>
                  </a:moveTo>
                  <a:lnTo>
                    <a:pt x="0" y="236893"/>
                  </a:lnTo>
                </a:path>
                <a:path w="4445" h="440054">
                  <a:moveTo>
                    <a:pt x="0" y="237655"/>
                  </a:moveTo>
                  <a:lnTo>
                    <a:pt x="0" y="237274"/>
                  </a:lnTo>
                </a:path>
                <a:path w="4445" h="440054">
                  <a:moveTo>
                    <a:pt x="0" y="238036"/>
                  </a:moveTo>
                  <a:lnTo>
                    <a:pt x="0" y="237655"/>
                  </a:lnTo>
                </a:path>
                <a:path w="4445" h="440054">
                  <a:moveTo>
                    <a:pt x="0" y="238417"/>
                  </a:moveTo>
                  <a:lnTo>
                    <a:pt x="0" y="238036"/>
                  </a:lnTo>
                </a:path>
                <a:path w="4445" h="440054">
                  <a:moveTo>
                    <a:pt x="0" y="238798"/>
                  </a:moveTo>
                  <a:lnTo>
                    <a:pt x="0" y="238417"/>
                  </a:lnTo>
                </a:path>
                <a:path w="4445" h="440054">
                  <a:moveTo>
                    <a:pt x="0" y="239179"/>
                  </a:moveTo>
                  <a:lnTo>
                    <a:pt x="0" y="238798"/>
                  </a:lnTo>
                </a:path>
                <a:path w="4445" h="440054">
                  <a:moveTo>
                    <a:pt x="0" y="239560"/>
                  </a:moveTo>
                  <a:lnTo>
                    <a:pt x="0" y="239179"/>
                  </a:lnTo>
                </a:path>
                <a:path w="4445" h="440054">
                  <a:moveTo>
                    <a:pt x="0" y="239941"/>
                  </a:moveTo>
                  <a:lnTo>
                    <a:pt x="0" y="239560"/>
                  </a:lnTo>
                </a:path>
                <a:path w="4445" h="440054">
                  <a:moveTo>
                    <a:pt x="0" y="240309"/>
                  </a:moveTo>
                  <a:lnTo>
                    <a:pt x="0" y="239941"/>
                  </a:lnTo>
                </a:path>
                <a:path w="4445" h="440054">
                  <a:moveTo>
                    <a:pt x="0" y="240690"/>
                  </a:moveTo>
                  <a:lnTo>
                    <a:pt x="0" y="240309"/>
                  </a:lnTo>
                </a:path>
                <a:path w="4445" h="440054">
                  <a:moveTo>
                    <a:pt x="0" y="241071"/>
                  </a:moveTo>
                  <a:lnTo>
                    <a:pt x="0" y="240690"/>
                  </a:lnTo>
                </a:path>
                <a:path w="4445" h="440054">
                  <a:moveTo>
                    <a:pt x="0" y="241452"/>
                  </a:moveTo>
                  <a:lnTo>
                    <a:pt x="0" y="241071"/>
                  </a:lnTo>
                </a:path>
                <a:path w="4445" h="440054">
                  <a:moveTo>
                    <a:pt x="0" y="241833"/>
                  </a:moveTo>
                  <a:lnTo>
                    <a:pt x="0" y="241452"/>
                  </a:lnTo>
                </a:path>
                <a:path w="4445" h="440054">
                  <a:moveTo>
                    <a:pt x="0" y="242214"/>
                  </a:moveTo>
                  <a:lnTo>
                    <a:pt x="0" y="241833"/>
                  </a:lnTo>
                </a:path>
                <a:path w="4445" h="440054">
                  <a:moveTo>
                    <a:pt x="0" y="242595"/>
                  </a:moveTo>
                  <a:lnTo>
                    <a:pt x="0" y="242214"/>
                  </a:lnTo>
                </a:path>
                <a:path w="4445" h="440054">
                  <a:moveTo>
                    <a:pt x="0" y="242976"/>
                  </a:moveTo>
                  <a:lnTo>
                    <a:pt x="0" y="242595"/>
                  </a:lnTo>
                </a:path>
                <a:path w="4445" h="440054">
                  <a:moveTo>
                    <a:pt x="0" y="243357"/>
                  </a:moveTo>
                  <a:lnTo>
                    <a:pt x="0" y="242976"/>
                  </a:lnTo>
                </a:path>
                <a:path w="4445" h="440054">
                  <a:moveTo>
                    <a:pt x="0" y="243738"/>
                  </a:moveTo>
                  <a:lnTo>
                    <a:pt x="0" y="243357"/>
                  </a:lnTo>
                </a:path>
                <a:path w="4445" h="440054">
                  <a:moveTo>
                    <a:pt x="0" y="244119"/>
                  </a:moveTo>
                  <a:lnTo>
                    <a:pt x="0" y="243738"/>
                  </a:lnTo>
                </a:path>
                <a:path w="4445" h="440054">
                  <a:moveTo>
                    <a:pt x="0" y="244487"/>
                  </a:moveTo>
                  <a:lnTo>
                    <a:pt x="0" y="244119"/>
                  </a:lnTo>
                </a:path>
                <a:path w="4445" h="440054">
                  <a:moveTo>
                    <a:pt x="0" y="244868"/>
                  </a:moveTo>
                  <a:lnTo>
                    <a:pt x="0" y="244487"/>
                  </a:lnTo>
                </a:path>
                <a:path w="4445" h="440054">
                  <a:moveTo>
                    <a:pt x="0" y="245249"/>
                  </a:moveTo>
                  <a:lnTo>
                    <a:pt x="0" y="244868"/>
                  </a:lnTo>
                </a:path>
                <a:path w="4445" h="440054">
                  <a:moveTo>
                    <a:pt x="0" y="245630"/>
                  </a:moveTo>
                  <a:lnTo>
                    <a:pt x="0" y="245249"/>
                  </a:lnTo>
                </a:path>
                <a:path w="4445" h="440054">
                  <a:moveTo>
                    <a:pt x="0" y="246011"/>
                  </a:moveTo>
                  <a:lnTo>
                    <a:pt x="0" y="245630"/>
                  </a:lnTo>
                </a:path>
                <a:path w="4445" h="440054">
                  <a:moveTo>
                    <a:pt x="0" y="246392"/>
                  </a:moveTo>
                  <a:lnTo>
                    <a:pt x="0" y="246011"/>
                  </a:lnTo>
                </a:path>
                <a:path w="4445" h="440054">
                  <a:moveTo>
                    <a:pt x="0" y="246773"/>
                  </a:moveTo>
                  <a:lnTo>
                    <a:pt x="0" y="246392"/>
                  </a:lnTo>
                </a:path>
                <a:path w="4445" h="440054">
                  <a:moveTo>
                    <a:pt x="0" y="247142"/>
                  </a:moveTo>
                  <a:lnTo>
                    <a:pt x="0" y="246773"/>
                  </a:lnTo>
                </a:path>
                <a:path w="4445" h="440054">
                  <a:moveTo>
                    <a:pt x="0" y="247523"/>
                  </a:moveTo>
                  <a:lnTo>
                    <a:pt x="0" y="247142"/>
                  </a:lnTo>
                </a:path>
                <a:path w="4445" h="440054">
                  <a:moveTo>
                    <a:pt x="0" y="247904"/>
                  </a:moveTo>
                  <a:lnTo>
                    <a:pt x="0" y="247523"/>
                  </a:lnTo>
                </a:path>
                <a:path w="4445" h="440054">
                  <a:moveTo>
                    <a:pt x="0" y="248285"/>
                  </a:moveTo>
                  <a:lnTo>
                    <a:pt x="0" y="247904"/>
                  </a:lnTo>
                </a:path>
                <a:path w="4445" h="440054">
                  <a:moveTo>
                    <a:pt x="0" y="248666"/>
                  </a:moveTo>
                  <a:lnTo>
                    <a:pt x="0" y="248285"/>
                  </a:lnTo>
                </a:path>
                <a:path w="4445" h="440054">
                  <a:moveTo>
                    <a:pt x="0" y="249047"/>
                  </a:moveTo>
                  <a:lnTo>
                    <a:pt x="0" y="248666"/>
                  </a:lnTo>
                </a:path>
                <a:path w="4445" h="440054">
                  <a:moveTo>
                    <a:pt x="0" y="249427"/>
                  </a:moveTo>
                  <a:lnTo>
                    <a:pt x="0" y="249047"/>
                  </a:lnTo>
                </a:path>
                <a:path w="4445" h="440054">
                  <a:moveTo>
                    <a:pt x="0" y="249809"/>
                  </a:moveTo>
                  <a:lnTo>
                    <a:pt x="0" y="249427"/>
                  </a:lnTo>
                </a:path>
                <a:path w="4445" h="440054">
                  <a:moveTo>
                    <a:pt x="0" y="250189"/>
                  </a:moveTo>
                  <a:lnTo>
                    <a:pt x="0" y="249809"/>
                  </a:lnTo>
                </a:path>
                <a:path w="4445" h="440054">
                  <a:moveTo>
                    <a:pt x="0" y="250571"/>
                  </a:moveTo>
                  <a:lnTo>
                    <a:pt x="0" y="250189"/>
                  </a:lnTo>
                </a:path>
                <a:path w="4445" h="440054">
                  <a:moveTo>
                    <a:pt x="0" y="250951"/>
                  </a:moveTo>
                  <a:lnTo>
                    <a:pt x="0" y="250571"/>
                  </a:lnTo>
                </a:path>
                <a:path w="4445" h="440054">
                  <a:moveTo>
                    <a:pt x="0" y="251320"/>
                  </a:moveTo>
                  <a:lnTo>
                    <a:pt x="0" y="250951"/>
                  </a:lnTo>
                </a:path>
                <a:path w="4445" h="440054">
                  <a:moveTo>
                    <a:pt x="0" y="251701"/>
                  </a:moveTo>
                  <a:lnTo>
                    <a:pt x="0" y="251320"/>
                  </a:lnTo>
                </a:path>
                <a:path w="4445" h="440054">
                  <a:moveTo>
                    <a:pt x="0" y="252082"/>
                  </a:moveTo>
                  <a:lnTo>
                    <a:pt x="0" y="251701"/>
                  </a:lnTo>
                </a:path>
                <a:path w="4445" h="440054">
                  <a:moveTo>
                    <a:pt x="0" y="252463"/>
                  </a:moveTo>
                  <a:lnTo>
                    <a:pt x="0" y="252082"/>
                  </a:lnTo>
                </a:path>
                <a:path w="4445" h="440054">
                  <a:moveTo>
                    <a:pt x="0" y="252844"/>
                  </a:moveTo>
                  <a:lnTo>
                    <a:pt x="0" y="252463"/>
                  </a:lnTo>
                </a:path>
                <a:path w="4445" h="440054">
                  <a:moveTo>
                    <a:pt x="0" y="253225"/>
                  </a:moveTo>
                  <a:lnTo>
                    <a:pt x="0" y="252844"/>
                  </a:lnTo>
                </a:path>
                <a:path w="4445" h="440054">
                  <a:moveTo>
                    <a:pt x="0" y="253606"/>
                  </a:moveTo>
                  <a:lnTo>
                    <a:pt x="0" y="253225"/>
                  </a:lnTo>
                </a:path>
                <a:path w="4445" h="440054">
                  <a:moveTo>
                    <a:pt x="0" y="253987"/>
                  </a:moveTo>
                  <a:lnTo>
                    <a:pt x="0" y="253606"/>
                  </a:lnTo>
                </a:path>
                <a:path w="4445" h="440054">
                  <a:moveTo>
                    <a:pt x="0" y="254368"/>
                  </a:moveTo>
                  <a:lnTo>
                    <a:pt x="0" y="253987"/>
                  </a:lnTo>
                </a:path>
                <a:path w="4445" h="440054">
                  <a:moveTo>
                    <a:pt x="0" y="254749"/>
                  </a:moveTo>
                  <a:lnTo>
                    <a:pt x="0" y="254368"/>
                  </a:lnTo>
                </a:path>
                <a:path w="4445" h="440054">
                  <a:moveTo>
                    <a:pt x="0" y="255117"/>
                  </a:moveTo>
                  <a:lnTo>
                    <a:pt x="0" y="254749"/>
                  </a:lnTo>
                </a:path>
                <a:path w="4445" h="440054">
                  <a:moveTo>
                    <a:pt x="0" y="255498"/>
                  </a:moveTo>
                  <a:lnTo>
                    <a:pt x="0" y="255117"/>
                  </a:lnTo>
                </a:path>
                <a:path w="4445" h="440054">
                  <a:moveTo>
                    <a:pt x="0" y="255879"/>
                  </a:moveTo>
                  <a:lnTo>
                    <a:pt x="0" y="255498"/>
                  </a:lnTo>
                </a:path>
                <a:path w="4445" h="440054">
                  <a:moveTo>
                    <a:pt x="0" y="256260"/>
                  </a:moveTo>
                  <a:lnTo>
                    <a:pt x="0" y="255879"/>
                  </a:lnTo>
                </a:path>
                <a:path w="4445" h="440054">
                  <a:moveTo>
                    <a:pt x="0" y="256641"/>
                  </a:moveTo>
                  <a:lnTo>
                    <a:pt x="0" y="256260"/>
                  </a:lnTo>
                </a:path>
                <a:path w="4445" h="440054">
                  <a:moveTo>
                    <a:pt x="0" y="257022"/>
                  </a:moveTo>
                  <a:lnTo>
                    <a:pt x="0" y="256641"/>
                  </a:lnTo>
                </a:path>
                <a:path w="4445" h="440054">
                  <a:moveTo>
                    <a:pt x="0" y="257403"/>
                  </a:moveTo>
                  <a:lnTo>
                    <a:pt x="0" y="257022"/>
                  </a:lnTo>
                </a:path>
                <a:path w="4445" h="440054">
                  <a:moveTo>
                    <a:pt x="0" y="257771"/>
                  </a:moveTo>
                  <a:lnTo>
                    <a:pt x="0" y="257403"/>
                  </a:lnTo>
                </a:path>
                <a:path w="4445" h="440054">
                  <a:moveTo>
                    <a:pt x="0" y="258152"/>
                  </a:moveTo>
                  <a:lnTo>
                    <a:pt x="0" y="257771"/>
                  </a:lnTo>
                </a:path>
                <a:path w="4445" h="440054">
                  <a:moveTo>
                    <a:pt x="0" y="258533"/>
                  </a:moveTo>
                  <a:lnTo>
                    <a:pt x="0" y="258152"/>
                  </a:lnTo>
                </a:path>
                <a:path w="4445" h="440054">
                  <a:moveTo>
                    <a:pt x="0" y="258914"/>
                  </a:moveTo>
                  <a:lnTo>
                    <a:pt x="0" y="258533"/>
                  </a:lnTo>
                </a:path>
                <a:path w="4445" h="440054">
                  <a:moveTo>
                    <a:pt x="0" y="259295"/>
                  </a:moveTo>
                  <a:lnTo>
                    <a:pt x="0" y="258914"/>
                  </a:lnTo>
                </a:path>
                <a:path w="4445" h="440054">
                  <a:moveTo>
                    <a:pt x="0" y="259676"/>
                  </a:moveTo>
                  <a:lnTo>
                    <a:pt x="0" y="259295"/>
                  </a:lnTo>
                </a:path>
                <a:path w="4445" h="440054">
                  <a:moveTo>
                    <a:pt x="0" y="260057"/>
                  </a:moveTo>
                  <a:lnTo>
                    <a:pt x="0" y="259676"/>
                  </a:lnTo>
                </a:path>
                <a:path w="4445" h="440054">
                  <a:moveTo>
                    <a:pt x="0" y="260438"/>
                  </a:moveTo>
                  <a:lnTo>
                    <a:pt x="0" y="260057"/>
                  </a:lnTo>
                </a:path>
                <a:path w="4445" h="440054">
                  <a:moveTo>
                    <a:pt x="0" y="260819"/>
                  </a:moveTo>
                  <a:lnTo>
                    <a:pt x="0" y="260438"/>
                  </a:lnTo>
                </a:path>
                <a:path w="4445" h="440054">
                  <a:moveTo>
                    <a:pt x="0" y="261200"/>
                  </a:moveTo>
                  <a:lnTo>
                    <a:pt x="0" y="260819"/>
                  </a:lnTo>
                </a:path>
                <a:path w="4445" h="440054">
                  <a:moveTo>
                    <a:pt x="0" y="261569"/>
                  </a:moveTo>
                  <a:lnTo>
                    <a:pt x="0" y="261200"/>
                  </a:lnTo>
                </a:path>
                <a:path w="4445" h="440054">
                  <a:moveTo>
                    <a:pt x="0" y="261950"/>
                  </a:moveTo>
                  <a:lnTo>
                    <a:pt x="0" y="261569"/>
                  </a:lnTo>
                </a:path>
                <a:path w="4445" h="440054">
                  <a:moveTo>
                    <a:pt x="0" y="262331"/>
                  </a:moveTo>
                  <a:lnTo>
                    <a:pt x="0" y="261950"/>
                  </a:lnTo>
                </a:path>
                <a:path w="4445" h="440054">
                  <a:moveTo>
                    <a:pt x="0" y="262712"/>
                  </a:moveTo>
                  <a:lnTo>
                    <a:pt x="0" y="262331"/>
                  </a:lnTo>
                </a:path>
                <a:path w="4445" h="440054">
                  <a:moveTo>
                    <a:pt x="0" y="263093"/>
                  </a:moveTo>
                  <a:lnTo>
                    <a:pt x="0" y="262712"/>
                  </a:lnTo>
                </a:path>
                <a:path w="4445" h="440054">
                  <a:moveTo>
                    <a:pt x="0" y="263474"/>
                  </a:moveTo>
                  <a:lnTo>
                    <a:pt x="0" y="263093"/>
                  </a:lnTo>
                </a:path>
                <a:path w="4445" h="440054">
                  <a:moveTo>
                    <a:pt x="0" y="263855"/>
                  </a:moveTo>
                  <a:lnTo>
                    <a:pt x="0" y="263474"/>
                  </a:lnTo>
                </a:path>
                <a:path w="4445" h="440054">
                  <a:moveTo>
                    <a:pt x="0" y="264236"/>
                  </a:moveTo>
                  <a:lnTo>
                    <a:pt x="0" y="263855"/>
                  </a:lnTo>
                </a:path>
                <a:path w="4445" h="440054">
                  <a:moveTo>
                    <a:pt x="0" y="264617"/>
                  </a:moveTo>
                  <a:lnTo>
                    <a:pt x="0" y="264236"/>
                  </a:lnTo>
                </a:path>
                <a:path w="4445" h="440054">
                  <a:moveTo>
                    <a:pt x="0" y="264998"/>
                  </a:moveTo>
                  <a:lnTo>
                    <a:pt x="0" y="264617"/>
                  </a:lnTo>
                </a:path>
                <a:path w="4445" h="440054">
                  <a:moveTo>
                    <a:pt x="0" y="265379"/>
                  </a:moveTo>
                  <a:lnTo>
                    <a:pt x="0" y="264998"/>
                  </a:lnTo>
                </a:path>
                <a:path w="4445" h="440054">
                  <a:moveTo>
                    <a:pt x="0" y="265747"/>
                  </a:moveTo>
                  <a:lnTo>
                    <a:pt x="0" y="265379"/>
                  </a:lnTo>
                </a:path>
                <a:path w="4445" h="440054">
                  <a:moveTo>
                    <a:pt x="0" y="266128"/>
                  </a:moveTo>
                  <a:lnTo>
                    <a:pt x="0" y="265747"/>
                  </a:lnTo>
                </a:path>
                <a:path w="4445" h="440054">
                  <a:moveTo>
                    <a:pt x="0" y="266509"/>
                  </a:moveTo>
                  <a:lnTo>
                    <a:pt x="0" y="266128"/>
                  </a:lnTo>
                </a:path>
                <a:path w="4445" h="440054">
                  <a:moveTo>
                    <a:pt x="0" y="266890"/>
                  </a:moveTo>
                  <a:lnTo>
                    <a:pt x="0" y="266509"/>
                  </a:lnTo>
                </a:path>
                <a:path w="4445" h="440054">
                  <a:moveTo>
                    <a:pt x="0" y="267271"/>
                  </a:moveTo>
                  <a:lnTo>
                    <a:pt x="0" y="266890"/>
                  </a:lnTo>
                </a:path>
                <a:path w="4445" h="440054">
                  <a:moveTo>
                    <a:pt x="0" y="267652"/>
                  </a:moveTo>
                  <a:lnTo>
                    <a:pt x="0" y="267271"/>
                  </a:lnTo>
                </a:path>
                <a:path w="4445" h="440054">
                  <a:moveTo>
                    <a:pt x="0" y="268033"/>
                  </a:moveTo>
                  <a:lnTo>
                    <a:pt x="0" y="267652"/>
                  </a:lnTo>
                </a:path>
                <a:path w="4445" h="440054">
                  <a:moveTo>
                    <a:pt x="0" y="268401"/>
                  </a:moveTo>
                  <a:lnTo>
                    <a:pt x="0" y="268033"/>
                  </a:lnTo>
                </a:path>
                <a:path w="4445" h="440054">
                  <a:moveTo>
                    <a:pt x="0" y="268782"/>
                  </a:moveTo>
                  <a:lnTo>
                    <a:pt x="0" y="268401"/>
                  </a:lnTo>
                </a:path>
                <a:path w="4445" h="440054">
                  <a:moveTo>
                    <a:pt x="0" y="269163"/>
                  </a:moveTo>
                  <a:lnTo>
                    <a:pt x="0" y="268782"/>
                  </a:lnTo>
                </a:path>
                <a:path w="4445" h="440054">
                  <a:moveTo>
                    <a:pt x="0" y="269544"/>
                  </a:moveTo>
                  <a:lnTo>
                    <a:pt x="0" y="269163"/>
                  </a:lnTo>
                </a:path>
                <a:path w="4445" h="440054">
                  <a:moveTo>
                    <a:pt x="0" y="269925"/>
                  </a:moveTo>
                  <a:lnTo>
                    <a:pt x="0" y="269544"/>
                  </a:lnTo>
                </a:path>
                <a:path w="4445" h="440054">
                  <a:moveTo>
                    <a:pt x="0" y="270306"/>
                  </a:moveTo>
                  <a:lnTo>
                    <a:pt x="0" y="269925"/>
                  </a:lnTo>
                </a:path>
                <a:path w="4445" h="440054">
                  <a:moveTo>
                    <a:pt x="0" y="270687"/>
                  </a:moveTo>
                  <a:lnTo>
                    <a:pt x="0" y="270306"/>
                  </a:lnTo>
                </a:path>
                <a:path w="4445" h="440054">
                  <a:moveTo>
                    <a:pt x="0" y="271068"/>
                  </a:moveTo>
                  <a:lnTo>
                    <a:pt x="0" y="270687"/>
                  </a:lnTo>
                </a:path>
                <a:path w="4445" h="440054">
                  <a:moveTo>
                    <a:pt x="0" y="271449"/>
                  </a:moveTo>
                  <a:lnTo>
                    <a:pt x="0" y="271068"/>
                  </a:lnTo>
                </a:path>
                <a:path w="4445" h="440054">
                  <a:moveTo>
                    <a:pt x="0" y="271830"/>
                  </a:moveTo>
                  <a:lnTo>
                    <a:pt x="0" y="271449"/>
                  </a:lnTo>
                </a:path>
                <a:path w="4445" h="440054">
                  <a:moveTo>
                    <a:pt x="0" y="272211"/>
                  </a:moveTo>
                  <a:lnTo>
                    <a:pt x="0" y="271830"/>
                  </a:lnTo>
                </a:path>
                <a:path w="4445" h="440054">
                  <a:moveTo>
                    <a:pt x="0" y="272580"/>
                  </a:moveTo>
                  <a:lnTo>
                    <a:pt x="0" y="272211"/>
                  </a:lnTo>
                </a:path>
                <a:path w="4445" h="440054">
                  <a:moveTo>
                    <a:pt x="0" y="272961"/>
                  </a:moveTo>
                  <a:lnTo>
                    <a:pt x="0" y="272580"/>
                  </a:lnTo>
                </a:path>
                <a:path w="4445" h="440054">
                  <a:moveTo>
                    <a:pt x="0" y="273342"/>
                  </a:moveTo>
                  <a:lnTo>
                    <a:pt x="0" y="272961"/>
                  </a:lnTo>
                </a:path>
                <a:path w="4445" h="440054">
                  <a:moveTo>
                    <a:pt x="0" y="273723"/>
                  </a:moveTo>
                  <a:lnTo>
                    <a:pt x="0" y="273342"/>
                  </a:lnTo>
                </a:path>
                <a:path w="4445" h="440054">
                  <a:moveTo>
                    <a:pt x="0" y="274104"/>
                  </a:moveTo>
                  <a:lnTo>
                    <a:pt x="0" y="273723"/>
                  </a:lnTo>
                </a:path>
                <a:path w="4445" h="440054">
                  <a:moveTo>
                    <a:pt x="0" y="274485"/>
                  </a:moveTo>
                  <a:lnTo>
                    <a:pt x="0" y="274104"/>
                  </a:lnTo>
                </a:path>
                <a:path w="4445" h="440054">
                  <a:moveTo>
                    <a:pt x="0" y="274866"/>
                  </a:moveTo>
                  <a:lnTo>
                    <a:pt x="0" y="274485"/>
                  </a:lnTo>
                </a:path>
                <a:path w="4445" h="440054">
                  <a:moveTo>
                    <a:pt x="0" y="275247"/>
                  </a:moveTo>
                  <a:lnTo>
                    <a:pt x="0" y="274866"/>
                  </a:lnTo>
                </a:path>
                <a:path w="4445" h="440054">
                  <a:moveTo>
                    <a:pt x="0" y="275628"/>
                  </a:moveTo>
                  <a:lnTo>
                    <a:pt x="0" y="275247"/>
                  </a:lnTo>
                </a:path>
                <a:path w="4445" h="440054">
                  <a:moveTo>
                    <a:pt x="0" y="276009"/>
                  </a:moveTo>
                  <a:lnTo>
                    <a:pt x="0" y="275628"/>
                  </a:lnTo>
                </a:path>
                <a:path w="4445" h="440054">
                  <a:moveTo>
                    <a:pt x="0" y="276377"/>
                  </a:moveTo>
                  <a:lnTo>
                    <a:pt x="0" y="276009"/>
                  </a:lnTo>
                </a:path>
                <a:path w="4445" h="440054">
                  <a:moveTo>
                    <a:pt x="0" y="276758"/>
                  </a:moveTo>
                  <a:lnTo>
                    <a:pt x="0" y="276377"/>
                  </a:lnTo>
                </a:path>
                <a:path w="4445" h="440054">
                  <a:moveTo>
                    <a:pt x="0" y="277139"/>
                  </a:moveTo>
                  <a:lnTo>
                    <a:pt x="0" y="276758"/>
                  </a:lnTo>
                </a:path>
                <a:path w="4445" h="440054">
                  <a:moveTo>
                    <a:pt x="0" y="277520"/>
                  </a:moveTo>
                  <a:lnTo>
                    <a:pt x="0" y="277139"/>
                  </a:lnTo>
                </a:path>
                <a:path w="4445" h="440054">
                  <a:moveTo>
                    <a:pt x="0" y="277901"/>
                  </a:moveTo>
                  <a:lnTo>
                    <a:pt x="0" y="277520"/>
                  </a:lnTo>
                </a:path>
                <a:path w="4445" h="440054">
                  <a:moveTo>
                    <a:pt x="0" y="278282"/>
                  </a:moveTo>
                  <a:lnTo>
                    <a:pt x="0" y="277901"/>
                  </a:lnTo>
                </a:path>
                <a:path w="4445" h="440054">
                  <a:moveTo>
                    <a:pt x="0" y="278663"/>
                  </a:moveTo>
                  <a:lnTo>
                    <a:pt x="0" y="278282"/>
                  </a:lnTo>
                </a:path>
                <a:path w="4445" h="440054">
                  <a:moveTo>
                    <a:pt x="0" y="279031"/>
                  </a:moveTo>
                  <a:lnTo>
                    <a:pt x="0" y="278663"/>
                  </a:lnTo>
                </a:path>
                <a:path w="4445" h="440054">
                  <a:moveTo>
                    <a:pt x="0" y="279412"/>
                  </a:moveTo>
                  <a:lnTo>
                    <a:pt x="0" y="279044"/>
                  </a:lnTo>
                </a:path>
                <a:path w="4445" h="440054">
                  <a:moveTo>
                    <a:pt x="0" y="279793"/>
                  </a:moveTo>
                  <a:lnTo>
                    <a:pt x="0" y="279412"/>
                  </a:lnTo>
                </a:path>
                <a:path w="4445" h="440054">
                  <a:moveTo>
                    <a:pt x="0" y="280174"/>
                  </a:moveTo>
                  <a:lnTo>
                    <a:pt x="0" y="279793"/>
                  </a:lnTo>
                </a:path>
                <a:path w="4445" h="440054">
                  <a:moveTo>
                    <a:pt x="0" y="280555"/>
                  </a:moveTo>
                  <a:lnTo>
                    <a:pt x="0" y="280174"/>
                  </a:lnTo>
                </a:path>
                <a:path w="4445" h="440054">
                  <a:moveTo>
                    <a:pt x="0" y="280936"/>
                  </a:moveTo>
                  <a:lnTo>
                    <a:pt x="0" y="280555"/>
                  </a:lnTo>
                </a:path>
                <a:path w="4445" h="440054">
                  <a:moveTo>
                    <a:pt x="0" y="281317"/>
                  </a:moveTo>
                  <a:lnTo>
                    <a:pt x="0" y="280936"/>
                  </a:lnTo>
                </a:path>
                <a:path w="4445" h="440054">
                  <a:moveTo>
                    <a:pt x="0" y="281698"/>
                  </a:moveTo>
                  <a:lnTo>
                    <a:pt x="0" y="281317"/>
                  </a:lnTo>
                </a:path>
                <a:path w="4445" h="440054">
                  <a:moveTo>
                    <a:pt x="0" y="282079"/>
                  </a:moveTo>
                  <a:lnTo>
                    <a:pt x="0" y="281698"/>
                  </a:lnTo>
                </a:path>
                <a:path w="4445" h="440054">
                  <a:moveTo>
                    <a:pt x="0" y="282460"/>
                  </a:moveTo>
                  <a:lnTo>
                    <a:pt x="0" y="282079"/>
                  </a:lnTo>
                </a:path>
                <a:path w="4445" h="440054">
                  <a:moveTo>
                    <a:pt x="0" y="282841"/>
                  </a:moveTo>
                  <a:lnTo>
                    <a:pt x="0" y="282460"/>
                  </a:lnTo>
                </a:path>
                <a:path w="4445" h="440054">
                  <a:moveTo>
                    <a:pt x="0" y="283222"/>
                  </a:moveTo>
                  <a:lnTo>
                    <a:pt x="0" y="282841"/>
                  </a:lnTo>
                </a:path>
                <a:path w="4445" h="440054">
                  <a:moveTo>
                    <a:pt x="0" y="283591"/>
                  </a:moveTo>
                  <a:lnTo>
                    <a:pt x="0" y="283222"/>
                  </a:lnTo>
                </a:path>
                <a:path w="4445" h="440054">
                  <a:moveTo>
                    <a:pt x="0" y="283972"/>
                  </a:moveTo>
                  <a:lnTo>
                    <a:pt x="0" y="283591"/>
                  </a:lnTo>
                </a:path>
                <a:path w="4445" h="440054">
                  <a:moveTo>
                    <a:pt x="0" y="284352"/>
                  </a:moveTo>
                  <a:lnTo>
                    <a:pt x="0" y="283972"/>
                  </a:lnTo>
                </a:path>
                <a:path w="4445" h="440054">
                  <a:moveTo>
                    <a:pt x="0" y="284734"/>
                  </a:moveTo>
                  <a:lnTo>
                    <a:pt x="0" y="284352"/>
                  </a:lnTo>
                </a:path>
                <a:path w="4445" h="440054">
                  <a:moveTo>
                    <a:pt x="0" y="285114"/>
                  </a:moveTo>
                  <a:lnTo>
                    <a:pt x="0" y="284734"/>
                  </a:lnTo>
                </a:path>
                <a:path w="4445" h="440054">
                  <a:moveTo>
                    <a:pt x="0" y="285496"/>
                  </a:moveTo>
                  <a:lnTo>
                    <a:pt x="0" y="285114"/>
                  </a:lnTo>
                </a:path>
                <a:path w="4445" h="440054">
                  <a:moveTo>
                    <a:pt x="0" y="285876"/>
                  </a:moveTo>
                  <a:lnTo>
                    <a:pt x="0" y="285496"/>
                  </a:lnTo>
                </a:path>
                <a:path w="4445" h="440054">
                  <a:moveTo>
                    <a:pt x="0" y="286258"/>
                  </a:moveTo>
                  <a:lnTo>
                    <a:pt x="0" y="285876"/>
                  </a:lnTo>
                </a:path>
                <a:path w="4445" h="440054">
                  <a:moveTo>
                    <a:pt x="0" y="286638"/>
                  </a:moveTo>
                  <a:lnTo>
                    <a:pt x="0" y="286258"/>
                  </a:lnTo>
                </a:path>
                <a:path w="4445" h="440054">
                  <a:moveTo>
                    <a:pt x="0" y="287020"/>
                  </a:moveTo>
                  <a:lnTo>
                    <a:pt x="0" y="286638"/>
                  </a:lnTo>
                </a:path>
                <a:path w="4445" h="440054">
                  <a:moveTo>
                    <a:pt x="0" y="287388"/>
                  </a:moveTo>
                  <a:lnTo>
                    <a:pt x="0" y="287020"/>
                  </a:lnTo>
                </a:path>
                <a:path w="4445" h="440054">
                  <a:moveTo>
                    <a:pt x="0" y="287769"/>
                  </a:moveTo>
                  <a:lnTo>
                    <a:pt x="0" y="287388"/>
                  </a:lnTo>
                </a:path>
                <a:path w="4445" h="440054">
                  <a:moveTo>
                    <a:pt x="0" y="288150"/>
                  </a:moveTo>
                  <a:lnTo>
                    <a:pt x="0" y="287769"/>
                  </a:lnTo>
                </a:path>
                <a:path w="4445" h="440054">
                  <a:moveTo>
                    <a:pt x="0" y="288531"/>
                  </a:moveTo>
                  <a:lnTo>
                    <a:pt x="0" y="288150"/>
                  </a:lnTo>
                </a:path>
                <a:path w="4445" h="440054">
                  <a:moveTo>
                    <a:pt x="0" y="288912"/>
                  </a:moveTo>
                  <a:lnTo>
                    <a:pt x="0" y="288531"/>
                  </a:lnTo>
                </a:path>
                <a:path w="4445" h="440054">
                  <a:moveTo>
                    <a:pt x="0" y="289293"/>
                  </a:moveTo>
                  <a:lnTo>
                    <a:pt x="0" y="288912"/>
                  </a:lnTo>
                </a:path>
                <a:path w="4445" h="440054">
                  <a:moveTo>
                    <a:pt x="0" y="289661"/>
                  </a:moveTo>
                  <a:lnTo>
                    <a:pt x="0" y="289293"/>
                  </a:lnTo>
                </a:path>
                <a:path w="4445" h="440054">
                  <a:moveTo>
                    <a:pt x="0" y="290042"/>
                  </a:moveTo>
                  <a:lnTo>
                    <a:pt x="0" y="289661"/>
                  </a:lnTo>
                </a:path>
                <a:path w="4445" h="440054">
                  <a:moveTo>
                    <a:pt x="0" y="290423"/>
                  </a:moveTo>
                  <a:lnTo>
                    <a:pt x="0" y="290042"/>
                  </a:lnTo>
                </a:path>
                <a:path w="4445" h="440054">
                  <a:moveTo>
                    <a:pt x="0" y="290804"/>
                  </a:moveTo>
                  <a:lnTo>
                    <a:pt x="0" y="290423"/>
                  </a:lnTo>
                </a:path>
                <a:path w="4445" h="440054">
                  <a:moveTo>
                    <a:pt x="0" y="291185"/>
                  </a:moveTo>
                  <a:lnTo>
                    <a:pt x="0" y="290804"/>
                  </a:lnTo>
                </a:path>
                <a:path w="4445" h="440054">
                  <a:moveTo>
                    <a:pt x="0" y="291566"/>
                  </a:moveTo>
                  <a:lnTo>
                    <a:pt x="0" y="291185"/>
                  </a:lnTo>
                </a:path>
                <a:path w="4445" h="440054">
                  <a:moveTo>
                    <a:pt x="0" y="291947"/>
                  </a:moveTo>
                  <a:lnTo>
                    <a:pt x="0" y="291566"/>
                  </a:lnTo>
                </a:path>
                <a:path w="4445" h="440054">
                  <a:moveTo>
                    <a:pt x="0" y="292328"/>
                  </a:moveTo>
                  <a:lnTo>
                    <a:pt x="0" y="291947"/>
                  </a:lnTo>
                </a:path>
                <a:path w="4445" h="440054">
                  <a:moveTo>
                    <a:pt x="0" y="292709"/>
                  </a:moveTo>
                  <a:lnTo>
                    <a:pt x="0" y="292328"/>
                  </a:lnTo>
                </a:path>
                <a:path w="4445" h="440054">
                  <a:moveTo>
                    <a:pt x="0" y="293090"/>
                  </a:moveTo>
                  <a:lnTo>
                    <a:pt x="0" y="292709"/>
                  </a:lnTo>
                </a:path>
                <a:path w="4445" h="440054">
                  <a:moveTo>
                    <a:pt x="0" y="293471"/>
                  </a:moveTo>
                  <a:lnTo>
                    <a:pt x="0" y="293090"/>
                  </a:lnTo>
                </a:path>
                <a:path w="4445" h="440054">
                  <a:moveTo>
                    <a:pt x="0" y="293839"/>
                  </a:moveTo>
                  <a:lnTo>
                    <a:pt x="0" y="293471"/>
                  </a:lnTo>
                </a:path>
                <a:path w="4445" h="440054">
                  <a:moveTo>
                    <a:pt x="0" y="294220"/>
                  </a:moveTo>
                  <a:lnTo>
                    <a:pt x="0" y="293839"/>
                  </a:lnTo>
                </a:path>
                <a:path w="4445" h="440054">
                  <a:moveTo>
                    <a:pt x="0" y="294601"/>
                  </a:moveTo>
                  <a:lnTo>
                    <a:pt x="0" y="294220"/>
                  </a:lnTo>
                </a:path>
                <a:path w="4445" h="440054">
                  <a:moveTo>
                    <a:pt x="0" y="294982"/>
                  </a:moveTo>
                  <a:lnTo>
                    <a:pt x="0" y="294601"/>
                  </a:lnTo>
                </a:path>
                <a:path w="4445" h="440054">
                  <a:moveTo>
                    <a:pt x="0" y="295363"/>
                  </a:moveTo>
                  <a:lnTo>
                    <a:pt x="0" y="294982"/>
                  </a:lnTo>
                </a:path>
                <a:path w="4445" h="440054">
                  <a:moveTo>
                    <a:pt x="0" y="295744"/>
                  </a:moveTo>
                  <a:lnTo>
                    <a:pt x="0" y="295363"/>
                  </a:lnTo>
                </a:path>
                <a:path w="4445" h="440054">
                  <a:moveTo>
                    <a:pt x="0" y="296125"/>
                  </a:moveTo>
                  <a:lnTo>
                    <a:pt x="0" y="295744"/>
                  </a:lnTo>
                </a:path>
                <a:path w="4445" h="440054">
                  <a:moveTo>
                    <a:pt x="0" y="296506"/>
                  </a:moveTo>
                  <a:lnTo>
                    <a:pt x="0" y="296125"/>
                  </a:lnTo>
                </a:path>
                <a:path w="4445" h="440054">
                  <a:moveTo>
                    <a:pt x="0" y="296887"/>
                  </a:moveTo>
                  <a:lnTo>
                    <a:pt x="0" y="296506"/>
                  </a:lnTo>
                </a:path>
                <a:path w="4445" h="440054">
                  <a:moveTo>
                    <a:pt x="0" y="297268"/>
                  </a:moveTo>
                  <a:lnTo>
                    <a:pt x="0" y="296887"/>
                  </a:lnTo>
                </a:path>
                <a:path w="4445" h="440054">
                  <a:moveTo>
                    <a:pt x="0" y="297649"/>
                  </a:moveTo>
                  <a:lnTo>
                    <a:pt x="0" y="297268"/>
                  </a:lnTo>
                </a:path>
                <a:path w="4445" h="440054">
                  <a:moveTo>
                    <a:pt x="0" y="298018"/>
                  </a:moveTo>
                  <a:lnTo>
                    <a:pt x="0" y="297649"/>
                  </a:lnTo>
                </a:path>
                <a:path w="4445" h="440054">
                  <a:moveTo>
                    <a:pt x="0" y="298399"/>
                  </a:moveTo>
                  <a:lnTo>
                    <a:pt x="0" y="298018"/>
                  </a:lnTo>
                </a:path>
                <a:path w="4445" h="440054">
                  <a:moveTo>
                    <a:pt x="0" y="298780"/>
                  </a:moveTo>
                  <a:lnTo>
                    <a:pt x="0" y="298399"/>
                  </a:lnTo>
                </a:path>
                <a:path w="4445" h="440054">
                  <a:moveTo>
                    <a:pt x="0" y="299161"/>
                  </a:moveTo>
                  <a:lnTo>
                    <a:pt x="0" y="298780"/>
                  </a:lnTo>
                </a:path>
                <a:path w="4445" h="440054">
                  <a:moveTo>
                    <a:pt x="0" y="299542"/>
                  </a:moveTo>
                  <a:lnTo>
                    <a:pt x="0" y="299161"/>
                  </a:lnTo>
                </a:path>
                <a:path w="4445" h="440054">
                  <a:moveTo>
                    <a:pt x="0" y="299923"/>
                  </a:moveTo>
                  <a:lnTo>
                    <a:pt x="0" y="299542"/>
                  </a:lnTo>
                </a:path>
                <a:path w="4445" h="440054">
                  <a:moveTo>
                    <a:pt x="0" y="300304"/>
                  </a:moveTo>
                  <a:lnTo>
                    <a:pt x="0" y="299923"/>
                  </a:lnTo>
                </a:path>
                <a:path w="4445" h="440054">
                  <a:moveTo>
                    <a:pt x="0" y="300672"/>
                  </a:moveTo>
                  <a:lnTo>
                    <a:pt x="0" y="300304"/>
                  </a:lnTo>
                </a:path>
                <a:path w="4445" h="440054">
                  <a:moveTo>
                    <a:pt x="0" y="301053"/>
                  </a:moveTo>
                  <a:lnTo>
                    <a:pt x="0" y="300672"/>
                  </a:lnTo>
                </a:path>
                <a:path w="4445" h="440054">
                  <a:moveTo>
                    <a:pt x="0" y="301434"/>
                  </a:moveTo>
                  <a:lnTo>
                    <a:pt x="0" y="301053"/>
                  </a:lnTo>
                </a:path>
                <a:path w="4445" h="440054">
                  <a:moveTo>
                    <a:pt x="0" y="301815"/>
                  </a:moveTo>
                  <a:lnTo>
                    <a:pt x="0" y="301434"/>
                  </a:lnTo>
                </a:path>
                <a:path w="4445" h="440054">
                  <a:moveTo>
                    <a:pt x="0" y="302196"/>
                  </a:moveTo>
                  <a:lnTo>
                    <a:pt x="0" y="301815"/>
                  </a:lnTo>
                </a:path>
                <a:path w="4445" h="440054">
                  <a:moveTo>
                    <a:pt x="0" y="302577"/>
                  </a:moveTo>
                  <a:lnTo>
                    <a:pt x="0" y="302196"/>
                  </a:lnTo>
                </a:path>
                <a:path w="4445" h="440054">
                  <a:moveTo>
                    <a:pt x="0" y="302958"/>
                  </a:moveTo>
                  <a:lnTo>
                    <a:pt x="0" y="302577"/>
                  </a:lnTo>
                </a:path>
                <a:path w="4445" h="440054">
                  <a:moveTo>
                    <a:pt x="0" y="303339"/>
                  </a:moveTo>
                  <a:lnTo>
                    <a:pt x="0" y="302958"/>
                  </a:lnTo>
                </a:path>
                <a:path w="4445" h="440054">
                  <a:moveTo>
                    <a:pt x="0" y="303720"/>
                  </a:moveTo>
                  <a:lnTo>
                    <a:pt x="0" y="303339"/>
                  </a:lnTo>
                </a:path>
                <a:path w="4445" h="440054">
                  <a:moveTo>
                    <a:pt x="0" y="304101"/>
                  </a:moveTo>
                  <a:lnTo>
                    <a:pt x="0" y="303720"/>
                  </a:lnTo>
                </a:path>
                <a:path w="4445" h="440054">
                  <a:moveTo>
                    <a:pt x="0" y="304469"/>
                  </a:moveTo>
                  <a:lnTo>
                    <a:pt x="0" y="304101"/>
                  </a:lnTo>
                </a:path>
                <a:path w="4445" h="440054">
                  <a:moveTo>
                    <a:pt x="0" y="304850"/>
                  </a:moveTo>
                  <a:lnTo>
                    <a:pt x="0" y="304469"/>
                  </a:lnTo>
                </a:path>
                <a:path w="4445" h="440054">
                  <a:moveTo>
                    <a:pt x="0" y="305231"/>
                  </a:moveTo>
                  <a:lnTo>
                    <a:pt x="0" y="304850"/>
                  </a:lnTo>
                </a:path>
                <a:path w="4445" h="440054">
                  <a:moveTo>
                    <a:pt x="0" y="305612"/>
                  </a:moveTo>
                  <a:lnTo>
                    <a:pt x="0" y="305231"/>
                  </a:lnTo>
                </a:path>
                <a:path w="4445" h="440054">
                  <a:moveTo>
                    <a:pt x="0" y="305993"/>
                  </a:moveTo>
                  <a:lnTo>
                    <a:pt x="0" y="305612"/>
                  </a:lnTo>
                </a:path>
                <a:path w="4445" h="440054">
                  <a:moveTo>
                    <a:pt x="0" y="306374"/>
                  </a:moveTo>
                  <a:lnTo>
                    <a:pt x="0" y="305993"/>
                  </a:lnTo>
                </a:path>
                <a:path w="4445" h="440054">
                  <a:moveTo>
                    <a:pt x="0" y="306755"/>
                  </a:moveTo>
                  <a:lnTo>
                    <a:pt x="0" y="306374"/>
                  </a:lnTo>
                </a:path>
                <a:path w="4445" h="440054">
                  <a:moveTo>
                    <a:pt x="0" y="307136"/>
                  </a:moveTo>
                  <a:lnTo>
                    <a:pt x="0" y="306755"/>
                  </a:lnTo>
                </a:path>
                <a:path w="4445" h="440054">
                  <a:moveTo>
                    <a:pt x="0" y="307517"/>
                  </a:moveTo>
                  <a:lnTo>
                    <a:pt x="0" y="307136"/>
                  </a:lnTo>
                </a:path>
                <a:path w="4445" h="440054">
                  <a:moveTo>
                    <a:pt x="0" y="307898"/>
                  </a:moveTo>
                  <a:lnTo>
                    <a:pt x="0" y="307517"/>
                  </a:lnTo>
                </a:path>
                <a:path w="4445" h="440054">
                  <a:moveTo>
                    <a:pt x="0" y="308279"/>
                  </a:moveTo>
                  <a:lnTo>
                    <a:pt x="0" y="307898"/>
                  </a:lnTo>
                </a:path>
                <a:path w="4445" h="440054">
                  <a:moveTo>
                    <a:pt x="0" y="308660"/>
                  </a:moveTo>
                  <a:lnTo>
                    <a:pt x="0" y="308279"/>
                  </a:lnTo>
                </a:path>
                <a:path w="4445" h="440054">
                  <a:moveTo>
                    <a:pt x="0" y="309029"/>
                  </a:moveTo>
                  <a:lnTo>
                    <a:pt x="0" y="308660"/>
                  </a:lnTo>
                </a:path>
                <a:path w="4445" h="440054">
                  <a:moveTo>
                    <a:pt x="0" y="309410"/>
                  </a:moveTo>
                  <a:lnTo>
                    <a:pt x="0" y="309029"/>
                  </a:lnTo>
                </a:path>
                <a:path w="4445" h="440054">
                  <a:moveTo>
                    <a:pt x="0" y="309791"/>
                  </a:moveTo>
                  <a:lnTo>
                    <a:pt x="0" y="309410"/>
                  </a:lnTo>
                </a:path>
                <a:path w="4445" h="440054">
                  <a:moveTo>
                    <a:pt x="0" y="310172"/>
                  </a:moveTo>
                  <a:lnTo>
                    <a:pt x="0" y="309791"/>
                  </a:lnTo>
                </a:path>
                <a:path w="4445" h="440054">
                  <a:moveTo>
                    <a:pt x="0" y="310553"/>
                  </a:moveTo>
                  <a:lnTo>
                    <a:pt x="0" y="310172"/>
                  </a:lnTo>
                </a:path>
                <a:path w="4445" h="440054">
                  <a:moveTo>
                    <a:pt x="0" y="310934"/>
                  </a:moveTo>
                  <a:lnTo>
                    <a:pt x="0" y="310553"/>
                  </a:lnTo>
                </a:path>
                <a:path w="4445" h="440054">
                  <a:moveTo>
                    <a:pt x="0" y="311302"/>
                  </a:moveTo>
                  <a:lnTo>
                    <a:pt x="0" y="310934"/>
                  </a:lnTo>
                </a:path>
                <a:path w="4445" h="440054">
                  <a:moveTo>
                    <a:pt x="0" y="311683"/>
                  </a:moveTo>
                  <a:lnTo>
                    <a:pt x="0" y="311302"/>
                  </a:lnTo>
                </a:path>
                <a:path w="4445" h="440054">
                  <a:moveTo>
                    <a:pt x="0" y="312064"/>
                  </a:moveTo>
                  <a:lnTo>
                    <a:pt x="0" y="311683"/>
                  </a:lnTo>
                </a:path>
                <a:path w="4445" h="440054">
                  <a:moveTo>
                    <a:pt x="0" y="312445"/>
                  </a:moveTo>
                  <a:lnTo>
                    <a:pt x="0" y="312064"/>
                  </a:lnTo>
                </a:path>
                <a:path w="4445" h="440054">
                  <a:moveTo>
                    <a:pt x="0" y="312826"/>
                  </a:moveTo>
                  <a:lnTo>
                    <a:pt x="0" y="312445"/>
                  </a:lnTo>
                </a:path>
                <a:path w="4445" h="440054">
                  <a:moveTo>
                    <a:pt x="380" y="313207"/>
                  </a:moveTo>
                  <a:lnTo>
                    <a:pt x="380" y="312826"/>
                  </a:lnTo>
                </a:path>
                <a:path w="4445" h="440054">
                  <a:moveTo>
                    <a:pt x="380" y="313588"/>
                  </a:moveTo>
                  <a:lnTo>
                    <a:pt x="380" y="313207"/>
                  </a:lnTo>
                </a:path>
                <a:path w="4445" h="440054">
                  <a:moveTo>
                    <a:pt x="380" y="313969"/>
                  </a:moveTo>
                  <a:lnTo>
                    <a:pt x="380" y="313588"/>
                  </a:lnTo>
                </a:path>
                <a:path w="4445" h="440054">
                  <a:moveTo>
                    <a:pt x="380" y="314350"/>
                  </a:moveTo>
                  <a:lnTo>
                    <a:pt x="380" y="313969"/>
                  </a:lnTo>
                </a:path>
                <a:path w="4445" h="440054">
                  <a:moveTo>
                    <a:pt x="380" y="314731"/>
                  </a:moveTo>
                  <a:lnTo>
                    <a:pt x="380" y="314350"/>
                  </a:lnTo>
                </a:path>
                <a:path w="4445" h="440054">
                  <a:moveTo>
                    <a:pt x="380" y="315099"/>
                  </a:moveTo>
                  <a:lnTo>
                    <a:pt x="380" y="314731"/>
                  </a:lnTo>
                </a:path>
                <a:path w="4445" h="440054">
                  <a:moveTo>
                    <a:pt x="380" y="315480"/>
                  </a:moveTo>
                  <a:lnTo>
                    <a:pt x="380" y="315099"/>
                  </a:lnTo>
                </a:path>
                <a:path w="4445" h="440054">
                  <a:moveTo>
                    <a:pt x="380" y="315861"/>
                  </a:moveTo>
                  <a:lnTo>
                    <a:pt x="380" y="315480"/>
                  </a:lnTo>
                </a:path>
                <a:path w="4445" h="440054">
                  <a:moveTo>
                    <a:pt x="380" y="316242"/>
                  </a:moveTo>
                  <a:lnTo>
                    <a:pt x="380" y="315861"/>
                  </a:lnTo>
                </a:path>
                <a:path w="4445" h="440054">
                  <a:moveTo>
                    <a:pt x="380" y="316623"/>
                  </a:moveTo>
                  <a:lnTo>
                    <a:pt x="380" y="316242"/>
                  </a:lnTo>
                </a:path>
                <a:path w="4445" h="440054">
                  <a:moveTo>
                    <a:pt x="380" y="317004"/>
                  </a:moveTo>
                  <a:lnTo>
                    <a:pt x="380" y="316623"/>
                  </a:lnTo>
                </a:path>
                <a:path w="4445" h="440054">
                  <a:moveTo>
                    <a:pt x="380" y="317385"/>
                  </a:moveTo>
                  <a:lnTo>
                    <a:pt x="380" y="317004"/>
                  </a:lnTo>
                </a:path>
                <a:path w="4445" h="440054">
                  <a:moveTo>
                    <a:pt x="380" y="317766"/>
                  </a:moveTo>
                  <a:lnTo>
                    <a:pt x="380" y="317385"/>
                  </a:lnTo>
                </a:path>
                <a:path w="4445" h="440054">
                  <a:moveTo>
                    <a:pt x="380" y="318147"/>
                  </a:moveTo>
                  <a:lnTo>
                    <a:pt x="380" y="317766"/>
                  </a:lnTo>
                </a:path>
                <a:path w="4445" h="440054">
                  <a:moveTo>
                    <a:pt x="380" y="318528"/>
                  </a:moveTo>
                  <a:lnTo>
                    <a:pt x="380" y="318147"/>
                  </a:lnTo>
                </a:path>
                <a:path w="4445" h="440054">
                  <a:moveTo>
                    <a:pt x="380" y="318909"/>
                  </a:moveTo>
                  <a:lnTo>
                    <a:pt x="380" y="318528"/>
                  </a:lnTo>
                </a:path>
                <a:path w="4445" h="440054">
                  <a:moveTo>
                    <a:pt x="380" y="319277"/>
                  </a:moveTo>
                  <a:lnTo>
                    <a:pt x="380" y="318909"/>
                  </a:lnTo>
                </a:path>
                <a:path w="4445" h="440054">
                  <a:moveTo>
                    <a:pt x="380" y="319659"/>
                  </a:moveTo>
                  <a:lnTo>
                    <a:pt x="380" y="319277"/>
                  </a:lnTo>
                </a:path>
                <a:path w="4445" h="440054">
                  <a:moveTo>
                    <a:pt x="380" y="320039"/>
                  </a:moveTo>
                  <a:lnTo>
                    <a:pt x="380" y="319659"/>
                  </a:lnTo>
                </a:path>
                <a:path w="4445" h="440054">
                  <a:moveTo>
                    <a:pt x="380" y="320421"/>
                  </a:moveTo>
                  <a:lnTo>
                    <a:pt x="380" y="320039"/>
                  </a:lnTo>
                </a:path>
                <a:path w="4445" h="440054">
                  <a:moveTo>
                    <a:pt x="380" y="320801"/>
                  </a:moveTo>
                  <a:lnTo>
                    <a:pt x="380" y="320421"/>
                  </a:lnTo>
                </a:path>
                <a:path w="4445" h="440054">
                  <a:moveTo>
                    <a:pt x="380" y="321183"/>
                  </a:moveTo>
                  <a:lnTo>
                    <a:pt x="380" y="320801"/>
                  </a:lnTo>
                </a:path>
                <a:path w="4445" h="440054">
                  <a:moveTo>
                    <a:pt x="380" y="321563"/>
                  </a:moveTo>
                  <a:lnTo>
                    <a:pt x="380" y="321183"/>
                  </a:lnTo>
                </a:path>
                <a:path w="4445" h="440054">
                  <a:moveTo>
                    <a:pt x="380" y="321932"/>
                  </a:moveTo>
                  <a:lnTo>
                    <a:pt x="380" y="321563"/>
                  </a:lnTo>
                </a:path>
                <a:path w="4445" h="440054">
                  <a:moveTo>
                    <a:pt x="380" y="322313"/>
                  </a:moveTo>
                  <a:lnTo>
                    <a:pt x="380" y="321932"/>
                  </a:lnTo>
                </a:path>
                <a:path w="4445" h="440054">
                  <a:moveTo>
                    <a:pt x="380" y="322694"/>
                  </a:moveTo>
                  <a:lnTo>
                    <a:pt x="380" y="322313"/>
                  </a:lnTo>
                </a:path>
                <a:path w="4445" h="440054">
                  <a:moveTo>
                    <a:pt x="380" y="323075"/>
                  </a:moveTo>
                  <a:lnTo>
                    <a:pt x="380" y="322694"/>
                  </a:lnTo>
                </a:path>
                <a:path w="4445" h="440054">
                  <a:moveTo>
                    <a:pt x="380" y="323456"/>
                  </a:moveTo>
                  <a:lnTo>
                    <a:pt x="380" y="323075"/>
                  </a:lnTo>
                </a:path>
                <a:path w="4445" h="440054">
                  <a:moveTo>
                    <a:pt x="380" y="323837"/>
                  </a:moveTo>
                  <a:lnTo>
                    <a:pt x="380" y="323456"/>
                  </a:lnTo>
                </a:path>
                <a:path w="4445" h="440054">
                  <a:moveTo>
                    <a:pt x="380" y="324218"/>
                  </a:moveTo>
                  <a:lnTo>
                    <a:pt x="380" y="323837"/>
                  </a:lnTo>
                </a:path>
                <a:path w="4445" h="440054">
                  <a:moveTo>
                    <a:pt x="380" y="324599"/>
                  </a:moveTo>
                  <a:lnTo>
                    <a:pt x="380" y="324218"/>
                  </a:lnTo>
                </a:path>
                <a:path w="4445" h="440054">
                  <a:moveTo>
                    <a:pt x="380" y="324980"/>
                  </a:moveTo>
                  <a:lnTo>
                    <a:pt x="380" y="324599"/>
                  </a:lnTo>
                </a:path>
                <a:path w="4445" h="440054">
                  <a:moveTo>
                    <a:pt x="380" y="325361"/>
                  </a:moveTo>
                  <a:lnTo>
                    <a:pt x="380" y="324980"/>
                  </a:lnTo>
                </a:path>
                <a:path w="4445" h="440054">
                  <a:moveTo>
                    <a:pt x="380" y="325742"/>
                  </a:moveTo>
                  <a:lnTo>
                    <a:pt x="380" y="325361"/>
                  </a:lnTo>
                </a:path>
                <a:path w="4445" h="440054">
                  <a:moveTo>
                    <a:pt x="380" y="326110"/>
                  </a:moveTo>
                  <a:lnTo>
                    <a:pt x="380" y="325742"/>
                  </a:lnTo>
                </a:path>
                <a:path w="4445" h="440054">
                  <a:moveTo>
                    <a:pt x="380" y="326491"/>
                  </a:moveTo>
                  <a:lnTo>
                    <a:pt x="380" y="326110"/>
                  </a:lnTo>
                </a:path>
                <a:path w="4445" h="440054">
                  <a:moveTo>
                    <a:pt x="380" y="326872"/>
                  </a:moveTo>
                  <a:lnTo>
                    <a:pt x="380" y="326491"/>
                  </a:lnTo>
                </a:path>
                <a:path w="4445" h="440054">
                  <a:moveTo>
                    <a:pt x="380" y="327253"/>
                  </a:moveTo>
                  <a:lnTo>
                    <a:pt x="380" y="326872"/>
                  </a:lnTo>
                </a:path>
                <a:path w="4445" h="440054">
                  <a:moveTo>
                    <a:pt x="380" y="327634"/>
                  </a:moveTo>
                  <a:lnTo>
                    <a:pt x="380" y="327253"/>
                  </a:lnTo>
                </a:path>
                <a:path w="4445" h="440054">
                  <a:moveTo>
                    <a:pt x="380" y="328015"/>
                  </a:moveTo>
                  <a:lnTo>
                    <a:pt x="380" y="327634"/>
                  </a:lnTo>
                </a:path>
                <a:path w="4445" h="440054">
                  <a:moveTo>
                    <a:pt x="380" y="328396"/>
                  </a:moveTo>
                  <a:lnTo>
                    <a:pt x="380" y="328015"/>
                  </a:lnTo>
                </a:path>
                <a:path w="4445" h="440054">
                  <a:moveTo>
                    <a:pt x="380" y="328777"/>
                  </a:moveTo>
                  <a:lnTo>
                    <a:pt x="380" y="328396"/>
                  </a:lnTo>
                </a:path>
                <a:path w="4445" h="440054">
                  <a:moveTo>
                    <a:pt x="380" y="329158"/>
                  </a:moveTo>
                  <a:lnTo>
                    <a:pt x="380" y="328777"/>
                  </a:lnTo>
                </a:path>
                <a:path w="4445" h="440054">
                  <a:moveTo>
                    <a:pt x="380" y="329539"/>
                  </a:moveTo>
                  <a:lnTo>
                    <a:pt x="380" y="329158"/>
                  </a:lnTo>
                </a:path>
                <a:path w="4445" h="440054">
                  <a:moveTo>
                    <a:pt x="380" y="329907"/>
                  </a:moveTo>
                  <a:lnTo>
                    <a:pt x="380" y="329539"/>
                  </a:lnTo>
                </a:path>
                <a:path w="4445" h="440054">
                  <a:moveTo>
                    <a:pt x="380" y="330288"/>
                  </a:moveTo>
                  <a:lnTo>
                    <a:pt x="380" y="329907"/>
                  </a:lnTo>
                </a:path>
                <a:path w="4445" h="440054">
                  <a:moveTo>
                    <a:pt x="380" y="330669"/>
                  </a:moveTo>
                  <a:lnTo>
                    <a:pt x="380" y="330288"/>
                  </a:lnTo>
                </a:path>
                <a:path w="4445" h="440054">
                  <a:moveTo>
                    <a:pt x="380" y="331050"/>
                  </a:moveTo>
                  <a:lnTo>
                    <a:pt x="380" y="330669"/>
                  </a:lnTo>
                </a:path>
                <a:path w="4445" h="440054">
                  <a:moveTo>
                    <a:pt x="380" y="331431"/>
                  </a:moveTo>
                  <a:lnTo>
                    <a:pt x="380" y="331050"/>
                  </a:lnTo>
                </a:path>
                <a:path w="4445" h="440054">
                  <a:moveTo>
                    <a:pt x="380" y="331812"/>
                  </a:moveTo>
                  <a:lnTo>
                    <a:pt x="380" y="331431"/>
                  </a:lnTo>
                </a:path>
                <a:path w="4445" h="440054">
                  <a:moveTo>
                    <a:pt x="380" y="332181"/>
                  </a:moveTo>
                  <a:lnTo>
                    <a:pt x="380" y="331812"/>
                  </a:lnTo>
                </a:path>
                <a:path w="4445" h="440054">
                  <a:moveTo>
                    <a:pt x="380" y="332562"/>
                  </a:moveTo>
                  <a:lnTo>
                    <a:pt x="380" y="332181"/>
                  </a:lnTo>
                </a:path>
                <a:path w="4445" h="440054">
                  <a:moveTo>
                    <a:pt x="380" y="332943"/>
                  </a:moveTo>
                  <a:lnTo>
                    <a:pt x="380" y="332562"/>
                  </a:lnTo>
                </a:path>
                <a:path w="4445" h="440054">
                  <a:moveTo>
                    <a:pt x="380" y="333324"/>
                  </a:moveTo>
                  <a:lnTo>
                    <a:pt x="380" y="332943"/>
                  </a:lnTo>
                </a:path>
                <a:path w="4445" h="440054">
                  <a:moveTo>
                    <a:pt x="380" y="333705"/>
                  </a:moveTo>
                  <a:lnTo>
                    <a:pt x="380" y="333324"/>
                  </a:lnTo>
                </a:path>
                <a:path w="4445" h="440054">
                  <a:moveTo>
                    <a:pt x="380" y="334086"/>
                  </a:moveTo>
                  <a:lnTo>
                    <a:pt x="380" y="333705"/>
                  </a:lnTo>
                </a:path>
                <a:path w="4445" h="440054">
                  <a:moveTo>
                    <a:pt x="380" y="334467"/>
                  </a:moveTo>
                  <a:lnTo>
                    <a:pt x="380" y="334086"/>
                  </a:lnTo>
                </a:path>
                <a:path w="4445" h="440054">
                  <a:moveTo>
                    <a:pt x="380" y="334848"/>
                  </a:moveTo>
                  <a:lnTo>
                    <a:pt x="380" y="334467"/>
                  </a:lnTo>
                </a:path>
                <a:path w="4445" h="440054">
                  <a:moveTo>
                    <a:pt x="380" y="335229"/>
                  </a:moveTo>
                  <a:lnTo>
                    <a:pt x="380" y="334848"/>
                  </a:lnTo>
                </a:path>
                <a:path w="4445" h="440054">
                  <a:moveTo>
                    <a:pt x="380" y="335610"/>
                  </a:moveTo>
                  <a:lnTo>
                    <a:pt x="380" y="335229"/>
                  </a:lnTo>
                </a:path>
                <a:path w="4445" h="440054">
                  <a:moveTo>
                    <a:pt x="380" y="335991"/>
                  </a:moveTo>
                  <a:lnTo>
                    <a:pt x="380" y="335610"/>
                  </a:lnTo>
                </a:path>
                <a:path w="4445" h="440054">
                  <a:moveTo>
                    <a:pt x="380" y="336359"/>
                  </a:moveTo>
                  <a:lnTo>
                    <a:pt x="380" y="335991"/>
                  </a:lnTo>
                </a:path>
                <a:path w="4445" h="440054">
                  <a:moveTo>
                    <a:pt x="380" y="336740"/>
                  </a:moveTo>
                  <a:lnTo>
                    <a:pt x="380" y="336359"/>
                  </a:lnTo>
                </a:path>
                <a:path w="4445" h="440054">
                  <a:moveTo>
                    <a:pt x="380" y="337121"/>
                  </a:moveTo>
                  <a:lnTo>
                    <a:pt x="380" y="336740"/>
                  </a:lnTo>
                </a:path>
                <a:path w="4445" h="440054">
                  <a:moveTo>
                    <a:pt x="380" y="337502"/>
                  </a:moveTo>
                  <a:lnTo>
                    <a:pt x="380" y="337121"/>
                  </a:lnTo>
                </a:path>
                <a:path w="4445" h="440054">
                  <a:moveTo>
                    <a:pt x="380" y="337883"/>
                  </a:moveTo>
                  <a:lnTo>
                    <a:pt x="380" y="337502"/>
                  </a:lnTo>
                </a:path>
                <a:path w="4445" h="440054">
                  <a:moveTo>
                    <a:pt x="380" y="338264"/>
                  </a:moveTo>
                  <a:lnTo>
                    <a:pt x="380" y="337883"/>
                  </a:lnTo>
                </a:path>
                <a:path w="4445" h="440054">
                  <a:moveTo>
                    <a:pt x="380" y="338645"/>
                  </a:moveTo>
                  <a:lnTo>
                    <a:pt x="380" y="338264"/>
                  </a:lnTo>
                </a:path>
                <a:path w="4445" h="440054">
                  <a:moveTo>
                    <a:pt x="380" y="339026"/>
                  </a:moveTo>
                  <a:lnTo>
                    <a:pt x="380" y="338645"/>
                  </a:lnTo>
                </a:path>
                <a:path w="4445" h="440054">
                  <a:moveTo>
                    <a:pt x="380" y="339407"/>
                  </a:moveTo>
                  <a:lnTo>
                    <a:pt x="380" y="339026"/>
                  </a:lnTo>
                </a:path>
                <a:path w="4445" h="440054">
                  <a:moveTo>
                    <a:pt x="380" y="339788"/>
                  </a:moveTo>
                  <a:lnTo>
                    <a:pt x="380" y="339407"/>
                  </a:lnTo>
                </a:path>
                <a:path w="4445" h="440054">
                  <a:moveTo>
                    <a:pt x="380" y="340169"/>
                  </a:moveTo>
                  <a:lnTo>
                    <a:pt x="380" y="339788"/>
                  </a:lnTo>
                </a:path>
                <a:path w="4445" h="440054">
                  <a:moveTo>
                    <a:pt x="380" y="340537"/>
                  </a:moveTo>
                  <a:lnTo>
                    <a:pt x="380" y="340169"/>
                  </a:lnTo>
                </a:path>
                <a:path w="4445" h="440054">
                  <a:moveTo>
                    <a:pt x="380" y="340918"/>
                  </a:moveTo>
                  <a:lnTo>
                    <a:pt x="380" y="340537"/>
                  </a:lnTo>
                </a:path>
                <a:path w="4445" h="440054">
                  <a:moveTo>
                    <a:pt x="380" y="341299"/>
                  </a:moveTo>
                  <a:lnTo>
                    <a:pt x="380" y="340918"/>
                  </a:lnTo>
                </a:path>
                <a:path w="4445" h="440054">
                  <a:moveTo>
                    <a:pt x="380" y="341680"/>
                  </a:moveTo>
                  <a:lnTo>
                    <a:pt x="380" y="341299"/>
                  </a:lnTo>
                </a:path>
                <a:path w="4445" h="440054">
                  <a:moveTo>
                    <a:pt x="380" y="342061"/>
                  </a:moveTo>
                  <a:lnTo>
                    <a:pt x="380" y="341680"/>
                  </a:lnTo>
                </a:path>
                <a:path w="4445" h="440054">
                  <a:moveTo>
                    <a:pt x="380" y="342442"/>
                  </a:moveTo>
                  <a:lnTo>
                    <a:pt x="380" y="342061"/>
                  </a:lnTo>
                </a:path>
                <a:path w="4445" h="440054">
                  <a:moveTo>
                    <a:pt x="380" y="342823"/>
                  </a:moveTo>
                  <a:lnTo>
                    <a:pt x="380" y="342442"/>
                  </a:lnTo>
                </a:path>
                <a:path w="4445" h="440054">
                  <a:moveTo>
                    <a:pt x="380" y="343192"/>
                  </a:moveTo>
                  <a:lnTo>
                    <a:pt x="380" y="342823"/>
                  </a:lnTo>
                </a:path>
                <a:path w="4445" h="440054">
                  <a:moveTo>
                    <a:pt x="380" y="343573"/>
                  </a:moveTo>
                  <a:lnTo>
                    <a:pt x="380" y="343192"/>
                  </a:lnTo>
                </a:path>
                <a:path w="4445" h="440054">
                  <a:moveTo>
                    <a:pt x="380" y="343954"/>
                  </a:moveTo>
                  <a:lnTo>
                    <a:pt x="380" y="343573"/>
                  </a:lnTo>
                </a:path>
                <a:path w="4445" h="440054">
                  <a:moveTo>
                    <a:pt x="380" y="344335"/>
                  </a:moveTo>
                  <a:lnTo>
                    <a:pt x="380" y="343954"/>
                  </a:lnTo>
                </a:path>
                <a:path w="4445" h="440054">
                  <a:moveTo>
                    <a:pt x="380" y="344716"/>
                  </a:moveTo>
                  <a:lnTo>
                    <a:pt x="380" y="344335"/>
                  </a:lnTo>
                </a:path>
                <a:path w="4445" h="440054">
                  <a:moveTo>
                    <a:pt x="380" y="345097"/>
                  </a:moveTo>
                  <a:lnTo>
                    <a:pt x="380" y="344716"/>
                  </a:lnTo>
                </a:path>
                <a:path w="4445" h="440054">
                  <a:moveTo>
                    <a:pt x="380" y="345478"/>
                  </a:moveTo>
                  <a:lnTo>
                    <a:pt x="380" y="345097"/>
                  </a:lnTo>
                </a:path>
                <a:path w="4445" h="440054">
                  <a:moveTo>
                    <a:pt x="380" y="345859"/>
                  </a:moveTo>
                  <a:lnTo>
                    <a:pt x="380" y="345478"/>
                  </a:lnTo>
                </a:path>
                <a:path w="4445" h="440054">
                  <a:moveTo>
                    <a:pt x="380" y="346240"/>
                  </a:moveTo>
                  <a:lnTo>
                    <a:pt x="380" y="345859"/>
                  </a:lnTo>
                </a:path>
                <a:path w="4445" h="440054">
                  <a:moveTo>
                    <a:pt x="380" y="346621"/>
                  </a:moveTo>
                  <a:lnTo>
                    <a:pt x="380" y="346240"/>
                  </a:lnTo>
                </a:path>
                <a:path w="4445" h="440054">
                  <a:moveTo>
                    <a:pt x="380" y="346989"/>
                  </a:moveTo>
                  <a:lnTo>
                    <a:pt x="380" y="346621"/>
                  </a:lnTo>
                </a:path>
                <a:path w="4445" h="440054">
                  <a:moveTo>
                    <a:pt x="380" y="347370"/>
                  </a:moveTo>
                  <a:lnTo>
                    <a:pt x="380" y="346989"/>
                  </a:lnTo>
                </a:path>
                <a:path w="4445" h="440054">
                  <a:moveTo>
                    <a:pt x="380" y="347751"/>
                  </a:moveTo>
                  <a:lnTo>
                    <a:pt x="380" y="347370"/>
                  </a:lnTo>
                </a:path>
                <a:path w="4445" h="440054">
                  <a:moveTo>
                    <a:pt x="380" y="348132"/>
                  </a:moveTo>
                  <a:lnTo>
                    <a:pt x="380" y="347751"/>
                  </a:lnTo>
                </a:path>
                <a:path w="4445" h="440054">
                  <a:moveTo>
                    <a:pt x="380" y="348513"/>
                  </a:moveTo>
                  <a:lnTo>
                    <a:pt x="380" y="348132"/>
                  </a:lnTo>
                </a:path>
                <a:path w="4445" h="440054">
                  <a:moveTo>
                    <a:pt x="380" y="348894"/>
                  </a:moveTo>
                  <a:lnTo>
                    <a:pt x="380" y="348513"/>
                  </a:lnTo>
                </a:path>
                <a:path w="4445" h="440054">
                  <a:moveTo>
                    <a:pt x="380" y="349275"/>
                  </a:moveTo>
                  <a:lnTo>
                    <a:pt x="380" y="348894"/>
                  </a:lnTo>
                </a:path>
                <a:path w="4445" h="440054">
                  <a:moveTo>
                    <a:pt x="380" y="349656"/>
                  </a:moveTo>
                  <a:lnTo>
                    <a:pt x="380" y="349275"/>
                  </a:lnTo>
                </a:path>
                <a:path w="4445" h="440054">
                  <a:moveTo>
                    <a:pt x="380" y="350037"/>
                  </a:moveTo>
                  <a:lnTo>
                    <a:pt x="380" y="349656"/>
                  </a:lnTo>
                </a:path>
                <a:path w="4445" h="440054">
                  <a:moveTo>
                    <a:pt x="380" y="350418"/>
                  </a:moveTo>
                  <a:lnTo>
                    <a:pt x="380" y="350037"/>
                  </a:lnTo>
                </a:path>
                <a:path w="4445" h="440054">
                  <a:moveTo>
                    <a:pt x="380" y="350799"/>
                  </a:moveTo>
                  <a:lnTo>
                    <a:pt x="380" y="350418"/>
                  </a:lnTo>
                </a:path>
                <a:path w="4445" h="440054">
                  <a:moveTo>
                    <a:pt x="380" y="351167"/>
                  </a:moveTo>
                  <a:lnTo>
                    <a:pt x="380" y="350799"/>
                  </a:lnTo>
                </a:path>
                <a:path w="4445" h="440054">
                  <a:moveTo>
                    <a:pt x="380" y="351548"/>
                  </a:moveTo>
                  <a:lnTo>
                    <a:pt x="380" y="351167"/>
                  </a:lnTo>
                </a:path>
                <a:path w="4445" h="440054">
                  <a:moveTo>
                    <a:pt x="380" y="351929"/>
                  </a:moveTo>
                  <a:lnTo>
                    <a:pt x="380" y="351548"/>
                  </a:lnTo>
                </a:path>
                <a:path w="4445" h="440054">
                  <a:moveTo>
                    <a:pt x="380" y="352310"/>
                  </a:moveTo>
                  <a:lnTo>
                    <a:pt x="380" y="351929"/>
                  </a:lnTo>
                </a:path>
                <a:path w="4445" h="440054">
                  <a:moveTo>
                    <a:pt x="380" y="352691"/>
                  </a:moveTo>
                  <a:lnTo>
                    <a:pt x="380" y="352310"/>
                  </a:lnTo>
                </a:path>
                <a:path w="4445" h="440054">
                  <a:moveTo>
                    <a:pt x="380" y="353072"/>
                  </a:moveTo>
                  <a:lnTo>
                    <a:pt x="380" y="352691"/>
                  </a:lnTo>
                </a:path>
                <a:path w="4445" h="440054">
                  <a:moveTo>
                    <a:pt x="380" y="353441"/>
                  </a:moveTo>
                  <a:lnTo>
                    <a:pt x="380" y="353072"/>
                  </a:lnTo>
                </a:path>
                <a:path w="4445" h="440054">
                  <a:moveTo>
                    <a:pt x="762" y="353822"/>
                  </a:moveTo>
                  <a:lnTo>
                    <a:pt x="762" y="353441"/>
                  </a:lnTo>
                </a:path>
                <a:path w="4445" h="440054">
                  <a:moveTo>
                    <a:pt x="762" y="354202"/>
                  </a:moveTo>
                  <a:lnTo>
                    <a:pt x="762" y="353822"/>
                  </a:lnTo>
                </a:path>
                <a:path w="4445" h="440054">
                  <a:moveTo>
                    <a:pt x="762" y="354584"/>
                  </a:moveTo>
                  <a:lnTo>
                    <a:pt x="762" y="354202"/>
                  </a:lnTo>
                </a:path>
                <a:path w="4445" h="440054">
                  <a:moveTo>
                    <a:pt x="762" y="354964"/>
                  </a:moveTo>
                  <a:lnTo>
                    <a:pt x="762" y="354584"/>
                  </a:lnTo>
                </a:path>
                <a:path w="4445" h="440054">
                  <a:moveTo>
                    <a:pt x="762" y="355346"/>
                  </a:moveTo>
                  <a:lnTo>
                    <a:pt x="762" y="354964"/>
                  </a:lnTo>
                </a:path>
                <a:path w="4445" h="440054">
                  <a:moveTo>
                    <a:pt x="762" y="355726"/>
                  </a:moveTo>
                  <a:lnTo>
                    <a:pt x="762" y="355346"/>
                  </a:lnTo>
                </a:path>
                <a:path w="4445" h="440054">
                  <a:moveTo>
                    <a:pt x="762" y="356108"/>
                  </a:moveTo>
                  <a:lnTo>
                    <a:pt x="762" y="355726"/>
                  </a:lnTo>
                </a:path>
                <a:path w="4445" h="440054">
                  <a:moveTo>
                    <a:pt x="762" y="356488"/>
                  </a:moveTo>
                  <a:lnTo>
                    <a:pt x="762" y="356108"/>
                  </a:lnTo>
                </a:path>
                <a:path w="4445" h="440054">
                  <a:moveTo>
                    <a:pt x="762" y="356870"/>
                  </a:moveTo>
                  <a:lnTo>
                    <a:pt x="762" y="356488"/>
                  </a:lnTo>
                </a:path>
                <a:path w="4445" h="440054">
                  <a:moveTo>
                    <a:pt x="762" y="357250"/>
                  </a:moveTo>
                  <a:lnTo>
                    <a:pt x="762" y="356870"/>
                  </a:lnTo>
                </a:path>
                <a:path w="4445" h="440054">
                  <a:moveTo>
                    <a:pt x="762" y="357632"/>
                  </a:moveTo>
                  <a:lnTo>
                    <a:pt x="762" y="357250"/>
                  </a:lnTo>
                </a:path>
                <a:path w="4445" h="440054">
                  <a:moveTo>
                    <a:pt x="762" y="358000"/>
                  </a:moveTo>
                  <a:lnTo>
                    <a:pt x="762" y="357632"/>
                  </a:lnTo>
                </a:path>
                <a:path w="4445" h="440054">
                  <a:moveTo>
                    <a:pt x="762" y="358381"/>
                  </a:moveTo>
                  <a:lnTo>
                    <a:pt x="762" y="358000"/>
                  </a:lnTo>
                </a:path>
                <a:path w="4445" h="440054">
                  <a:moveTo>
                    <a:pt x="762" y="358762"/>
                  </a:moveTo>
                  <a:lnTo>
                    <a:pt x="762" y="358381"/>
                  </a:lnTo>
                </a:path>
                <a:path w="4445" h="440054">
                  <a:moveTo>
                    <a:pt x="762" y="359143"/>
                  </a:moveTo>
                  <a:lnTo>
                    <a:pt x="762" y="358762"/>
                  </a:lnTo>
                </a:path>
                <a:path w="4445" h="440054">
                  <a:moveTo>
                    <a:pt x="762" y="359524"/>
                  </a:moveTo>
                  <a:lnTo>
                    <a:pt x="762" y="359143"/>
                  </a:lnTo>
                </a:path>
                <a:path w="4445" h="440054">
                  <a:moveTo>
                    <a:pt x="762" y="359905"/>
                  </a:moveTo>
                  <a:lnTo>
                    <a:pt x="762" y="359524"/>
                  </a:lnTo>
                </a:path>
                <a:path w="4445" h="440054">
                  <a:moveTo>
                    <a:pt x="762" y="360286"/>
                  </a:moveTo>
                  <a:lnTo>
                    <a:pt x="762" y="359905"/>
                  </a:lnTo>
                </a:path>
                <a:path w="4445" h="440054">
                  <a:moveTo>
                    <a:pt x="762" y="360667"/>
                  </a:moveTo>
                  <a:lnTo>
                    <a:pt x="762" y="360286"/>
                  </a:lnTo>
                </a:path>
                <a:path w="4445" h="440054">
                  <a:moveTo>
                    <a:pt x="762" y="361048"/>
                  </a:moveTo>
                  <a:lnTo>
                    <a:pt x="762" y="360667"/>
                  </a:lnTo>
                </a:path>
                <a:path w="4445" h="440054">
                  <a:moveTo>
                    <a:pt x="762" y="361429"/>
                  </a:moveTo>
                  <a:lnTo>
                    <a:pt x="762" y="361048"/>
                  </a:lnTo>
                </a:path>
                <a:path w="4445" h="440054">
                  <a:moveTo>
                    <a:pt x="762" y="361810"/>
                  </a:moveTo>
                  <a:lnTo>
                    <a:pt x="762" y="361429"/>
                  </a:lnTo>
                </a:path>
                <a:path w="4445" h="440054">
                  <a:moveTo>
                    <a:pt x="762" y="362178"/>
                  </a:moveTo>
                  <a:lnTo>
                    <a:pt x="762" y="361810"/>
                  </a:lnTo>
                </a:path>
                <a:path w="4445" h="440054">
                  <a:moveTo>
                    <a:pt x="762" y="362559"/>
                  </a:moveTo>
                  <a:lnTo>
                    <a:pt x="762" y="362178"/>
                  </a:lnTo>
                </a:path>
                <a:path w="4445" h="440054">
                  <a:moveTo>
                    <a:pt x="762" y="362940"/>
                  </a:moveTo>
                  <a:lnTo>
                    <a:pt x="762" y="362559"/>
                  </a:lnTo>
                </a:path>
                <a:path w="4445" h="440054">
                  <a:moveTo>
                    <a:pt x="762" y="363321"/>
                  </a:moveTo>
                  <a:lnTo>
                    <a:pt x="762" y="362940"/>
                  </a:lnTo>
                </a:path>
                <a:path w="4445" h="440054">
                  <a:moveTo>
                    <a:pt x="762" y="363702"/>
                  </a:moveTo>
                  <a:lnTo>
                    <a:pt x="762" y="363321"/>
                  </a:lnTo>
                </a:path>
                <a:path w="4445" h="440054">
                  <a:moveTo>
                    <a:pt x="762" y="364083"/>
                  </a:moveTo>
                  <a:lnTo>
                    <a:pt x="762" y="363702"/>
                  </a:lnTo>
                </a:path>
                <a:path w="4445" h="440054">
                  <a:moveTo>
                    <a:pt x="762" y="364451"/>
                  </a:moveTo>
                  <a:lnTo>
                    <a:pt x="762" y="364083"/>
                  </a:lnTo>
                </a:path>
                <a:path w="4445" h="440054">
                  <a:moveTo>
                    <a:pt x="762" y="364832"/>
                  </a:moveTo>
                  <a:lnTo>
                    <a:pt x="762" y="364464"/>
                  </a:lnTo>
                </a:path>
                <a:path w="4445" h="440054">
                  <a:moveTo>
                    <a:pt x="762" y="365213"/>
                  </a:moveTo>
                  <a:lnTo>
                    <a:pt x="762" y="364832"/>
                  </a:lnTo>
                </a:path>
                <a:path w="4445" h="440054">
                  <a:moveTo>
                    <a:pt x="762" y="365594"/>
                  </a:moveTo>
                  <a:lnTo>
                    <a:pt x="762" y="365213"/>
                  </a:lnTo>
                </a:path>
                <a:path w="4445" h="440054">
                  <a:moveTo>
                    <a:pt x="762" y="365975"/>
                  </a:moveTo>
                  <a:lnTo>
                    <a:pt x="762" y="365594"/>
                  </a:lnTo>
                </a:path>
                <a:path w="4445" h="440054">
                  <a:moveTo>
                    <a:pt x="762" y="366356"/>
                  </a:moveTo>
                  <a:lnTo>
                    <a:pt x="762" y="365975"/>
                  </a:lnTo>
                </a:path>
                <a:path w="4445" h="440054">
                  <a:moveTo>
                    <a:pt x="762" y="366737"/>
                  </a:moveTo>
                  <a:lnTo>
                    <a:pt x="762" y="366356"/>
                  </a:lnTo>
                </a:path>
                <a:path w="4445" h="440054">
                  <a:moveTo>
                    <a:pt x="762" y="367118"/>
                  </a:moveTo>
                  <a:lnTo>
                    <a:pt x="762" y="366737"/>
                  </a:lnTo>
                </a:path>
                <a:path w="4445" h="440054">
                  <a:moveTo>
                    <a:pt x="762" y="367499"/>
                  </a:moveTo>
                  <a:lnTo>
                    <a:pt x="762" y="367118"/>
                  </a:lnTo>
                </a:path>
                <a:path w="4445" h="440054">
                  <a:moveTo>
                    <a:pt x="762" y="367880"/>
                  </a:moveTo>
                  <a:lnTo>
                    <a:pt x="762" y="367499"/>
                  </a:lnTo>
                </a:path>
                <a:path w="4445" h="440054">
                  <a:moveTo>
                    <a:pt x="762" y="368261"/>
                  </a:moveTo>
                  <a:lnTo>
                    <a:pt x="762" y="367880"/>
                  </a:lnTo>
                </a:path>
                <a:path w="4445" h="440054">
                  <a:moveTo>
                    <a:pt x="762" y="368630"/>
                  </a:moveTo>
                  <a:lnTo>
                    <a:pt x="762" y="368261"/>
                  </a:lnTo>
                </a:path>
                <a:path w="4445" h="440054">
                  <a:moveTo>
                    <a:pt x="762" y="369011"/>
                  </a:moveTo>
                  <a:lnTo>
                    <a:pt x="762" y="368630"/>
                  </a:lnTo>
                </a:path>
                <a:path w="4445" h="440054">
                  <a:moveTo>
                    <a:pt x="762" y="369392"/>
                  </a:moveTo>
                  <a:lnTo>
                    <a:pt x="762" y="369011"/>
                  </a:lnTo>
                </a:path>
                <a:path w="4445" h="440054">
                  <a:moveTo>
                    <a:pt x="762" y="369773"/>
                  </a:moveTo>
                  <a:lnTo>
                    <a:pt x="762" y="369392"/>
                  </a:lnTo>
                </a:path>
                <a:path w="4445" h="440054">
                  <a:moveTo>
                    <a:pt x="762" y="370154"/>
                  </a:moveTo>
                  <a:lnTo>
                    <a:pt x="762" y="369773"/>
                  </a:lnTo>
                </a:path>
                <a:path w="4445" h="440054">
                  <a:moveTo>
                    <a:pt x="762" y="370535"/>
                  </a:moveTo>
                  <a:lnTo>
                    <a:pt x="762" y="370154"/>
                  </a:lnTo>
                </a:path>
                <a:path w="4445" h="440054">
                  <a:moveTo>
                    <a:pt x="762" y="370916"/>
                  </a:moveTo>
                  <a:lnTo>
                    <a:pt x="762" y="370535"/>
                  </a:lnTo>
                </a:path>
                <a:path w="4445" h="440054">
                  <a:moveTo>
                    <a:pt x="762" y="371297"/>
                  </a:moveTo>
                  <a:lnTo>
                    <a:pt x="762" y="370916"/>
                  </a:lnTo>
                </a:path>
                <a:path w="4445" h="440054">
                  <a:moveTo>
                    <a:pt x="762" y="371678"/>
                  </a:moveTo>
                  <a:lnTo>
                    <a:pt x="762" y="371297"/>
                  </a:lnTo>
                </a:path>
                <a:path w="4445" h="440054">
                  <a:moveTo>
                    <a:pt x="762" y="372059"/>
                  </a:moveTo>
                  <a:lnTo>
                    <a:pt x="762" y="371678"/>
                  </a:lnTo>
                </a:path>
                <a:path w="4445" h="440054">
                  <a:moveTo>
                    <a:pt x="762" y="372440"/>
                  </a:moveTo>
                  <a:lnTo>
                    <a:pt x="762" y="372059"/>
                  </a:lnTo>
                </a:path>
                <a:path w="4445" h="440054">
                  <a:moveTo>
                    <a:pt x="762" y="372808"/>
                  </a:moveTo>
                  <a:lnTo>
                    <a:pt x="762" y="372440"/>
                  </a:lnTo>
                </a:path>
                <a:path w="4445" h="440054">
                  <a:moveTo>
                    <a:pt x="762" y="373189"/>
                  </a:moveTo>
                  <a:lnTo>
                    <a:pt x="762" y="372808"/>
                  </a:lnTo>
                </a:path>
                <a:path w="4445" h="440054">
                  <a:moveTo>
                    <a:pt x="762" y="373570"/>
                  </a:moveTo>
                  <a:lnTo>
                    <a:pt x="762" y="373189"/>
                  </a:lnTo>
                </a:path>
                <a:path w="4445" h="440054">
                  <a:moveTo>
                    <a:pt x="762" y="373951"/>
                  </a:moveTo>
                  <a:lnTo>
                    <a:pt x="762" y="373570"/>
                  </a:lnTo>
                </a:path>
                <a:path w="4445" h="440054">
                  <a:moveTo>
                    <a:pt x="762" y="374332"/>
                  </a:moveTo>
                  <a:lnTo>
                    <a:pt x="762" y="373951"/>
                  </a:lnTo>
                </a:path>
                <a:path w="4445" h="440054">
                  <a:moveTo>
                    <a:pt x="762" y="374713"/>
                  </a:moveTo>
                  <a:lnTo>
                    <a:pt x="762" y="374332"/>
                  </a:lnTo>
                </a:path>
                <a:path w="4445" h="440054">
                  <a:moveTo>
                    <a:pt x="762" y="375081"/>
                  </a:moveTo>
                  <a:lnTo>
                    <a:pt x="762" y="374713"/>
                  </a:lnTo>
                </a:path>
                <a:path w="4445" h="440054">
                  <a:moveTo>
                    <a:pt x="762" y="375462"/>
                  </a:moveTo>
                  <a:lnTo>
                    <a:pt x="762" y="375081"/>
                  </a:lnTo>
                </a:path>
                <a:path w="4445" h="440054">
                  <a:moveTo>
                    <a:pt x="762" y="375843"/>
                  </a:moveTo>
                  <a:lnTo>
                    <a:pt x="762" y="375462"/>
                  </a:lnTo>
                </a:path>
                <a:path w="4445" h="440054">
                  <a:moveTo>
                    <a:pt x="762" y="376224"/>
                  </a:moveTo>
                  <a:lnTo>
                    <a:pt x="762" y="375843"/>
                  </a:lnTo>
                </a:path>
                <a:path w="4445" h="440054">
                  <a:moveTo>
                    <a:pt x="762" y="376605"/>
                  </a:moveTo>
                  <a:lnTo>
                    <a:pt x="762" y="376224"/>
                  </a:lnTo>
                </a:path>
                <a:path w="4445" h="440054">
                  <a:moveTo>
                    <a:pt x="762" y="376986"/>
                  </a:moveTo>
                  <a:lnTo>
                    <a:pt x="762" y="376605"/>
                  </a:lnTo>
                </a:path>
                <a:path w="4445" h="440054">
                  <a:moveTo>
                    <a:pt x="762" y="377367"/>
                  </a:moveTo>
                  <a:lnTo>
                    <a:pt x="762" y="376986"/>
                  </a:lnTo>
                </a:path>
                <a:path w="4445" h="440054">
                  <a:moveTo>
                    <a:pt x="762" y="377748"/>
                  </a:moveTo>
                  <a:lnTo>
                    <a:pt x="762" y="377367"/>
                  </a:lnTo>
                </a:path>
                <a:path w="4445" h="440054">
                  <a:moveTo>
                    <a:pt x="762" y="378129"/>
                  </a:moveTo>
                  <a:lnTo>
                    <a:pt x="762" y="377748"/>
                  </a:lnTo>
                </a:path>
                <a:path w="4445" h="440054">
                  <a:moveTo>
                    <a:pt x="762" y="378510"/>
                  </a:moveTo>
                  <a:lnTo>
                    <a:pt x="762" y="378129"/>
                  </a:lnTo>
                </a:path>
                <a:path w="4445" h="440054">
                  <a:moveTo>
                    <a:pt x="762" y="378879"/>
                  </a:moveTo>
                  <a:lnTo>
                    <a:pt x="762" y="378510"/>
                  </a:lnTo>
                </a:path>
                <a:path w="4445" h="440054">
                  <a:moveTo>
                    <a:pt x="762" y="379260"/>
                  </a:moveTo>
                  <a:lnTo>
                    <a:pt x="762" y="378879"/>
                  </a:lnTo>
                </a:path>
                <a:path w="4445" h="440054">
                  <a:moveTo>
                    <a:pt x="762" y="379641"/>
                  </a:moveTo>
                  <a:lnTo>
                    <a:pt x="762" y="379260"/>
                  </a:lnTo>
                </a:path>
                <a:path w="4445" h="440054">
                  <a:moveTo>
                    <a:pt x="762" y="380022"/>
                  </a:moveTo>
                  <a:lnTo>
                    <a:pt x="762" y="379641"/>
                  </a:lnTo>
                </a:path>
                <a:path w="4445" h="440054">
                  <a:moveTo>
                    <a:pt x="762" y="380403"/>
                  </a:moveTo>
                  <a:lnTo>
                    <a:pt x="762" y="380022"/>
                  </a:lnTo>
                </a:path>
                <a:path w="4445" h="440054">
                  <a:moveTo>
                    <a:pt x="762" y="380784"/>
                  </a:moveTo>
                  <a:lnTo>
                    <a:pt x="762" y="380403"/>
                  </a:lnTo>
                </a:path>
                <a:path w="4445" h="440054">
                  <a:moveTo>
                    <a:pt x="762" y="381165"/>
                  </a:moveTo>
                  <a:lnTo>
                    <a:pt x="762" y="380784"/>
                  </a:lnTo>
                </a:path>
                <a:path w="4445" h="440054">
                  <a:moveTo>
                    <a:pt x="762" y="381546"/>
                  </a:moveTo>
                  <a:lnTo>
                    <a:pt x="762" y="381165"/>
                  </a:lnTo>
                </a:path>
                <a:path w="4445" h="440054">
                  <a:moveTo>
                    <a:pt x="762" y="381927"/>
                  </a:moveTo>
                  <a:lnTo>
                    <a:pt x="762" y="381546"/>
                  </a:lnTo>
                </a:path>
                <a:path w="4445" h="440054">
                  <a:moveTo>
                    <a:pt x="762" y="382308"/>
                  </a:moveTo>
                  <a:lnTo>
                    <a:pt x="762" y="381927"/>
                  </a:lnTo>
                </a:path>
                <a:path w="4445" h="440054">
                  <a:moveTo>
                    <a:pt x="762" y="382689"/>
                  </a:moveTo>
                  <a:lnTo>
                    <a:pt x="762" y="382308"/>
                  </a:lnTo>
                </a:path>
                <a:path w="4445" h="440054">
                  <a:moveTo>
                    <a:pt x="762" y="383057"/>
                  </a:moveTo>
                  <a:lnTo>
                    <a:pt x="762" y="382689"/>
                  </a:lnTo>
                </a:path>
                <a:path w="4445" h="440054">
                  <a:moveTo>
                    <a:pt x="1142" y="383438"/>
                  </a:moveTo>
                  <a:lnTo>
                    <a:pt x="1142" y="383057"/>
                  </a:lnTo>
                </a:path>
                <a:path w="4445" h="440054">
                  <a:moveTo>
                    <a:pt x="1142" y="383819"/>
                  </a:moveTo>
                  <a:lnTo>
                    <a:pt x="1142" y="383438"/>
                  </a:lnTo>
                </a:path>
                <a:path w="4445" h="440054">
                  <a:moveTo>
                    <a:pt x="1142" y="384200"/>
                  </a:moveTo>
                  <a:lnTo>
                    <a:pt x="1142" y="383819"/>
                  </a:lnTo>
                </a:path>
                <a:path w="4445" h="440054">
                  <a:moveTo>
                    <a:pt x="1142" y="384581"/>
                  </a:moveTo>
                  <a:lnTo>
                    <a:pt x="1142" y="384200"/>
                  </a:lnTo>
                </a:path>
                <a:path w="4445" h="440054">
                  <a:moveTo>
                    <a:pt x="1142" y="384962"/>
                  </a:moveTo>
                  <a:lnTo>
                    <a:pt x="1142" y="384581"/>
                  </a:lnTo>
                </a:path>
                <a:path w="4445" h="440054">
                  <a:moveTo>
                    <a:pt x="1142" y="385343"/>
                  </a:moveTo>
                  <a:lnTo>
                    <a:pt x="1142" y="384962"/>
                  </a:lnTo>
                </a:path>
                <a:path w="4445" h="440054">
                  <a:moveTo>
                    <a:pt x="1142" y="385711"/>
                  </a:moveTo>
                  <a:lnTo>
                    <a:pt x="1142" y="385343"/>
                  </a:lnTo>
                </a:path>
                <a:path w="4445" h="440054">
                  <a:moveTo>
                    <a:pt x="1142" y="386092"/>
                  </a:moveTo>
                  <a:lnTo>
                    <a:pt x="1142" y="385711"/>
                  </a:lnTo>
                </a:path>
                <a:path w="4445" h="440054">
                  <a:moveTo>
                    <a:pt x="1142" y="386473"/>
                  </a:moveTo>
                  <a:lnTo>
                    <a:pt x="1142" y="386092"/>
                  </a:lnTo>
                </a:path>
                <a:path w="4445" h="440054">
                  <a:moveTo>
                    <a:pt x="1142" y="386854"/>
                  </a:moveTo>
                  <a:lnTo>
                    <a:pt x="1142" y="386473"/>
                  </a:lnTo>
                </a:path>
                <a:path w="4445" h="440054">
                  <a:moveTo>
                    <a:pt x="1142" y="387235"/>
                  </a:moveTo>
                  <a:lnTo>
                    <a:pt x="1142" y="386854"/>
                  </a:lnTo>
                </a:path>
                <a:path w="4445" h="440054">
                  <a:moveTo>
                    <a:pt x="1142" y="387616"/>
                  </a:moveTo>
                  <a:lnTo>
                    <a:pt x="1142" y="387235"/>
                  </a:lnTo>
                </a:path>
                <a:path w="4445" h="440054">
                  <a:moveTo>
                    <a:pt x="1142" y="387997"/>
                  </a:moveTo>
                  <a:lnTo>
                    <a:pt x="1142" y="387616"/>
                  </a:lnTo>
                </a:path>
                <a:path w="4445" h="440054">
                  <a:moveTo>
                    <a:pt x="1142" y="388378"/>
                  </a:moveTo>
                  <a:lnTo>
                    <a:pt x="1142" y="387997"/>
                  </a:lnTo>
                </a:path>
                <a:path w="4445" h="440054">
                  <a:moveTo>
                    <a:pt x="1142" y="388759"/>
                  </a:moveTo>
                  <a:lnTo>
                    <a:pt x="1142" y="388378"/>
                  </a:lnTo>
                </a:path>
                <a:path w="4445" h="440054">
                  <a:moveTo>
                    <a:pt x="1142" y="389140"/>
                  </a:moveTo>
                  <a:lnTo>
                    <a:pt x="1142" y="388759"/>
                  </a:lnTo>
                </a:path>
                <a:path w="4445" h="440054">
                  <a:moveTo>
                    <a:pt x="1142" y="389521"/>
                  </a:moveTo>
                  <a:lnTo>
                    <a:pt x="1142" y="389140"/>
                  </a:lnTo>
                </a:path>
                <a:path w="4445" h="440054">
                  <a:moveTo>
                    <a:pt x="1142" y="389889"/>
                  </a:moveTo>
                  <a:lnTo>
                    <a:pt x="1142" y="389521"/>
                  </a:lnTo>
                </a:path>
                <a:path w="4445" h="440054">
                  <a:moveTo>
                    <a:pt x="1142" y="390271"/>
                  </a:moveTo>
                  <a:lnTo>
                    <a:pt x="1142" y="389889"/>
                  </a:lnTo>
                </a:path>
                <a:path w="4445" h="440054">
                  <a:moveTo>
                    <a:pt x="1142" y="390651"/>
                  </a:moveTo>
                  <a:lnTo>
                    <a:pt x="1142" y="390271"/>
                  </a:lnTo>
                </a:path>
                <a:path w="4445" h="440054">
                  <a:moveTo>
                    <a:pt x="1142" y="391033"/>
                  </a:moveTo>
                  <a:lnTo>
                    <a:pt x="1142" y="390651"/>
                  </a:lnTo>
                </a:path>
                <a:path w="4445" h="440054">
                  <a:moveTo>
                    <a:pt x="1142" y="391413"/>
                  </a:moveTo>
                  <a:lnTo>
                    <a:pt x="1142" y="391033"/>
                  </a:lnTo>
                </a:path>
                <a:path w="4445" h="440054">
                  <a:moveTo>
                    <a:pt x="1142" y="391795"/>
                  </a:moveTo>
                  <a:lnTo>
                    <a:pt x="1142" y="391413"/>
                  </a:lnTo>
                </a:path>
                <a:path w="4445" h="440054">
                  <a:moveTo>
                    <a:pt x="1142" y="392175"/>
                  </a:moveTo>
                  <a:lnTo>
                    <a:pt x="1142" y="391795"/>
                  </a:lnTo>
                </a:path>
                <a:path w="4445" h="440054">
                  <a:moveTo>
                    <a:pt x="1142" y="392557"/>
                  </a:moveTo>
                  <a:lnTo>
                    <a:pt x="1142" y="392175"/>
                  </a:lnTo>
                </a:path>
                <a:path w="4445" h="440054">
                  <a:moveTo>
                    <a:pt x="1142" y="392938"/>
                  </a:moveTo>
                  <a:lnTo>
                    <a:pt x="1142" y="392557"/>
                  </a:lnTo>
                </a:path>
                <a:path w="4445" h="440054">
                  <a:moveTo>
                    <a:pt x="1142" y="393319"/>
                  </a:moveTo>
                  <a:lnTo>
                    <a:pt x="1142" y="392938"/>
                  </a:lnTo>
                </a:path>
                <a:path w="4445" h="440054">
                  <a:moveTo>
                    <a:pt x="1142" y="393700"/>
                  </a:moveTo>
                  <a:lnTo>
                    <a:pt x="1142" y="393319"/>
                  </a:lnTo>
                </a:path>
                <a:path w="4445" h="440054">
                  <a:moveTo>
                    <a:pt x="1142" y="394068"/>
                  </a:moveTo>
                  <a:lnTo>
                    <a:pt x="1142" y="393700"/>
                  </a:lnTo>
                </a:path>
                <a:path w="4445" h="440054">
                  <a:moveTo>
                    <a:pt x="1142" y="394449"/>
                  </a:moveTo>
                  <a:lnTo>
                    <a:pt x="1142" y="394068"/>
                  </a:lnTo>
                </a:path>
                <a:path w="4445" h="440054">
                  <a:moveTo>
                    <a:pt x="1142" y="394830"/>
                  </a:moveTo>
                  <a:lnTo>
                    <a:pt x="1142" y="394449"/>
                  </a:lnTo>
                </a:path>
                <a:path w="4445" h="440054">
                  <a:moveTo>
                    <a:pt x="1142" y="395211"/>
                  </a:moveTo>
                  <a:lnTo>
                    <a:pt x="1142" y="394830"/>
                  </a:lnTo>
                </a:path>
                <a:path w="4445" h="440054">
                  <a:moveTo>
                    <a:pt x="1524" y="395592"/>
                  </a:moveTo>
                  <a:lnTo>
                    <a:pt x="1524" y="395211"/>
                  </a:lnTo>
                </a:path>
                <a:path w="4445" h="440054">
                  <a:moveTo>
                    <a:pt x="1524" y="395973"/>
                  </a:moveTo>
                  <a:lnTo>
                    <a:pt x="1524" y="395592"/>
                  </a:lnTo>
                </a:path>
                <a:path w="4445" h="440054">
                  <a:moveTo>
                    <a:pt x="1524" y="396341"/>
                  </a:moveTo>
                  <a:lnTo>
                    <a:pt x="1524" y="395973"/>
                  </a:lnTo>
                </a:path>
                <a:path w="4445" h="440054">
                  <a:moveTo>
                    <a:pt x="1524" y="396722"/>
                  </a:moveTo>
                  <a:lnTo>
                    <a:pt x="1524" y="396341"/>
                  </a:lnTo>
                </a:path>
                <a:path w="4445" h="440054">
                  <a:moveTo>
                    <a:pt x="1524" y="397103"/>
                  </a:moveTo>
                  <a:lnTo>
                    <a:pt x="1524" y="396722"/>
                  </a:lnTo>
                </a:path>
                <a:path w="4445" h="440054">
                  <a:moveTo>
                    <a:pt x="1524" y="397484"/>
                  </a:moveTo>
                  <a:lnTo>
                    <a:pt x="1524" y="397103"/>
                  </a:lnTo>
                </a:path>
                <a:path w="4445" h="440054">
                  <a:moveTo>
                    <a:pt x="1524" y="397865"/>
                  </a:moveTo>
                  <a:lnTo>
                    <a:pt x="1524" y="397484"/>
                  </a:lnTo>
                </a:path>
                <a:path w="4445" h="440054">
                  <a:moveTo>
                    <a:pt x="1524" y="398246"/>
                  </a:moveTo>
                  <a:lnTo>
                    <a:pt x="1524" y="397865"/>
                  </a:lnTo>
                </a:path>
                <a:path w="4445" h="440054">
                  <a:moveTo>
                    <a:pt x="1524" y="398627"/>
                  </a:moveTo>
                  <a:lnTo>
                    <a:pt x="1524" y="398246"/>
                  </a:lnTo>
                </a:path>
                <a:path w="4445" h="440054">
                  <a:moveTo>
                    <a:pt x="1524" y="399008"/>
                  </a:moveTo>
                  <a:lnTo>
                    <a:pt x="1524" y="398627"/>
                  </a:lnTo>
                </a:path>
                <a:path w="4445" h="440054">
                  <a:moveTo>
                    <a:pt x="1524" y="399389"/>
                  </a:moveTo>
                  <a:lnTo>
                    <a:pt x="1524" y="399008"/>
                  </a:lnTo>
                </a:path>
                <a:path w="4445" h="440054">
                  <a:moveTo>
                    <a:pt x="1524" y="399770"/>
                  </a:moveTo>
                  <a:lnTo>
                    <a:pt x="1524" y="399389"/>
                  </a:lnTo>
                </a:path>
                <a:path w="4445" h="440054">
                  <a:moveTo>
                    <a:pt x="1524" y="400138"/>
                  </a:moveTo>
                  <a:lnTo>
                    <a:pt x="1524" y="399770"/>
                  </a:lnTo>
                </a:path>
                <a:path w="4445" h="440054">
                  <a:moveTo>
                    <a:pt x="1524" y="400519"/>
                  </a:moveTo>
                  <a:lnTo>
                    <a:pt x="1524" y="400138"/>
                  </a:lnTo>
                </a:path>
                <a:path w="4445" h="440054">
                  <a:moveTo>
                    <a:pt x="1524" y="400900"/>
                  </a:moveTo>
                  <a:lnTo>
                    <a:pt x="1524" y="400519"/>
                  </a:lnTo>
                </a:path>
                <a:path w="4445" h="440054">
                  <a:moveTo>
                    <a:pt x="1524" y="401281"/>
                  </a:moveTo>
                  <a:lnTo>
                    <a:pt x="1524" y="400900"/>
                  </a:lnTo>
                </a:path>
                <a:path w="4445" h="440054">
                  <a:moveTo>
                    <a:pt x="1524" y="401662"/>
                  </a:moveTo>
                  <a:lnTo>
                    <a:pt x="1524" y="401281"/>
                  </a:lnTo>
                </a:path>
                <a:path w="4445" h="440054">
                  <a:moveTo>
                    <a:pt x="1524" y="402043"/>
                  </a:moveTo>
                  <a:lnTo>
                    <a:pt x="1524" y="401662"/>
                  </a:lnTo>
                </a:path>
                <a:path w="4445" h="440054">
                  <a:moveTo>
                    <a:pt x="1524" y="402424"/>
                  </a:moveTo>
                  <a:lnTo>
                    <a:pt x="1524" y="402043"/>
                  </a:lnTo>
                </a:path>
                <a:path w="4445" h="440054">
                  <a:moveTo>
                    <a:pt x="1524" y="402805"/>
                  </a:moveTo>
                  <a:lnTo>
                    <a:pt x="1524" y="402424"/>
                  </a:lnTo>
                </a:path>
                <a:path w="4445" h="440054">
                  <a:moveTo>
                    <a:pt x="1524" y="403186"/>
                  </a:moveTo>
                  <a:lnTo>
                    <a:pt x="1524" y="402805"/>
                  </a:lnTo>
                </a:path>
                <a:path w="4445" h="440054">
                  <a:moveTo>
                    <a:pt x="1524" y="403567"/>
                  </a:moveTo>
                  <a:lnTo>
                    <a:pt x="1524" y="403186"/>
                  </a:lnTo>
                </a:path>
                <a:path w="4445" h="440054">
                  <a:moveTo>
                    <a:pt x="1524" y="403948"/>
                  </a:moveTo>
                  <a:lnTo>
                    <a:pt x="1524" y="403567"/>
                  </a:lnTo>
                </a:path>
                <a:path w="4445" h="440054">
                  <a:moveTo>
                    <a:pt x="1524" y="404317"/>
                  </a:moveTo>
                  <a:lnTo>
                    <a:pt x="1524" y="403948"/>
                  </a:lnTo>
                </a:path>
                <a:path w="4445" h="440054">
                  <a:moveTo>
                    <a:pt x="1524" y="404710"/>
                  </a:moveTo>
                  <a:lnTo>
                    <a:pt x="1524" y="404317"/>
                  </a:lnTo>
                </a:path>
                <a:path w="4445" h="440054">
                  <a:moveTo>
                    <a:pt x="1524" y="405079"/>
                  </a:moveTo>
                  <a:lnTo>
                    <a:pt x="1524" y="404710"/>
                  </a:lnTo>
                </a:path>
                <a:path w="4445" h="440054">
                  <a:moveTo>
                    <a:pt x="1524" y="405460"/>
                  </a:moveTo>
                  <a:lnTo>
                    <a:pt x="1524" y="405079"/>
                  </a:lnTo>
                </a:path>
                <a:path w="4445" h="440054">
                  <a:moveTo>
                    <a:pt x="1524" y="405841"/>
                  </a:moveTo>
                  <a:lnTo>
                    <a:pt x="1524" y="405460"/>
                  </a:lnTo>
                </a:path>
                <a:path w="4445" h="440054">
                  <a:moveTo>
                    <a:pt x="1524" y="406222"/>
                  </a:moveTo>
                  <a:lnTo>
                    <a:pt x="1524" y="405841"/>
                  </a:lnTo>
                </a:path>
                <a:path w="4445" h="440054">
                  <a:moveTo>
                    <a:pt x="1524" y="406603"/>
                  </a:moveTo>
                  <a:lnTo>
                    <a:pt x="1524" y="406222"/>
                  </a:lnTo>
                </a:path>
                <a:path w="4445" h="440054">
                  <a:moveTo>
                    <a:pt x="1524" y="406971"/>
                  </a:moveTo>
                  <a:lnTo>
                    <a:pt x="1524" y="406603"/>
                  </a:lnTo>
                </a:path>
                <a:path w="4445" h="440054">
                  <a:moveTo>
                    <a:pt x="1524" y="407352"/>
                  </a:moveTo>
                  <a:lnTo>
                    <a:pt x="1524" y="406971"/>
                  </a:lnTo>
                </a:path>
                <a:path w="4445" h="440054">
                  <a:moveTo>
                    <a:pt x="1524" y="407733"/>
                  </a:moveTo>
                  <a:lnTo>
                    <a:pt x="1524" y="407352"/>
                  </a:lnTo>
                </a:path>
                <a:path w="4445" h="440054">
                  <a:moveTo>
                    <a:pt x="1524" y="408114"/>
                  </a:moveTo>
                  <a:lnTo>
                    <a:pt x="1524" y="407733"/>
                  </a:lnTo>
                </a:path>
                <a:path w="4445" h="440054">
                  <a:moveTo>
                    <a:pt x="1524" y="408495"/>
                  </a:moveTo>
                  <a:lnTo>
                    <a:pt x="1524" y="408114"/>
                  </a:lnTo>
                </a:path>
                <a:path w="4445" h="440054">
                  <a:moveTo>
                    <a:pt x="1524" y="408876"/>
                  </a:moveTo>
                  <a:lnTo>
                    <a:pt x="1524" y="408495"/>
                  </a:lnTo>
                </a:path>
                <a:path w="4445" h="440054">
                  <a:moveTo>
                    <a:pt x="1524" y="409257"/>
                  </a:moveTo>
                  <a:lnTo>
                    <a:pt x="1524" y="408876"/>
                  </a:lnTo>
                </a:path>
                <a:path w="4445" h="440054">
                  <a:moveTo>
                    <a:pt x="1524" y="409638"/>
                  </a:moveTo>
                  <a:lnTo>
                    <a:pt x="1524" y="409257"/>
                  </a:lnTo>
                </a:path>
                <a:path w="4445" h="440054">
                  <a:moveTo>
                    <a:pt x="1524" y="410019"/>
                  </a:moveTo>
                  <a:lnTo>
                    <a:pt x="1524" y="409638"/>
                  </a:lnTo>
                </a:path>
                <a:path w="4445" h="440054">
                  <a:moveTo>
                    <a:pt x="1524" y="410400"/>
                  </a:moveTo>
                  <a:lnTo>
                    <a:pt x="1524" y="410019"/>
                  </a:lnTo>
                </a:path>
                <a:path w="4445" h="440054">
                  <a:moveTo>
                    <a:pt x="1524" y="410781"/>
                  </a:moveTo>
                  <a:lnTo>
                    <a:pt x="1524" y="410400"/>
                  </a:lnTo>
                </a:path>
                <a:path w="4445" h="440054">
                  <a:moveTo>
                    <a:pt x="1524" y="411149"/>
                  </a:moveTo>
                  <a:lnTo>
                    <a:pt x="1524" y="410781"/>
                  </a:lnTo>
                </a:path>
                <a:path w="4445" h="440054">
                  <a:moveTo>
                    <a:pt x="1524" y="411530"/>
                  </a:moveTo>
                  <a:lnTo>
                    <a:pt x="1524" y="411149"/>
                  </a:lnTo>
                </a:path>
                <a:path w="4445" h="440054">
                  <a:moveTo>
                    <a:pt x="1904" y="411911"/>
                  </a:moveTo>
                  <a:lnTo>
                    <a:pt x="1904" y="411530"/>
                  </a:lnTo>
                </a:path>
                <a:path w="4445" h="440054">
                  <a:moveTo>
                    <a:pt x="1904" y="412292"/>
                  </a:moveTo>
                  <a:lnTo>
                    <a:pt x="1904" y="411911"/>
                  </a:lnTo>
                </a:path>
                <a:path w="4445" h="440054">
                  <a:moveTo>
                    <a:pt x="1904" y="412673"/>
                  </a:moveTo>
                  <a:lnTo>
                    <a:pt x="1904" y="412292"/>
                  </a:lnTo>
                </a:path>
                <a:path w="4445" h="440054">
                  <a:moveTo>
                    <a:pt x="1904" y="413054"/>
                  </a:moveTo>
                  <a:lnTo>
                    <a:pt x="1904" y="412673"/>
                  </a:lnTo>
                </a:path>
                <a:path w="4445" h="440054">
                  <a:moveTo>
                    <a:pt x="1904" y="413435"/>
                  </a:moveTo>
                  <a:lnTo>
                    <a:pt x="1904" y="413054"/>
                  </a:lnTo>
                </a:path>
                <a:path w="4445" h="440054">
                  <a:moveTo>
                    <a:pt x="1904" y="413816"/>
                  </a:moveTo>
                  <a:lnTo>
                    <a:pt x="1904" y="413435"/>
                  </a:lnTo>
                </a:path>
                <a:path w="4445" h="440054">
                  <a:moveTo>
                    <a:pt x="1904" y="414197"/>
                  </a:moveTo>
                  <a:lnTo>
                    <a:pt x="1904" y="413816"/>
                  </a:lnTo>
                </a:path>
                <a:path w="4445" h="440054">
                  <a:moveTo>
                    <a:pt x="1904" y="414578"/>
                  </a:moveTo>
                  <a:lnTo>
                    <a:pt x="1904" y="414197"/>
                  </a:lnTo>
                </a:path>
                <a:path w="4445" h="440054">
                  <a:moveTo>
                    <a:pt x="1904" y="414959"/>
                  </a:moveTo>
                  <a:lnTo>
                    <a:pt x="1904" y="414578"/>
                  </a:lnTo>
                </a:path>
                <a:path w="4445" h="440054">
                  <a:moveTo>
                    <a:pt x="1904" y="415340"/>
                  </a:moveTo>
                  <a:lnTo>
                    <a:pt x="1904" y="414959"/>
                  </a:lnTo>
                </a:path>
                <a:path w="4445" h="440054">
                  <a:moveTo>
                    <a:pt x="1904" y="415709"/>
                  </a:moveTo>
                  <a:lnTo>
                    <a:pt x="1904" y="415340"/>
                  </a:lnTo>
                </a:path>
                <a:path w="4445" h="440054">
                  <a:moveTo>
                    <a:pt x="1904" y="416090"/>
                  </a:moveTo>
                  <a:lnTo>
                    <a:pt x="1904" y="415709"/>
                  </a:lnTo>
                </a:path>
                <a:path w="4445" h="440054">
                  <a:moveTo>
                    <a:pt x="1904" y="416471"/>
                  </a:moveTo>
                  <a:lnTo>
                    <a:pt x="1904" y="416090"/>
                  </a:lnTo>
                </a:path>
                <a:path w="4445" h="440054">
                  <a:moveTo>
                    <a:pt x="1904" y="416852"/>
                  </a:moveTo>
                  <a:lnTo>
                    <a:pt x="1904" y="416471"/>
                  </a:lnTo>
                </a:path>
                <a:path w="4445" h="440054">
                  <a:moveTo>
                    <a:pt x="1904" y="417233"/>
                  </a:moveTo>
                  <a:lnTo>
                    <a:pt x="1904" y="416852"/>
                  </a:lnTo>
                </a:path>
                <a:path w="4445" h="440054">
                  <a:moveTo>
                    <a:pt x="1904" y="417601"/>
                  </a:moveTo>
                  <a:lnTo>
                    <a:pt x="1904" y="417233"/>
                  </a:lnTo>
                </a:path>
                <a:path w="4445" h="440054">
                  <a:moveTo>
                    <a:pt x="1904" y="417982"/>
                  </a:moveTo>
                  <a:lnTo>
                    <a:pt x="1904" y="417601"/>
                  </a:lnTo>
                </a:path>
                <a:path w="4445" h="440054">
                  <a:moveTo>
                    <a:pt x="1904" y="418363"/>
                  </a:moveTo>
                  <a:lnTo>
                    <a:pt x="1904" y="417982"/>
                  </a:lnTo>
                </a:path>
                <a:path w="4445" h="440054">
                  <a:moveTo>
                    <a:pt x="1904" y="418744"/>
                  </a:moveTo>
                  <a:lnTo>
                    <a:pt x="1904" y="418363"/>
                  </a:lnTo>
                </a:path>
                <a:path w="4445" h="440054">
                  <a:moveTo>
                    <a:pt x="1904" y="419125"/>
                  </a:moveTo>
                  <a:lnTo>
                    <a:pt x="1904" y="418744"/>
                  </a:lnTo>
                </a:path>
                <a:path w="4445" h="440054">
                  <a:moveTo>
                    <a:pt x="2286" y="419506"/>
                  </a:moveTo>
                  <a:lnTo>
                    <a:pt x="2286" y="419125"/>
                  </a:lnTo>
                </a:path>
                <a:path w="4445" h="440054">
                  <a:moveTo>
                    <a:pt x="2286" y="419887"/>
                  </a:moveTo>
                  <a:lnTo>
                    <a:pt x="2286" y="419506"/>
                  </a:lnTo>
                </a:path>
                <a:path w="4445" h="440054">
                  <a:moveTo>
                    <a:pt x="2286" y="420268"/>
                  </a:moveTo>
                  <a:lnTo>
                    <a:pt x="2286" y="419887"/>
                  </a:lnTo>
                </a:path>
                <a:path w="4445" h="440054">
                  <a:moveTo>
                    <a:pt x="2286" y="420649"/>
                  </a:moveTo>
                  <a:lnTo>
                    <a:pt x="2286" y="420268"/>
                  </a:lnTo>
                </a:path>
                <a:path w="4445" h="440054">
                  <a:moveTo>
                    <a:pt x="2286" y="421030"/>
                  </a:moveTo>
                  <a:lnTo>
                    <a:pt x="2286" y="420649"/>
                  </a:lnTo>
                </a:path>
                <a:path w="4445" h="440054">
                  <a:moveTo>
                    <a:pt x="2286" y="421411"/>
                  </a:moveTo>
                  <a:lnTo>
                    <a:pt x="2286" y="421030"/>
                  </a:lnTo>
                </a:path>
                <a:path w="4445" h="440054">
                  <a:moveTo>
                    <a:pt x="2286" y="421779"/>
                  </a:moveTo>
                  <a:lnTo>
                    <a:pt x="2286" y="421411"/>
                  </a:lnTo>
                </a:path>
                <a:path w="4445" h="440054">
                  <a:moveTo>
                    <a:pt x="2286" y="422160"/>
                  </a:moveTo>
                  <a:lnTo>
                    <a:pt x="2286" y="421779"/>
                  </a:lnTo>
                </a:path>
                <a:path w="4445" h="440054">
                  <a:moveTo>
                    <a:pt x="2286" y="422541"/>
                  </a:moveTo>
                  <a:lnTo>
                    <a:pt x="2286" y="422160"/>
                  </a:lnTo>
                </a:path>
                <a:path w="4445" h="440054">
                  <a:moveTo>
                    <a:pt x="2286" y="422922"/>
                  </a:moveTo>
                  <a:lnTo>
                    <a:pt x="2286" y="422541"/>
                  </a:lnTo>
                </a:path>
                <a:path w="4445" h="440054">
                  <a:moveTo>
                    <a:pt x="2286" y="423303"/>
                  </a:moveTo>
                  <a:lnTo>
                    <a:pt x="2286" y="422922"/>
                  </a:lnTo>
                </a:path>
                <a:path w="4445" h="440054">
                  <a:moveTo>
                    <a:pt x="2286" y="423684"/>
                  </a:moveTo>
                  <a:lnTo>
                    <a:pt x="2286" y="423303"/>
                  </a:lnTo>
                </a:path>
                <a:path w="4445" h="440054">
                  <a:moveTo>
                    <a:pt x="2286" y="424065"/>
                  </a:moveTo>
                  <a:lnTo>
                    <a:pt x="2286" y="423684"/>
                  </a:lnTo>
                </a:path>
                <a:path w="4445" h="440054">
                  <a:moveTo>
                    <a:pt x="2286" y="424446"/>
                  </a:moveTo>
                  <a:lnTo>
                    <a:pt x="2286" y="424065"/>
                  </a:lnTo>
                </a:path>
                <a:path w="4445" h="440054">
                  <a:moveTo>
                    <a:pt x="2286" y="424827"/>
                  </a:moveTo>
                  <a:lnTo>
                    <a:pt x="2286" y="424446"/>
                  </a:lnTo>
                </a:path>
                <a:path w="4445" h="440054">
                  <a:moveTo>
                    <a:pt x="2286" y="425208"/>
                  </a:moveTo>
                  <a:lnTo>
                    <a:pt x="2286" y="424827"/>
                  </a:lnTo>
                </a:path>
                <a:path w="4445" h="440054">
                  <a:moveTo>
                    <a:pt x="2286" y="425589"/>
                  </a:moveTo>
                  <a:lnTo>
                    <a:pt x="2286" y="425208"/>
                  </a:lnTo>
                </a:path>
                <a:path w="4445" h="440054">
                  <a:moveTo>
                    <a:pt x="2666" y="425958"/>
                  </a:moveTo>
                  <a:lnTo>
                    <a:pt x="2666" y="425589"/>
                  </a:lnTo>
                </a:path>
                <a:path w="4445" h="440054">
                  <a:moveTo>
                    <a:pt x="2666" y="426338"/>
                  </a:moveTo>
                  <a:lnTo>
                    <a:pt x="2666" y="425958"/>
                  </a:lnTo>
                </a:path>
                <a:path w="4445" h="440054">
                  <a:moveTo>
                    <a:pt x="2666" y="426720"/>
                  </a:moveTo>
                  <a:lnTo>
                    <a:pt x="2666" y="426338"/>
                  </a:lnTo>
                </a:path>
                <a:path w="4445" h="440054">
                  <a:moveTo>
                    <a:pt x="2666" y="427100"/>
                  </a:moveTo>
                  <a:lnTo>
                    <a:pt x="2666" y="426720"/>
                  </a:lnTo>
                </a:path>
                <a:path w="4445" h="440054">
                  <a:moveTo>
                    <a:pt x="2666" y="427482"/>
                  </a:moveTo>
                  <a:lnTo>
                    <a:pt x="2666" y="427100"/>
                  </a:lnTo>
                </a:path>
                <a:path w="4445" h="440054">
                  <a:moveTo>
                    <a:pt x="2666" y="427863"/>
                  </a:moveTo>
                  <a:lnTo>
                    <a:pt x="2666" y="427482"/>
                  </a:lnTo>
                </a:path>
                <a:path w="4445" h="440054">
                  <a:moveTo>
                    <a:pt x="2666" y="428244"/>
                  </a:moveTo>
                  <a:lnTo>
                    <a:pt x="2666" y="427863"/>
                  </a:lnTo>
                </a:path>
                <a:path w="4445" h="440054">
                  <a:moveTo>
                    <a:pt x="2666" y="428612"/>
                  </a:moveTo>
                  <a:lnTo>
                    <a:pt x="2666" y="428244"/>
                  </a:lnTo>
                </a:path>
                <a:path w="4445" h="440054">
                  <a:moveTo>
                    <a:pt x="2666" y="428993"/>
                  </a:moveTo>
                  <a:lnTo>
                    <a:pt x="2666" y="428612"/>
                  </a:lnTo>
                </a:path>
                <a:path w="4445" h="440054">
                  <a:moveTo>
                    <a:pt x="2666" y="429374"/>
                  </a:moveTo>
                  <a:lnTo>
                    <a:pt x="2666" y="428993"/>
                  </a:lnTo>
                </a:path>
                <a:path w="4445" h="440054">
                  <a:moveTo>
                    <a:pt x="2666" y="429755"/>
                  </a:moveTo>
                  <a:lnTo>
                    <a:pt x="2666" y="429374"/>
                  </a:lnTo>
                </a:path>
                <a:path w="4445" h="440054">
                  <a:moveTo>
                    <a:pt x="3048" y="430136"/>
                  </a:moveTo>
                  <a:lnTo>
                    <a:pt x="3048" y="429755"/>
                  </a:lnTo>
                </a:path>
                <a:path w="4445" h="440054">
                  <a:moveTo>
                    <a:pt x="3048" y="430517"/>
                  </a:moveTo>
                  <a:lnTo>
                    <a:pt x="3048" y="430136"/>
                  </a:lnTo>
                </a:path>
                <a:path w="4445" h="440054">
                  <a:moveTo>
                    <a:pt x="3048" y="430898"/>
                  </a:moveTo>
                  <a:lnTo>
                    <a:pt x="3048" y="430517"/>
                  </a:lnTo>
                </a:path>
                <a:path w="4445" h="440054">
                  <a:moveTo>
                    <a:pt x="3048" y="431279"/>
                  </a:moveTo>
                  <a:lnTo>
                    <a:pt x="3048" y="430898"/>
                  </a:lnTo>
                </a:path>
                <a:path w="4445" h="440054">
                  <a:moveTo>
                    <a:pt x="3048" y="431660"/>
                  </a:moveTo>
                  <a:lnTo>
                    <a:pt x="3048" y="431279"/>
                  </a:lnTo>
                </a:path>
                <a:path w="4445" h="440054">
                  <a:moveTo>
                    <a:pt x="3048" y="432041"/>
                  </a:moveTo>
                  <a:lnTo>
                    <a:pt x="3048" y="431660"/>
                  </a:lnTo>
                </a:path>
                <a:path w="4445" h="440054">
                  <a:moveTo>
                    <a:pt x="3428" y="432422"/>
                  </a:moveTo>
                  <a:lnTo>
                    <a:pt x="3428" y="432041"/>
                  </a:lnTo>
                </a:path>
                <a:path w="4445" h="440054">
                  <a:moveTo>
                    <a:pt x="3428" y="432790"/>
                  </a:moveTo>
                  <a:lnTo>
                    <a:pt x="3428" y="432422"/>
                  </a:lnTo>
                </a:path>
                <a:path w="4445" h="440054">
                  <a:moveTo>
                    <a:pt x="3428" y="433171"/>
                  </a:moveTo>
                  <a:lnTo>
                    <a:pt x="3428" y="432790"/>
                  </a:lnTo>
                </a:path>
                <a:path w="4445" h="440054">
                  <a:moveTo>
                    <a:pt x="3428" y="433552"/>
                  </a:moveTo>
                  <a:lnTo>
                    <a:pt x="3428" y="433171"/>
                  </a:lnTo>
                </a:path>
                <a:path w="4445" h="440054">
                  <a:moveTo>
                    <a:pt x="3428" y="433933"/>
                  </a:moveTo>
                  <a:lnTo>
                    <a:pt x="3428" y="433552"/>
                  </a:lnTo>
                </a:path>
                <a:path w="4445" h="440054">
                  <a:moveTo>
                    <a:pt x="3428" y="434314"/>
                  </a:moveTo>
                  <a:lnTo>
                    <a:pt x="3428" y="433933"/>
                  </a:lnTo>
                </a:path>
                <a:path w="4445" h="440054">
                  <a:moveTo>
                    <a:pt x="3428" y="434695"/>
                  </a:moveTo>
                  <a:lnTo>
                    <a:pt x="3428" y="434314"/>
                  </a:lnTo>
                </a:path>
                <a:path w="4445" h="440054">
                  <a:moveTo>
                    <a:pt x="3428" y="435076"/>
                  </a:moveTo>
                  <a:lnTo>
                    <a:pt x="3428" y="434695"/>
                  </a:lnTo>
                </a:path>
                <a:path w="4445" h="440054">
                  <a:moveTo>
                    <a:pt x="3428" y="435457"/>
                  </a:moveTo>
                  <a:lnTo>
                    <a:pt x="3428" y="435076"/>
                  </a:lnTo>
                </a:path>
                <a:path w="4445" h="440054">
                  <a:moveTo>
                    <a:pt x="3809" y="435838"/>
                  </a:moveTo>
                  <a:lnTo>
                    <a:pt x="3809" y="435457"/>
                  </a:lnTo>
                </a:path>
                <a:path w="4445" h="440054">
                  <a:moveTo>
                    <a:pt x="3809" y="436219"/>
                  </a:moveTo>
                  <a:lnTo>
                    <a:pt x="3809" y="435838"/>
                  </a:lnTo>
                </a:path>
                <a:path w="4445" h="440054">
                  <a:moveTo>
                    <a:pt x="3809" y="436587"/>
                  </a:moveTo>
                  <a:lnTo>
                    <a:pt x="3809" y="436219"/>
                  </a:lnTo>
                </a:path>
                <a:path w="4445" h="440054">
                  <a:moveTo>
                    <a:pt x="3809" y="436968"/>
                  </a:moveTo>
                  <a:lnTo>
                    <a:pt x="3809" y="436587"/>
                  </a:lnTo>
                </a:path>
                <a:path w="4445" h="440054">
                  <a:moveTo>
                    <a:pt x="3809" y="437349"/>
                  </a:moveTo>
                  <a:lnTo>
                    <a:pt x="3809" y="436968"/>
                  </a:lnTo>
                </a:path>
                <a:path w="4445" h="440054">
                  <a:moveTo>
                    <a:pt x="3809" y="437730"/>
                  </a:moveTo>
                  <a:lnTo>
                    <a:pt x="3809" y="437349"/>
                  </a:lnTo>
                </a:path>
                <a:path w="4445" h="440054">
                  <a:moveTo>
                    <a:pt x="3809" y="438111"/>
                  </a:moveTo>
                  <a:lnTo>
                    <a:pt x="3809" y="437730"/>
                  </a:lnTo>
                </a:path>
                <a:path w="4445" h="440054">
                  <a:moveTo>
                    <a:pt x="3809" y="438492"/>
                  </a:moveTo>
                  <a:lnTo>
                    <a:pt x="3809" y="438111"/>
                  </a:lnTo>
                </a:path>
                <a:path w="4445" h="440054">
                  <a:moveTo>
                    <a:pt x="4190" y="438861"/>
                  </a:moveTo>
                  <a:lnTo>
                    <a:pt x="4190" y="438492"/>
                  </a:lnTo>
                </a:path>
                <a:path w="4445" h="440054">
                  <a:moveTo>
                    <a:pt x="4190" y="439242"/>
                  </a:moveTo>
                  <a:lnTo>
                    <a:pt x="4190" y="438861"/>
                  </a:lnTo>
                </a:path>
                <a:path w="4445" h="440054">
                  <a:moveTo>
                    <a:pt x="4190" y="439623"/>
                  </a:moveTo>
                  <a:lnTo>
                    <a:pt x="4190" y="439242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7" name="object 707" descr=""/>
            <p:cNvSpPr/>
            <p:nvPr/>
          </p:nvSpPr>
          <p:spPr>
            <a:xfrm>
              <a:off x="3738079" y="525454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8" name="object 708" descr=""/>
            <p:cNvSpPr/>
            <p:nvPr/>
          </p:nvSpPr>
          <p:spPr>
            <a:xfrm>
              <a:off x="3738270" y="5254930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  <a:path w="0" h="1270">
                  <a:moveTo>
                    <a:pt x="0" y="1142"/>
                  </a:moveTo>
                  <a:lnTo>
                    <a:pt x="0" y="762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9" name="object 709" descr=""/>
            <p:cNvSpPr/>
            <p:nvPr/>
          </p:nvSpPr>
          <p:spPr>
            <a:xfrm>
              <a:off x="3738460" y="5256072"/>
              <a:ext cx="0" cy="1905"/>
            </a:xfrm>
            <a:custGeom>
              <a:avLst/>
              <a:gdLst/>
              <a:ahLst/>
              <a:cxnLst/>
              <a:rect l="l" t="t" r="r" b="b"/>
              <a:pathLst>
                <a:path w="0" h="1904">
                  <a:moveTo>
                    <a:pt x="0" y="381"/>
                  </a:moveTo>
                  <a:lnTo>
                    <a:pt x="0" y="0"/>
                  </a:lnTo>
                </a:path>
                <a:path w="0" h="1904">
                  <a:moveTo>
                    <a:pt x="0" y="762"/>
                  </a:moveTo>
                  <a:lnTo>
                    <a:pt x="0" y="381"/>
                  </a:lnTo>
                </a:path>
                <a:path w="0" h="1904">
                  <a:moveTo>
                    <a:pt x="0" y="1143"/>
                  </a:moveTo>
                  <a:lnTo>
                    <a:pt x="0" y="762"/>
                  </a:lnTo>
                </a:path>
                <a:path w="0" h="1904">
                  <a:moveTo>
                    <a:pt x="0" y="1511"/>
                  </a:moveTo>
                  <a:lnTo>
                    <a:pt x="0" y="1143"/>
                  </a:lnTo>
                </a:path>
                <a:path w="0" h="1904">
                  <a:moveTo>
                    <a:pt x="0" y="1892"/>
                  </a:moveTo>
                  <a:lnTo>
                    <a:pt x="0" y="1511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0" name="object 710" descr=""/>
            <p:cNvSpPr/>
            <p:nvPr/>
          </p:nvSpPr>
          <p:spPr>
            <a:xfrm>
              <a:off x="3738651" y="525796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1" name="object 711" descr=""/>
            <p:cNvSpPr/>
            <p:nvPr/>
          </p:nvSpPr>
          <p:spPr>
            <a:xfrm>
              <a:off x="3738841" y="5258346"/>
              <a:ext cx="1270" cy="5080"/>
            </a:xfrm>
            <a:custGeom>
              <a:avLst/>
              <a:gdLst/>
              <a:ahLst/>
              <a:cxnLst/>
              <a:rect l="l" t="t" r="r" b="b"/>
              <a:pathLst>
                <a:path w="1270" h="5079">
                  <a:moveTo>
                    <a:pt x="0" y="380"/>
                  </a:moveTo>
                  <a:lnTo>
                    <a:pt x="0" y="0"/>
                  </a:lnTo>
                </a:path>
                <a:path w="1270" h="5079">
                  <a:moveTo>
                    <a:pt x="0" y="762"/>
                  </a:moveTo>
                  <a:lnTo>
                    <a:pt x="0" y="380"/>
                  </a:lnTo>
                </a:path>
                <a:path w="1270" h="5079">
                  <a:moveTo>
                    <a:pt x="0" y="1142"/>
                  </a:moveTo>
                  <a:lnTo>
                    <a:pt x="0" y="762"/>
                  </a:lnTo>
                </a:path>
                <a:path w="1270" h="5079">
                  <a:moveTo>
                    <a:pt x="0" y="1524"/>
                  </a:moveTo>
                  <a:lnTo>
                    <a:pt x="0" y="1142"/>
                  </a:lnTo>
                </a:path>
                <a:path w="1270" h="5079">
                  <a:moveTo>
                    <a:pt x="381" y="1904"/>
                  </a:moveTo>
                  <a:lnTo>
                    <a:pt x="381" y="1524"/>
                  </a:lnTo>
                </a:path>
                <a:path w="1270" h="5079">
                  <a:moveTo>
                    <a:pt x="381" y="2286"/>
                  </a:moveTo>
                  <a:lnTo>
                    <a:pt x="381" y="1904"/>
                  </a:lnTo>
                </a:path>
                <a:path w="1270" h="5079">
                  <a:moveTo>
                    <a:pt x="381" y="2666"/>
                  </a:moveTo>
                  <a:lnTo>
                    <a:pt x="381" y="2286"/>
                  </a:lnTo>
                </a:path>
                <a:path w="1270" h="5079">
                  <a:moveTo>
                    <a:pt x="381" y="3048"/>
                  </a:moveTo>
                  <a:lnTo>
                    <a:pt x="381" y="2666"/>
                  </a:lnTo>
                </a:path>
                <a:path w="1270" h="5079">
                  <a:moveTo>
                    <a:pt x="381" y="3428"/>
                  </a:moveTo>
                  <a:lnTo>
                    <a:pt x="381" y="3048"/>
                  </a:lnTo>
                </a:path>
                <a:path w="1270" h="5079">
                  <a:moveTo>
                    <a:pt x="762" y="3797"/>
                  </a:moveTo>
                  <a:lnTo>
                    <a:pt x="762" y="3428"/>
                  </a:lnTo>
                </a:path>
                <a:path w="1270" h="5079">
                  <a:moveTo>
                    <a:pt x="762" y="4178"/>
                  </a:moveTo>
                  <a:lnTo>
                    <a:pt x="762" y="3797"/>
                  </a:lnTo>
                </a:path>
                <a:path w="1270" h="5079">
                  <a:moveTo>
                    <a:pt x="762" y="4559"/>
                  </a:moveTo>
                  <a:lnTo>
                    <a:pt x="762" y="4178"/>
                  </a:lnTo>
                </a:path>
                <a:path w="1270" h="5079">
                  <a:moveTo>
                    <a:pt x="762" y="4940"/>
                  </a:moveTo>
                  <a:lnTo>
                    <a:pt x="762" y="4559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2" name="object 712" descr=""/>
            <p:cNvSpPr/>
            <p:nvPr/>
          </p:nvSpPr>
          <p:spPr>
            <a:xfrm>
              <a:off x="3739794" y="526328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3" name="object 713" descr=""/>
            <p:cNvSpPr/>
            <p:nvPr/>
          </p:nvSpPr>
          <p:spPr>
            <a:xfrm>
              <a:off x="3739984" y="526366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4" name="object 714" descr=""/>
            <p:cNvSpPr/>
            <p:nvPr/>
          </p:nvSpPr>
          <p:spPr>
            <a:xfrm>
              <a:off x="3740175" y="5264035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1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1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5" name="object 715" descr=""/>
            <p:cNvSpPr/>
            <p:nvPr/>
          </p:nvSpPr>
          <p:spPr>
            <a:xfrm>
              <a:off x="3740365" y="5264797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1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1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6" name="object 716" descr=""/>
            <p:cNvSpPr/>
            <p:nvPr/>
          </p:nvSpPr>
          <p:spPr>
            <a:xfrm>
              <a:off x="3740556" y="5265559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1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1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7" name="object 717" descr=""/>
            <p:cNvSpPr/>
            <p:nvPr/>
          </p:nvSpPr>
          <p:spPr>
            <a:xfrm>
              <a:off x="3740734" y="5266321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1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1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8" name="object 718" descr=""/>
            <p:cNvSpPr/>
            <p:nvPr/>
          </p:nvSpPr>
          <p:spPr>
            <a:xfrm>
              <a:off x="3740911" y="5267083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5" h="1904">
                  <a:moveTo>
                    <a:pt x="0" y="381"/>
                  </a:moveTo>
                  <a:lnTo>
                    <a:pt x="0" y="0"/>
                  </a:lnTo>
                </a:path>
                <a:path w="635" h="1904">
                  <a:moveTo>
                    <a:pt x="0" y="762"/>
                  </a:moveTo>
                  <a:lnTo>
                    <a:pt x="0" y="381"/>
                  </a:lnTo>
                </a:path>
                <a:path w="635" h="1904">
                  <a:moveTo>
                    <a:pt x="368" y="1143"/>
                  </a:moveTo>
                  <a:lnTo>
                    <a:pt x="368" y="762"/>
                  </a:lnTo>
                </a:path>
                <a:path w="635" h="1904">
                  <a:moveTo>
                    <a:pt x="368" y="1511"/>
                  </a:moveTo>
                  <a:lnTo>
                    <a:pt x="368" y="1143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9" name="object 719" descr=""/>
            <p:cNvSpPr/>
            <p:nvPr/>
          </p:nvSpPr>
          <p:spPr>
            <a:xfrm>
              <a:off x="3741470" y="5268595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0" name="object 720" descr=""/>
            <p:cNvSpPr/>
            <p:nvPr/>
          </p:nvSpPr>
          <p:spPr>
            <a:xfrm>
              <a:off x="3741661" y="5269357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1" name="object 721" descr=""/>
            <p:cNvSpPr/>
            <p:nvPr/>
          </p:nvSpPr>
          <p:spPr>
            <a:xfrm>
              <a:off x="3741851" y="527011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2" name="object 722" descr=""/>
            <p:cNvSpPr/>
            <p:nvPr/>
          </p:nvSpPr>
          <p:spPr>
            <a:xfrm>
              <a:off x="3742042" y="5270500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  <a:path w="0" h="1270">
                  <a:moveTo>
                    <a:pt x="0" y="1142"/>
                  </a:moveTo>
                  <a:lnTo>
                    <a:pt x="0" y="762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3" name="object 723" descr=""/>
            <p:cNvSpPr/>
            <p:nvPr/>
          </p:nvSpPr>
          <p:spPr>
            <a:xfrm>
              <a:off x="3742232" y="527164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4" name="object 724" descr=""/>
            <p:cNvSpPr/>
            <p:nvPr/>
          </p:nvSpPr>
          <p:spPr>
            <a:xfrm>
              <a:off x="3742423" y="5272023"/>
              <a:ext cx="635" cy="2540"/>
            </a:xfrm>
            <a:custGeom>
              <a:avLst/>
              <a:gdLst/>
              <a:ahLst/>
              <a:cxnLst/>
              <a:rect l="l" t="t" r="r" b="b"/>
              <a:pathLst>
                <a:path w="635" h="2539">
                  <a:moveTo>
                    <a:pt x="0" y="380"/>
                  </a:moveTo>
                  <a:lnTo>
                    <a:pt x="0" y="0"/>
                  </a:lnTo>
                </a:path>
                <a:path w="635" h="2539">
                  <a:moveTo>
                    <a:pt x="0" y="762"/>
                  </a:moveTo>
                  <a:lnTo>
                    <a:pt x="0" y="380"/>
                  </a:lnTo>
                </a:path>
                <a:path w="635" h="2539">
                  <a:moveTo>
                    <a:pt x="0" y="1130"/>
                  </a:moveTo>
                  <a:lnTo>
                    <a:pt x="0" y="762"/>
                  </a:lnTo>
                </a:path>
                <a:path w="635" h="2539">
                  <a:moveTo>
                    <a:pt x="381" y="1511"/>
                  </a:moveTo>
                  <a:lnTo>
                    <a:pt x="381" y="1130"/>
                  </a:lnTo>
                </a:path>
                <a:path w="635" h="2539">
                  <a:moveTo>
                    <a:pt x="381" y="1892"/>
                  </a:moveTo>
                  <a:lnTo>
                    <a:pt x="381" y="1511"/>
                  </a:lnTo>
                </a:path>
                <a:path w="635" h="2539">
                  <a:moveTo>
                    <a:pt x="381" y="2273"/>
                  </a:moveTo>
                  <a:lnTo>
                    <a:pt x="381" y="1892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5" name="object 725" descr=""/>
            <p:cNvSpPr/>
            <p:nvPr/>
          </p:nvSpPr>
          <p:spPr>
            <a:xfrm>
              <a:off x="3742994" y="527429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6" name="object 726" descr=""/>
            <p:cNvSpPr/>
            <p:nvPr/>
          </p:nvSpPr>
          <p:spPr>
            <a:xfrm>
              <a:off x="3743185" y="5274678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49"/>
                  </a:moveTo>
                  <a:lnTo>
                    <a:pt x="0" y="380"/>
                  </a:lnTo>
                </a:path>
                <a:path w="0" h="1270">
                  <a:moveTo>
                    <a:pt x="0" y="1130"/>
                  </a:moveTo>
                  <a:lnTo>
                    <a:pt x="0" y="749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7" name="object 727" descr=""/>
            <p:cNvSpPr/>
            <p:nvPr/>
          </p:nvSpPr>
          <p:spPr>
            <a:xfrm>
              <a:off x="3743375" y="527580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8" name="object 728" descr=""/>
            <p:cNvSpPr/>
            <p:nvPr/>
          </p:nvSpPr>
          <p:spPr>
            <a:xfrm>
              <a:off x="3743566" y="5276189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1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1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9" name="object 729" descr=""/>
            <p:cNvSpPr/>
            <p:nvPr/>
          </p:nvSpPr>
          <p:spPr>
            <a:xfrm>
              <a:off x="3743756" y="527695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0" name="object 730" descr=""/>
            <p:cNvSpPr/>
            <p:nvPr/>
          </p:nvSpPr>
          <p:spPr>
            <a:xfrm>
              <a:off x="3743947" y="5277332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  <a:path w="0" h="1270">
                  <a:moveTo>
                    <a:pt x="0" y="1142"/>
                  </a:moveTo>
                  <a:lnTo>
                    <a:pt x="0" y="762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1" name="object 731" descr=""/>
            <p:cNvSpPr/>
            <p:nvPr/>
          </p:nvSpPr>
          <p:spPr>
            <a:xfrm>
              <a:off x="3744137" y="527847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2" name="object 732" descr=""/>
            <p:cNvSpPr/>
            <p:nvPr/>
          </p:nvSpPr>
          <p:spPr>
            <a:xfrm>
              <a:off x="3744328" y="5278856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68"/>
                  </a:moveTo>
                  <a:lnTo>
                    <a:pt x="0" y="0"/>
                  </a:lnTo>
                </a:path>
                <a:path w="0" h="1270">
                  <a:moveTo>
                    <a:pt x="0" y="749"/>
                  </a:moveTo>
                  <a:lnTo>
                    <a:pt x="0" y="368"/>
                  </a:lnTo>
                </a:path>
                <a:path w="0" h="1270">
                  <a:moveTo>
                    <a:pt x="0" y="1130"/>
                  </a:moveTo>
                  <a:lnTo>
                    <a:pt x="0" y="749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3" name="object 733" descr=""/>
            <p:cNvSpPr/>
            <p:nvPr/>
          </p:nvSpPr>
          <p:spPr>
            <a:xfrm>
              <a:off x="3744518" y="527998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4" name="object 734" descr=""/>
            <p:cNvSpPr/>
            <p:nvPr/>
          </p:nvSpPr>
          <p:spPr>
            <a:xfrm>
              <a:off x="3744709" y="5280368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1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1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5" name="object 735" descr=""/>
            <p:cNvSpPr/>
            <p:nvPr/>
          </p:nvSpPr>
          <p:spPr>
            <a:xfrm>
              <a:off x="3744899" y="5281129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1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1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6" name="object 736" descr=""/>
            <p:cNvSpPr/>
            <p:nvPr/>
          </p:nvSpPr>
          <p:spPr>
            <a:xfrm>
              <a:off x="3745090" y="5281891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1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1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7" name="object 737" descr=""/>
            <p:cNvSpPr/>
            <p:nvPr/>
          </p:nvSpPr>
          <p:spPr>
            <a:xfrm>
              <a:off x="3745280" y="528265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8" name="object 738" descr=""/>
            <p:cNvSpPr/>
            <p:nvPr/>
          </p:nvSpPr>
          <p:spPr>
            <a:xfrm>
              <a:off x="3745471" y="5283034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  <a:path w="0" h="1270">
                  <a:moveTo>
                    <a:pt x="0" y="1130"/>
                  </a:moveTo>
                  <a:lnTo>
                    <a:pt x="0" y="762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9" name="object 739" descr=""/>
            <p:cNvSpPr/>
            <p:nvPr/>
          </p:nvSpPr>
          <p:spPr>
            <a:xfrm>
              <a:off x="3745661" y="528416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0" name="object 740" descr=""/>
            <p:cNvSpPr/>
            <p:nvPr/>
          </p:nvSpPr>
          <p:spPr>
            <a:xfrm>
              <a:off x="3745852" y="5284546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1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1"/>
                  </a:lnTo>
                </a:path>
                <a:path w="0" h="1270">
                  <a:moveTo>
                    <a:pt x="0" y="1130"/>
                  </a:moveTo>
                  <a:lnTo>
                    <a:pt x="0" y="762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1" name="object 741" descr=""/>
            <p:cNvSpPr/>
            <p:nvPr/>
          </p:nvSpPr>
          <p:spPr>
            <a:xfrm>
              <a:off x="3746042" y="528567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2" name="object 742" descr=""/>
            <p:cNvSpPr/>
            <p:nvPr/>
          </p:nvSpPr>
          <p:spPr>
            <a:xfrm>
              <a:off x="3746233" y="5286057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3" name="object 743" descr=""/>
            <p:cNvSpPr/>
            <p:nvPr/>
          </p:nvSpPr>
          <p:spPr>
            <a:xfrm>
              <a:off x="3746423" y="5286819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4" name="object 744" descr=""/>
            <p:cNvSpPr/>
            <p:nvPr/>
          </p:nvSpPr>
          <p:spPr>
            <a:xfrm>
              <a:off x="3746614" y="5287581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1"/>
                  </a:moveTo>
                  <a:lnTo>
                    <a:pt x="0" y="38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5" name="object 745" descr=""/>
            <p:cNvSpPr/>
            <p:nvPr/>
          </p:nvSpPr>
          <p:spPr>
            <a:xfrm>
              <a:off x="3746804" y="5288343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1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1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6" name="object 746" descr=""/>
            <p:cNvSpPr/>
            <p:nvPr/>
          </p:nvSpPr>
          <p:spPr>
            <a:xfrm>
              <a:off x="3746995" y="5289105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1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1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7" name="object 747" descr=""/>
            <p:cNvSpPr/>
            <p:nvPr/>
          </p:nvSpPr>
          <p:spPr>
            <a:xfrm>
              <a:off x="3747185" y="528986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8" name="object 748" descr=""/>
            <p:cNvSpPr/>
            <p:nvPr/>
          </p:nvSpPr>
          <p:spPr>
            <a:xfrm>
              <a:off x="3747376" y="5290236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1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1"/>
                  </a:lnTo>
                </a:path>
                <a:path w="0" h="1270">
                  <a:moveTo>
                    <a:pt x="0" y="1143"/>
                  </a:moveTo>
                  <a:lnTo>
                    <a:pt x="0" y="762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9" name="object 749" descr=""/>
            <p:cNvSpPr/>
            <p:nvPr/>
          </p:nvSpPr>
          <p:spPr>
            <a:xfrm>
              <a:off x="3747566" y="529137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0" name="object 750" descr=""/>
            <p:cNvSpPr/>
            <p:nvPr/>
          </p:nvSpPr>
          <p:spPr>
            <a:xfrm>
              <a:off x="3747757" y="5291759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1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1"/>
                  </a:lnTo>
                </a:path>
                <a:path w="0" h="1270">
                  <a:moveTo>
                    <a:pt x="0" y="1143"/>
                  </a:moveTo>
                  <a:lnTo>
                    <a:pt x="0" y="762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1" name="object 751" descr=""/>
            <p:cNvSpPr/>
            <p:nvPr/>
          </p:nvSpPr>
          <p:spPr>
            <a:xfrm>
              <a:off x="3747947" y="529290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2" name="object 752" descr=""/>
            <p:cNvSpPr/>
            <p:nvPr/>
          </p:nvSpPr>
          <p:spPr>
            <a:xfrm>
              <a:off x="3748138" y="5293283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1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1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3" name="object 753" descr=""/>
            <p:cNvSpPr/>
            <p:nvPr/>
          </p:nvSpPr>
          <p:spPr>
            <a:xfrm>
              <a:off x="3748328" y="5294045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68"/>
                  </a:moveTo>
                  <a:lnTo>
                    <a:pt x="0" y="0"/>
                  </a:lnTo>
                </a:path>
                <a:path w="0" h="1270">
                  <a:moveTo>
                    <a:pt x="0" y="749"/>
                  </a:moveTo>
                  <a:lnTo>
                    <a:pt x="0" y="368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4" name="object 754" descr=""/>
            <p:cNvSpPr/>
            <p:nvPr/>
          </p:nvSpPr>
          <p:spPr>
            <a:xfrm>
              <a:off x="3748519" y="5294795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62"/>
                  </a:moveTo>
                  <a:lnTo>
                    <a:pt x="0" y="38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5" name="object 755" descr=""/>
            <p:cNvSpPr/>
            <p:nvPr/>
          </p:nvSpPr>
          <p:spPr>
            <a:xfrm>
              <a:off x="3748709" y="529555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6" name="object 756" descr=""/>
            <p:cNvSpPr/>
            <p:nvPr/>
          </p:nvSpPr>
          <p:spPr>
            <a:xfrm>
              <a:off x="3748900" y="5295937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1"/>
                  </a:moveTo>
                  <a:lnTo>
                    <a:pt x="0" y="0"/>
                  </a:lnTo>
                </a:path>
                <a:path w="0" h="1270">
                  <a:moveTo>
                    <a:pt x="0" y="749"/>
                  </a:moveTo>
                  <a:lnTo>
                    <a:pt x="0" y="381"/>
                  </a:lnTo>
                </a:path>
                <a:path w="0" h="1270">
                  <a:moveTo>
                    <a:pt x="0" y="1130"/>
                  </a:moveTo>
                  <a:lnTo>
                    <a:pt x="0" y="749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7" name="object 757" descr=""/>
            <p:cNvSpPr/>
            <p:nvPr/>
          </p:nvSpPr>
          <p:spPr>
            <a:xfrm>
              <a:off x="3749090" y="529706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8" name="object 758" descr=""/>
            <p:cNvSpPr/>
            <p:nvPr/>
          </p:nvSpPr>
          <p:spPr>
            <a:xfrm>
              <a:off x="3749281" y="5297449"/>
              <a:ext cx="1905" cy="6350"/>
            </a:xfrm>
            <a:custGeom>
              <a:avLst/>
              <a:gdLst/>
              <a:ahLst/>
              <a:cxnLst/>
              <a:rect l="l" t="t" r="r" b="b"/>
              <a:pathLst>
                <a:path w="1904" h="6350">
                  <a:moveTo>
                    <a:pt x="0" y="380"/>
                  </a:moveTo>
                  <a:lnTo>
                    <a:pt x="0" y="0"/>
                  </a:lnTo>
                </a:path>
                <a:path w="1904" h="6350">
                  <a:moveTo>
                    <a:pt x="0" y="762"/>
                  </a:moveTo>
                  <a:lnTo>
                    <a:pt x="0" y="380"/>
                  </a:lnTo>
                </a:path>
                <a:path w="1904" h="6350">
                  <a:moveTo>
                    <a:pt x="0" y="1142"/>
                  </a:moveTo>
                  <a:lnTo>
                    <a:pt x="0" y="762"/>
                  </a:lnTo>
                </a:path>
                <a:path w="1904" h="6350">
                  <a:moveTo>
                    <a:pt x="381" y="1524"/>
                  </a:moveTo>
                  <a:lnTo>
                    <a:pt x="381" y="1142"/>
                  </a:lnTo>
                </a:path>
                <a:path w="1904" h="6350">
                  <a:moveTo>
                    <a:pt x="381" y="1904"/>
                  </a:moveTo>
                  <a:lnTo>
                    <a:pt x="381" y="1524"/>
                  </a:lnTo>
                </a:path>
                <a:path w="1904" h="6350">
                  <a:moveTo>
                    <a:pt x="381" y="2286"/>
                  </a:moveTo>
                  <a:lnTo>
                    <a:pt x="381" y="1904"/>
                  </a:lnTo>
                </a:path>
                <a:path w="1904" h="6350">
                  <a:moveTo>
                    <a:pt x="762" y="2666"/>
                  </a:moveTo>
                  <a:lnTo>
                    <a:pt x="762" y="2286"/>
                  </a:lnTo>
                </a:path>
                <a:path w="1904" h="6350">
                  <a:moveTo>
                    <a:pt x="762" y="3048"/>
                  </a:moveTo>
                  <a:lnTo>
                    <a:pt x="762" y="2666"/>
                  </a:lnTo>
                </a:path>
                <a:path w="1904" h="6350">
                  <a:moveTo>
                    <a:pt x="762" y="3416"/>
                  </a:moveTo>
                  <a:lnTo>
                    <a:pt x="762" y="3048"/>
                  </a:lnTo>
                </a:path>
                <a:path w="1904" h="6350">
                  <a:moveTo>
                    <a:pt x="762" y="3797"/>
                  </a:moveTo>
                  <a:lnTo>
                    <a:pt x="762" y="3416"/>
                  </a:lnTo>
                </a:path>
                <a:path w="1904" h="6350">
                  <a:moveTo>
                    <a:pt x="1143" y="4178"/>
                  </a:moveTo>
                  <a:lnTo>
                    <a:pt x="1143" y="3797"/>
                  </a:lnTo>
                </a:path>
                <a:path w="1904" h="6350">
                  <a:moveTo>
                    <a:pt x="1143" y="4559"/>
                  </a:moveTo>
                  <a:lnTo>
                    <a:pt x="1143" y="4178"/>
                  </a:lnTo>
                </a:path>
                <a:path w="1904" h="6350">
                  <a:moveTo>
                    <a:pt x="1143" y="4940"/>
                  </a:moveTo>
                  <a:lnTo>
                    <a:pt x="1143" y="4559"/>
                  </a:lnTo>
                </a:path>
                <a:path w="1904" h="6350">
                  <a:moveTo>
                    <a:pt x="1524" y="5321"/>
                  </a:moveTo>
                  <a:lnTo>
                    <a:pt x="1524" y="4940"/>
                  </a:lnTo>
                </a:path>
                <a:path w="1904" h="6350">
                  <a:moveTo>
                    <a:pt x="1524" y="5702"/>
                  </a:moveTo>
                  <a:lnTo>
                    <a:pt x="1524" y="5321"/>
                  </a:lnTo>
                </a:path>
                <a:path w="1904" h="6350">
                  <a:moveTo>
                    <a:pt x="1524" y="6083"/>
                  </a:moveTo>
                  <a:lnTo>
                    <a:pt x="1524" y="5702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9" name="object 759" descr=""/>
            <p:cNvSpPr/>
            <p:nvPr/>
          </p:nvSpPr>
          <p:spPr>
            <a:xfrm>
              <a:off x="3750995" y="530353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0" name="object 760" descr=""/>
            <p:cNvSpPr/>
            <p:nvPr/>
          </p:nvSpPr>
          <p:spPr>
            <a:xfrm>
              <a:off x="3751186" y="5303913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5" h="1904">
                  <a:moveTo>
                    <a:pt x="0" y="381"/>
                  </a:moveTo>
                  <a:lnTo>
                    <a:pt x="0" y="0"/>
                  </a:lnTo>
                </a:path>
                <a:path w="635" h="1904">
                  <a:moveTo>
                    <a:pt x="0" y="749"/>
                  </a:moveTo>
                  <a:lnTo>
                    <a:pt x="0" y="381"/>
                  </a:lnTo>
                </a:path>
                <a:path w="635" h="1904">
                  <a:moveTo>
                    <a:pt x="0" y="1130"/>
                  </a:moveTo>
                  <a:lnTo>
                    <a:pt x="0" y="749"/>
                  </a:lnTo>
                </a:path>
                <a:path w="635" h="1904">
                  <a:moveTo>
                    <a:pt x="380" y="1511"/>
                  </a:moveTo>
                  <a:lnTo>
                    <a:pt x="380" y="1130"/>
                  </a:lnTo>
                </a:path>
                <a:path w="635" h="1904">
                  <a:moveTo>
                    <a:pt x="380" y="1892"/>
                  </a:moveTo>
                  <a:lnTo>
                    <a:pt x="380" y="1511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1" name="object 761" descr=""/>
            <p:cNvSpPr/>
            <p:nvPr/>
          </p:nvSpPr>
          <p:spPr>
            <a:xfrm>
              <a:off x="3751719" y="530580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2" name="object 762" descr=""/>
            <p:cNvSpPr/>
            <p:nvPr/>
          </p:nvSpPr>
          <p:spPr>
            <a:xfrm>
              <a:off x="3751910" y="5306186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0"/>
                  </a:moveTo>
                  <a:lnTo>
                    <a:pt x="0" y="0"/>
                  </a:lnTo>
                </a:path>
                <a:path w="0" h="1270">
                  <a:moveTo>
                    <a:pt x="0" y="749"/>
                  </a:moveTo>
                  <a:lnTo>
                    <a:pt x="0" y="38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3" name="object 763" descr=""/>
            <p:cNvSpPr/>
            <p:nvPr/>
          </p:nvSpPr>
          <p:spPr>
            <a:xfrm>
              <a:off x="3752100" y="5306936"/>
              <a:ext cx="1270" cy="3175"/>
            </a:xfrm>
            <a:custGeom>
              <a:avLst/>
              <a:gdLst/>
              <a:ahLst/>
              <a:cxnLst/>
              <a:rect l="l" t="t" r="r" b="b"/>
              <a:pathLst>
                <a:path w="1270" h="3175">
                  <a:moveTo>
                    <a:pt x="0" y="380"/>
                  </a:moveTo>
                  <a:lnTo>
                    <a:pt x="0" y="0"/>
                  </a:lnTo>
                </a:path>
                <a:path w="1270" h="3175">
                  <a:moveTo>
                    <a:pt x="0" y="761"/>
                  </a:moveTo>
                  <a:lnTo>
                    <a:pt x="0" y="380"/>
                  </a:lnTo>
                </a:path>
                <a:path w="1270" h="3175">
                  <a:moveTo>
                    <a:pt x="381" y="1142"/>
                  </a:moveTo>
                  <a:lnTo>
                    <a:pt x="381" y="761"/>
                  </a:lnTo>
                </a:path>
                <a:path w="1270" h="3175">
                  <a:moveTo>
                    <a:pt x="381" y="1523"/>
                  </a:moveTo>
                  <a:lnTo>
                    <a:pt x="381" y="1142"/>
                  </a:lnTo>
                </a:path>
                <a:path w="1270" h="3175">
                  <a:moveTo>
                    <a:pt x="381" y="1904"/>
                  </a:moveTo>
                  <a:lnTo>
                    <a:pt x="381" y="1523"/>
                  </a:lnTo>
                </a:path>
                <a:path w="1270" h="3175">
                  <a:moveTo>
                    <a:pt x="762" y="2285"/>
                  </a:moveTo>
                  <a:lnTo>
                    <a:pt x="762" y="1904"/>
                  </a:lnTo>
                </a:path>
                <a:path w="1270" h="3175">
                  <a:moveTo>
                    <a:pt x="762" y="2666"/>
                  </a:moveTo>
                  <a:lnTo>
                    <a:pt x="762" y="2285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4" name="object 764" descr=""/>
            <p:cNvSpPr/>
            <p:nvPr/>
          </p:nvSpPr>
          <p:spPr>
            <a:xfrm>
              <a:off x="3753053" y="530960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5" name="object 765" descr=""/>
            <p:cNvSpPr/>
            <p:nvPr/>
          </p:nvSpPr>
          <p:spPr>
            <a:xfrm>
              <a:off x="3753243" y="5309984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5" h="1904">
                  <a:moveTo>
                    <a:pt x="0" y="381"/>
                  </a:moveTo>
                  <a:lnTo>
                    <a:pt x="0" y="0"/>
                  </a:lnTo>
                </a:path>
                <a:path w="635" h="1904">
                  <a:moveTo>
                    <a:pt x="0" y="762"/>
                  </a:moveTo>
                  <a:lnTo>
                    <a:pt x="0" y="381"/>
                  </a:lnTo>
                </a:path>
                <a:path w="635" h="1904">
                  <a:moveTo>
                    <a:pt x="380" y="1143"/>
                  </a:moveTo>
                  <a:lnTo>
                    <a:pt x="380" y="762"/>
                  </a:lnTo>
                </a:path>
                <a:path w="635" h="1904">
                  <a:moveTo>
                    <a:pt x="380" y="1511"/>
                  </a:moveTo>
                  <a:lnTo>
                    <a:pt x="380" y="1143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6" name="object 766" descr=""/>
            <p:cNvSpPr/>
            <p:nvPr/>
          </p:nvSpPr>
          <p:spPr>
            <a:xfrm>
              <a:off x="3753815" y="531149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9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7" name="object 767" descr=""/>
            <p:cNvSpPr/>
            <p:nvPr/>
          </p:nvSpPr>
          <p:spPr>
            <a:xfrm>
              <a:off x="3754005" y="5311876"/>
              <a:ext cx="1270" cy="3810"/>
            </a:xfrm>
            <a:custGeom>
              <a:avLst/>
              <a:gdLst/>
              <a:ahLst/>
              <a:cxnLst/>
              <a:rect l="l" t="t" r="r" b="b"/>
              <a:pathLst>
                <a:path w="1270" h="3810">
                  <a:moveTo>
                    <a:pt x="0" y="381"/>
                  </a:moveTo>
                  <a:lnTo>
                    <a:pt x="0" y="0"/>
                  </a:lnTo>
                </a:path>
                <a:path w="1270" h="3810">
                  <a:moveTo>
                    <a:pt x="0" y="762"/>
                  </a:moveTo>
                  <a:lnTo>
                    <a:pt x="0" y="381"/>
                  </a:lnTo>
                </a:path>
                <a:path w="1270" h="3810">
                  <a:moveTo>
                    <a:pt x="380" y="1143"/>
                  </a:moveTo>
                  <a:lnTo>
                    <a:pt x="380" y="762"/>
                  </a:lnTo>
                </a:path>
                <a:path w="1270" h="3810">
                  <a:moveTo>
                    <a:pt x="380" y="1524"/>
                  </a:moveTo>
                  <a:lnTo>
                    <a:pt x="380" y="1143"/>
                  </a:lnTo>
                </a:path>
                <a:path w="1270" h="3810">
                  <a:moveTo>
                    <a:pt x="380" y="1905"/>
                  </a:moveTo>
                  <a:lnTo>
                    <a:pt x="380" y="1524"/>
                  </a:lnTo>
                </a:path>
                <a:path w="1270" h="3810">
                  <a:moveTo>
                    <a:pt x="762" y="2286"/>
                  </a:moveTo>
                  <a:lnTo>
                    <a:pt x="762" y="1905"/>
                  </a:lnTo>
                </a:path>
                <a:path w="1270" h="3810">
                  <a:moveTo>
                    <a:pt x="762" y="2667"/>
                  </a:moveTo>
                  <a:lnTo>
                    <a:pt x="762" y="2286"/>
                  </a:lnTo>
                </a:path>
                <a:path w="1270" h="3810">
                  <a:moveTo>
                    <a:pt x="1142" y="3048"/>
                  </a:moveTo>
                  <a:lnTo>
                    <a:pt x="1142" y="2667"/>
                  </a:lnTo>
                </a:path>
                <a:path w="1270" h="3810">
                  <a:moveTo>
                    <a:pt x="1142" y="3429"/>
                  </a:moveTo>
                  <a:lnTo>
                    <a:pt x="1142" y="3048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8" name="object 768" descr=""/>
            <p:cNvSpPr/>
            <p:nvPr/>
          </p:nvSpPr>
          <p:spPr>
            <a:xfrm>
              <a:off x="3755339" y="531530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9" name="object 769" descr=""/>
            <p:cNvSpPr/>
            <p:nvPr/>
          </p:nvSpPr>
          <p:spPr>
            <a:xfrm>
              <a:off x="3755529" y="531567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0" name="object 770" descr=""/>
            <p:cNvSpPr/>
            <p:nvPr/>
          </p:nvSpPr>
          <p:spPr>
            <a:xfrm>
              <a:off x="3755720" y="531605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1" name="object 771" descr=""/>
            <p:cNvSpPr/>
            <p:nvPr/>
          </p:nvSpPr>
          <p:spPr>
            <a:xfrm>
              <a:off x="3755910" y="531643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2" name="object 772" descr=""/>
            <p:cNvSpPr/>
            <p:nvPr/>
          </p:nvSpPr>
          <p:spPr>
            <a:xfrm>
              <a:off x="3756101" y="5316816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381"/>
                  </a:moveTo>
                  <a:lnTo>
                    <a:pt x="0" y="0"/>
                  </a:lnTo>
                </a:path>
                <a:path w="0" h="1270">
                  <a:moveTo>
                    <a:pt x="0" y="749"/>
                  </a:moveTo>
                  <a:lnTo>
                    <a:pt x="0" y="381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3" name="object 773" descr=""/>
            <p:cNvSpPr/>
            <p:nvPr/>
          </p:nvSpPr>
          <p:spPr>
            <a:xfrm>
              <a:off x="3756291" y="531756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4" name="object 774" descr=""/>
            <p:cNvSpPr/>
            <p:nvPr/>
          </p:nvSpPr>
          <p:spPr>
            <a:xfrm>
              <a:off x="3756482" y="531794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5" name="object 775" descr=""/>
            <p:cNvSpPr/>
            <p:nvPr/>
          </p:nvSpPr>
          <p:spPr>
            <a:xfrm>
              <a:off x="3756672" y="531832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6" name="object 776" descr=""/>
            <p:cNvSpPr/>
            <p:nvPr/>
          </p:nvSpPr>
          <p:spPr>
            <a:xfrm>
              <a:off x="3756863" y="531870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7" name="object 777" descr=""/>
            <p:cNvSpPr/>
            <p:nvPr/>
          </p:nvSpPr>
          <p:spPr>
            <a:xfrm>
              <a:off x="3757053" y="531909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8" name="object 778" descr=""/>
            <p:cNvSpPr/>
            <p:nvPr/>
          </p:nvSpPr>
          <p:spPr>
            <a:xfrm>
              <a:off x="3757244" y="531947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9" name="object 779" descr=""/>
            <p:cNvSpPr/>
            <p:nvPr/>
          </p:nvSpPr>
          <p:spPr>
            <a:xfrm>
              <a:off x="3757434" y="531985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0" name="object 780" descr=""/>
            <p:cNvSpPr/>
            <p:nvPr/>
          </p:nvSpPr>
          <p:spPr>
            <a:xfrm>
              <a:off x="3757625" y="532023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1" name="object 781" descr=""/>
            <p:cNvSpPr/>
            <p:nvPr/>
          </p:nvSpPr>
          <p:spPr>
            <a:xfrm>
              <a:off x="3757815" y="532061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2" name="object 782" descr=""/>
            <p:cNvSpPr/>
            <p:nvPr/>
          </p:nvSpPr>
          <p:spPr>
            <a:xfrm>
              <a:off x="3758006" y="5320995"/>
              <a:ext cx="1905" cy="3810"/>
            </a:xfrm>
            <a:custGeom>
              <a:avLst/>
              <a:gdLst/>
              <a:ahLst/>
              <a:cxnLst/>
              <a:rect l="l" t="t" r="r" b="b"/>
              <a:pathLst>
                <a:path w="1904" h="3810">
                  <a:moveTo>
                    <a:pt x="0" y="380"/>
                  </a:moveTo>
                  <a:lnTo>
                    <a:pt x="0" y="0"/>
                  </a:lnTo>
                </a:path>
                <a:path w="1904" h="3810">
                  <a:moveTo>
                    <a:pt x="0" y="762"/>
                  </a:moveTo>
                  <a:lnTo>
                    <a:pt x="0" y="380"/>
                  </a:lnTo>
                </a:path>
                <a:path w="1904" h="3810">
                  <a:moveTo>
                    <a:pt x="380" y="1130"/>
                  </a:moveTo>
                  <a:lnTo>
                    <a:pt x="380" y="762"/>
                  </a:lnTo>
                </a:path>
                <a:path w="1904" h="3810">
                  <a:moveTo>
                    <a:pt x="380" y="1511"/>
                  </a:moveTo>
                  <a:lnTo>
                    <a:pt x="380" y="1130"/>
                  </a:lnTo>
                </a:path>
                <a:path w="1904" h="3810">
                  <a:moveTo>
                    <a:pt x="762" y="1892"/>
                  </a:moveTo>
                  <a:lnTo>
                    <a:pt x="762" y="1511"/>
                  </a:lnTo>
                </a:path>
                <a:path w="1904" h="3810">
                  <a:moveTo>
                    <a:pt x="762" y="2273"/>
                  </a:moveTo>
                  <a:lnTo>
                    <a:pt x="762" y="1892"/>
                  </a:lnTo>
                </a:path>
                <a:path w="1904" h="3810">
                  <a:moveTo>
                    <a:pt x="1142" y="2654"/>
                  </a:moveTo>
                  <a:lnTo>
                    <a:pt x="1142" y="2273"/>
                  </a:lnTo>
                </a:path>
                <a:path w="1904" h="3810">
                  <a:moveTo>
                    <a:pt x="1142" y="3035"/>
                  </a:moveTo>
                  <a:lnTo>
                    <a:pt x="1142" y="2654"/>
                  </a:lnTo>
                </a:path>
                <a:path w="1904" h="3810">
                  <a:moveTo>
                    <a:pt x="1524" y="3416"/>
                  </a:moveTo>
                  <a:lnTo>
                    <a:pt x="1524" y="3035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3" name="object 783" descr=""/>
            <p:cNvSpPr/>
            <p:nvPr/>
          </p:nvSpPr>
          <p:spPr>
            <a:xfrm>
              <a:off x="3759720" y="532441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4" name="object 784" descr=""/>
            <p:cNvSpPr/>
            <p:nvPr/>
          </p:nvSpPr>
          <p:spPr>
            <a:xfrm>
              <a:off x="3759911" y="532479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5" name="object 785" descr=""/>
            <p:cNvSpPr/>
            <p:nvPr/>
          </p:nvSpPr>
          <p:spPr>
            <a:xfrm>
              <a:off x="3760101" y="532517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6" name="object 786" descr=""/>
            <p:cNvSpPr/>
            <p:nvPr/>
          </p:nvSpPr>
          <p:spPr>
            <a:xfrm>
              <a:off x="3760292" y="532555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7" name="object 787" descr=""/>
            <p:cNvSpPr/>
            <p:nvPr/>
          </p:nvSpPr>
          <p:spPr>
            <a:xfrm>
              <a:off x="3760482" y="532593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8" name="object 788" descr=""/>
            <p:cNvSpPr/>
            <p:nvPr/>
          </p:nvSpPr>
          <p:spPr>
            <a:xfrm>
              <a:off x="3760673" y="532630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9" name="object 789" descr=""/>
            <p:cNvSpPr/>
            <p:nvPr/>
          </p:nvSpPr>
          <p:spPr>
            <a:xfrm>
              <a:off x="3760863" y="532668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0" name="object 790" descr=""/>
            <p:cNvSpPr/>
            <p:nvPr/>
          </p:nvSpPr>
          <p:spPr>
            <a:xfrm>
              <a:off x="3761054" y="532706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1" name="object 791" descr=""/>
            <p:cNvSpPr/>
            <p:nvPr/>
          </p:nvSpPr>
          <p:spPr>
            <a:xfrm>
              <a:off x="3761244" y="532744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2" name="object 792" descr=""/>
            <p:cNvSpPr/>
            <p:nvPr/>
          </p:nvSpPr>
          <p:spPr>
            <a:xfrm>
              <a:off x="3761435" y="5327827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4">
                  <a:moveTo>
                    <a:pt x="0" y="368"/>
                  </a:moveTo>
                  <a:lnTo>
                    <a:pt x="0" y="0"/>
                  </a:lnTo>
                </a:path>
                <a:path w="1270" h="1904">
                  <a:moveTo>
                    <a:pt x="381" y="749"/>
                  </a:moveTo>
                  <a:lnTo>
                    <a:pt x="381" y="368"/>
                  </a:lnTo>
                </a:path>
                <a:path w="1270" h="1904">
                  <a:moveTo>
                    <a:pt x="381" y="1130"/>
                  </a:moveTo>
                  <a:lnTo>
                    <a:pt x="381" y="749"/>
                  </a:lnTo>
                </a:path>
                <a:path w="1270" h="1904">
                  <a:moveTo>
                    <a:pt x="736" y="1511"/>
                  </a:moveTo>
                  <a:lnTo>
                    <a:pt x="736" y="113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3" name="object 793" descr=""/>
            <p:cNvSpPr/>
            <p:nvPr/>
          </p:nvSpPr>
          <p:spPr>
            <a:xfrm>
              <a:off x="3762349" y="532933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4" name="object 794" descr=""/>
            <p:cNvSpPr/>
            <p:nvPr/>
          </p:nvSpPr>
          <p:spPr>
            <a:xfrm>
              <a:off x="3762540" y="532972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5" name="object 795" descr=""/>
            <p:cNvSpPr/>
            <p:nvPr/>
          </p:nvSpPr>
          <p:spPr>
            <a:xfrm>
              <a:off x="3762730" y="533010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6" name="object 796" descr=""/>
            <p:cNvSpPr/>
            <p:nvPr/>
          </p:nvSpPr>
          <p:spPr>
            <a:xfrm>
              <a:off x="3762920" y="533048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7" name="object 797" descr=""/>
            <p:cNvSpPr/>
            <p:nvPr/>
          </p:nvSpPr>
          <p:spPr>
            <a:xfrm>
              <a:off x="3763111" y="5330862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4">
                  <a:moveTo>
                    <a:pt x="0" y="381"/>
                  </a:moveTo>
                  <a:lnTo>
                    <a:pt x="0" y="0"/>
                  </a:lnTo>
                </a:path>
                <a:path w="1270" h="1904">
                  <a:moveTo>
                    <a:pt x="381" y="762"/>
                  </a:moveTo>
                  <a:lnTo>
                    <a:pt x="381" y="381"/>
                  </a:lnTo>
                </a:path>
                <a:path w="1270" h="1904">
                  <a:moveTo>
                    <a:pt x="381" y="1143"/>
                  </a:moveTo>
                  <a:lnTo>
                    <a:pt x="381" y="762"/>
                  </a:lnTo>
                </a:path>
                <a:path w="1270" h="1904">
                  <a:moveTo>
                    <a:pt x="762" y="1524"/>
                  </a:moveTo>
                  <a:lnTo>
                    <a:pt x="762" y="1143"/>
                  </a:lnTo>
                </a:path>
                <a:path w="1270" h="1904">
                  <a:moveTo>
                    <a:pt x="1143" y="1892"/>
                  </a:moveTo>
                  <a:lnTo>
                    <a:pt x="1143" y="1524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8" name="object 798" descr=""/>
            <p:cNvSpPr/>
            <p:nvPr/>
          </p:nvSpPr>
          <p:spPr>
            <a:xfrm>
              <a:off x="3764445" y="5332755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1"/>
                  </a:moveTo>
                  <a:lnTo>
                    <a:pt x="0" y="0"/>
                  </a:lnTo>
                </a:path>
                <a:path w="1270" h="1270">
                  <a:moveTo>
                    <a:pt x="380" y="762"/>
                  </a:moveTo>
                  <a:lnTo>
                    <a:pt x="380" y="381"/>
                  </a:lnTo>
                </a:path>
                <a:path w="1270" h="1270">
                  <a:moveTo>
                    <a:pt x="762" y="1143"/>
                  </a:moveTo>
                  <a:lnTo>
                    <a:pt x="762" y="762"/>
                  </a:lnTo>
                </a:path>
              </a:pathLst>
            </a:custGeom>
            <a:ln w="10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9" name="object 799" descr=""/>
            <p:cNvSpPr/>
            <p:nvPr/>
          </p:nvSpPr>
          <p:spPr>
            <a:xfrm>
              <a:off x="3765397" y="5333898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0"/>
                  </a:moveTo>
                  <a:lnTo>
                    <a:pt x="0" y="0"/>
                  </a:lnTo>
                </a:path>
                <a:path w="1270" h="1270">
                  <a:moveTo>
                    <a:pt x="380" y="762"/>
                  </a:moveTo>
                  <a:lnTo>
                    <a:pt x="380" y="380"/>
                  </a:lnTo>
                </a:path>
                <a:path w="1270" h="1270">
                  <a:moveTo>
                    <a:pt x="762" y="1142"/>
                  </a:moveTo>
                  <a:lnTo>
                    <a:pt x="762" y="762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0" name="object 800" descr=""/>
            <p:cNvSpPr/>
            <p:nvPr/>
          </p:nvSpPr>
          <p:spPr>
            <a:xfrm>
              <a:off x="3766350" y="5335041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4">
                  <a:moveTo>
                    <a:pt x="0" y="381"/>
                  </a:moveTo>
                  <a:lnTo>
                    <a:pt x="0" y="0"/>
                  </a:lnTo>
                </a:path>
                <a:path w="1270" h="1904">
                  <a:moveTo>
                    <a:pt x="381" y="762"/>
                  </a:moveTo>
                  <a:lnTo>
                    <a:pt x="381" y="381"/>
                  </a:lnTo>
                </a:path>
                <a:path w="1270" h="1904">
                  <a:moveTo>
                    <a:pt x="762" y="1143"/>
                  </a:moveTo>
                  <a:lnTo>
                    <a:pt x="762" y="762"/>
                  </a:lnTo>
                </a:path>
                <a:path w="1270" h="1904">
                  <a:moveTo>
                    <a:pt x="762" y="1524"/>
                  </a:moveTo>
                  <a:lnTo>
                    <a:pt x="762" y="1143"/>
                  </a:lnTo>
                </a:path>
                <a:path w="1270" h="1904">
                  <a:moveTo>
                    <a:pt x="1143" y="1905"/>
                  </a:moveTo>
                  <a:lnTo>
                    <a:pt x="1143" y="1524"/>
                  </a:lnTo>
                </a:path>
              </a:pathLst>
            </a:custGeom>
            <a:ln w="11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1" name="object 801" descr=""/>
            <p:cNvSpPr/>
            <p:nvPr/>
          </p:nvSpPr>
          <p:spPr>
            <a:xfrm>
              <a:off x="3767683" y="5336946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68"/>
                  </a:moveTo>
                  <a:lnTo>
                    <a:pt x="0" y="0"/>
                  </a:lnTo>
                </a:path>
                <a:path w="1270" h="1270">
                  <a:moveTo>
                    <a:pt x="380" y="749"/>
                  </a:moveTo>
                  <a:lnTo>
                    <a:pt x="380" y="368"/>
                  </a:lnTo>
                </a:path>
                <a:path w="1270" h="1270">
                  <a:moveTo>
                    <a:pt x="762" y="1130"/>
                  </a:moveTo>
                  <a:lnTo>
                    <a:pt x="762" y="749"/>
                  </a:lnTo>
                </a:path>
              </a:pathLst>
            </a:custGeom>
            <a:ln w="117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2" name="object 802" descr=""/>
            <p:cNvSpPr/>
            <p:nvPr/>
          </p:nvSpPr>
          <p:spPr>
            <a:xfrm>
              <a:off x="3768636" y="5338076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0"/>
                  </a:moveTo>
                  <a:lnTo>
                    <a:pt x="0" y="0"/>
                  </a:lnTo>
                </a:path>
                <a:path w="1270" h="1270">
                  <a:moveTo>
                    <a:pt x="381" y="761"/>
                  </a:moveTo>
                  <a:lnTo>
                    <a:pt x="381" y="380"/>
                  </a:lnTo>
                </a:path>
                <a:path w="1270" h="1270">
                  <a:moveTo>
                    <a:pt x="762" y="1130"/>
                  </a:moveTo>
                  <a:lnTo>
                    <a:pt x="762" y="761"/>
                  </a:lnTo>
                </a:path>
              </a:pathLst>
            </a:custGeom>
            <a:ln w="12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3" name="object 803" descr=""/>
            <p:cNvSpPr/>
            <p:nvPr/>
          </p:nvSpPr>
          <p:spPr>
            <a:xfrm>
              <a:off x="3769588" y="533920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25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4" name="object 804" descr=""/>
            <p:cNvSpPr/>
            <p:nvPr/>
          </p:nvSpPr>
          <p:spPr>
            <a:xfrm>
              <a:off x="3770159" y="5339588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4">
                  <a:moveTo>
                    <a:pt x="0" y="381"/>
                  </a:moveTo>
                  <a:lnTo>
                    <a:pt x="0" y="0"/>
                  </a:lnTo>
                </a:path>
                <a:path w="1270" h="1904">
                  <a:moveTo>
                    <a:pt x="380" y="762"/>
                  </a:moveTo>
                  <a:lnTo>
                    <a:pt x="380" y="381"/>
                  </a:lnTo>
                </a:path>
                <a:path w="1270" h="1904">
                  <a:moveTo>
                    <a:pt x="762" y="1142"/>
                  </a:moveTo>
                  <a:lnTo>
                    <a:pt x="762" y="762"/>
                  </a:lnTo>
                </a:path>
                <a:path w="1270" h="1904">
                  <a:moveTo>
                    <a:pt x="1142" y="1524"/>
                  </a:moveTo>
                  <a:lnTo>
                    <a:pt x="1142" y="1142"/>
                  </a:lnTo>
                </a:path>
              </a:pathLst>
            </a:custGeom>
            <a:ln w="12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5" name="object 805" descr=""/>
            <p:cNvSpPr/>
            <p:nvPr/>
          </p:nvSpPr>
          <p:spPr>
            <a:xfrm>
              <a:off x="3771874" y="5341111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0"/>
                  </a:moveTo>
                  <a:lnTo>
                    <a:pt x="0" y="0"/>
                  </a:lnTo>
                </a:path>
                <a:path w="1270" h="1270">
                  <a:moveTo>
                    <a:pt x="381" y="762"/>
                  </a:moveTo>
                  <a:lnTo>
                    <a:pt x="381" y="380"/>
                  </a:lnTo>
                </a:path>
                <a:path w="1270" h="1270">
                  <a:moveTo>
                    <a:pt x="762" y="1142"/>
                  </a:moveTo>
                  <a:lnTo>
                    <a:pt x="762" y="762"/>
                  </a:lnTo>
                </a:path>
              </a:pathLst>
            </a:custGeom>
            <a:ln w="1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6" name="object 806" descr=""/>
            <p:cNvSpPr/>
            <p:nvPr/>
          </p:nvSpPr>
          <p:spPr>
            <a:xfrm>
              <a:off x="3773360" y="534225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4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7" name="object 807" descr=""/>
            <p:cNvSpPr/>
            <p:nvPr/>
          </p:nvSpPr>
          <p:spPr>
            <a:xfrm>
              <a:off x="3773741" y="534263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148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8" name="object 808" descr=""/>
            <p:cNvSpPr/>
            <p:nvPr/>
          </p:nvSpPr>
          <p:spPr>
            <a:xfrm>
              <a:off x="3774312" y="5343004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70">
                  <a:moveTo>
                    <a:pt x="0" y="380"/>
                  </a:moveTo>
                  <a:lnTo>
                    <a:pt x="0" y="0"/>
                  </a:lnTo>
                </a:path>
                <a:path w="635" h="1270">
                  <a:moveTo>
                    <a:pt x="381" y="762"/>
                  </a:moveTo>
                  <a:lnTo>
                    <a:pt x="381" y="380"/>
                  </a:lnTo>
                </a:path>
              </a:pathLst>
            </a:custGeom>
            <a:ln w="152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9" name="object 809" descr=""/>
            <p:cNvSpPr/>
            <p:nvPr/>
          </p:nvSpPr>
          <p:spPr>
            <a:xfrm>
              <a:off x="3775265" y="534376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55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0" name="object 810" descr=""/>
            <p:cNvSpPr/>
            <p:nvPr/>
          </p:nvSpPr>
          <p:spPr>
            <a:xfrm>
              <a:off x="3775836" y="534414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59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1" name="object 811" descr=""/>
            <p:cNvSpPr/>
            <p:nvPr/>
          </p:nvSpPr>
          <p:spPr>
            <a:xfrm>
              <a:off x="3776408" y="534452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63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2" name="object 812" descr=""/>
            <p:cNvSpPr/>
            <p:nvPr/>
          </p:nvSpPr>
          <p:spPr>
            <a:xfrm>
              <a:off x="3776979" y="5344909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70">
                  <a:moveTo>
                    <a:pt x="0" y="381"/>
                  </a:moveTo>
                  <a:lnTo>
                    <a:pt x="0" y="0"/>
                  </a:lnTo>
                </a:path>
                <a:path w="635" h="1270">
                  <a:moveTo>
                    <a:pt x="381" y="762"/>
                  </a:moveTo>
                  <a:lnTo>
                    <a:pt x="381" y="381"/>
                  </a:lnTo>
                </a:path>
              </a:pathLst>
            </a:custGeom>
            <a:ln w="16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3" name="object 813" descr=""/>
            <p:cNvSpPr/>
            <p:nvPr/>
          </p:nvSpPr>
          <p:spPr>
            <a:xfrm>
              <a:off x="3778313" y="534567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7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4" name="object 814" descr=""/>
            <p:cNvSpPr/>
            <p:nvPr/>
          </p:nvSpPr>
          <p:spPr>
            <a:xfrm>
              <a:off x="3779265" y="534605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5" name="object 815" descr=""/>
            <p:cNvSpPr/>
            <p:nvPr/>
          </p:nvSpPr>
          <p:spPr>
            <a:xfrm>
              <a:off x="3780027" y="534643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89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6" name="object 816" descr=""/>
            <p:cNvSpPr/>
            <p:nvPr/>
          </p:nvSpPr>
          <p:spPr>
            <a:xfrm>
              <a:off x="3780789" y="534681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97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7" name="object 817" descr=""/>
            <p:cNvSpPr/>
            <p:nvPr/>
          </p:nvSpPr>
          <p:spPr>
            <a:xfrm>
              <a:off x="3781551" y="5347195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1"/>
                  </a:moveTo>
                  <a:lnTo>
                    <a:pt x="0" y="0"/>
                  </a:lnTo>
                </a:path>
                <a:path w="1270" h="1270">
                  <a:moveTo>
                    <a:pt x="762" y="749"/>
                  </a:moveTo>
                  <a:lnTo>
                    <a:pt x="762" y="381"/>
                  </a:lnTo>
                </a:path>
              </a:pathLst>
            </a:custGeom>
            <a:ln w="204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8" name="object 818" descr=""/>
            <p:cNvSpPr/>
            <p:nvPr/>
          </p:nvSpPr>
          <p:spPr>
            <a:xfrm>
              <a:off x="3783456" y="534794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20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9" name="object 819" descr=""/>
            <p:cNvSpPr/>
            <p:nvPr/>
          </p:nvSpPr>
          <p:spPr>
            <a:xfrm>
              <a:off x="3784371" y="534832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31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0" name="object 820" descr=""/>
            <p:cNvSpPr/>
            <p:nvPr/>
          </p:nvSpPr>
          <p:spPr>
            <a:xfrm>
              <a:off x="3785514" y="534870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3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1" name="object 821" descr=""/>
            <p:cNvSpPr/>
            <p:nvPr/>
          </p:nvSpPr>
          <p:spPr>
            <a:xfrm>
              <a:off x="3786466" y="534908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250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2" name="object 822" descr=""/>
            <p:cNvSpPr/>
            <p:nvPr/>
          </p:nvSpPr>
          <p:spPr>
            <a:xfrm>
              <a:off x="3787419" y="534945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6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3" name="object 823" descr=""/>
            <p:cNvSpPr/>
            <p:nvPr/>
          </p:nvSpPr>
          <p:spPr>
            <a:xfrm>
              <a:off x="3788562" y="534983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76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4" name="object 824" descr=""/>
            <p:cNvSpPr/>
            <p:nvPr/>
          </p:nvSpPr>
          <p:spPr>
            <a:xfrm>
              <a:off x="3789895" y="535021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88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5" name="object 825" descr=""/>
            <p:cNvSpPr/>
            <p:nvPr/>
          </p:nvSpPr>
          <p:spPr>
            <a:xfrm>
              <a:off x="3791038" y="535059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303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6" name="object 826" descr=""/>
            <p:cNvSpPr/>
            <p:nvPr/>
          </p:nvSpPr>
          <p:spPr>
            <a:xfrm>
              <a:off x="3792372" y="535097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31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7" name="object 827" descr=""/>
            <p:cNvSpPr/>
            <p:nvPr/>
          </p:nvSpPr>
          <p:spPr>
            <a:xfrm>
              <a:off x="3793705" y="535136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32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8" name="object 828" descr=""/>
            <p:cNvSpPr/>
            <p:nvPr/>
          </p:nvSpPr>
          <p:spPr>
            <a:xfrm>
              <a:off x="3795001" y="535174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33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9" name="object 829" descr=""/>
            <p:cNvSpPr/>
            <p:nvPr/>
          </p:nvSpPr>
          <p:spPr>
            <a:xfrm>
              <a:off x="3796715" y="535212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364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0" name="object 830" descr=""/>
            <p:cNvSpPr/>
            <p:nvPr/>
          </p:nvSpPr>
          <p:spPr>
            <a:xfrm>
              <a:off x="3779265" y="5352694"/>
              <a:ext cx="56515" cy="5715"/>
            </a:xfrm>
            <a:custGeom>
              <a:avLst/>
              <a:gdLst/>
              <a:ahLst/>
              <a:cxnLst/>
              <a:rect l="l" t="t" r="r" b="b"/>
              <a:pathLst>
                <a:path w="56514" h="5714">
                  <a:moveTo>
                    <a:pt x="0" y="0"/>
                  </a:moveTo>
                  <a:lnTo>
                    <a:pt x="38328" y="0"/>
                  </a:lnTo>
                </a:path>
                <a:path w="56514" h="5714">
                  <a:moveTo>
                    <a:pt x="762" y="381"/>
                  </a:moveTo>
                  <a:lnTo>
                    <a:pt x="40233" y="381"/>
                  </a:lnTo>
                </a:path>
                <a:path w="56514" h="5714">
                  <a:moveTo>
                    <a:pt x="1524" y="762"/>
                  </a:moveTo>
                  <a:lnTo>
                    <a:pt x="42138" y="762"/>
                  </a:lnTo>
                </a:path>
                <a:path w="56514" h="5714">
                  <a:moveTo>
                    <a:pt x="2286" y="1143"/>
                  </a:moveTo>
                  <a:lnTo>
                    <a:pt x="43281" y="1143"/>
                  </a:lnTo>
                </a:path>
                <a:path w="56514" h="5714">
                  <a:moveTo>
                    <a:pt x="2667" y="1511"/>
                  </a:moveTo>
                  <a:lnTo>
                    <a:pt x="44805" y="1511"/>
                  </a:lnTo>
                </a:path>
                <a:path w="56514" h="5714">
                  <a:moveTo>
                    <a:pt x="4191" y="1892"/>
                  </a:moveTo>
                  <a:lnTo>
                    <a:pt x="46329" y="1892"/>
                  </a:lnTo>
                </a:path>
                <a:path w="56514" h="5714">
                  <a:moveTo>
                    <a:pt x="5295" y="2273"/>
                  </a:moveTo>
                  <a:lnTo>
                    <a:pt x="47434" y="2273"/>
                  </a:lnTo>
                </a:path>
                <a:path w="56514" h="5714">
                  <a:moveTo>
                    <a:pt x="6438" y="2654"/>
                  </a:moveTo>
                  <a:lnTo>
                    <a:pt x="48577" y="2654"/>
                  </a:lnTo>
                </a:path>
                <a:path w="56514" h="5714">
                  <a:moveTo>
                    <a:pt x="7581" y="3035"/>
                  </a:moveTo>
                  <a:lnTo>
                    <a:pt x="50101" y="3035"/>
                  </a:lnTo>
                </a:path>
                <a:path w="56514" h="5714">
                  <a:moveTo>
                    <a:pt x="8724" y="3416"/>
                  </a:moveTo>
                  <a:lnTo>
                    <a:pt x="50863" y="3416"/>
                  </a:lnTo>
                </a:path>
                <a:path w="56514" h="5714">
                  <a:moveTo>
                    <a:pt x="9486" y="3797"/>
                  </a:moveTo>
                  <a:lnTo>
                    <a:pt x="53149" y="3797"/>
                  </a:lnTo>
                </a:path>
                <a:path w="56514" h="5714">
                  <a:moveTo>
                    <a:pt x="11391" y="4178"/>
                  </a:moveTo>
                  <a:lnTo>
                    <a:pt x="54292" y="4178"/>
                  </a:lnTo>
                </a:path>
                <a:path w="56514" h="5714">
                  <a:moveTo>
                    <a:pt x="12915" y="4559"/>
                  </a:moveTo>
                  <a:lnTo>
                    <a:pt x="55054" y="4559"/>
                  </a:lnTo>
                </a:path>
                <a:path w="56514" h="5714">
                  <a:moveTo>
                    <a:pt x="14439" y="4940"/>
                  </a:moveTo>
                  <a:lnTo>
                    <a:pt x="55435" y="4940"/>
                  </a:lnTo>
                </a:path>
                <a:path w="56514" h="5714">
                  <a:moveTo>
                    <a:pt x="15925" y="5321"/>
                  </a:moveTo>
                  <a:lnTo>
                    <a:pt x="56197" y="53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1" name="object 831" descr=""/>
            <p:cNvSpPr/>
            <p:nvPr/>
          </p:nvSpPr>
          <p:spPr>
            <a:xfrm>
              <a:off x="3816832" y="535819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37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2" name="object 832" descr=""/>
            <p:cNvSpPr/>
            <p:nvPr/>
          </p:nvSpPr>
          <p:spPr>
            <a:xfrm>
              <a:off x="3818546" y="535857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36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3" name="object 833" descr=""/>
            <p:cNvSpPr/>
            <p:nvPr/>
          </p:nvSpPr>
          <p:spPr>
            <a:xfrm>
              <a:off x="3819880" y="535895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349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4" name="object 834" descr=""/>
            <p:cNvSpPr/>
            <p:nvPr/>
          </p:nvSpPr>
          <p:spPr>
            <a:xfrm>
              <a:off x="3821023" y="535933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334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5" name="object 835" descr=""/>
            <p:cNvSpPr/>
            <p:nvPr/>
          </p:nvSpPr>
          <p:spPr>
            <a:xfrm>
              <a:off x="3822166" y="535971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318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6" name="object 836" descr=""/>
            <p:cNvSpPr/>
            <p:nvPr/>
          </p:nvSpPr>
          <p:spPr>
            <a:xfrm>
              <a:off x="3823309" y="536009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303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7" name="object 837" descr=""/>
            <p:cNvSpPr/>
            <p:nvPr/>
          </p:nvSpPr>
          <p:spPr>
            <a:xfrm>
              <a:off x="3824452" y="536046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88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8" name="object 838" descr=""/>
            <p:cNvSpPr/>
            <p:nvPr/>
          </p:nvSpPr>
          <p:spPr>
            <a:xfrm>
              <a:off x="3825214" y="536084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8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9" name="object 839" descr=""/>
            <p:cNvSpPr/>
            <p:nvPr/>
          </p:nvSpPr>
          <p:spPr>
            <a:xfrm>
              <a:off x="3826890" y="536122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6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0" name="object 840" descr=""/>
            <p:cNvSpPr/>
            <p:nvPr/>
          </p:nvSpPr>
          <p:spPr>
            <a:xfrm>
              <a:off x="3828033" y="536160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46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1" name="object 841" descr=""/>
            <p:cNvSpPr/>
            <p:nvPr/>
          </p:nvSpPr>
          <p:spPr>
            <a:xfrm>
              <a:off x="3829176" y="536199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31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2" name="object 842" descr=""/>
            <p:cNvSpPr/>
            <p:nvPr/>
          </p:nvSpPr>
          <p:spPr>
            <a:xfrm>
              <a:off x="3829938" y="536237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24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3" name="object 843" descr=""/>
            <p:cNvSpPr/>
            <p:nvPr/>
          </p:nvSpPr>
          <p:spPr>
            <a:xfrm>
              <a:off x="3830891" y="536275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1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4" name="object 844" descr=""/>
            <p:cNvSpPr/>
            <p:nvPr/>
          </p:nvSpPr>
          <p:spPr>
            <a:xfrm>
              <a:off x="3831653" y="536313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97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5" name="object 845" descr=""/>
            <p:cNvSpPr/>
            <p:nvPr/>
          </p:nvSpPr>
          <p:spPr>
            <a:xfrm>
              <a:off x="3832415" y="536351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89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6" name="object 846" descr=""/>
            <p:cNvSpPr/>
            <p:nvPr/>
          </p:nvSpPr>
          <p:spPr>
            <a:xfrm>
              <a:off x="3833177" y="536389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7" name="object 847" descr=""/>
            <p:cNvSpPr/>
            <p:nvPr/>
          </p:nvSpPr>
          <p:spPr>
            <a:xfrm>
              <a:off x="3834129" y="536427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170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8" name="object 848" descr=""/>
            <p:cNvSpPr/>
            <p:nvPr/>
          </p:nvSpPr>
          <p:spPr>
            <a:xfrm>
              <a:off x="3834701" y="536464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6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9" name="object 849" descr=""/>
            <p:cNvSpPr/>
            <p:nvPr/>
          </p:nvSpPr>
          <p:spPr>
            <a:xfrm>
              <a:off x="3836034" y="536502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48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0" name="object 850" descr=""/>
            <p:cNvSpPr/>
            <p:nvPr/>
          </p:nvSpPr>
          <p:spPr>
            <a:xfrm>
              <a:off x="3836784" y="536540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4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1" name="object 851" descr=""/>
            <p:cNvSpPr/>
            <p:nvPr/>
          </p:nvSpPr>
          <p:spPr>
            <a:xfrm>
              <a:off x="3837330" y="536578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36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2" name="object 852" descr=""/>
            <p:cNvSpPr/>
            <p:nvPr/>
          </p:nvSpPr>
          <p:spPr>
            <a:xfrm>
              <a:off x="3838092" y="5366169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380"/>
                  </a:moveTo>
                  <a:lnTo>
                    <a:pt x="0" y="0"/>
                  </a:lnTo>
                </a:path>
                <a:path w="1270" h="1270">
                  <a:moveTo>
                    <a:pt x="762" y="762"/>
                  </a:moveTo>
                  <a:lnTo>
                    <a:pt x="762" y="380"/>
                  </a:lnTo>
                </a:path>
              </a:pathLst>
            </a:custGeom>
            <a:ln w="14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3" name="object 853" descr=""/>
            <p:cNvSpPr/>
            <p:nvPr/>
          </p:nvSpPr>
          <p:spPr>
            <a:xfrm>
              <a:off x="3839425" y="5366931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70">
                  <a:moveTo>
                    <a:pt x="0" y="380"/>
                  </a:moveTo>
                  <a:lnTo>
                    <a:pt x="0" y="0"/>
                  </a:lnTo>
                </a:path>
                <a:path w="1904" h="1270">
                  <a:moveTo>
                    <a:pt x="762" y="762"/>
                  </a:moveTo>
                  <a:lnTo>
                    <a:pt x="762" y="380"/>
                  </a:lnTo>
                </a:path>
                <a:path w="1904" h="1270">
                  <a:moveTo>
                    <a:pt x="1524" y="1142"/>
                  </a:moveTo>
                  <a:lnTo>
                    <a:pt x="1524" y="762"/>
                  </a:lnTo>
                </a:path>
              </a:pathLst>
            </a:custGeom>
            <a:ln w="148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4" name="object 854" descr=""/>
            <p:cNvSpPr/>
            <p:nvPr/>
          </p:nvSpPr>
          <p:spPr>
            <a:xfrm>
              <a:off x="3841521" y="536807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52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5" name="object 855" descr=""/>
            <p:cNvSpPr/>
            <p:nvPr/>
          </p:nvSpPr>
          <p:spPr>
            <a:xfrm>
              <a:off x="3842092" y="536845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55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6" name="object 856" descr=""/>
            <p:cNvSpPr/>
            <p:nvPr/>
          </p:nvSpPr>
          <p:spPr>
            <a:xfrm>
              <a:off x="3843235" y="536883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170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7" name="object 857" descr=""/>
            <p:cNvSpPr/>
            <p:nvPr/>
          </p:nvSpPr>
          <p:spPr>
            <a:xfrm>
              <a:off x="3844188" y="536920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8" name="object 858" descr=""/>
            <p:cNvSpPr/>
            <p:nvPr/>
          </p:nvSpPr>
          <p:spPr>
            <a:xfrm>
              <a:off x="3844569" y="536958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189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9" name="object 859" descr=""/>
            <p:cNvSpPr/>
            <p:nvPr/>
          </p:nvSpPr>
          <p:spPr>
            <a:xfrm>
              <a:off x="3846664" y="536996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24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0" name="object 860" descr=""/>
            <p:cNvSpPr/>
            <p:nvPr/>
          </p:nvSpPr>
          <p:spPr>
            <a:xfrm>
              <a:off x="3847604" y="537034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35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1" name="object 861" descr=""/>
            <p:cNvSpPr/>
            <p:nvPr/>
          </p:nvSpPr>
          <p:spPr>
            <a:xfrm>
              <a:off x="3848341" y="537072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68"/>
                  </a:moveTo>
                  <a:lnTo>
                    <a:pt x="0" y="0"/>
                  </a:lnTo>
                </a:path>
              </a:pathLst>
            </a:custGeom>
            <a:ln w="243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2" name="object 862" descr=""/>
            <p:cNvSpPr/>
            <p:nvPr/>
          </p:nvSpPr>
          <p:spPr>
            <a:xfrm>
              <a:off x="3850246" y="537109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273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3" name="object 863" descr=""/>
            <p:cNvSpPr/>
            <p:nvPr/>
          </p:nvSpPr>
          <p:spPr>
            <a:xfrm>
              <a:off x="3851770" y="537147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296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4" name="object 864" descr=""/>
            <p:cNvSpPr/>
            <p:nvPr/>
          </p:nvSpPr>
          <p:spPr>
            <a:xfrm>
              <a:off x="3852532" y="537185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1"/>
                  </a:moveTo>
                  <a:lnTo>
                    <a:pt x="0" y="0"/>
                  </a:lnTo>
                </a:path>
              </a:pathLst>
            </a:custGeom>
            <a:ln w="303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5" name="object 865" descr=""/>
            <p:cNvSpPr/>
            <p:nvPr/>
          </p:nvSpPr>
          <p:spPr>
            <a:xfrm>
              <a:off x="3855008" y="537223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5">
                  <a:moveTo>
                    <a:pt x="0" y="380"/>
                  </a:moveTo>
                  <a:lnTo>
                    <a:pt x="0" y="0"/>
                  </a:lnTo>
                </a:path>
              </a:pathLst>
            </a:custGeom>
            <a:ln w="34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6" name="object 866" descr=""/>
            <p:cNvSpPr/>
            <p:nvPr/>
          </p:nvSpPr>
          <p:spPr>
            <a:xfrm>
              <a:off x="3838473" y="5372811"/>
              <a:ext cx="407034" cy="11430"/>
            </a:xfrm>
            <a:custGeom>
              <a:avLst/>
              <a:gdLst/>
              <a:ahLst/>
              <a:cxnLst/>
              <a:rect l="l" t="t" r="r" b="b"/>
              <a:pathLst>
                <a:path w="407035" h="11429">
                  <a:moveTo>
                    <a:pt x="0" y="0"/>
                  </a:moveTo>
                  <a:lnTo>
                    <a:pt x="38366" y="0"/>
                  </a:lnTo>
                </a:path>
                <a:path w="407035" h="11429">
                  <a:moveTo>
                    <a:pt x="762" y="381"/>
                  </a:moveTo>
                  <a:lnTo>
                    <a:pt x="49377" y="381"/>
                  </a:lnTo>
                </a:path>
                <a:path w="407035" h="11429">
                  <a:moveTo>
                    <a:pt x="1142" y="762"/>
                  </a:moveTo>
                  <a:lnTo>
                    <a:pt x="55435" y="762"/>
                  </a:lnTo>
                </a:path>
                <a:path w="407035" h="11429">
                  <a:moveTo>
                    <a:pt x="1524" y="1143"/>
                  </a:moveTo>
                  <a:lnTo>
                    <a:pt x="69113" y="1143"/>
                  </a:lnTo>
                </a:path>
                <a:path w="407035" h="11429">
                  <a:moveTo>
                    <a:pt x="363702" y="1143"/>
                  </a:moveTo>
                  <a:lnTo>
                    <a:pt x="404317" y="1143"/>
                  </a:lnTo>
                </a:path>
                <a:path w="407035" h="11429">
                  <a:moveTo>
                    <a:pt x="1904" y="1524"/>
                  </a:moveTo>
                  <a:lnTo>
                    <a:pt x="84277" y="1524"/>
                  </a:lnTo>
                </a:path>
                <a:path w="407035" h="11429">
                  <a:moveTo>
                    <a:pt x="324612" y="1524"/>
                  </a:moveTo>
                  <a:lnTo>
                    <a:pt x="405079" y="1524"/>
                  </a:lnTo>
                </a:path>
                <a:path w="407035" h="11429">
                  <a:moveTo>
                    <a:pt x="2286" y="1905"/>
                  </a:moveTo>
                  <a:lnTo>
                    <a:pt x="101003" y="1905"/>
                  </a:lnTo>
                </a:path>
                <a:path w="407035" h="11429">
                  <a:moveTo>
                    <a:pt x="273748" y="1905"/>
                  </a:moveTo>
                  <a:lnTo>
                    <a:pt x="405841" y="1905"/>
                  </a:lnTo>
                </a:path>
                <a:path w="407035" h="11429">
                  <a:moveTo>
                    <a:pt x="3048" y="2286"/>
                  </a:moveTo>
                  <a:lnTo>
                    <a:pt x="138188" y="2286"/>
                  </a:lnTo>
                </a:path>
                <a:path w="407035" h="11429">
                  <a:moveTo>
                    <a:pt x="225513" y="2286"/>
                  </a:moveTo>
                  <a:lnTo>
                    <a:pt x="406222" y="2286"/>
                  </a:lnTo>
                </a:path>
                <a:path w="407035" h="11429">
                  <a:moveTo>
                    <a:pt x="3809" y="2654"/>
                  </a:moveTo>
                  <a:lnTo>
                    <a:pt x="406222" y="2654"/>
                  </a:lnTo>
                </a:path>
                <a:path w="407035" h="11429">
                  <a:moveTo>
                    <a:pt x="4571" y="3035"/>
                  </a:moveTo>
                  <a:lnTo>
                    <a:pt x="406603" y="3035"/>
                  </a:lnTo>
                </a:path>
                <a:path w="407035" h="11429">
                  <a:moveTo>
                    <a:pt x="5333" y="3416"/>
                  </a:moveTo>
                  <a:lnTo>
                    <a:pt x="406603" y="3416"/>
                  </a:lnTo>
                </a:path>
                <a:path w="407035" h="11429">
                  <a:moveTo>
                    <a:pt x="6095" y="3797"/>
                  </a:moveTo>
                  <a:lnTo>
                    <a:pt x="406603" y="3797"/>
                  </a:lnTo>
                </a:path>
                <a:path w="407035" h="11429">
                  <a:moveTo>
                    <a:pt x="6857" y="4178"/>
                  </a:moveTo>
                  <a:lnTo>
                    <a:pt x="406603" y="4178"/>
                  </a:lnTo>
                </a:path>
                <a:path w="407035" h="11429">
                  <a:moveTo>
                    <a:pt x="7619" y="4559"/>
                  </a:moveTo>
                  <a:lnTo>
                    <a:pt x="406984" y="4559"/>
                  </a:lnTo>
                </a:path>
                <a:path w="407035" h="11429">
                  <a:moveTo>
                    <a:pt x="9486" y="4940"/>
                  </a:moveTo>
                  <a:lnTo>
                    <a:pt x="406984" y="4940"/>
                  </a:lnTo>
                </a:path>
                <a:path w="407035" h="11429">
                  <a:moveTo>
                    <a:pt x="11010" y="5321"/>
                  </a:moveTo>
                  <a:lnTo>
                    <a:pt x="406984" y="5321"/>
                  </a:lnTo>
                </a:path>
                <a:path w="407035" h="11429">
                  <a:moveTo>
                    <a:pt x="11772" y="5702"/>
                  </a:moveTo>
                  <a:lnTo>
                    <a:pt x="406984" y="5702"/>
                  </a:lnTo>
                </a:path>
                <a:path w="407035" h="11429">
                  <a:moveTo>
                    <a:pt x="15582" y="6083"/>
                  </a:moveTo>
                  <a:lnTo>
                    <a:pt x="406984" y="6083"/>
                  </a:lnTo>
                </a:path>
                <a:path w="407035" h="11429">
                  <a:moveTo>
                    <a:pt x="17106" y="6464"/>
                  </a:moveTo>
                  <a:lnTo>
                    <a:pt x="406603" y="6464"/>
                  </a:lnTo>
                </a:path>
                <a:path w="407035" h="11429">
                  <a:moveTo>
                    <a:pt x="19011" y="6832"/>
                  </a:moveTo>
                  <a:lnTo>
                    <a:pt x="406603" y="6832"/>
                  </a:lnTo>
                </a:path>
                <a:path w="407035" h="11429">
                  <a:moveTo>
                    <a:pt x="22021" y="7213"/>
                  </a:moveTo>
                  <a:lnTo>
                    <a:pt x="406603" y="7213"/>
                  </a:lnTo>
                </a:path>
                <a:path w="407035" h="11429">
                  <a:moveTo>
                    <a:pt x="25450" y="7594"/>
                  </a:moveTo>
                  <a:lnTo>
                    <a:pt x="406603" y="7594"/>
                  </a:lnTo>
                </a:path>
                <a:path w="407035" h="11429">
                  <a:moveTo>
                    <a:pt x="28117" y="7975"/>
                  </a:moveTo>
                  <a:lnTo>
                    <a:pt x="406222" y="7975"/>
                  </a:lnTo>
                </a:path>
                <a:path w="407035" h="11429">
                  <a:moveTo>
                    <a:pt x="29260" y="8356"/>
                  </a:moveTo>
                  <a:lnTo>
                    <a:pt x="406222" y="8356"/>
                  </a:lnTo>
                </a:path>
                <a:path w="407035" h="11429">
                  <a:moveTo>
                    <a:pt x="33794" y="8737"/>
                  </a:moveTo>
                  <a:lnTo>
                    <a:pt x="405841" y="8737"/>
                  </a:lnTo>
                </a:path>
                <a:path w="407035" h="11429">
                  <a:moveTo>
                    <a:pt x="38366" y="9105"/>
                  </a:moveTo>
                  <a:lnTo>
                    <a:pt x="405079" y="9105"/>
                  </a:lnTo>
                </a:path>
                <a:path w="407035" h="11429">
                  <a:moveTo>
                    <a:pt x="49377" y="9486"/>
                  </a:moveTo>
                  <a:lnTo>
                    <a:pt x="404317" y="9486"/>
                  </a:lnTo>
                </a:path>
                <a:path w="407035" h="11429">
                  <a:moveTo>
                    <a:pt x="55435" y="9867"/>
                  </a:moveTo>
                  <a:lnTo>
                    <a:pt x="402450" y="9867"/>
                  </a:lnTo>
                </a:path>
                <a:path w="407035" h="11429">
                  <a:moveTo>
                    <a:pt x="69113" y="10248"/>
                  </a:moveTo>
                  <a:lnTo>
                    <a:pt x="363702" y="10248"/>
                  </a:lnTo>
                </a:path>
                <a:path w="407035" h="11429">
                  <a:moveTo>
                    <a:pt x="84277" y="10629"/>
                  </a:moveTo>
                  <a:lnTo>
                    <a:pt x="324612" y="10629"/>
                  </a:lnTo>
                </a:path>
                <a:path w="407035" h="11429">
                  <a:moveTo>
                    <a:pt x="101003" y="11010"/>
                  </a:moveTo>
                  <a:lnTo>
                    <a:pt x="273748" y="11010"/>
                  </a:lnTo>
                </a:path>
                <a:path w="407035" h="11429">
                  <a:moveTo>
                    <a:pt x="138188" y="11391"/>
                  </a:moveTo>
                  <a:lnTo>
                    <a:pt x="225513" y="1139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67" name="object 86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95070" y="4999812"/>
              <a:ext cx="152990" cy="242976"/>
            </a:xfrm>
            <a:prstGeom prst="rect">
              <a:avLst/>
            </a:prstGeom>
          </p:spPr>
        </p:pic>
        <p:sp>
          <p:nvSpPr>
            <p:cNvPr id="868" name="object 868" descr=""/>
            <p:cNvSpPr/>
            <p:nvPr/>
          </p:nvSpPr>
          <p:spPr>
            <a:xfrm>
              <a:off x="3903014" y="4702746"/>
              <a:ext cx="347345" cy="544830"/>
            </a:xfrm>
            <a:custGeom>
              <a:avLst/>
              <a:gdLst/>
              <a:ahLst/>
              <a:cxnLst/>
              <a:rect l="l" t="t" r="r" b="b"/>
              <a:pathLst>
                <a:path w="347345" h="544829">
                  <a:moveTo>
                    <a:pt x="0" y="318896"/>
                  </a:moveTo>
                  <a:lnTo>
                    <a:pt x="0" y="0"/>
                  </a:lnTo>
                </a:path>
                <a:path w="347345" h="544829">
                  <a:moveTo>
                    <a:pt x="74790" y="544410"/>
                  </a:moveTo>
                  <a:lnTo>
                    <a:pt x="347014" y="54441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9" name="object 869" descr=""/>
          <p:cNvSpPr txBox="1"/>
          <p:nvPr/>
        </p:nvSpPr>
        <p:spPr>
          <a:xfrm>
            <a:off x="4503070" y="1805834"/>
            <a:ext cx="32829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MV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 spc="175">
                <a:latin typeface="Times New Roman"/>
                <a:cs typeface="Times New Roman"/>
              </a:rPr>
              <a:t>l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73" name="object 87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37</a:t>
            </a:r>
          </a:p>
        </p:txBody>
      </p:sp>
      <p:sp>
        <p:nvSpPr>
          <p:cNvPr id="870" name="object 870" descr=""/>
          <p:cNvSpPr txBox="1"/>
          <p:nvPr/>
        </p:nvSpPr>
        <p:spPr>
          <a:xfrm>
            <a:off x="4212639" y="4842242"/>
            <a:ext cx="32829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MV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 spc="-50"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71" name="object 871" descr=""/>
          <p:cNvSpPr txBox="1"/>
          <p:nvPr/>
        </p:nvSpPr>
        <p:spPr>
          <a:xfrm>
            <a:off x="1210784" y="2939845"/>
            <a:ext cx="323850" cy="325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8900" marR="5080" indent="-76835">
              <a:lnSpc>
                <a:spcPct val="103600"/>
              </a:lnSpc>
              <a:spcBef>
                <a:spcPts val="95"/>
              </a:spcBef>
            </a:pPr>
            <a:r>
              <a:rPr dirty="0" sz="950" spc="50">
                <a:latin typeface="Times New Roman"/>
                <a:cs typeface="Times New Roman"/>
              </a:rPr>
              <a:t>TLBl </a:t>
            </a:r>
            <a:r>
              <a:rPr dirty="0" sz="950" spc="-25">
                <a:latin typeface="Times New Roman"/>
                <a:cs typeface="Times New Roman"/>
              </a:rPr>
              <a:t>(5)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72" name="object 872" descr=""/>
          <p:cNvSpPr txBox="1"/>
          <p:nvPr/>
        </p:nvSpPr>
        <p:spPr>
          <a:xfrm>
            <a:off x="1238873" y="3848723"/>
            <a:ext cx="323850" cy="3263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88900" marR="5080" indent="-76835">
              <a:lnSpc>
                <a:spcPct val="103800"/>
              </a:lnSpc>
              <a:spcBef>
                <a:spcPts val="90"/>
              </a:spcBef>
            </a:pPr>
            <a:r>
              <a:rPr dirty="0" sz="950" spc="-20">
                <a:latin typeface="Times New Roman"/>
                <a:cs typeface="Times New Roman"/>
              </a:rPr>
              <a:t>TLB2 </a:t>
            </a:r>
            <a:r>
              <a:rPr dirty="0" sz="950" spc="-25">
                <a:latin typeface="Times New Roman"/>
                <a:cs typeface="Times New Roman"/>
              </a:rPr>
              <a:t>(6)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1082" y="961543"/>
            <a:ext cx="537845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1495" algn="l"/>
              </a:tabLst>
            </a:pPr>
            <a:r>
              <a:rPr dirty="0" sz="1550" spc="40">
                <a:latin typeface="Times New Roman"/>
                <a:cs typeface="Times New Roman"/>
              </a:rPr>
              <a:t>6.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5" name="object 5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43966" y="1403261"/>
            <a:ext cx="6410960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Ladder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diagram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: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Main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 spc="175">
                <a:latin typeface="Times New Roman"/>
                <a:cs typeface="Times New Roman"/>
              </a:rPr>
              <a:t>l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 spc="125">
                <a:latin typeface="Times New Roman"/>
                <a:cs typeface="Times New Roman"/>
              </a:rPr>
              <a:t>l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43966" y="1580730"/>
            <a:ext cx="6410960" cy="246379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Main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 spc="175">
                <a:latin typeface="Times New Roman"/>
                <a:cs typeface="Times New Roman"/>
              </a:rPr>
              <a:t>l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45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Fill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/</a:t>
            </a:r>
            <a:r>
              <a:rPr dirty="0" sz="750" spc="6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Draining</a:t>
            </a:r>
            <a:endParaRPr sz="75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Times New Roman"/>
                <a:cs typeface="Times New Roman"/>
              </a:rPr>
              <a:t>Filling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/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Draining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control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operation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43394" y="1878177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175">
                <a:latin typeface="Times New Roman"/>
                <a:cs typeface="Times New Roman"/>
              </a:rPr>
              <a:t>l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Start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condition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43394" y="3495294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2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Stirring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43394" y="4227995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3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Reach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TLB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 spc="125">
                <a:latin typeface="Times New Roman"/>
                <a:cs typeface="Times New Roman"/>
              </a:rPr>
              <a:t>l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43966" y="5080482"/>
            <a:ext cx="6410960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4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Water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reach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TLB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43966" y="5812625"/>
            <a:ext cx="6410960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5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Drain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43394" y="6995032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6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MV2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clozez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43394" y="7907311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5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7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Pazz</a:t>
            </a:r>
            <a:r>
              <a:rPr dirty="0" sz="750" spc="55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TLB2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643394" y="2033854"/>
            <a:ext cx="629920" cy="1424940"/>
          </a:xfrm>
          <a:custGeom>
            <a:avLst/>
            <a:gdLst/>
            <a:ahLst/>
            <a:cxnLst/>
            <a:rect l="l" t="t" r="r" b="b"/>
            <a:pathLst>
              <a:path w="629919" h="1424939">
                <a:moveTo>
                  <a:pt x="0" y="0"/>
                </a:moveTo>
                <a:lnTo>
                  <a:pt x="0" y="1424406"/>
                </a:lnTo>
              </a:path>
              <a:path w="629919" h="1424939">
                <a:moveTo>
                  <a:pt x="629843" y="128701"/>
                </a:moveTo>
                <a:lnTo>
                  <a:pt x="629843" y="308648"/>
                </a:lnTo>
              </a:path>
              <a:path w="629919" h="1424939">
                <a:moveTo>
                  <a:pt x="629843" y="633602"/>
                </a:moveTo>
                <a:lnTo>
                  <a:pt x="629843" y="813562"/>
                </a:lnTo>
              </a:path>
              <a:path w="629919" h="1424939">
                <a:moveTo>
                  <a:pt x="629843" y="1115377"/>
                </a:moveTo>
                <a:lnTo>
                  <a:pt x="629843" y="1294942"/>
                </a:lnTo>
              </a:path>
              <a:path w="629919" h="1424939">
                <a:moveTo>
                  <a:pt x="629843" y="223608"/>
                </a:moveTo>
                <a:lnTo>
                  <a:pt x="0" y="223608"/>
                </a:lnTo>
              </a:path>
              <a:path w="629919" h="1424939">
                <a:moveTo>
                  <a:pt x="629843" y="723214"/>
                </a:moveTo>
                <a:lnTo>
                  <a:pt x="0" y="723214"/>
                </a:lnTo>
              </a:path>
              <a:path w="629919" h="1424939">
                <a:moveTo>
                  <a:pt x="629843" y="1209903"/>
                </a:moveTo>
                <a:lnTo>
                  <a:pt x="0" y="1209903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8" name="object 18" descr=""/>
          <p:cNvGrpSpPr/>
          <p:nvPr/>
        </p:nvGrpSpPr>
        <p:grpSpPr>
          <a:xfrm>
            <a:off x="1358442" y="2157793"/>
            <a:ext cx="4688205" cy="1176020"/>
            <a:chOff x="1358442" y="2157793"/>
            <a:chExt cx="4688205" cy="1176020"/>
          </a:xfrm>
        </p:grpSpPr>
        <p:sp>
          <p:nvSpPr>
            <p:cNvPr id="19" name="object 19" descr=""/>
            <p:cNvSpPr/>
            <p:nvPr/>
          </p:nvSpPr>
          <p:spPr>
            <a:xfrm>
              <a:off x="1363205" y="2162555"/>
              <a:ext cx="3689350" cy="1166495"/>
            </a:xfrm>
            <a:custGeom>
              <a:avLst/>
              <a:gdLst/>
              <a:ahLst/>
              <a:cxnLst/>
              <a:rect l="l" t="t" r="r" b="b"/>
              <a:pathLst>
                <a:path w="3689350" h="1166495">
                  <a:moveTo>
                    <a:pt x="0" y="0"/>
                  </a:moveTo>
                  <a:lnTo>
                    <a:pt x="0" y="179946"/>
                  </a:lnTo>
                </a:path>
                <a:path w="3689350" h="1166495">
                  <a:moveTo>
                    <a:pt x="809777" y="0"/>
                  </a:moveTo>
                  <a:lnTo>
                    <a:pt x="809777" y="179946"/>
                  </a:lnTo>
                </a:path>
                <a:path w="3689350" h="1166495">
                  <a:moveTo>
                    <a:pt x="899756" y="0"/>
                  </a:moveTo>
                  <a:lnTo>
                    <a:pt x="899756" y="179946"/>
                  </a:lnTo>
                </a:path>
                <a:path w="3689350" h="1166495">
                  <a:moveTo>
                    <a:pt x="1799526" y="0"/>
                  </a:moveTo>
                  <a:lnTo>
                    <a:pt x="1799526" y="179946"/>
                  </a:lnTo>
                </a:path>
                <a:path w="3689350" h="1166495">
                  <a:moveTo>
                    <a:pt x="1889480" y="0"/>
                  </a:moveTo>
                  <a:lnTo>
                    <a:pt x="1889480" y="179946"/>
                  </a:lnTo>
                </a:path>
                <a:path w="3689350" h="1166495">
                  <a:moveTo>
                    <a:pt x="2699258" y="0"/>
                  </a:moveTo>
                  <a:lnTo>
                    <a:pt x="2699258" y="179946"/>
                  </a:lnTo>
                </a:path>
                <a:path w="3689350" h="1166495">
                  <a:moveTo>
                    <a:pt x="2789250" y="0"/>
                  </a:moveTo>
                  <a:lnTo>
                    <a:pt x="2789250" y="179946"/>
                  </a:lnTo>
                </a:path>
                <a:path w="3689350" h="1166495">
                  <a:moveTo>
                    <a:pt x="3599027" y="0"/>
                  </a:moveTo>
                  <a:lnTo>
                    <a:pt x="3599027" y="179946"/>
                  </a:lnTo>
                </a:path>
                <a:path w="3689350" h="1166495">
                  <a:moveTo>
                    <a:pt x="3689007" y="0"/>
                  </a:moveTo>
                  <a:lnTo>
                    <a:pt x="3689007" y="179946"/>
                  </a:lnTo>
                </a:path>
                <a:path w="3689350" h="1166495">
                  <a:moveTo>
                    <a:pt x="0" y="504901"/>
                  </a:moveTo>
                  <a:lnTo>
                    <a:pt x="0" y="684860"/>
                  </a:lnTo>
                </a:path>
                <a:path w="3689350" h="1166495">
                  <a:moveTo>
                    <a:pt x="0" y="986675"/>
                  </a:moveTo>
                  <a:lnTo>
                    <a:pt x="0" y="1166241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7711" y="2157876"/>
              <a:ext cx="278790" cy="189052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1363205" y="2257463"/>
              <a:ext cx="4408805" cy="978535"/>
            </a:xfrm>
            <a:custGeom>
              <a:avLst/>
              <a:gdLst/>
              <a:ahLst/>
              <a:cxnLst/>
              <a:rect l="l" t="t" r="r" b="b"/>
              <a:pathLst>
                <a:path w="4408805" h="978535">
                  <a:moveTo>
                    <a:pt x="0" y="0"/>
                  </a:moveTo>
                  <a:lnTo>
                    <a:pt x="809777" y="0"/>
                  </a:lnTo>
                </a:path>
                <a:path w="4408805" h="978535">
                  <a:moveTo>
                    <a:pt x="899756" y="0"/>
                  </a:moveTo>
                  <a:lnTo>
                    <a:pt x="1799526" y="0"/>
                  </a:lnTo>
                </a:path>
                <a:path w="4408805" h="978535">
                  <a:moveTo>
                    <a:pt x="1889480" y="0"/>
                  </a:moveTo>
                  <a:lnTo>
                    <a:pt x="2699258" y="0"/>
                  </a:lnTo>
                </a:path>
                <a:path w="4408805" h="978535">
                  <a:moveTo>
                    <a:pt x="2789250" y="0"/>
                  </a:moveTo>
                  <a:lnTo>
                    <a:pt x="3599027" y="0"/>
                  </a:lnTo>
                </a:path>
                <a:path w="4408805" h="978535">
                  <a:moveTo>
                    <a:pt x="3689007" y="0"/>
                  </a:moveTo>
                  <a:lnTo>
                    <a:pt x="4408805" y="0"/>
                  </a:lnTo>
                </a:path>
                <a:path w="4408805" h="978535">
                  <a:moveTo>
                    <a:pt x="449872" y="0"/>
                  </a:moveTo>
                  <a:lnTo>
                    <a:pt x="449872" y="978331"/>
                  </a:lnTo>
                </a:path>
                <a:path w="4408805" h="978535">
                  <a:moveTo>
                    <a:pt x="449872" y="499605"/>
                  </a:moveTo>
                  <a:lnTo>
                    <a:pt x="0" y="499605"/>
                  </a:lnTo>
                </a:path>
                <a:path w="4408805" h="978535">
                  <a:moveTo>
                    <a:pt x="449872" y="975296"/>
                  </a:moveTo>
                  <a:lnTo>
                    <a:pt x="0" y="975296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1181564" y="2043446"/>
            <a:ext cx="482917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902335" algn="l"/>
                <a:tab pos="1901825" algn="l"/>
                <a:tab pos="2801620" algn="l"/>
                <a:tab pos="3682365" algn="l"/>
                <a:tab pos="4535170" algn="l"/>
              </a:tabLst>
            </a:pPr>
            <a:r>
              <a:rPr dirty="0" sz="750" spc="-10">
                <a:latin typeface="Times New Roman"/>
                <a:cs typeface="Times New Roman"/>
              </a:rPr>
              <a:t>000.00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0l0.05</a:t>
            </a:r>
            <a:r>
              <a:rPr dirty="0" baseline="3703" sz="1125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0l0.04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200.02</a:t>
            </a:r>
            <a:r>
              <a:rPr dirty="0" baseline="3703" sz="1125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000.0l</a:t>
            </a:r>
            <a:r>
              <a:rPr dirty="0" baseline="3703" sz="1125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0l0.00</a:t>
            </a:r>
            <a:endParaRPr baseline="3703" sz="1125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181564" y="2337895"/>
            <a:ext cx="306070" cy="3327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34925">
              <a:lnSpc>
                <a:spcPct val="134200"/>
              </a:lnSpc>
              <a:spcBef>
                <a:spcPts val="90"/>
              </a:spcBef>
            </a:pPr>
            <a:r>
              <a:rPr dirty="0" sz="750" spc="-10">
                <a:latin typeface="Times New Roman"/>
                <a:cs typeface="Times New Roman"/>
              </a:rPr>
              <a:t>ztart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0l0.00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139787" y="2380573"/>
            <a:ext cx="15240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BZ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156094" y="2371458"/>
            <a:ext cx="14478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PL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978403" y="2380573"/>
            <a:ext cx="27241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Reach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903975" y="2380573"/>
            <a:ext cx="2057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0">
                <a:latin typeface="Times New Roman"/>
                <a:cs typeface="Times New Roman"/>
              </a:rPr>
              <a:t>Stop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760451" y="2376015"/>
            <a:ext cx="23622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50">
                <a:latin typeface="Times New Roman"/>
                <a:cs typeface="Times New Roman"/>
              </a:rPr>
              <a:t>MVl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078682" y="2860293"/>
            <a:ext cx="478155" cy="624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00330" marR="88900" indent="-5080">
              <a:lnSpc>
                <a:spcPct val="122900"/>
              </a:lnSpc>
              <a:spcBef>
                <a:spcPts val="90"/>
              </a:spcBef>
            </a:pPr>
            <a:r>
              <a:rPr dirty="0" sz="750" spc="50">
                <a:latin typeface="Times New Roman"/>
                <a:cs typeface="Times New Roman"/>
              </a:rPr>
              <a:t>MVl </a:t>
            </a:r>
            <a:r>
              <a:rPr dirty="0" sz="750" spc="-10">
                <a:latin typeface="Times New Roman"/>
                <a:cs typeface="Times New Roman"/>
              </a:rPr>
              <a:t>200.04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7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750" spc="-10">
                <a:latin typeface="Times New Roman"/>
                <a:cs typeface="Times New Roman"/>
              </a:rPr>
              <a:t>MV2clozez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643394" y="3652265"/>
            <a:ext cx="629920" cy="511809"/>
          </a:xfrm>
          <a:custGeom>
            <a:avLst/>
            <a:gdLst/>
            <a:ahLst/>
            <a:cxnLst/>
            <a:rect l="l" t="t" r="r" b="b"/>
            <a:pathLst>
              <a:path w="629919" h="511810">
                <a:moveTo>
                  <a:pt x="0" y="0"/>
                </a:moveTo>
                <a:lnTo>
                  <a:pt x="0" y="511378"/>
                </a:lnTo>
              </a:path>
              <a:path w="629919" h="511810">
                <a:moveTo>
                  <a:pt x="629843" y="175780"/>
                </a:moveTo>
                <a:lnTo>
                  <a:pt x="629843" y="355345"/>
                </a:lnTo>
              </a:path>
              <a:path w="629919" h="511810">
                <a:moveTo>
                  <a:pt x="629843" y="270306"/>
                </a:moveTo>
                <a:lnTo>
                  <a:pt x="0" y="27030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1" name="object 31" descr=""/>
          <p:cNvGrpSpPr/>
          <p:nvPr/>
        </p:nvGrpSpPr>
        <p:grpSpPr>
          <a:xfrm>
            <a:off x="1358652" y="3823303"/>
            <a:ext cx="998855" cy="189230"/>
            <a:chOff x="1358652" y="3823303"/>
            <a:chExt cx="998855" cy="189230"/>
          </a:xfrm>
        </p:grpSpPr>
        <p:sp>
          <p:nvSpPr>
            <p:cNvPr id="32" name="object 32" descr=""/>
            <p:cNvSpPr/>
            <p:nvPr/>
          </p:nvSpPr>
          <p:spPr>
            <a:xfrm>
              <a:off x="1363205" y="3828046"/>
              <a:ext cx="0" cy="179705"/>
            </a:xfrm>
            <a:custGeom>
              <a:avLst/>
              <a:gdLst/>
              <a:ahLst/>
              <a:cxnLst/>
              <a:rect l="l" t="t" r="r" b="b"/>
              <a:pathLst>
                <a:path w="0" h="179704">
                  <a:moveTo>
                    <a:pt x="0" y="0"/>
                  </a:moveTo>
                  <a:lnTo>
                    <a:pt x="0" y="179565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8462" y="3823303"/>
              <a:ext cx="279031" cy="188671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363205" y="3922572"/>
              <a:ext cx="720090" cy="0"/>
            </a:xfrm>
            <a:custGeom>
              <a:avLst/>
              <a:gdLst/>
              <a:ahLst/>
              <a:cxnLst/>
              <a:rect l="l" t="t" r="r" b="b"/>
              <a:pathLst>
                <a:path w="720089" h="0">
                  <a:moveTo>
                    <a:pt x="0" y="0"/>
                  </a:moveTo>
                  <a:lnTo>
                    <a:pt x="71981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1166759" y="3699075"/>
            <a:ext cx="1168400" cy="4737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74394" algn="l"/>
              </a:tabLst>
            </a:pPr>
            <a:r>
              <a:rPr dirty="0" sz="750" spc="-10">
                <a:latin typeface="Times New Roman"/>
                <a:cs typeface="Times New Roman"/>
              </a:rPr>
              <a:t>0l0.00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0l0.02</a:t>
            </a:r>
            <a:endParaRPr baseline="3703" sz="112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750">
              <a:latin typeface="Times New Roman"/>
              <a:cs typeface="Times New Roman"/>
            </a:endParaRPr>
          </a:p>
          <a:p>
            <a:pPr marL="45085">
              <a:lnSpc>
                <a:spcPct val="100000"/>
              </a:lnSpc>
              <a:tabLst>
                <a:tab pos="876300" algn="l"/>
              </a:tabLst>
            </a:pPr>
            <a:r>
              <a:rPr dirty="0" sz="750" spc="55">
                <a:latin typeface="Times New Roman"/>
                <a:cs typeface="Times New Roman"/>
              </a:rPr>
              <a:t>MVl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Stirrer</a:t>
            </a:r>
            <a:endParaRPr baseline="3703" sz="1125">
              <a:latin typeface="Times New Roman"/>
              <a:cs typeface="Times New Roman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643394" y="4383455"/>
            <a:ext cx="629920" cy="622300"/>
          </a:xfrm>
          <a:custGeom>
            <a:avLst/>
            <a:gdLst/>
            <a:ahLst/>
            <a:cxnLst/>
            <a:rect l="l" t="t" r="r" b="b"/>
            <a:pathLst>
              <a:path w="629919" h="622300">
                <a:moveTo>
                  <a:pt x="0" y="0"/>
                </a:moveTo>
                <a:lnTo>
                  <a:pt x="0" y="622236"/>
                </a:lnTo>
              </a:path>
              <a:path w="629919" h="622300">
                <a:moveTo>
                  <a:pt x="629843" y="119214"/>
                </a:moveTo>
                <a:lnTo>
                  <a:pt x="629843" y="299161"/>
                </a:lnTo>
              </a:path>
              <a:path w="629919" h="622300">
                <a:moveTo>
                  <a:pt x="629843" y="209194"/>
                </a:moveTo>
                <a:lnTo>
                  <a:pt x="0" y="209194"/>
                </a:lnTo>
              </a:path>
              <a:path w="629919" h="622300">
                <a:moveTo>
                  <a:pt x="9499" y="509485"/>
                </a:moveTo>
                <a:lnTo>
                  <a:pt x="279044" y="509485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1363205" y="4502670"/>
            <a:ext cx="0" cy="180340"/>
          </a:xfrm>
          <a:custGeom>
            <a:avLst/>
            <a:gdLst/>
            <a:ahLst/>
            <a:cxnLst/>
            <a:rect l="l" t="t" r="r" b="b"/>
            <a:pathLst>
              <a:path w="0" h="180339">
                <a:moveTo>
                  <a:pt x="0" y="0"/>
                </a:moveTo>
                <a:lnTo>
                  <a:pt x="0" y="17994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2083015" y="4492421"/>
            <a:ext cx="810260" cy="16192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95250">
              <a:lnSpc>
                <a:spcPts val="875"/>
              </a:lnSpc>
              <a:spcBef>
                <a:spcPts val="395"/>
              </a:spcBef>
            </a:pPr>
            <a:r>
              <a:rPr dirty="0" sz="750" spc="-10">
                <a:latin typeface="Times New Roman"/>
                <a:cs typeface="Times New Roman"/>
              </a:rPr>
              <a:t>DIFU(l3)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2083015" y="4653762"/>
            <a:ext cx="810260" cy="28892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889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70"/>
              </a:spcBef>
            </a:pPr>
            <a:r>
              <a:rPr dirty="0" sz="750" spc="-10">
                <a:latin typeface="Times New Roman"/>
                <a:cs typeface="Times New Roman"/>
              </a:rPr>
              <a:t>200.0l</a:t>
            </a:r>
            <a:endParaRPr sz="7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Times New Roman"/>
                <a:cs typeface="Times New Roman"/>
              </a:rPr>
              <a:t>Reach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30">
                <a:latin typeface="Times New Roman"/>
                <a:cs typeface="Times New Roman"/>
              </a:rPr>
              <a:t>TLBl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1363205" y="4597196"/>
            <a:ext cx="720090" cy="0"/>
          </a:xfrm>
          <a:custGeom>
            <a:avLst/>
            <a:gdLst/>
            <a:ahLst/>
            <a:cxnLst/>
            <a:rect l="l" t="t" r="r" b="b"/>
            <a:pathLst>
              <a:path w="720089" h="0">
                <a:moveTo>
                  <a:pt x="0" y="0"/>
                </a:moveTo>
                <a:lnTo>
                  <a:pt x="719810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1166759" y="4375980"/>
            <a:ext cx="3073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000.05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205483" y="4698677"/>
            <a:ext cx="26289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30">
                <a:latin typeface="Times New Roman"/>
                <a:cs typeface="Times New Roman"/>
              </a:rPr>
              <a:t>TLBl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643394" y="5257025"/>
            <a:ext cx="629920" cy="455295"/>
          </a:xfrm>
          <a:custGeom>
            <a:avLst/>
            <a:gdLst/>
            <a:ahLst/>
            <a:cxnLst/>
            <a:rect l="l" t="t" r="r" b="b"/>
            <a:pathLst>
              <a:path w="629919" h="455295">
                <a:moveTo>
                  <a:pt x="0" y="0"/>
                </a:moveTo>
                <a:lnTo>
                  <a:pt x="0" y="455193"/>
                </a:lnTo>
              </a:path>
              <a:path w="629919" h="455295">
                <a:moveTo>
                  <a:pt x="629843" y="146913"/>
                </a:moveTo>
                <a:lnTo>
                  <a:pt x="629843" y="327253"/>
                </a:lnTo>
              </a:path>
              <a:path w="629919" h="455295">
                <a:moveTo>
                  <a:pt x="629843" y="241833"/>
                </a:moveTo>
                <a:lnTo>
                  <a:pt x="0" y="241833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1363205" y="5403938"/>
            <a:ext cx="720090" cy="180340"/>
          </a:xfrm>
          <a:custGeom>
            <a:avLst/>
            <a:gdLst/>
            <a:ahLst/>
            <a:cxnLst/>
            <a:rect l="l" t="t" r="r" b="b"/>
            <a:pathLst>
              <a:path w="720089" h="180339">
                <a:moveTo>
                  <a:pt x="0" y="0"/>
                </a:moveTo>
                <a:lnTo>
                  <a:pt x="0" y="180339"/>
                </a:lnTo>
              </a:path>
              <a:path w="720089" h="180339">
                <a:moveTo>
                  <a:pt x="719810" y="0"/>
                </a:moveTo>
                <a:lnTo>
                  <a:pt x="719810" y="180339"/>
                </a:lnTo>
              </a:path>
              <a:path w="720089" h="180339">
                <a:moveTo>
                  <a:pt x="719810" y="94919"/>
                </a:moveTo>
                <a:lnTo>
                  <a:pt x="0" y="94919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5" name="object 45" descr=""/>
          <p:cNvGrpSpPr/>
          <p:nvPr/>
        </p:nvGrpSpPr>
        <p:grpSpPr>
          <a:xfrm>
            <a:off x="2168429" y="5399195"/>
            <a:ext cx="909319" cy="189865"/>
            <a:chOff x="2168429" y="5399195"/>
            <a:chExt cx="909319" cy="189865"/>
          </a:xfrm>
        </p:grpSpPr>
        <p:sp>
          <p:nvSpPr>
            <p:cNvPr id="46" name="object 46" descr=""/>
            <p:cNvSpPr/>
            <p:nvPr/>
          </p:nvSpPr>
          <p:spPr>
            <a:xfrm>
              <a:off x="2172982" y="5403939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w="0" h="180339">
                  <a:moveTo>
                    <a:pt x="0" y="0"/>
                  </a:moveTo>
                  <a:lnTo>
                    <a:pt x="0" y="180339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98260" y="5399195"/>
              <a:ext cx="279031" cy="189433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2172982" y="5498858"/>
              <a:ext cx="629920" cy="0"/>
            </a:xfrm>
            <a:custGeom>
              <a:avLst/>
              <a:gdLst/>
              <a:ahLst/>
              <a:cxnLst/>
              <a:rect l="l" t="t" r="r" b="b"/>
              <a:pathLst>
                <a:path w="629919" h="0">
                  <a:moveTo>
                    <a:pt x="0" y="0"/>
                  </a:moveTo>
                  <a:lnTo>
                    <a:pt x="629831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1172074" y="5266245"/>
            <a:ext cx="1892300" cy="5016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03275" algn="l"/>
                <a:tab pos="1598295" algn="l"/>
              </a:tabLst>
            </a:pPr>
            <a:r>
              <a:rPr dirty="0" sz="750" spc="-10">
                <a:latin typeface="Times New Roman"/>
                <a:cs typeface="Times New Roman"/>
              </a:rPr>
              <a:t>000.06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200.0l</a:t>
            </a:r>
            <a:r>
              <a:rPr dirty="0" baseline="3703" sz="1125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200.02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75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  <a:tabLst>
                <a:tab pos="712470" algn="l"/>
                <a:tab pos="1596390" algn="l"/>
              </a:tabLst>
            </a:pPr>
            <a:r>
              <a:rPr dirty="0" baseline="3703" sz="1125" spc="-30">
                <a:latin typeface="Times New Roman"/>
                <a:cs typeface="Times New Roman"/>
              </a:rPr>
              <a:t>TLB2</a:t>
            </a:r>
            <a:r>
              <a:rPr dirty="0" baseline="3703" sz="1125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ReachTLBl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20">
                <a:latin typeface="Times New Roman"/>
                <a:cs typeface="Times New Roman"/>
              </a:rPr>
              <a:t>Reach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0" name="object 50" descr=""/>
          <p:cNvSpPr/>
          <p:nvPr/>
        </p:nvSpPr>
        <p:spPr>
          <a:xfrm>
            <a:off x="643394" y="5987465"/>
            <a:ext cx="629920" cy="924560"/>
          </a:xfrm>
          <a:custGeom>
            <a:avLst/>
            <a:gdLst/>
            <a:ahLst/>
            <a:cxnLst/>
            <a:rect l="l" t="t" r="r" b="b"/>
            <a:pathLst>
              <a:path w="629919" h="924559">
                <a:moveTo>
                  <a:pt x="0" y="0"/>
                </a:moveTo>
                <a:lnTo>
                  <a:pt x="0" y="924039"/>
                </a:lnTo>
              </a:path>
              <a:path w="629919" h="924559">
                <a:moveTo>
                  <a:pt x="629843" y="129082"/>
                </a:moveTo>
                <a:lnTo>
                  <a:pt x="629843" y="309029"/>
                </a:lnTo>
              </a:path>
              <a:path w="629919" h="924559">
                <a:moveTo>
                  <a:pt x="629843" y="651471"/>
                </a:moveTo>
                <a:lnTo>
                  <a:pt x="629843" y="831037"/>
                </a:lnTo>
              </a:path>
              <a:path w="629919" h="924559">
                <a:moveTo>
                  <a:pt x="629843" y="223989"/>
                </a:moveTo>
                <a:lnTo>
                  <a:pt x="0" y="223989"/>
                </a:lnTo>
              </a:path>
              <a:path w="629919" h="924559">
                <a:moveTo>
                  <a:pt x="0" y="746378"/>
                </a:moveTo>
                <a:lnTo>
                  <a:pt x="629843" y="74637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1363205" y="6116548"/>
            <a:ext cx="720090" cy="180340"/>
          </a:xfrm>
          <a:custGeom>
            <a:avLst/>
            <a:gdLst/>
            <a:ahLst/>
            <a:cxnLst/>
            <a:rect l="l" t="t" r="r" b="b"/>
            <a:pathLst>
              <a:path w="720089" h="180339">
                <a:moveTo>
                  <a:pt x="0" y="0"/>
                </a:moveTo>
                <a:lnTo>
                  <a:pt x="0" y="179946"/>
                </a:lnTo>
              </a:path>
              <a:path w="720089" h="180339">
                <a:moveTo>
                  <a:pt x="719810" y="0"/>
                </a:moveTo>
                <a:lnTo>
                  <a:pt x="719810" y="179946"/>
                </a:lnTo>
              </a:path>
              <a:path w="720089" h="180339">
                <a:moveTo>
                  <a:pt x="0" y="94907"/>
                </a:moveTo>
                <a:lnTo>
                  <a:pt x="719810" y="9490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1363205" y="6116548"/>
            <a:ext cx="1529715" cy="702310"/>
          </a:xfrm>
          <a:custGeom>
            <a:avLst/>
            <a:gdLst/>
            <a:ahLst/>
            <a:cxnLst/>
            <a:rect l="l" t="t" r="r" b="b"/>
            <a:pathLst>
              <a:path w="1529714" h="702309">
                <a:moveTo>
                  <a:pt x="809777" y="0"/>
                </a:moveTo>
                <a:lnTo>
                  <a:pt x="809777" y="179946"/>
                </a:lnTo>
              </a:path>
              <a:path w="1529714" h="702309">
                <a:moveTo>
                  <a:pt x="1529588" y="0"/>
                </a:moveTo>
                <a:lnTo>
                  <a:pt x="1529588" y="179946"/>
                </a:lnTo>
              </a:path>
              <a:path w="1529714" h="702309">
                <a:moveTo>
                  <a:pt x="0" y="522389"/>
                </a:moveTo>
                <a:lnTo>
                  <a:pt x="0" y="701954"/>
                </a:lnTo>
              </a:path>
              <a:path w="1529714" h="702309">
                <a:moveTo>
                  <a:pt x="809777" y="94907"/>
                </a:moveTo>
                <a:lnTo>
                  <a:pt x="1529588" y="94907"/>
                </a:lnTo>
              </a:path>
              <a:path w="1529714" h="702309">
                <a:moveTo>
                  <a:pt x="0" y="617296"/>
                </a:moveTo>
                <a:lnTo>
                  <a:pt x="1169695" y="617296"/>
                </a:lnTo>
              </a:path>
              <a:path w="1529714" h="702309">
                <a:moveTo>
                  <a:pt x="1169695" y="616153"/>
                </a:moveTo>
                <a:lnTo>
                  <a:pt x="1169695" y="9490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3" name="object 53" descr=""/>
          <p:cNvGrpSpPr/>
          <p:nvPr/>
        </p:nvGrpSpPr>
        <p:grpSpPr>
          <a:xfrm>
            <a:off x="2978219" y="6116548"/>
            <a:ext cx="998855" cy="189865"/>
            <a:chOff x="2978219" y="6116548"/>
            <a:chExt cx="998855" cy="189865"/>
          </a:xfrm>
        </p:grpSpPr>
        <p:sp>
          <p:nvSpPr>
            <p:cNvPr id="54" name="object 54" descr=""/>
            <p:cNvSpPr/>
            <p:nvPr/>
          </p:nvSpPr>
          <p:spPr>
            <a:xfrm>
              <a:off x="2982772" y="6116548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w="0" h="180339">
                  <a:moveTo>
                    <a:pt x="0" y="0"/>
                  </a:moveTo>
                  <a:lnTo>
                    <a:pt x="0" y="179946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97890" y="6116548"/>
              <a:ext cx="279171" cy="189299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2982772" y="6211455"/>
              <a:ext cx="720090" cy="0"/>
            </a:xfrm>
            <a:custGeom>
              <a:avLst/>
              <a:gdLst/>
              <a:ahLst/>
              <a:cxnLst/>
              <a:rect l="l" t="t" r="r" b="b"/>
              <a:pathLst>
                <a:path w="720089" h="0">
                  <a:moveTo>
                    <a:pt x="0" y="0"/>
                  </a:moveTo>
                  <a:lnTo>
                    <a:pt x="719797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1181564" y="5978837"/>
            <a:ext cx="276923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12800" algn="l"/>
                <a:tab pos="1622425" algn="l"/>
                <a:tab pos="2475230" algn="l"/>
              </a:tabLst>
            </a:pPr>
            <a:r>
              <a:rPr dirty="0" sz="750" spc="-10">
                <a:latin typeface="Times New Roman"/>
                <a:cs typeface="Times New Roman"/>
              </a:rPr>
              <a:t>0l0.00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000.05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000.06</a:t>
            </a:r>
            <a:r>
              <a:rPr dirty="0" baseline="3703" sz="1125">
                <a:latin typeface="Times New Roman"/>
                <a:cs typeface="Times New Roman"/>
              </a:rPr>
              <a:t>	</a:t>
            </a:r>
            <a:r>
              <a:rPr dirty="0" baseline="7407" sz="1125" spc="89">
                <a:latin typeface="Times New Roman"/>
                <a:cs typeface="Times New Roman"/>
              </a:rPr>
              <a:t>0l0.0l</a:t>
            </a:r>
            <a:endParaRPr baseline="7407" sz="1125">
              <a:latin typeface="Times New Roman"/>
              <a:cs typeface="Times New Roman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1167517" y="6259621"/>
            <a:ext cx="306070" cy="3962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40005">
              <a:lnSpc>
                <a:spcPct val="162100"/>
              </a:lnSpc>
              <a:spcBef>
                <a:spcPts val="90"/>
              </a:spcBef>
            </a:pPr>
            <a:r>
              <a:rPr dirty="0" sz="750" spc="50">
                <a:latin typeface="Times New Roman"/>
                <a:cs typeface="Times New Roman"/>
              </a:rPr>
              <a:t>MVl </a:t>
            </a:r>
            <a:r>
              <a:rPr dirty="0" sz="750" spc="60">
                <a:latin typeface="Times New Roman"/>
                <a:cs typeface="Times New Roman"/>
              </a:rPr>
              <a:t>0l0.0l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1994382" y="6334943"/>
            <a:ext cx="26289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30">
                <a:latin typeface="Times New Roman"/>
                <a:cs typeface="Times New Roman"/>
              </a:rPr>
              <a:t>TLBl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2809099" y="6320515"/>
            <a:ext cx="26289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0">
                <a:latin typeface="Times New Roman"/>
                <a:cs typeface="Times New Roman"/>
              </a:rPr>
              <a:t>TLB2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3685317" y="6320515"/>
            <a:ext cx="23622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MV2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1199788" y="6838350"/>
            <a:ext cx="23622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MV2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3" name="object 63" descr=""/>
          <p:cNvSpPr/>
          <p:nvPr/>
        </p:nvSpPr>
        <p:spPr>
          <a:xfrm>
            <a:off x="643394" y="7149553"/>
            <a:ext cx="629920" cy="710565"/>
          </a:xfrm>
          <a:custGeom>
            <a:avLst/>
            <a:gdLst/>
            <a:ahLst/>
            <a:cxnLst/>
            <a:rect l="l" t="t" r="r" b="b"/>
            <a:pathLst>
              <a:path w="629919" h="710565">
                <a:moveTo>
                  <a:pt x="0" y="0"/>
                </a:moveTo>
                <a:lnTo>
                  <a:pt x="0" y="710311"/>
                </a:lnTo>
              </a:path>
              <a:path w="629919" h="710565">
                <a:moveTo>
                  <a:pt x="629843" y="151091"/>
                </a:moveTo>
                <a:lnTo>
                  <a:pt x="629843" y="330669"/>
                </a:lnTo>
              </a:path>
              <a:path w="629919" h="710565">
                <a:moveTo>
                  <a:pt x="629843" y="246761"/>
                </a:moveTo>
                <a:lnTo>
                  <a:pt x="0" y="246761"/>
                </a:lnTo>
              </a:path>
              <a:path w="629919" h="710565">
                <a:moveTo>
                  <a:pt x="0" y="583882"/>
                </a:moveTo>
                <a:lnTo>
                  <a:pt x="269938" y="58388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1363205" y="7300645"/>
            <a:ext cx="0" cy="179705"/>
          </a:xfrm>
          <a:custGeom>
            <a:avLst/>
            <a:gdLst/>
            <a:ahLst/>
            <a:cxnLst/>
            <a:rect l="l" t="t" r="r" b="b"/>
            <a:pathLst>
              <a:path w="0" h="179704">
                <a:moveTo>
                  <a:pt x="0" y="0"/>
                </a:moveTo>
                <a:lnTo>
                  <a:pt x="0" y="17957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 txBox="1"/>
          <p:nvPr/>
        </p:nvSpPr>
        <p:spPr>
          <a:xfrm>
            <a:off x="2083015" y="7300645"/>
            <a:ext cx="720725" cy="16700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395"/>
              </a:spcBef>
            </a:pPr>
            <a:r>
              <a:rPr dirty="0" sz="750" spc="-10">
                <a:latin typeface="Times New Roman"/>
                <a:cs typeface="Times New Roman"/>
              </a:rPr>
              <a:t>DIFD(l4)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2083015" y="7467307"/>
            <a:ext cx="720725" cy="28384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30"/>
              </a:spcBef>
            </a:pPr>
            <a:r>
              <a:rPr dirty="0" sz="750" spc="-10">
                <a:latin typeface="Times New Roman"/>
                <a:cs typeface="Times New Roman"/>
              </a:rPr>
              <a:t>200.04</a:t>
            </a:r>
            <a:endParaRPr sz="7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  <a:spcBef>
                <a:spcPts val="45"/>
              </a:spcBef>
            </a:pPr>
            <a:r>
              <a:rPr dirty="0" sz="750" spc="-10">
                <a:latin typeface="Times New Roman"/>
                <a:cs typeface="Times New Roman"/>
              </a:rPr>
              <a:t>MV2clozez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7" name="object 67" descr=""/>
          <p:cNvSpPr/>
          <p:nvPr/>
        </p:nvSpPr>
        <p:spPr>
          <a:xfrm>
            <a:off x="1363205" y="7396315"/>
            <a:ext cx="720090" cy="0"/>
          </a:xfrm>
          <a:custGeom>
            <a:avLst/>
            <a:gdLst/>
            <a:ahLst/>
            <a:cxnLst/>
            <a:rect l="l" t="t" r="r" b="b"/>
            <a:pathLst>
              <a:path w="720089" h="0">
                <a:moveTo>
                  <a:pt x="0" y="0"/>
                </a:moveTo>
                <a:lnTo>
                  <a:pt x="719810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 txBox="1"/>
          <p:nvPr/>
        </p:nvSpPr>
        <p:spPr>
          <a:xfrm>
            <a:off x="1176629" y="7162566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60">
                <a:latin typeface="Times New Roman"/>
                <a:cs typeface="Times New Roman"/>
              </a:rPr>
              <a:t>0l0.0l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1199788" y="7509941"/>
            <a:ext cx="23622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MV2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0" name="object 70" descr=""/>
          <p:cNvSpPr/>
          <p:nvPr/>
        </p:nvSpPr>
        <p:spPr>
          <a:xfrm>
            <a:off x="643394" y="8077771"/>
            <a:ext cx="629920" cy="495300"/>
          </a:xfrm>
          <a:custGeom>
            <a:avLst/>
            <a:gdLst/>
            <a:ahLst/>
            <a:cxnLst/>
            <a:rect l="l" t="t" r="r" b="b"/>
            <a:pathLst>
              <a:path w="629919" h="495300">
                <a:moveTo>
                  <a:pt x="0" y="0"/>
                </a:moveTo>
                <a:lnTo>
                  <a:pt x="0" y="495071"/>
                </a:lnTo>
              </a:path>
              <a:path w="629919" h="495300">
                <a:moveTo>
                  <a:pt x="629843" y="128701"/>
                </a:moveTo>
                <a:lnTo>
                  <a:pt x="629843" y="308660"/>
                </a:lnTo>
              </a:path>
              <a:path w="629919" h="495300">
                <a:moveTo>
                  <a:pt x="629843" y="223608"/>
                </a:moveTo>
                <a:lnTo>
                  <a:pt x="0" y="22360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 txBox="1"/>
          <p:nvPr/>
        </p:nvSpPr>
        <p:spPr>
          <a:xfrm>
            <a:off x="1176629" y="8044859"/>
            <a:ext cx="306070" cy="5257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000.06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750">
              <a:latin typeface="Times New Roman"/>
              <a:cs typeface="Times New Roman"/>
            </a:endParaRPr>
          </a:p>
          <a:p>
            <a:pPr marL="15875">
              <a:lnSpc>
                <a:spcPct val="100000"/>
              </a:lnSpc>
            </a:pPr>
            <a:r>
              <a:rPr dirty="0" sz="750" spc="-25">
                <a:latin typeface="Times New Roman"/>
                <a:cs typeface="Times New Roman"/>
              </a:rPr>
              <a:t>TL</a:t>
            </a:r>
            <a:endParaRPr sz="750">
              <a:latin typeface="Times New Roman"/>
              <a:cs typeface="Times New Roman"/>
            </a:endParaRPr>
          </a:p>
        </p:txBody>
      </p:sp>
      <p:graphicFrame>
        <p:nvGraphicFramePr>
          <p:cNvPr id="72" name="object 72" descr=""/>
          <p:cNvGraphicFramePr>
            <a:graphicFrameLocks noGrp="1"/>
          </p:cNvGraphicFramePr>
          <p:nvPr/>
        </p:nvGraphicFramePr>
        <p:xfrm>
          <a:off x="1358652" y="8173828"/>
          <a:ext cx="1525905" cy="449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090"/>
                <a:gridCol w="720725"/>
              </a:tblGrid>
              <a:tr h="141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615"/>
                        </a:lnSpc>
                        <a:spcBef>
                          <a:spcPts val="400"/>
                        </a:spcBef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DIFD(l4)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B2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200.03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PazzTLB2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3" name="object 73" descr=""/>
          <p:cNvSpPr/>
          <p:nvPr/>
        </p:nvSpPr>
        <p:spPr>
          <a:xfrm>
            <a:off x="2160092" y="2156841"/>
            <a:ext cx="2896235" cy="187960"/>
          </a:xfrm>
          <a:custGeom>
            <a:avLst/>
            <a:gdLst/>
            <a:ahLst/>
            <a:cxnLst/>
            <a:rect l="l" t="t" r="r" b="b"/>
            <a:pathLst>
              <a:path w="2896235" h="187960">
                <a:moveTo>
                  <a:pt x="1096403" y="9486"/>
                </a:moveTo>
                <a:lnTo>
                  <a:pt x="1002639" y="187566"/>
                </a:lnTo>
              </a:path>
              <a:path w="2896235" h="187960">
                <a:moveTo>
                  <a:pt x="93764" y="9486"/>
                </a:moveTo>
                <a:lnTo>
                  <a:pt x="0" y="187566"/>
                </a:lnTo>
              </a:path>
              <a:path w="2896235" h="187960">
                <a:moveTo>
                  <a:pt x="1996173" y="0"/>
                </a:moveTo>
                <a:lnTo>
                  <a:pt x="1902371" y="178066"/>
                </a:lnTo>
              </a:path>
              <a:path w="2896235" h="187960">
                <a:moveTo>
                  <a:pt x="2895904" y="9486"/>
                </a:moveTo>
                <a:lnTo>
                  <a:pt x="2802140" y="18756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38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1082" y="961543"/>
            <a:ext cx="537845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1495" algn="l"/>
              </a:tabLst>
            </a:pPr>
            <a:r>
              <a:rPr dirty="0" sz="1550" spc="40">
                <a:latin typeface="Times New Roman"/>
                <a:cs typeface="Times New Roman"/>
              </a:rPr>
              <a:t>6.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5" name="object 5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43394" y="1403261"/>
            <a:ext cx="6411595" cy="246379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 marL="67945" marR="5469255">
              <a:lnSpc>
                <a:spcPts val="940"/>
              </a:lnSpc>
              <a:spcBef>
                <a:spcPts val="25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8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Counter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Counter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prezet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at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-50">
                <a:latin typeface="Times New Roman"/>
                <a:cs typeface="Times New Roman"/>
              </a:rPr>
              <a:t>4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43394" y="2735427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9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End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indication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43394" y="3467950"/>
            <a:ext cx="6411595" cy="246379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 marL="67945" marR="5506085">
              <a:lnSpc>
                <a:spcPts val="940"/>
              </a:lnSpc>
              <a:spcBef>
                <a:spcPts val="25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90">
                <a:latin typeface="Times New Roman"/>
                <a:cs typeface="Times New Roman"/>
              </a:rPr>
              <a:t>l0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Delay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Delay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for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2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zecondz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43394" y="4725327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175">
                <a:latin typeface="Times New Roman"/>
                <a:cs typeface="Times New Roman"/>
              </a:rPr>
              <a:t>ll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Buzzer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33907" y="5412676"/>
            <a:ext cx="6421120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90">
                <a:latin typeface="Times New Roman"/>
                <a:cs typeface="Times New Roman"/>
              </a:rPr>
              <a:t>l2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End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643394" y="1688744"/>
            <a:ext cx="720090" cy="958215"/>
          </a:xfrm>
          <a:custGeom>
            <a:avLst/>
            <a:gdLst/>
            <a:ahLst/>
            <a:cxnLst/>
            <a:rect l="l" t="t" r="r" b="b"/>
            <a:pathLst>
              <a:path w="720090" h="958214">
                <a:moveTo>
                  <a:pt x="0" y="0"/>
                </a:moveTo>
                <a:lnTo>
                  <a:pt x="0" y="958215"/>
                </a:lnTo>
              </a:path>
              <a:path w="720090" h="958214">
                <a:moveTo>
                  <a:pt x="719810" y="128701"/>
                </a:moveTo>
                <a:lnTo>
                  <a:pt x="719810" y="309029"/>
                </a:lnTo>
              </a:path>
              <a:path w="720090" h="958214">
                <a:moveTo>
                  <a:pt x="719810" y="684123"/>
                </a:moveTo>
                <a:lnTo>
                  <a:pt x="719810" y="864450"/>
                </a:lnTo>
              </a:path>
              <a:path w="720090" h="958214">
                <a:moveTo>
                  <a:pt x="719810" y="223608"/>
                </a:moveTo>
                <a:lnTo>
                  <a:pt x="0" y="223608"/>
                </a:lnTo>
              </a:path>
              <a:path w="720090" h="958214">
                <a:moveTo>
                  <a:pt x="719810" y="774471"/>
                </a:moveTo>
                <a:lnTo>
                  <a:pt x="0" y="774471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453184" y="1812150"/>
            <a:ext cx="0" cy="179705"/>
          </a:xfrm>
          <a:custGeom>
            <a:avLst/>
            <a:gdLst/>
            <a:ahLst/>
            <a:cxnLst/>
            <a:rect l="l" t="t" r="r" b="b"/>
            <a:pathLst>
              <a:path w="0" h="179705">
                <a:moveTo>
                  <a:pt x="0" y="0"/>
                </a:moveTo>
                <a:lnTo>
                  <a:pt x="0" y="179565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453184" y="2372867"/>
            <a:ext cx="0" cy="180340"/>
          </a:xfrm>
          <a:custGeom>
            <a:avLst/>
            <a:gdLst/>
            <a:ahLst/>
            <a:cxnLst/>
            <a:rect l="l" t="t" r="r" b="b"/>
            <a:pathLst>
              <a:path w="0" h="180339">
                <a:moveTo>
                  <a:pt x="0" y="0"/>
                </a:moveTo>
                <a:lnTo>
                  <a:pt x="0" y="18032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2262962" y="1784032"/>
            <a:ext cx="720725" cy="24066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9525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750"/>
              </a:spcBef>
            </a:pPr>
            <a:r>
              <a:rPr dirty="0" sz="750" spc="-25">
                <a:latin typeface="Times New Roman"/>
                <a:cs typeface="Times New Roman"/>
              </a:rPr>
              <a:t>CNT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262962" y="2024367"/>
            <a:ext cx="720725" cy="32702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1968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155"/>
              </a:spcBef>
            </a:pPr>
            <a:r>
              <a:rPr dirty="0" sz="750" spc="-25">
                <a:latin typeface="Times New Roman"/>
                <a:cs typeface="Times New Roman"/>
              </a:rPr>
              <a:t>047</a:t>
            </a:r>
            <a:endParaRPr sz="7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  <a:spcBef>
                <a:spcPts val="280"/>
              </a:spcBef>
            </a:pPr>
            <a:r>
              <a:rPr dirty="0" sz="750" spc="-10">
                <a:latin typeface="Times New Roman"/>
                <a:cs typeface="Times New Roman"/>
              </a:rPr>
              <a:t>Counter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262962" y="2351227"/>
            <a:ext cx="720725" cy="21082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55"/>
              </a:spcBef>
            </a:pPr>
            <a:r>
              <a:rPr dirty="0" sz="750" spc="-10">
                <a:latin typeface="Times New Roman"/>
                <a:cs typeface="Times New Roman"/>
              </a:rPr>
              <a:t>#0004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1453184" y="1922221"/>
            <a:ext cx="810260" cy="0"/>
          </a:xfrm>
          <a:custGeom>
            <a:avLst/>
            <a:gdLst/>
            <a:ahLst/>
            <a:cxnLst/>
            <a:rect l="l" t="t" r="r" b="b"/>
            <a:pathLst>
              <a:path w="810260" h="0">
                <a:moveTo>
                  <a:pt x="0" y="0"/>
                </a:moveTo>
                <a:lnTo>
                  <a:pt x="809777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453184" y="2463215"/>
            <a:ext cx="810260" cy="0"/>
          </a:xfrm>
          <a:custGeom>
            <a:avLst/>
            <a:gdLst/>
            <a:ahLst/>
            <a:cxnLst/>
            <a:rect l="l" t="t" r="r" b="b"/>
            <a:pathLst>
              <a:path w="810260" h="0">
                <a:moveTo>
                  <a:pt x="0" y="0"/>
                </a:moveTo>
                <a:lnTo>
                  <a:pt x="809777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1266605" y="1670258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200.03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266605" y="2211250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000.02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185360" y="2017252"/>
            <a:ext cx="44069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PazzTLB2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297357" y="2567356"/>
            <a:ext cx="24511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Rezet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643394" y="2892971"/>
            <a:ext cx="720090" cy="487680"/>
          </a:xfrm>
          <a:custGeom>
            <a:avLst/>
            <a:gdLst/>
            <a:ahLst/>
            <a:cxnLst/>
            <a:rect l="l" t="t" r="r" b="b"/>
            <a:pathLst>
              <a:path w="720090" h="487679">
                <a:moveTo>
                  <a:pt x="0" y="0"/>
                </a:moveTo>
                <a:lnTo>
                  <a:pt x="0" y="487095"/>
                </a:lnTo>
              </a:path>
              <a:path w="720090" h="487679">
                <a:moveTo>
                  <a:pt x="719810" y="156794"/>
                </a:moveTo>
                <a:lnTo>
                  <a:pt x="719810" y="336753"/>
                </a:lnTo>
              </a:path>
              <a:path w="720090" h="487679">
                <a:moveTo>
                  <a:pt x="719810" y="251714"/>
                </a:moveTo>
                <a:lnTo>
                  <a:pt x="0" y="25171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6" name="object 26" descr=""/>
          <p:cNvGrpSpPr/>
          <p:nvPr/>
        </p:nvGrpSpPr>
        <p:grpSpPr>
          <a:xfrm>
            <a:off x="1448631" y="3045466"/>
            <a:ext cx="998855" cy="189230"/>
            <a:chOff x="1448631" y="3045466"/>
            <a:chExt cx="998855" cy="189230"/>
          </a:xfrm>
        </p:grpSpPr>
        <p:sp>
          <p:nvSpPr>
            <p:cNvPr id="27" name="object 27" descr=""/>
            <p:cNvSpPr/>
            <p:nvPr/>
          </p:nvSpPr>
          <p:spPr>
            <a:xfrm>
              <a:off x="1453184" y="3049765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w="0" h="180339">
                  <a:moveTo>
                    <a:pt x="0" y="0"/>
                  </a:moveTo>
                  <a:lnTo>
                    <a:pt x="0" y="179958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8683" y="3045466"/>
              <a:ext cx="278777" cy="189064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1453184" y="3144685"/>
              <a:ext cx="720090" cy="0"/>
            </a:xfrm>
            <a:custGeom>
              <a:avLst/>
              <a:gdLst/>
              <a:ahLst/>
              <a:cxnLst/>
              <a:rect l="l" t="t" r="r" b="b"/>
              <a:pathLst>
                <a:path w="720089" h="0">
                  <a:moveTo>
                    <a:pt x="0" y="0"/>
                  </a:moveTo>
                  <a:lnTo>
                    <a:pt x="719797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1218770" y="2911692"/>
            <a:ext cx="120650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912494" algn="l"/>
              </a:tabLst>
            </a:pPr>
            <a:r>
              <a:rPr dirty="0" sz="750" spc="-10">
                <a:latin typeface="Times New Roman"/>
                <a:cs typeface="Times New Roman"/>
              </a:rPr>
              <a:t>CNT047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0l0.04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221806" y="3240086"/>
            <a:ext cx="35052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Counter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2190658" y="3267800"/>
            <a:ext cx="14478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PL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643394" y="3755148"/>
            <a:ext cx="720090" cy="883285"/>
          </a:xfrm>
          <a:custGeom>
            <a:avLst/>
            <a:gdLst/>
            <a:ahLst/>
            <a:cxnLst/>
            <a:rect l="l" t="t" r="r" b="b"/>
            <a:pathLst>
              <a:path w="720090" h="883285">
                <a:moveTo>
                  <a:pt x="0" y="0"/>
                </a:moveTo>
                <a:lnTo>
                  <a:pt x="0" y="882675"/>
                </a:lnTo>
              </a:path>
              <a:path w="720090" h="883285">
                <a:moveTo>
                  <a:pt x="719810" y="128701"/>
                </a:moveTo>
                <a:lnTo>
                  <a:pt x="719810" y="308648"/>
                </a:lnTo>
              </a:path>
              <a:path w="720090" h="883285">
                <a:moveTo>
                  <a:pt x="719810" y="223608"/>
                </a:moveTo>
                <a:lnTo>
                  <a:pt x="0" y="22360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1453184" y="3883850"/>
            <a:ext cx="0" cy="180340"/>
          </a:xfrm>
          <a:custGeom>
            <a:avLst/>
            <a:gdLst/>
            <a:ahLst/>
            <a:cxnLst/>
            <a:rect l="l" t="t" r="r" b="b"/>
            <a:pathLst>
              <a:path w="0" h="180339">
                <a:moveTo>
                  <a:pt x="0" y="0"/>
                </a:moveTo>
                <a:lnTo>
                  <a:pt x="0" y="17994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2262962" y="3868673"/>
            <a:ext cx="720725" cy="19875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00"/>
              </a:spcBef>
            </a:pPr>
            <a:r>
              <a:rPr dirty="0" sz="750" spc="-25">
                <a:latin typeface="Times New Roman"/>
                <a:cs typeface="Times New Roman"/>
              </a:rPr>
              <a:t>TIM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2262962" y="4066831"/>
            <a:ext cx="720725" cy="16827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1778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140"/>
              </a:spcBef>
            </a:pPr>
            <a:r>
              <a:rPr dirty="0" sz="750" spc="-25">
                <a:latin typeface="Times New Roman"/>
                <a:cs typeface="Times New Roman"/>
              </a:rPr>
              <a:t>000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2262962" y="4234637"/>
            <a:ext cx="720725" cy="16954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1524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Times New Roman"/>
                <a:cs typeface="Times New Roman"/>
              </a:rPr>
              <a:t>#0020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1453184" y="3978757"/>
            <a:ext cx="810260" cy="0"/>
          </a:xfrm>
          <a:custGeom>
            <a:avLst/>
            <a:gdLst/>
            <a:ahLst/>
            <a:cxnLst/>
            <a:rect l="l" t="t" r="r" b="b"/>
            <a:pathLst>
              <a:path w="810260" h="0">
                <a:moveTo>
                  <a:pt x="0" y="0"/>
                </a:moveTo>
                <a:lnTo>
                  <a:pt x="809777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 txBox="1"/>
          <p:nvPr/>
        </p:nvSpPr>
        <p:spPr>
          <a:xfrm>
            <a:off x="1343294" y="4101876"/>
            <a:ext cx="14478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PL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1256736" y="3753744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0l0.04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643394" y="4294251"/>
            <a:ext cx="270510" cy="227965"/>
          </a:xfrm>
          <a:custGeom>
            <a:avLst/>
            <a:gdLst/>
            <a:ahLst/>
            <a:cxnLst/>
            <a:rect l="l" t="t" r="r" b="b"/>
            <a:pathLst>
              <a:path w="270509" h="227964">
                <a:moveTo>
                  <a:pt x="0" y="0"/>
                </a:moveTo>
                <a:lnTo>
                  <a:pt x="269938" y="0"/>
                </a:lnTo>
              </a:path>
              <a:path w="270509" h="227964">
                <a:moveTo>
                  <a:pt x="0" y="227774"/>
                </a:moveTo>
                <a:lnTo>
                  <a:pt x="269938" y="22777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643394" y="4883835"/>
            <a:ext cx="629920" cy="464820"/>
          </a:xfrm>
          <a:custGeom>
            <a:avLst/>
            <a:gdLst/>
            <a:ahLst/>
            <a:cxnLst/>
            <a:rect l="l" t="t" r="r" b="b"/>
            <a:pathLst>
              <a:path w="629919" h="464820">
                <a:moveTo>
                  <a:pt x="0" y="0"/>
                </a:moveTo>
                <a:lnTo>
                  <a:pt x="0" y="464680"/>
                </a:lnTo>
              </a:path>
              <a:path w="629919" h="464820">
                <a:moveTo>
                  <a:pt x="629843" y="137807"/>
                </a:moveTo>
                <a:lnTo>
                  <a:pt x="629843" y="318135"/>
                </a:lnTo>
              </a:path>
              <a:path w="629919" h="464820">
                <a:moveTo>
                  <a:pt x="629843" y="232714"/>
                </a:moveTo>
                <a:lnTo>
                  <a:pt x="0" y="23271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3" name="object 43" descr=""/>
          <p:cNvGrpSpPr/>
          <p:nvPr/>
        </p:nvGrpSpPr>
        <p:grpSpPr>
          <a:xfrm>
            <a:off x="1358442" y="5016880"/>
            <a:ext cx="1718945" cy="189865"/>
            <a:chOff x="1358442" y="5016880"/>
            <a:chExt cx="1718945" cy="189865"/>
          </a:xfrm>
        </p:grpSpPr>
        <p:sp>
          <p:nvSpPr>
            <p:cNvPr id="44" name="object 44" descr=""/>
            <p:cNvSpPr/>
            <p:nvPr/>
          </p:nvSpPr>
          <p:spPr>
            <a:xfrm>
              <a:off x="1363205" y="5021643"/>
              <a:ext cx="810260" cy="180340"/>
            </a:xfrm>
            <a:custGeom>
              <a:avLst/>
              <a:gdLst/>
              <a:ahLst/>
              <a:cxnLst/>
              <a:rect l="l" t="t" r="r" b="b"/>
              <a:pathLst>
                <a:path w="810260" h="180339">
                  <a:moveTo>
                    <a:pt x="0" y="0"/>
                  </a:moveTo>
                  <a:lnTo>
                    <a:pt x="0" y="180327"/>
                  </a:lnTo>
                </a:path>
                <a:path w="810260" h="180339">
                  <a:moveTo>
                    <a:pt x="719810" y="0"/>
                  </a:moveTo>
                  <a:lnTo>
                    <a:pt x="719810" y="180327"/>
                  </a:lnTo>
                </a:path>
                <a:path w="810260" h="180339">
                  <a:moveTo>
                    <a:pt x="809777" y="0"/>
                  </a:moveTo>
                  <a:lnTo>
                    <a:pt x="809777" y="180327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8260" y="5016900"/>
              <a:ext cx="279031" cy="189433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1363205" y="5116550"/>
              <a:ext cx="1440180" cy="0"/>
            </a:xfrm>
            <a:custGeom>
              <a:avLst/>
              <a:gdLst/>
              <a:ahLst/>
              <a:cxnLst/>
              <a:rect l="l" t="t" r="r" b="b"/>
              <a:pathLst>
                <a:path w="1440180" h="0">
                  <a:moveTo>
                    <a:pt x="809777" y="0"/>
                  </a:moveTo>
                  <a:lnTo>
                    <a:pt x="1439608" y="0"/>
                  </a:lnTo>
                </a:path>
                <a:path w="1440180" h="0">
                  <a:moveTo>
                    <a:pt x="719810" y="0"/>
                  </a:move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1136387" y="4883944"/>
            <a:ext cx="37846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CNT047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936676" y="4868757"/>
            <a:ext cx="111760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24230" algn="l"/>
              </a:tabLst>
            </a:pPr>
            <a:r>
              <a:rPr dirty="0" sz="750" spc="-10">
                <a:latin typeface="Times New Roman"/>
                <a:cs typeface="Times New Roman"/>
              </a:rPr>
              <a:t>TIM000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0l0.05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1140942" y="5197529"/>
            <a:ext cx="35052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Counter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2830738" y="5235115"/>
            <a:ext cx="15240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BZ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2073529" y="5040629"/>
            <a:ext cx="90805" cy="165100"/>
          </a:xfrm>
          <a:custGeom>
            <a:avLst/>
            <a:gdLst/>
            <a:ahLst/>
            <a:cxnLst/>
            <a:rect l="l" t="t" r="r" b="b"/>
            <a:pathLst>
              <a:path w="90805" h="165100">
                <a:moveTo>
                  <a:pt x="90335" y="0"/>
                </a:moveTo>
                <a:lnTo>
                  <a:pt x="0" y="16475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633907" y="5566054"/>
            <a:ext cx="0" cy="360045"/>
          </a:xfrm>
          <a:custGeom>
            <a:avLst/>
            <a:gdLst/>
            <a:ahLst/>
            <a:cxnLst/>
            <a:rect l="l" t="t" r="r" b="b"/>
            <a:pathLst>
              <a:path w="0" h="360045">
                <a:moveTo>
                  <a:pt x="0" y="0"/>
                </a:moveTo>
                <a:lnTo>
                  <a:pt x="0" y="35989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 txBox="1"/>
          <p:nvPr/>
        </p:nvSpPr>
        <p:spPr>
          <a:xfrm>
            <a:off x="1354086" y="5655652"/>
            <a:ext cx="720090" cy="19939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400"/>
              </a:spcBef>
            </a:pPr>
            <a:r>
              <a:rPr dirty="0" sz="750">
                <a:latin typeface="Times New Roman"/>
                <a:cs typeface="Times New Roman"/>
              </a:rPr>
              <a:t>END</a:t>
            </a:r>
            <a:r>
              <a:rPr dirty="0" sz="750" spc="135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(0l)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4" name="object 54" descr=""/>
          <p:cNvSpPr/>
          <p:nvPr/>
        </p:nvSpPr>
        <p:spPr>
          <a:xfrm>
            <a:off x="633907" y="5750940"/>
            <a:ext cx="720725" cy="0"/>
          </a:xfrm>
          <a:custGeom>
            <a:avLst/>
            <a:gdLst/>
            <a:ahLst/>
            <a:cxnLst/>
            <a:rect l="l" t="t" r="r" b="b"/>
            <a:pathLst>
              <a:path w="720725" h="0">
                <a:moveTo>
                  <a:pt x="720178" y="0"/>
                </a:moveTo>
                <a:lnTo>
                  <a:pt x="0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39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1082" y="961543"/>
            <a:ext cx="6409690" cy="1136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31495" indent="-518795">
              <a:lnSpc>
                <a:spcPct val="100000"/>
              </a:lnSpc>
              <a:spcBef>
                <a:spcPts val="125"/>
              </a:spcBef>
              <a:buAutoNum type="arabicPeriod" startAt="6"/>
              <a:tabLst>
                <a:tab pos="531495" algn="l"/>
              </a:tabLst>
            </a:pP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  <a:p>
            <a:pPr lvl="1" marL="237490" indent="-224790">
              <a:lnSpc>
                <a:spcPct val="100000"/>
              </a:lnSpc>
              <a:spcBef>
                <a:spcPts val="1430"/>
              </a:spcBef>
              <a:buSzPct val="48387"/>
              <a:buFont typeface="Segoe UI Symbol"/>
              <a:buChar char="❑"/>
              <a:tabLst>
                <a:tab pos="237490" algn="l"/>
              </a:tabLst>
            </a:pPr>
            <a:r>
              <a:rPr dirty="0" sz="1550">
                <a:latin typeface="Times New Roman"/>
                <a:cs typeface="Times New Roman"/>
              </a:rPr>
              <a:t>Shift</a:t>
            </a:r>
            <a:r>
              <a:rPr dirty="0" sz="1550" spc="24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Register</a:t>
            </a:r>
            <a:r>
              <a:rPr dirty="0" sz="1550" spc="260">
                <a:latin typeface="Times New Roman"/>
                <a:cs typeface="Times New Roman"/>
              </a:rPr>
              <a:t> </a:t>
            </a:r>
            <a:r>
              <a:rPr dirty="0" sz="1550">
                <a:latin typeface="Arial"/>
                <a:cs typeface="Arial"/>
              </a:rPr>
              <a:t>–</a:t>
            </a:r>
            <a:r>
              <a:rPr dirty="0" sz="1550" spc="200">
                <a:latin typeface="Arial"/>
                <a:cs typeface="Arial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SFT(10)</a:t>
            </a:r>
            <a:endParaRPr sz="1550">
              <a:latin typeface="Times New Roman"/>
              <a:cs typeface="Times New Roman"/>
            </a:endParaRPr>
          </a:p>
          <a:p>
            <a:pPr marL="1362075" marR="5080">
              <a:lnSpc>
                <a:spcPct val="103600"/>
              </a:lnSpc>
              <a:spcBef>
                <a:spcPts val="1200"/>
              </a:spcBef>
            </a:pPr>
            <a:r>
              <a:rPr dirty="0" sz="950">
                <a:latin typeface="Times New Roman"/>
                <a:cs typeface="Times New Roman"/>
              </a:rPr>
              <a:t>Shift</a:t>
            </a:r>
            <a:r>
              <a:rPr dirty="0" sz="950" spc="1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Regizter</a:t>
            </a:r>
            <a:r>
              <a:rPr dirty="0" sz="950" spc="1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(SFT)</a:t>
            </a:r>
            <a:r>
              <a:rPr dirty="0" sz="950" spc="1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zhiftz</a:t>
            </a:r>
            <a:r>
              <a:rPr dirty="0" sz="950" spc="1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185">
                <a:latin typeface="Times New Roman"/>
                <a:cs typeface="Times New Roman"/>
              </a:rPr>
              <a:t> </a:t>
            </a:r>
            <a:r>
              <a:rPr dirty="0" sz="950" spc="80">
                <a:latin typeface="Times New Roman"/>
                <a:cs typeface="Times New Roman"/>
              </a:rPr>
              <a:t>l6-</a:t>
            </a:r>
            <a:r>
              <a:rPr dirty="0" sz="950">
                <a:latin typeface="Times New Roman"/>
                <a:cs typeface="Times New Roman"/>
              </a:rPr>
              <a:t>bit</a:t>
            </a:r>
            <a:r>
              <a:rPr dirty="0" sz="950" spc="1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data</a:t>
            </a:r>
            <a:r>
              <a:rPr dirty="0" sz="950" spc="1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in</a:t>
            </a:r>
            <a:r>
              <a:rPr dirty="0" sz="950" spc="1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zpecified</a:t>
            </a:r>
            <a:r>
              <a:rPr dirty="0" sz="950" spc="1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channel</a:t>
            </a:r>
            <a:r>
              <a:rPr dirty="0" sz="950" spc="1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by</a:t>
            </a:r>
            <a:r>
              <a:rPr dirty="0" sz="950" spc="180">
                <a:latin typeface="Times New Roman"/>
                <a:cs typeface="Times New Roman"/>
              </a:rPr>
              <a:t> </a:t>
            </a:r>
            <a:r>
              <a:rPr dirty="0" sz="950" spc="225">
                <a:latin typeface="Times New Roman"/>
                <a:cs typeface="Times New Roman"/>
              </a:rPr>
              <a:t>l</a:t>
            </a:r>
            <a:r>
              <a:rPr dirty="0" sz="950" spc="1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bit.</a:t>
            </a:r>
            <a:r>
              <a:rPr dirty="0" sz="950" spc="1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Although</a:t>
            </a:r>
            <a:r>
              <a:rPr dirty="0" sz="950" spc="1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thiz</a:t>
            </a:r>
            <a:r>
              <a:rPr dirty="0" sz="950" spc="18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inztruction </a:t>
            </a:r>
            <a:r>
              <a:rPr dirty="0" sz="950">
                <a:latin typeface="Times New Roman"/>
                <a:cs typeface="Times New Roman"/>
              </a:rPr>
              <a:t>zhiftz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data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within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channelz,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both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ztart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channel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end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channel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muzt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zpecified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az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data.</a:t>
            </a:r>
            <a:endParaRPr sz="950">
              <a:latin typeface="Times New Roman"/>
              <a:cs typeface="Times New Roman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852136" y="5689637"/>
          <a:ext cx="2243455" cy="17392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8490"/>
                <a:gridCol w="1012190"/>
                <a:gridCol w="517525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Address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Instruction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30">
                          <a:latin typeface="Times New Roman"/>
                          <a:cs typeface="Times New Roman"/>
                        </a:rPr>
                        <a:t>Data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LD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40">
                          <a:latin typeface="Times New Roman"/>
                          <a:cs typeface="Times New Roman"/>
                        </a:rPr>
                        <a:t>000l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9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5">
                          <a:latin typeface="Times New Roman"/>
                          <a:cs typeface="Times New Roman"/>
                        </a:rPr>
                        <a:t>NOT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LD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LD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5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SFT(l0)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200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200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LD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0006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OUT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40">
                          <a:latin typeface="Times New Roman"/>
                          <a:cs typeface="Times New Roman"/>
                        </a:rPr>
                        <a:t>l000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40">
                          <a:latin typeface="Times New Roman"/>
                          <a:cs typeface="Times New Roman"/>
                        </a:rPr>
                        <a:t>END(0l)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631080" y="8182760"/>
            <a:ext cx="64262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30"/>
              </a:spcBef>
              <a:buSzPct val="82608"/>
              <a:buFont typeface="Symbol"/>
              <a:buChar char=""/>
              <a:tabLst>
                <a:tab pos="237490" algn="l"/>
              </a:tabLst>
            </a:pPr>
            <a:r>
              <a:rPr dirty="0" sz="1150">
                <a:latin typeface="Times New Roman"/>
                <a:cs typeface="Times New Roman"/>
              </a:rPr>
              <a:t>Note</a:t>
            </a:r>
            <a:r>
              <a:rPr dirty="0" sz="1150" spc="150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: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951863" y="8207391"/>
            <a:ext cx="4866640" cy="33274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41275" marR="5080" indent="-29209">
              <a:lnSpc>
                <a:spcPct val="108000"/>
              </a:lnSpc>
              <a:spcBef>
                <a:spcPts val="45"/>
              </a:spcBef>
            </a:pP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rezet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input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applied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Shift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Regizter,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all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 spc="114">
                <a:latin typeface="Times New Roman"/>
                <a:cs typeface="Times New Roman"/>
              </a:rPr>
              <a:t>l6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bitz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are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rezet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together.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If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Holding </a:t>
            </a:r>
            <a:r>
              <a:rPr dirty="0" sz="950">
                <a:latin typeface="Times New Roman"/>
                <a:cs typeface="Times New Roman"/>
              </a:rPr>
              <a:t>Relay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area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uzed,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data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are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retained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during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power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failure.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482024" y="2807931"/>
            <a:ext cx="810260" cy="639445"/>
          </a:xfrm>
          <a:prstGeom prst="rect">
            <a:avLst/>
          </a:prstGeom>
          <a:ln w="12534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algn="r" marR="167005">
              <a:lnSpc>
                <a:spcPct val="100000"/>
              </a:lnSpc>
              <a:spcBef>
                <a:spcPts val="395"/>
              </a:spcBef>
            </a:pPr>
            <a:r>
              <a:rPr dirty="0" sz="950" spc="40">
                <a:latin typeface="Times New Roman"/>
                <a:cs typeface="Times New Roman"/>
              </a:rPr>
              <a:t>SFT(l0)</a:t>
            </a:r>
            <a:endParaRPr sz="950">
              <a:latin typeface="Times New Roman"/>
              <a:cs typeface="Times New Roman"/>
            </a:endParaRPr>
          </a:p>
          <a:p>
            <a:pPr algn="r" marL="539750" marR="182880">
              <a:lnSpc>
                <a:spcPct val="134500"/>
              </a:lnSpc>
              <a:spcBef>
                <a:spcPts val="5"/>
              </a:spcBef>
            </a:pPr>
            <a:r>
              <a:rPr dirty="0" sz="950" spc="-50">
                <a:latin typeface="Times New Roman"/>
                <a:cs typeface="Times New Roman"/>
              </a:rPr>
              <a:t>S</a:t>
            </a:r>
            <a:r>
              <a:rPr dirty="0" sz="950" spc="500">
                <a:latin typeface="Times New Roman"/>
                <a:cs typeface="Times New Roman"/>
              </a:rPr>
              <a:t> </a:t>
            </a:r>
            <a:r>
              <a:rPr dirty="0" sz="950" spc="-50">
                <a:latin typeface="Times New Roman"/>
                <a:cs typeface="Times New Roman"/>
              </a:rPr>
              <a:t>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2127821" y="3347796"/>
            <a:ext cx="354330" cy="0"/>
          </a:xfrm>
          <a:custGeom>
            <a:avLst/>
            <a:gdLst/>
            <a:ahLst/>
            <a:cxnLst/>
            <a:rect l="l" t="t" r="r" b="b"/>
            <a:pathLst>
              <a:path w="354330" h="0">
                <a:moveTo>
                  <a:pt x="0" y="0"/>
                </a:moveTo>
                <a:lnTo>
                  <a:pt x="354203" y="0"/>
                </a:lnTo>
              </a:path>
            </a:pathLst>
          </a:custGeom>
          <a:ln w="125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3831653" y="2807931"/>
            <a:ext cx="1925955" cy="217804"/>
          </a:xfrm>
          <a:prstGeom prst="rect">
            <a:avLst/>
          </a:prstGeom>
          <a:ln w="12534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395"/>
              </a:spcBef>
            </a:pPr>
            <a:r>
              <a:rPr dirty="0" sz="950">
                <a:latin typeface="Times New Roman"/>
                <a:cs typeface="Times New Roman"/>
              </a:rPr>
              <a:t>I/O,</a:t>
            </a:r>
            <a:r>
              <a:rPr dirty="0" sz="950" spc="1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Internal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auxiliary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Relay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831653" y="3025482"/>
            <a:ext cx="1925955" cy="233045"/>
          </a:xfrm>
          <a:prstGeom prst="rect">
            <a:avLst/>
          </a:prstGeom>
          <a:ln w="12534">
            <a:solidFill>
              <a:srgbClr val="000000"/>
            </a:solidFill>
          </a:ln>
        </p:spPr>
        <p:txBody>
          <a:bodyPr wrap="square" lIns="0" tIns="27940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220"/>
              </a:spcBef>
            </a:pPr>
            <a:r>
              <a:rPr dirty="0" sz="950">
                <a:latin typeface="Times New Roman"/>
                <a:cs typeface="Times New Roman"/>
              </a:rPr>
              <a:t>Holding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Relay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097267" y="2437048"/>
            <a:ext cx="907415" cy="47561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950" spc="60">
                <a:latin typeface="Times New Roman"/>
                <a:cs typeface="Times New Roman"/>
              </a:rPr>
              <a:t>Ladder</a:t>
            </a:r>
            <a:r>
              <a:rPr dirty="0" sz="950" spc="65">
                <a:latin typeface="Times New Roman"/>
                <a:cs typeface="Times New Roman"/>
              </a:rPr>
              <a:t> </a:t>
            </a:r>
            <a:r>
              <a:rPr dirty="0" sz="950" spc="45">
                <a:latin typeface="Times New Roman"/>
                <a:cs typeface="Times New Roman"/>
              </a:rPr>
              <a:t>diagram</a:t>
            </a:r>
            <a:endParaRPr sz="950">
              <a:latin typeface="Times New Roman"/>
              <a:cs typeface="Times New Roman"/>
            </a:endParaRPr>
          </a:p>
          <a:p>
            <a:pPr marL="40005">
              <a:lnSpc>
                <a:spcPct val="100000"/>
              </a:lnSpc>
              <a:spcBef>
                <a:spcPts val="630"/>
              </a:spcBef>
            </a:pPr>
            <a:r>
              <a:rPr dirty="0" u="sng" sz="950" spc="2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95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950" spc="5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821236" y="2521215"/>
            <a:ext cx="114427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60">
                <a:latin typeface="Times New Roman"/>
                <a:cs typeface="Times New Roman"/>
              </a:rPr>
              <a:t>Operand</a:t>
            </a:r>
            <a:r>
              <a:rPr dirty="0" sz="950" spc="50">
                <a:latin typeface="Times New Roman"/>
                <a:cs typeface="Times New Roman"/>
              </a:rPr>
              <a:t> Data</a:t>
            </a:r>
            <a:r>
              <a:rPr dirty="0" sz="950" spc="55">
                <a:latin typeface="Times New Roman"/>
                <a:cs typeface="Times New Roman"/>
              </a:rPr>
              <a:t> </a:t>
            </a:r>
            <a:r>
              <a:rPr dirty="0" sz="950" spc="-20">
                <a:latin typeface="Times New Roman"/>
                <a:cs typeface="Times New Roman"/>
              </a:rPr>
              <a:t>Areas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265823" y="3183573"/>
            <a:ext cx="10922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50">
                <a:latin typeface="Times New Roman"/>
                <a:cs typeface="Times New Roman"/>
              </a:rPr>
              <a:t>R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124608" y="2967935"/>
            <a:ext cx="37020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sng" sz="950" spc="2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95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CP</a:t>
            </a:r>
            <a:r>
              <a:rPr dirty="0" u="sng" sz="950" spc="5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115489" y="3899572"/>
            <a:ext cx="47815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Start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CH</a:t>
            </a:r>
            <a:endParaRPr sz="950">
              <a:latin typeface="Times New Roman"/>
              <a:cs typeface="Times New Roman"/>
            </a:endParaRPr>
          </a:p>
        </p:txBody>
      </p:sp>
      <p:graphicFrame>
        <p:nvGraphicFramePr>
          <p:cNvPr id="20" name="object 20" descr=""/>
          <p:cNvGraphicFramePr>
            <a:graphicFrameLocks noGrp="1"/>
          </p:cNvGraphicFramePr>
          <p:nvPr/>
        </p:nvGraphicFramePr>
        <p:xfrm>
          <a:off x="2114524" y="4074439"/>
          <a:ext cx="4849495" cy="234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400"/>
                <a:gridCol w="234315"/>
                <a:gridCol w="243204"/>
                <a:gridCol w="506095"/>
                <a:gridCol w="285750"/>
                <a:gridCol w="53975"/>
                <a:gridCol w="279399"/>
                <a:gridCol w="234314"/>
                <a:gridCol w="243205"/>
                <a:gridCol w="506094"/>
                <a:gridCol w="285114"/>
                <a:gridCol w="53975"/>
                <a:gridCol w="278764"/>
                <a:gridCol w="233679"/>
                <a:gridCol w="243204"/>
                <a:gridCol w="506095"/>
                <a:gridCol w="284479"/>
              </a:tblGrid>
              <a:tr h="23431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50" spc="90">
                          <a:latin typeface="Times New Roman"/>
                          <a:cs typeface="Times New Roman"/>
                        </a:rPr>
                        <a:t>0l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50" spc="90">
                          <a:latin typeface="Times New Roman"/>
                          <a:cs typeface="Times New Roman"/>
                        </a:rPr>
                        <a:t>l5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50" spc="90">
                          <a:latin typeface="Times New Roman"/>
                          <a:cs typeface="Times New Roman"/>
                        </a:rPr>
                        <a:t>0l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50" spc="90">
                          <a:latin typeface="Times New Roman"/>
                          <a:cs typeface="Times New Roman"/>
                        </a:rPr>
                        <a:t>l5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50" spc="90">
                          <a:latin typeface="Times New Roman"/>
                          <a:cs typeface="Times New Roman"/>
                        </a:rPr>
                        <a:t>0l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50" spc="90">
                          <a:latin typeface="Times New Roman"/>
                          <a:cs typeface="Times New Roman"/>
                        </a:rPr>
                        <a:t>l5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" name="object 21" descr=""/>
          <p:cNvSpPr txBox="1"/>
          <p:nvPr/>
        </p:nvSpPr>
        <p:spPr>
          <a:xfrm>
            <a:off x="5330325" y="3890074"/>
            <a:ext cx="44386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End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CH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2189321" y="4353471"/>
            <a:ext cx="861060" cy="127635"/>
            <a:chOff x="2189321" y="4353471"/>
            <a:chExt cx="861060" cy="127635"/>
          </a:xfrm>
        </p:grpSpPr>
        <p:sp>
          <p:nvSpPr>
            <p:cNvPr id="23" name="object 23" descr=""/>
            <p:cNvSpPr/>
            <p:nvPr/>
          </p:nvSpPr>
          <p:spPr>
            <a:xfrm>
              <a:off x="2375338" y="4397889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552"/>
                  </a:moveTo>
                  <a:lnTo>
                    <a:pt x="1333" y="1333"/>
                  </a:lnTo>
                  <a:lnTo>
                    <a:pt x="4552" y="0"/>
                  </a:lnTo>
                  <a:lnTo>
                    <a:pt x="7772" y="1333"/>
                  </a:lnTo>
                  <a:lnTo>
                    <a:pt x="9105" y="4552"/>
                  </a:lnTo>
                  <a:lnTo>
                    <a:pt x="7772" y="7772"/>
                  </a:lnTo>
                  <a:lnTo>
                    <a:pt x="4552" y="9105"/>
                  </a:lnTo>
                  <a:lnTo>
                    <a:pt x="1333" y="7772"/>
                  </a:lnTo>
                  <a:lnTo>
                    <a:pt x="0" y="45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379891" y="4353471"/>
              <a:ext cx="99060" cy="98425"/>
            </a:xfrm>
            <a:custGeom>
              <a:avLst/>
              <a:gdLst/>
              <a:ahLst/>
              <a:cxnLst/>
              <a:rect l="l" t="t" r="r" b="b"/>
              <a:pathLst>
                <a:path w="99060" h="98425">
                  <a:moveTo>
                    <a:pt x="98717" y="0"/>
                  </a:moveTo>
                  <a:lnTo>
                    <a:pt x="0" y="49352"/>
                  </a:lnTo>
                  <a:lnTo>
                    <a:pt x="98717" y="98323"/>
                  </a:lnTo>
                  <a:lnTo>
                    <a:pt x="987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656287" y="4407388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552"/>
                  </a:moveTo>
                  <a:lnTo>
                    <a:pt x="1333" y="1333"/>
                  </a:lnTo>
                  <a:lnTo>
                    <a:pt x="4552" y="0"/>
                  </a:lnTo>
                  <a:lnTo>
                    <a:pt x="7772" y="1333"/>
                  </a:lnTo>
                  <a:lnTo>
                    <a:pt x="9105" y="4552"/>
                  </a:lnTo>
                  <a:lnTo>
                    <a:pt x="7772" y="7772"/>
                  </a:lnTo>
                  <a:lnTo>
                    <a:pt x="4552" y="9105"/>
                  </a:lnTo>
                  <a:lnTo>
                    <a:pt x="1333" y="7772"/>
                  </a:lnTo>
                  <a:lnTo>
                    <a:pt x="0" y="45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661221" y="4362957"/>
              <a:ext cx="98425" cy="99060"/>
            </a:xfrm>
            <a:custGeom>
              <a:avLst/>
              <a:gdLst/>
              <a:ahLst/>
              <a:cxnLst/>
              <a:rect l="l" t="t" r="r" b="b"/>
              <a:pathLst>
                <a:path w="98425" h="99060">
                  <a:moveTo>
                    <a:pt x="97942" y="0"/>
                  </a:moveTo>
                  <a:lnTo>
                    <a:pt x="0" y="49364"/>
                  </a:lnTo>
                  <a:lnTo>
                    <a:pt x="97942" y="98704"/>
                  </a:lnTo>
                  <a:lnTo>
                    <a:pt x="979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193874" y="4382706"/>
              <a:ext cx="500380" cy="93980"/>
            </a:xfrm>
            <a:custGeom>
              <a:avLst/>
              <a:gdLst/>
              <a:ahLst/>
              <a:cxnLst/>
              <a:rect l="l" t="t" r="r" b="b"/>
              <a:pathLst>
                <a:path w="500380" h="93979">
                  <a:moveTo>
                    <a:pt x="223227" y="27711"/>
                  </a:moveTo>
                  <a:lnTo>
                    <a:pt x="195122" y="60744"/>
                  </a:lnTo>
                  <a:lnTo>
                    <a:pt x="155270" y="79336"/>
                  </a:lnTo>
                  <a:lnTo>
                    <a:pt x="132867" y="82384"/>
                  </a:lnTo>
                  <a:lnTo>
                    <a:pt x="121475" y="82384"/>
                  </a:lnTo>
                  <a:lnTo>
                    <a:pt x="74409" y="72135"/>
                  </a:lnTo>
                  <a:lnTo>
                    <a:pt x="33400" y="46316"/>
                  </a:lnTo>
                  <a:lnTo>
                    <a:pt x="4927" y="10248"/>
                  </a:lnTo>
                  <a:lnTo>
                    <a:pt x="0" y="0"/>
                  </a:lnTo>
                </a:path>
                <a:path w="500380" h="93979">
                  <a:moveTo>
                    <a:pt x="500367" y="44411"/>
                  </a:moveTo>
                  <a:lnTo>
                    <a:pt x="473786" y="74790"/>
                  </a:lnTo>
                  <a:lnTo>
                    <a:pt x="435838" y="91109"/>
                  </a:lnTo>
                  <a:lnTo>
                    <a:pt x="414197" y="93764"/>
                  </a:lnTo>
                  <a:lnTo>
                    <a:pt x="403186" y="93764"/>
                  </a:lnTo>
                  <a:lnTo>
                    <a:pt x="357238" y="82384"/>
                  </a:lnTo>
                  <a:lnTo>
                    <a:pt x="317004" y="57315"/>
                  </a:lnTo>
                  <a:lnTo>
                    <a:pt x="288150" y="23152"/>
                  </a:lnTo>
                  <a:lnTo>
                    <a:pt x="283590" y="13284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947079" y="4397889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552"/>
                  </a:moveTo>
                  <a:lnTo>
                    <a:pt x="1333" y="1333"/>
                  </a:lnTo>
                  <a:lnTo>
                    <a:pt x="4552" y="0"/>
                  </a:lnTo>
                  <a:lnTo>
                    <a:pt x="7772" y="1333"/>
                  </a:lnTo>
                  <a:lnTo>
                    <a:pt x="9105" y="4552"/>
                  </a:lnTo>
                  <a:lnTo>
                    <a:pt x="7772" y="7772"/>
                  </a:lnTo>
                  <a:lnTo>
                    <a:pt x="4552" y="9105"/>
                  </a:lnTo>
                  <a:lnTo>
                    <a:pt x="1333" y="7772"/>
                  </a:lnTo>
                  <a:lnTo>
                    <a:pt x="0" y="45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952013" y="4353471"/>
              <a:ext cx="98425" cy="98425"/>
            </a:xfrm>
            <a:custGeom>
              <a:avLst/>
              <a:gdLst/>
              <a:ahLst/>
              <a:cxnLst/>
              <a:rect l="l" t="t" r="r" b="b"/>
              <a:pathLst>
                <a:path w="98425" h="98425">
                  <a:moveTo>
                    <a:pt x="98323" y="0"/>
                  </a:moveTo>
                  <a:lnTo>
                    <a:pt x="0" y="49352"/>
                  </a:lnTo>
                  <a:lnTo>
                    <a:pt x="98323" y="98323"/>
                  </a:lnTo>
                  <a:lnTo>
                    <a:pt x="983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765615" y="4391812"/>
              <a:ext cx="223520" cy="83185"/>
            </a:xfrm>
            <a:custGeom>
              <a:avLst/>
              <a:gdLst/>
              <a:ahLst/>
              <a:cxnLst/>
              <a:rect l="l" t="t" r="r" b="b"/>
              <a:pathLst>
                <a:path w="223519" h="83185">
                  <a:moveTo>
                    <a:pt x="223227" y="28092"/>
                  </a:moveTo>
                  <a:lnTo>
                    <a:pt x="195148" y="61125"/>
                  </a:lnTo>
                  <a:lnTo>
                    <a:pt x="155257" y="79730"/>
                  </a:lnTo>
                  <a:lnTo>
                    <a:pt x="132867" y="83146"/>
                  </a:lnTo>
                  <a:lnTo>
                    <a:pt x="121488" y="83146"/>
                  </a:lnTo>
                  <a:lnTo>
                    <a:pt x="74028" y="72516"/>
                  </a:lnTo>
                  <a:lnTo>
                    <a:pt x="33413" y="46316"/>
                  </a:lnTo>
                  <a:lnTo>
                    <a:pt x="4927" y="10248"/>
                  </a:ln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 descr=""/>
          <p:cNvGrpSpPr/>
          <p:nvPr/>
        </p:nvGrpSpPr>
        <p:grpSpPr>
          <a:xfrm>
            <a:off x="4869973" y="4353471"/>
            <a:ext cx="1442085" cy="127635"/>
            <a:chOff x="4869973" y="4353471"/>
            <a:chExt cx="1442085" cy="127635"/>
          </a:xfrm>
        </p:grpSpPr>
        <p:sp>
          <p:nvSpPr>
            <p:cNvPr id="32" name="object 32" descr=""/>
            <p:cNvSpPr/>
            <p:nvPr/>
          </p:nvSpPr>
          <p:spPr>
            <a:xfrm>
              <a:off x="5346439" y="4397889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552"/>
                  </a:moveTo>
                  <a:lnTo>
                    <a:pt x="1333" y="1333"/>
                  </a:lnTo>
                  <a:lnTo>
                    <a:pt x="4552" y="0"/>
                  </a:lnTo>
                  <a:lnTo>
                    <a:pt x="7772" y="1333"/>
                  </a:lnTo>
                  <a:lnTo>
                    <a:pt x="9105" y="4552"/>
                  </a:lnTo>
                  <a:lnTo>
                    <a:pt x="7772" y="7772"/>
                  </a:lnTo>
                  <a:lnTo>
                    <a:pt x="4552" y="9105"/>
                  </a:lnTo>
                  <a:lnTo>
                    <a:pt x="1333" y="7772"/>
                  </a:lnTo>
                  <a:lnTo>
                    <a:pt x="0" y="45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350992" y="4353471"/>
              <a:ext cx="98425" cy="98425"/>
            </a:xfrm>
            <a:custGeom>
              <a:avLst/>
              <a:gdLst/>
              <a:ahLst/>
              <a:cxnLst/>
              <a:rect l="l" t="t" r="r" b="b"/>
              <a:pathLst>
                <a:path w="98425" h="98425">
                  <a:moveTo>
                    <a:pt x="98323" y="0"/>
                  </a:moveTo>
                  <a:lnTo>
                    <a:pt x="0" y="49352"/>
                  </a:lnTo>
                  <a:lnTo>
                    <a:pt x="98323" y="98323"/>
                  </a:lnTo>
                  <a:lnTo>
                    <a:pt x="983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5627363" y="4407388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552"/>
                  </a:moveTo>
                  <a:lnTo>
                    <a:pt x="1333" y="1333"/>
                  </a:lnTo>
                  <a:lnTo>
                    <a:pt x="4552" y="0"/>
                  </a:lnTo>
                  <a:lnTo>
                    <a:pt x="7772" y="1333"/>
                  </a:lnTo>
                  <a:lnTo>
                    <a:pt x="9105" y="4552"/>
                  </a:lnTo>
                  <a:lnTo>
                    <a:pt x="7772" y="7772"/>
                  </a:lnTo>
                  <a:lnTo>
                    <a:pt x="4552" y="9105"/>
                  </a:lnTo>
                  <a:lnTo>
                    <a:pt x="1333" y="7772"/>
                  </a:lnTo>
                  <a:lnTo>
                    <a:pt x="0" y="45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631916" y="4362957"/>
              <a:ext cx="99060" cy="99060"/>
            </a:xfrm>
            <a:custGeom>
              <a:avLst/>
              <a:gdLst/>
              <a:ahLst/>
              <a:cxnLst/>
              <a:rect l="l" t="t" r="r" b="b"/>
              <a:pathLst>
                <a:path w="99060" h="99060">
                  <a:moveTo>
                    <a:pt x="98717" y="0"/>
                  </a:moveTo>
                  <a:lnTo>
                    <a:pt x="0" y="49364"/>
                  </a:lnTo>
                  <a:lnTo>
                    <a:pt x="98717" y="98704"/>
                  </a:lnTo>
                  <a:lnTo>
                    <a:pt x="987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164962" y="4382706"/>
              <a:ext cx="500380" cy="93980"/>
            </a:xfrm>
            <a:custGeom>
              <a:avLst/>
              <a:gdLst/>
              <a:ahLst/>
              <a:cxnLst/>
              <a:rect l="l" t="t" r="r" b="b"/>
              <a:pathLst>
                <a:path w="500379" h="93979">
                  <a:moveTo>
                    <a:pt x="223608" y="27711"/>
                  </a:moveTo>
                  <a:lnTo>
                    <a:pt x="195529" y="60744"/>
                  </a:lnTo>
                  <a:lnTo>
                    <a:pt x="155651" y="79336"/>
                  </a:lnTo>
                  <a:lnTo>
                    <a:pt x="133261" y="82384"/>
                  </a:lnTo>
                  <a:lnTo>
                    <a:pt x="121488" y="82384"/>
                  </a:lnTo>
                  <a:lnTo>
                    <a:pt x="74028" y="72135"/>
                  </a:lnTo>
                  <a:lnTo>
                    <a:pt x="33413" y="46316"/>
                  </a:lnTo>
                  <a:lnTo>
                    <a:pt x="4559" y="10248"/>
                  </a:lnTo>
                  <a:lnTo>
                    <a:pt x="0" y="0"/>
                  </a:lnTo>
                </a:path>
                <a:path w="500379" h="93979">
                  <a:moveTo>
                    <a:pt x="500367" y="44411"/>
                  </a:moveTo>
                  <a:lnTo>
                    <a:pt x="473798" y="74790"/>
                  </a:lnTo>
                  <a:lnTo>
                    <a:pt x="435825" y="91109"/>
                  </a:lnTo>
                  <a:lnTo>
                    <a:pt x="414185" y="93764"/>
                  </a:lnTo>
                  <a:lnTo>
                    <a:pt x="402793" y="93764"/>
                  </a:lnTo>
                  <a:lnTo>
                    <a:pt x="357250" y="82384"/>
                  </a:lnTo>
                  <a:lnTo>
                    <a:pt x="316991" y="57315"/>
                  </a:lnTo>
                  <a:lnTo>
                    <a:pt x="288531" y="23152"/>
                  </a:lnTo>
                  <a:lnTo>
                    <a:pt x="283590" y="13284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917799" y="4397889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552"/>
                  </a:moveTo>
                  <a:lnTo>
                    <a:pt x="1333" y="1333"/>
                  </a:lnTo>
                  <a:lnTo>
                    <a:pt x="4552" y="0"/>
                  </a:lnTo>
                  <a:lnTo>
                    <a:pt x="7772" y="1333"/>
                  </a:lnTo>
                  <a:lnTo>
                    <a:pt x="9105" y="4552"/>
                  </a:lnTo>
                  <a:lnTo>
                    <a:pt x="7772" y="7772"/>
                  </a:lnTo>
                  <a:lnTo>
                    <a:pt x="4552" y="9105"/>
                  </a:lnTo>
                  <a:lnTo>
                    <a:pt x="1333" y="7772"/>
                  </a:lnTo>
                  <a:lnTo>
                    <a:pt x="0" y="45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5922733" y="4353471"/>
              <a:ext cx="98425" cy="98425"/>
            </a:xfrm>
            <a:custGeom>
              <a:avLst/>
              <a:gdLst/>
              <a:ahLst/>
              <a:cxnLst/>
              <a:rect l="l" t="t" r="r" b="b"/>
              <a:pathLst>
                <a:path w="98425" h="98425">
                  <a:moveTo>
                    <a:pt x="98323" y="0"/>
                  </a:moveTo>
                  <a:lnTo>
                    <a:pt x="0" y="49352"/>
                  </a:lnTo>
                  <a:lnTo>
                    <a:pt x="98323" y="98323"/>
                  </a:lnTo>
                  <a:lnTo>
                    <a:pt x="983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5736323" y="4391812"/>
              <a:ext cx="224154" cy="83185"/>
            </a:xfrm>
            <a:custGeom>
              <a:avLst/>
              <a:gdLst/>
              <a:ahLst/>
              <a:cxnLst/>
              <a:rect l="l" t="t" r="r" b="b"/>
              <a:pathLst>
                <a:path w="224154" h="83185">
                  <a:moveTo>
                    <a:pt x="223989" y="28092"/>
                  </a:moveTo>
                  <a:lnTo>
                    <a:pt x="195897" y="61125"/>
                  </a:lnTo>
                  <a:lnTo>
                    <a:pt x="156044" y="79730"/>
                  </a:lnTo>
                  <a:lnTo>
                    <a:pt x="133261" y="83146"/>
                  </a:lnTo>
                  <a:lnTo>
                    <a:pt x="121869" y="83146"/>
                  </a:lnTo>
                  <a:lnTo>
                    <a:pt x="74422" y="72516"/>
                  </a:lnTo>
                  <a:lnTo>
                    <a:pt x="33794" y="46316"/>
                  </a:lnTo>
                  <a:lnTo>
                    <a:pt x="4940" y="10248"/>
                  </a:ln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5056015" y="4397889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552"/>
                  </a:moveTo>
                  <a:lnTo>
                    <a:pt x="1333" y="1333"/>
                  </a:lnTo>
                  <a:lnTo>
                    <a:pt x="4552" y="0"/>
                  </a:lnTo>
                  <a:lnTo>
                    <a:pt x="7772" y="1333"/>
                  </a:lnTo>
                  <a:lnTo>
                    <a:pt x="9105" y="4552"/>
                  </a:lnTo>
                  <a:lnTo>
                    <a:pt x="7772" y="7772"/>
                  </a:lnTo>
                  <a:lnTo>
                    <a:pt x="4552" y="9105"/>
                  </a:lnTo>
                  <a:lnTo>
                    <a:pt x="1333" y="7772"/>
                  </a:lnTo>
                  <a:lnTo>
                    <a:pt x="0" y="45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5060949" y="4353471"/>
              <a:ext cx="98425" cy="98425"/>
            </a:xfrm>
            <a:custGeom>
              <a:avLst/>
              <a:gdLst/>
              <a:ahLst/>
              <a:cxnLst/>
              <a:rect l="l" t="t" r="r" b="b"/>
              <a:pathLst>
                <a:path w="98425" h="98425">
                  <a:moveTo>
                    <a:pt x="97942" y="0"/>
                  </a:moveTo>
                  <a:lnTo>
                    <a:pt x="0" y="49352"/>
                  </a:lnTo>
                  <a:lnTo>
                    <a:pt x="97942" y="98323"/>
                  </a:lnTo>
                  <a:lnTo>
                    <a:pt x="979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874526" y="4391812"/>
              <a:ext cx="224154" cy="83185"/>
            </a:xfrm>
            <a:custGeom>
              <a:avLst/>
              <a:gdLst/>
              <a:ahLst/>
              <a:cxnLst/>
              <a:rect l="l" t="t" r="r" b="b"/>
              <a:pathLst>
                <a:path w="224154" h="83185">
                  <a:moveTo>
                    <a:pt x="223608" y="28092"/>
                  </a:moveTo>
                  <a:lnTo>
                    <a:pt x="195148" y="61125"/>
                  </a:lnTo>
                  <a:lnTo>
                    <a:pt x="155295" y="79730"/>
                  </a:lnTo>
                  <a:lnTo>
                    <a:pt x="132892" y="83146"/>
                  </a:lnTo>
                  <a:lnTo>
                    <a:pt x="121119" y="83146"/>
                  </a:lnTo>
                  <a:lnTo>
                    <a:pt x="74028" y="72516"/>
                  </a:lnTo>
                  <a:lnTo>
                    <a:pt x="33032" y="46316"/>
                  </a:lnTo>
                  <a:lnTo>
                    <a:pt x="4571" y="10248"/>
                  </a:ln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208223" y="4397889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552"/>
                  </a:moveTo>
                  <a:lnTo>
                    <a:pt x="1333" y="1333"/>
                  </a:lnTo>
                  <a:lnTo>
                    <a:pt x="4552" y="0"/>
                  </a:lnTo>
                  <a:lnTo>
                    <a:pt x="7772" y="1333"/>
                  </a:lnTo>
                  <a:lnTo>
                    <a:pt x="9105" y="4552"/>
                  </a:lnTo>
                  <a:lnTo>
                    <a:pt x="7772" y="7772"/>
                  </a:lnTo>
                  <a:lnTo>
                    <a:pt x="4552" y="9105"/>
                  </a:lnTo>
                  <a:lnTo>
                    <a:pt x="1333" y="7772"/>
                  </a:lnTo>
                  <a:lnTo>
                    <a:pt x="0" y="45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212776" y="4353471"/>
              <a:ext cx="99060" cy="98425"/>
            </a:xfrm>
            <a:custGeom>
              <a:avLst/>
              <a:gdLst/>
              <a:ahLst/>
              <a:cxnLst/>
              <a:rect l="l" t="t" r="r" b="b"/>
              <a:pathLst>
                <a:path w="99060" h="98425">
                  <a:moveTo>
                    <a:pt x="98717" y="0"/>
                  </a:moveTo>
                  <a:lnTo>
                    <a:pt x="0" y="49352"/>
                  </a:lnTo>
                  <a:lnTo>
                    <a:pt x="98717" y="98323"/>
                  </a:lnTo>
                  <a:lnTo>
                    <a:pt x="987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027508" y="4391812"/>
              <a:ext cx="223520" cy="83185"/>
            </a:xfrm>
            <a:custGeom>
              <a:avLst/>
              <a:gdLst/>
              <a:ahLst/>
              <a:cxnLst/>
              <a:rect l="l" t="t" r="r" b="b"/>
              <a:pathLst>
                <a:path w="223520" h="83185">
                  <a:moveTo>
                    <a:pt x="223240" y="28092"/>
                  </a:moveTo>
                  <a:lnTo>
                    <a:pt x="195148" y="61125"/>
                  </a:lnTo>
                  <a:lnTo>
                    <a:pt x="155282" y="79730"/>
                  </a:lnTo>
                  <a:lnTo>
                    <a:pt x="132499" y="83146"/>
                  </a:lnTo>
                  <a:lnTo>
                    <a:pt x="121119" y="83146"/>
                  </a:lnTo>
                  <a:lnTo>
                    <a:pt x="74028" y="72516"/>
                  </a:lnTo>
                  <a:lnTo>
                    <a:pt x="33032" y="46316"/>
                  </a:lnTo>
                  <a:lnTo>
                    <a:pt x="4559" y="10248"/>
                  </a:ln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6" name="object 4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4880" y="4353471"/>
            <a:ext cx="289274" cy="126041"/>
          </a:xfrm>
          <a:prstGeom prst="rect">
            <a:avLst/>
          </a:prstGeom>
        </p:spPr>
      </p:pic>
      <p:grpSp>
        <p:nvGrpSpPr>
          <p:cNvPr id="47" name="object 47" descr=""/>
          <p:cNvGrpSpPr/>
          <p:nvPr/>
        </p:nvGrpSpPr>
        <p:grpSpPr>
          <a:xfrm>
            <a:off x="3248513" y="4361065"/>
            <a:ext cx="1445895" cy="120014"/>
            <a:chOff x="3248513" y="4361065"/>
            <a:chExt cx="1445895" cy="120014"/>
          </a:xfrm>
        </p:grpSpPr>
        <p:sp>
          <p:nvSpPr>
            <p:cNvPr id="48" name="object 48" descr=""/>
            <p:cNvSpPr/>
            <p:nvPr/>
          </p:nvSpPr>
          <p:spPr>
            <a:xfrm>
              <a:off x="3724992" y="4397889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552"/>
                  </a:moveTo>
                  <a:lnTo>
                    <a:pt x="1333" y="1333"/>
                  </a:lnTo>
                  <a:lnTo>
                    <a:pt x="4552" y="0"/>
                  </a:lnTo>
                  <a:lnTo>
                    <a:pt x="7772" y="1333"/>
                  </a:lnTo>
                  <a:lnTo>
                    <a:pt x="9105" y="4552"/>
                  </a:lnTo>
                  <a:lnTo>
                    <a:pt x="7772" y="7772"/>
                  </a:lnTo>
                  <a:lnTo>
                    <a:pt x="4552" y="9105"/>
                  </a:lnTo>
                  <a:lnTo>
                    <a:pt x="1333" y="7772"/>
                  </a:lnTo>
                  <a:lnTo>
                    <a:pt x="0" y="45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729913" y="4361446"/>
              <a:ext cx="102235" cy="98425"/>
            </a:xfrm>
            <a:custGeom>
              <a:avLst/>
              <a:gdLst/>
              <a:ahLst/>
              <a:cxnLst/>
              <a:rect l="l" t="t" r="r" b="b"/>
              <a:pathLst>
                <a:path w="102235" h="98425">
                  <a:moveTo>
                    <a:pt x="101739" y="0"/>
                  </a:moveTo>
                  <a:lnTo>
                    <a:pt x="0" y="41376"/>
                  </a:lnTo>
                  <a:lnTo>
                    <a:pt x="94157" y="98323"/>
                  </a:lnTo>
                  <a:lnTo>
                    <a:pt x="1017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4005903" y="4407388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552"/>
                  </a:moveTo>
                  <a:lnTo>
                    <a:pt x="1333" y="1333"/>
                  </a:lnTo>
                  <a:lnTo>
                    <a:pt x="4552" y="0"/>
                  </a:lnTo>
                  <a:lnTo>
                    <a:pt x="7772" y="1333"/>
                  </a:lnTo>
                  <a:lnTo>
                    <a:pt x="9105" y="4552"/>
                  </a:lnTo>
                  <a:lnTo>
                    <a:pt x="7772" y="7772"/>
                  </a:lnTo>
                  <a:lnTo>
                    <a:pt x="4552" y="9105"/>
                  </a:lnTo>
                  <a:lnTo>
                    <a:pt x="1333" y="7772"/>
                  </a:lnTo>
                  <a:lnTo>
                    <a:pt x="0" y="45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4010456" y="4367136"/>
              <a:ext cx="100330" cy="98425"/>
            </a:xfrm>
            <a:custGeom>
              <a:avLst/>
              <a:gdLst/>
              <a:ahLst/>
              <a:cxnLst/>
              <a:rect l="l" t="t" r="r" b="b"/>
              <a:pathLst>
                <a:path w="100329" h="98425">
                  <a:moveTo>
                    <a:pt x="100241" y="0"/>
                  </a:moveTo>
                  <a:lnTo>
                    <a:pt x="0" y="45186"/>
                  </a:lnTo>
                  <a:lnTo>
                    <a:pt x="96812" y="97955"/>
                  </a:lnTo>
                  <a:lnTo>
                    <a:pt x="1002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3543503" y="4381944"/>
              <a:ext cx="500380" cy="94615"/>
            </a:xfrm>
            <a:custGeom>
              <a:avLst/>
              <a:gdLst/>
              <a:ahLst/>
              <a:cxnLst/>
              <a:rect l="l" t="t" r="r" b="b"/>
              <a:pathLst>
                <a:path w="500379" h="94614">
                  <a:moveTo>
                    <a:pt x="223227" y="28473"/>
                  </a:moveTo>
                  <a:lnTo>
                    <a:pt x="195148" y="61506"/>
                  </a:lnTo>
                  <a:lnTo>
                    <a:pt x="155257" y="79717"/>
                  </a:lnTo>
                  <a:lnTo>
                    <a:pt x="132892" y="82765"/>
                  </a:lnTo>
                  <a:lnTo>
                    <a:pt x="121500" y="82765"/>
                  </a:lnTo>
                  <a:lnTo>
                    <a:pt x="74409" y="72516"/>
                  </a:lnTo>
                  <a:lnTo>
                    <a:pt x="33413" y="46316"/>
                  </a:lnTo>
                  <a:lnTo>
                    <a:pt x="4952" y="10248"/>
                  </a:lnTo>
                  <a:lnTo>
                    <a:pt x="0" y="0"/>
                  </a:lnTo>
                </a:path>
                <a:path w="500379" h="94614">
                  <a:moveTo>
                    <a:pt x="500367" y="45173"/>
                  </a:moveTo>
                  <a:lnTo>
                    <a:pt x="473811" y="75552"/>
                  </a:lnTo>
                  <a:lnTo>
                    <a:pt x="435825" y="91490"/>
                  </a:lnTo>
                  <a:lnTo>
                    <a:pt x="414185" y="94145"/>
                  </a:lnTo>
                  <a:lnTo>
                    <a:pt x="403174" y="93776"/>
                  </a:lnTo>
                  <a:lnTo>
                    <a:pt x="357250" y="82765"/>
                  </a:lnTo>
                  <a:lnTo>
                    <a:pt x="316991" y="57708"/>
                  </a:lnTo>
                  <a:lnTo>
                    <a:pt x="288531" y="23533"/>
                  </a:lnTo>
                  <a:lnTo>
                    <a:pt x="283959" y="13665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4296721" y="4397889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552"/>
                  </a:moveTo>
                  <a:lnTo>
                    <a:pt x="1333" y="1333"/>
                  </a:lnTo>
                  <a:lnTo>
                    <a:pt x="4552" y="0"/>
                  </a:lnTo>
                  <a:lnTo>
                    <a:pt x="7772" y="1333"/>
                  </a:lnTo>
                  <a:lnTo>
                    <a:pt x="9105" y="4552"/>
                  </a:lnTo>
                  <a:lnTo>
                    <a:pt x="7772" y="7772"/>
                  </a:lnTo>
                  <a:lnTo>
                    <a:pt x="4552" y="9105"/>
                  </a:lnTo>
                  <a:lnTo>
                    <a:pt x="1333" y="7772"/>
                  </a:lnTo>
                  <a:lnTo>
                    <a:pt x="0" y="45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4301274" y="4361446"/>
              <a:ext cx="102235" cy="98425"/>
            </a:xfrm>
            <a:custGeom>
              <a:avLst/>
              <a:gdLst/>
              <a:ahLst/>
              <a:cxnLst/>
              <a:rect l="l" t="t" r="r" b="b"/>
              <a:pathLst>
                <a:path w="102235" h="98425">
                  <a:moveTo>
                    <a:pt x="102108" y="0"/>
                  </a:moveTo>
                  <a:lnTo>
                    <a:pt x="0" y="41376"/>
                  </a:lnTo>
                  <a:lnTo>
                    <a:pt x="94526" y="98323"/>
                  </a:lnTo>
                  <a:lnTo>
                    <a:pt x="1021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115231" y="4391431"/>
              <a:ext cx="223520" cy="83185"/>
            </a:xfrm>
            <a:custGeom>
              <a:avLst/>
              <a:gdLst/>
              <a:ahLst/>
              <a:cxnLst/>
              <a:rect l="l" t="t" r="r" b="b"/>
              <a:pathLst>
                <a:path w="223520" h="83185">
                  <a:moveTo>
                    <a:pt x="223240" y="28473"/>
                  </a:moveTo>
                  <a:lnTo>
                    <a:pt x="195148" y="61125"/>
                  </a:lnTo>
                  <a:lnTo>
                    <a:pt x="155676" y="79349"/>
                  </a:lnTo>
                  <a:lnTo>
                    <a:pt x="133273" y="82765"/>
                  </a:lnTo>
                  <a:lnTo>
                    <a:pt x="121500" y="82765"/>
                  </a:lnTo>
                  <a:lnTo>
                    <a:pt x="74040" y="72136"/>
                  </a:lnTo>
                  <a:lnTo>
                    <a:pt x="33413" y="46316"/>
                  </a:lnTo>
                  <a:lnTo>
                    <a:pt x="4952" y="10261"/>
                  </a:ln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3434175" y="4397889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552"/>
                  </a:moveTo>
                  <a:lnTo>
                    <a:pt x="1333" y="1333"/>
                  </a:lnTo>
                  <a:lnTo>
                    <a:pt x="4552" y="0"/>
                  </a:lnTo>
                  <a:lnTo>
                    <a:pt x="7772" y="1333"/>
                  </a:lnTo>
                  <a:lnTo>
                    <a:pt x="9105" y="4552"/>
                  </a:lnTo>
                  <a:lnTo>
                    <a:pt x="7772" y="7772"/>
                  </a:lnTo>
                  <a:lnTo>
                    <a:pt x="4552" y="9105"/>
                  </a:lnTo>
                  <a:lnTo>
                    <a:pt x="1333" y="7772"/>
                  </a:lnTo>
                  <a:lnTo>
                    <a:pt x="0" y="45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3439109" y="4361065"/>
              <a:ext cx="102235" cy="98425"/>
            </a:xfrm>
            <a:custGeom>
              <a:avLst/>
              <a:gdLst/>
              <a:ahLst/>
              <a:cxnLst/>
              <a:rect l="l" t="t" r="r" b="b"/>
              <a:pathLst>
                <a:path w="102235" h="98425">
                  <a:moveTo>
                    <a:pt x="101726" y="0"/>
                  </a:moveTo>
                  <a:lnTo>
                    <a:pt x="0" y="41757"/>
                  </a:lnTo>
                  <a:lnTo>
                    <a:pt x="94145" y="98323"/>
                  </a:lnTo>
                  <a:lnTo>
                    <a:pt x="1017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3253066" y="4391431"/>
              <a:ext cx="223520" cy="83185"/>
            </a:xfrm>
            <a:custGeom>
              <a:avLst/>
              <a:gdLst/>
              <a:ahLst/>
              <a:cxnLst/>
              <a:rect l="l" t="t" r="r" b="b"/>
              <a:pathLst>
                <a:path w="223520" h="83185">
                  <a:moveTo>
                    <a:pt x="223227" y="28473"/>
                  </a:moveTo>
                  <a:lnTo>
                    <a:pt x="195148" y="61125"/>
                  </a:lnTo>
                  <a:lnTo>
                    <a:pt x="155295" y="79349"/>
                  </a:lnTo>
                  <a:lnTo>
                    <a:pt x="132892" y="82765"/>
                  </a:lnTo>
                  <a:lnTo>
                    <a:pt x="121500" y="82765"/>
                  </a:lnTo>
                  <a:lnTo>
                    <a:pt x="74409" y="72136"/>
                  </a:lnTo>
                  <a:lnTo>
                    <a:pt x="33413" y="46316"/>
                  </a:lnTo>
                  <a:lnTo>
                    <a:pt x="4952" y="10261"/>
                  </a:ln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4587157" y="4397889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552"/>
                  </a:moveTo>
                  <a:lnTo>
                    <a:pt x="1333" y="1333"/>
                  </a:lnTo>
                  <a:lnTo>
                    <a:pt x="4552" y="0"/>
                  </a:lnTo>
                  <a:lnTo>
                    <a:pt x="7772" y="1333"/>
                  </a:lnTo>
                  <a:lnTo>
                    <a:pt x="9105" y="4552"/>
                  </a:lnTo>
                  <a:lnTo>
                    <a:pt x="7772" y="7772"/>
                  </a:lnTo>
                  <a:lnTo>
                    <a:pt x="4552" y="9105"/>
                  </a:lnTo>
                  <a:lnTo>
                    <a:pt x="1333" y="7772"/>
                  </a:lnTo>
                  <a:lnTo>
                    <a:pt x="0" y="45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4592091" y="4361446"/>
              <a:ext cx="102235" cy="98425"/>
            </a:xfrm>
            <a:custGeom>
              <a:avLst/>
              <a:gdLst/>
              <a:ahLst/>
              <a:cxnLst/>
              <a:rect l="l" t="t" r="r" b="b"/>
              <a:pathLst>
                <a:path w="102235" h="98425">
                  <a:moveTo>
                    <a:pt x="101726" y="0"/>
                  </a:moveTo>
                  <a:lnTo>
                    <a:pt x="0" y="41376"/>
                  </a:lnTo>
                  <a:lnTo>
                    <a:pt x="94145" y="98323"/>
                  </a:lnTo>
                  <a:lnTo>
                    <a:pt x="1017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4405668" y="4391431"/>
              <a:ext cx="223520" cy="83185"/>
            </a:xfrm>
            <a:custGeom>
              <a:avLst/>
              <a:gdLst/>
              <a:ahLst/>
              <a:cxnLst/>
              <a:rect l="l" t="t" r="r" b="b"/>
              <a:pathLst>
                <a:path w="223520" h="83185">
                  <a:moveTo>
                    <a:pt x="223227" y="28473"/>
                  </a:moveTo>
                  <a:lnTo>
                    <a:pt x="195148" y="61125"/>
                  </a:lnTo>
                  <a:lnTo>
                    <a:pt x="155663" y="79349"/>
                  </a:lnTo>
                  <a:lnTo>
                    <a:pt x="133273" y="82765"/>
                  </a:lnTo>
                  <a:lnTo>
                    <a:pt x="121881" y="82765"/>
                  </a:lnTo>
                  <a:lnTo>
                    <a:pt x="74028" y="72136"/>
                  </a:lnTo>
                  <a:lnTo>
                    <a:pt x="25069" y="38341"/>
                  </a:lnTo>
                  <a:lnTo>
                    <a:pt x="4952" y="10261"/>
                  </a:ln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>
            <a:off x="4824255" y="5434220"/>
            <a:ext cx="87185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10">
                <a:latin typeface="Times New Roman"/>
                <a:cs typeface="Times New Roman"/>
              </a:rPr>
              <a:t>Mnemonic</a:t>
            </a:r>
            <a:r>
              <a:rPr dirty="0" sz="950" spc="265">
                <a:latin typeface="Times New Roman"/>
                <a:cs typeface="Times New Roman"/>
              </a:rPr>
              <a:t> </a:t>
            </a:r>
            <a:r>
              <a:rPr dirty="0" sz="950" spc="-20">
                <a:latin typeface="Times New Roman"/>
                <a:cs typeface="Times New Roman"/>
              </a:rPr>
              <a:t>code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3" name="object 63" descr=""/>
          <p:cNvSpPr/>
          <p:nvPr/>
        </p:nvSpPr>
        <p:spPr>
          <a:xfrm>
            <a:off x="1993036" y="5712218"/>
            <a:ext cx="1710055" cy="2103755"/>
          </a:xfrm>
          <a:custGeom>
            <a:avLst/>
            <a:gdLst/>
            <a:ahLst/>
            <a:cxnLst/>
            <a:rect l="l" t="t" r="r" b="b"/>
            <a:pathLst>
              <a:path w="1710054" h="2103754">
                <a:moveTo>
                  <a:pt x="0" y="0"/>
                </a:moveTo>
                <a:lnTo>
                  <a:pt x="0" y="2103221"/>
                </a:lnTo>
              </a:path>
              <a:path w="1710054" h="2103754">
                <a:moveTo>
                  <a:pt x="449872" y="182219"/>
                </a:moveTo>
                <a:lnTo>
                  <a:pt x="449872" y="362546"/>
                </a:lnTo>
              </a:path>
              <a:path w="1710054" h="2103754">
                <a:moveTo>
                  <a:pt x="449872" y="564159"/>
                </a:moveTo>
                <a:lnTo>
                  <a:pt x="449872" y="744105"/>
                </a:lnTo>
              </a:path>
              <a:path w="1710054" h="2103754">
                <a:moveTo>
                  <a:pt x="449872" y="921397"/>
                </a:moveTo>
                <a:lnTo>
                  <a:pt x="449872" y="1101725"/>
                </a:lnTo>
              </a:path>
              <a:path w="1710054" h="2103754">
                <a:moveTo>
                  <a:pt x="449872" y="1305598"/>
                </a:moveTo>
                <a:lnTo>
                  <a:pt x="449872" y="1485925"/>
                </a:lnTo>
              </a:path>
              <a:path w="1710054" h="2103754">
                <a:moveTo>
                  <a:pt x="0" y="272580"/>
                </a:moveTo>
                <a:lnTo>
                  <a:pt x="449872" y="272580"/>
                </a:lnTo>
              </a:path>
              <a:path w="1710054" h="2103754">
                <a:moveTo>
                  <a:pt x="0" y="660209"/>
                </a:moveTo>
                <a:lnTo>
                  <a:pt x="449872" y="660209"/>
                </a:lnTo>
              </a:path>
              <a:path w="1710054" h="2103754">
                <a:moveTo>
                  <a:pt x="449872" y="1017816"/>
                </a:moveTo>
                <a:lnTo>
                  <a:pt x="0" y="1017816"/>
                </a:lnTo>
              </a:path>
              <a:path w="1710054" h="2103754">
                <a:moveTo>
                  <a:pt x="0" y="1402016"/>
                </a:moveTo>
                <a:lnTo>
                  <a:pt x="449872" y="1402016"/>
                </a:lnTo>
              </a:path>
              <a:path w="1710054" h="2103754">
                <a:moveTo>
                  <a:pt x="1709534" y="1883409"/>
                </a:moveTo>
                <a:lnTo>
                  <a:pt x="0" y="1883409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 txBox="1"/>
          <p:nvPr/>
        </p:nvSpPr>
        <p:spPr>
          <a:xfrm>
            <a:off x="3702570" y="5845086"/>
            <a:ext cx="810260" cy="990600"/>
          </a:xfrm>
          <a:prstGeom prst="rect">
            <a:avLst/>
          </a:prstGeom>
          <a:ln w="12534">
            <a:solidFill>
              <a:srgbClr val="000000"/>
            </a:solidFill>
          </a:ln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endParaRPr sz="950">
              <a:latin typeface="Times New Roman"/>
              <a:cs typeface="Times New Roman"/>
            </a:endParaRPr>
          </a:p>
          <a:p>
            <a:pPr marL="207010">
              <a:lnSpc>
                <a:spcPct val="100000"/>
              </a:lnSpc>
            </a:pPr>
            <a:r>
              <a:rPr dirty="0" sz="950" spc="40">
                <a:latin typeface="Times New Roman"/>
                <a:cs typeface="Times New Roman"/>
              </a:rPr>
              <a:t>SFT(l0)</a:t>
            </a:r>
            <a:endParaRPr sz="950">
              <a:latin typeface="Times New Roman"/>
              <a:cs typeface="Times New Roman"/>
            </a:endParaRPr>
          </a:p>
          <a:p>
            <a:pPr marL="466090">
              <a:lnSpc>
                <a:spcPct val="100000"/>
              </a:lnSpc>
              <a:spcBef>
                <a:spcPts val="985"/>
              </a:spcBef>
            </a:pPr>
            <a:r>
              <a:rPr dirty="0" sz="950" spc="-25">
                <a:latin typeface="Times New Roman"/>
                <a:cs typeface="Times New Roman"/>
              </a:rPr>
              <a:t>200</a:t>
            </a:r>
            <a:endParaRPr sz="950">
              <a:latin typeface="Times New Roman"/>
              <a:cs typeface="Times New Roman"/>
            </a:endParaRPr>
          </a:p>
          <a:p>
            <a:pPr marL="466090">
              <a:lnSpc>
                <a:spcPct val="100000"/>
              </a:lnSpc>
              <a:spcBef>
                <a:spcPts val="990"/>
              </a:spcBef>
            </a:pPr>
            <a:r>
              <a:rPr dirty="0" sz="950" spc="-25">
                <a:latin typeface="Times New Roman"/>
                <a:cs typeface="Times New Roman"/>
              </a:rPr>
              <a:t>200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5" name="object 65" descr=""/>
          <p:cNvSpPr/>
          <p:nvPr/>
        </p:nvSpPr>
        <p:spPr>
          <a:xfrm>
            <a:off x="2532900" y="5894438"/>
            <a:ext cx="1169670" cy="180340"/>
          </a:xfrm>
          <a:custGeom>
            <a:avLst/>
            <a:gdLst/>
            <a:ahLst/>
            <a:cxnLst/>
            <a:rect l="l" t="t" r="r" b="b"/>
            <a:pathLst>
              <a:path w="1169670" h="180339">
                <a:moveTo>
                  <a:pt x="0" y="0"/>
                </a:moveTo>
                <a:lnTo>
                  <a:pt x="0" y="180327"/>
                </a:lnTo>
              </a:path>
              <a:path w="1169670" h="180339">
                <a:moveTo>
                  <a:pt x="417982" y="0"/>
                </a:moveTo>
                <a:lnTo>
                  <a:pt x="417982" y="180327"/>
                </a:lnTo>
              </a:path>
              <a:path w="1169670" h="180339">
                <a:moveTo>
                  <a:pt x="507949" y="0"/>
                </a:moveTo>
                <a:lnTo>
                  <a:pt x="507949" y="180327"/>
                </a:lnTo>
              </a:path>
              <a:path w="1169670" h="180339">
                <a:moveTo>
                  <a:pt x="507949" y="0"/>
                </a:moveTo>
                <a:lnTo>
                  <a:pt x="417982" y="180327"/>
                </a:lnTo>
              </a:path>
              <a:path w="1169670" h="180339">
                <a:moveTo>
                  <a:pt x="0" y="90360"/>
                </a:moveTo>
                <a:lnTo>
                  <a:pt x="417982" y="90360"/>
                </a:lnTo>
              </a:path>
              <a:path w="1169670" h="180339">
                <a:moveTo>
                  <a:pt x="507949" y="80873"/>
                </a:moveTo>
                <a:lnTo>
                  <a:pt x="1169670" y="80873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/>
          <p:nvPr/>
        </p:nvSpPr>
        <p:spPr>
          <a:xfrm>
            <a:off x="2532900" y="6276378"/>
            <a:ext cx="1169670" cy="180340"/>
          </a:xfrm>
          <a:custGeom>
            <a:avLst/>
            <a:gdLst/>
            <a:ahLst/>
            <a:cxnLst/>
            <a:rect l="l" t="t" r="r" b="b"/>
            <a:pathLst>
              <a:path w="1169670" h="180339">
                <a:moveTo>
                  <a:pt x="0" y="0"/>
                </a:moveTo>
                <a:lnTo>
                  <a:pt x="0" y="179946"/>
                </a:lnTo>
              </a:path>
              <a:path w="1169670" h="180339">
                <a:moveTo>
                  <a:pt x="0" y="96050"/>
                </a:moveTo>
                <a:lnTo>
                  <a:pt x="1169670" y="9605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2532900" y="6633616"/>
            <a:ext cx="1169670" cy="180340"/>
          </a:xfrm>
          <a:custGeom>
            <a:avLst/>
            <a:gdLst/>
            <a:ahLst/>
            <a:cxnLst/>
            <a:rect l="l" t="t" r="r" b="b"/>
            <a:pathLst>
              <a:path w="1169670" h="180340">
                <a:moveTo>
                  <a:pt x="0" y="0"/>
                </a:moveTo>
                <a:lnTo>
                  <a:pt x="0" y="180327"/>
                </a:lnTo>
              </a:path>
              <a:path w="1169670" h="180340">
                <a:moveTo>
                  <a:pt x="0" y="96418"/>
                </a:moveTo>
                <a:lnTo>
                  <a:pt x="1169670" y="9641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2532900" y="7017816"/>
            <a:ext cx="1169670" cy="180340"/>
          </a:xfrm>
          <a:custGeom>
            <a:avLst/>
            <a:gdLst/>
            <a:ahLst/>
            <a:cxnLst/>
            <a:rect l="l" t="t" r="r" b="b"/>
            <a:pathLst>
              <a:path w="1169670" h="180340">
                <a:moveTo>
                  <a:pt x="0" y="0"/>
                </a:moveTo>
                <a:lnTo>
                  <a:pt x="0" y="180327"/>
                </a:lnTo>
              </a:path>
              <a:path w="1169670" h="180340">
                <a:moveTo>
                  <a:pt x="0" y="96418"/>
                </a:moveTo>
                <a:lnTo>
                  <a:pt x="1169670" y="9641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 txBox="1"/>
          <p:nvPr/>
        </p:nvSpPr>
        <p:spPr>
          <a:xfrm>
            <a:off x="1975020" y="5197824"/>
            <a:ext cx="1163320" cy="713105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950">
                <a:latin typeface="Times New Roman"/>
                <a:cs typeface="Times New Roman"/>
              </a:rPr>
              <a:t>Example</a:t>
            </a:r>
            <a:r>
              <a:rPr dirty="0" sz="950" spc="15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circuit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950" spc="60">
                <a:latin typeface="Times New Roman"/>
                <a:cs typeface="Times New Roman"/>
              </a:rPr>
              <a:t>Ladder</a:t>
            </a:r>
            <a:r>
              <a:rPr dirty="0" sz="950" spc="65">
                <a:latin typeface="Times New Roman"/>
                <a:cs typeface="Times New Roman"/>
              </a:rPr>
              <a:t> </a:t>
            </a:r>
            <a:r>
              <a:rPr dirty="0" sz="950" spc="40">
                <a:latin typeface="Times New Roman"/>
                <a:cs typeface="Times New Roman"/>
              </a:rPr>
              <a:t>Diagram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950">
              <a:latin typeface="Times New Roman"/>
              <a:cs typeface="Times New Roman"/>
            </a:endParaRPr>
          </a:p>
          <a:p>
            <a:pPr marL="397510">
              <a:lnSpc>
                <a:spcPct val="100000"/>
              </a:lnSpc>
              <a:tabLst>
                <a:tab pos="901700" algn="l"/>
              </a:tabLst>
            </a:pPr>
            <a:r>
              <a:rPr dirty="0" sz="750" spc="-10">
                <a:latin typeface="Times New Roman"/>
                <a:cs typeface="Times New Roman"/>
              </a:rPr>
              <a:t>00002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00003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8" name="object 7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40</a:t>
            </a:r>
          </a:p>
        </p:txBody>
      </p:sp>
      <p:sp>
        <p:nvSpPr>
          <p:cNvPr id="70" name="object 70" descr=""/>
          <p:cNvSpPr txBox="1"/>
          <p:nvPr/>
        </p:nvSpPr>
        <p:spPr>
          <a:xfrm>
            <a:off x="2350867" y="6146642"/>
            <a:ext cx="27368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00004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2350867" y="6509579"/>
            <a:ext cx="27368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00005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2350867" y="6888464"/>
            <a:ext cx="27368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20000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3800349" y="7046395"/>
            <a:ext cx="224154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30">
                <a:latin typeface="Times New Roman"/>
                <a:cs typeface="Times New Roman"/>
              </a:rPr>
              <a:t>l000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3743783" y="7533859"/>
            <a:ext cx="35306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End(0l)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3230883" y="5841027"/>
            <a:ext cx="45275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Data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Input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3174700" y="6234720"/>
            <a:ext cx="50990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Clock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Pulze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3418434" y="6584750"/>
            <a:ext cx="24511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Rezet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1082" y="961543"/>
            <a:ext cx="5951220" cy="6838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31495" indent="-518795">
              <a:lnSpc>
                <a:spcPct val="100000"/>
              </a:lnSpc>
              <a:spcBef>
                <a:spcPts val="125"/>
              </a:spcBef>
              <a:buAutoNum type="arabicPeriod" startAt="6"/>
              <a:tabLst>
                <a:tab pos="531495" algn="l"/>
              </a:tabLst>
            </a:pP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  <a:p>
            <a:pPr lvl="1" marL="237490" indent="-224790">
              <a:lnSpc>
                <a:spcPct val="100000"/>
              </a:lnSpc>
              <a:spcBef>
                <a:spcPts val="1430"/>
              </a:spcBef>
              <a:buSzPct val="48387"/>
              <a:buFont typeface="Segoe UI Symbol"/>
              <a:buChar char="❑"/>
              <a:tabLst>
                <a:tab pos="237490" algn="l"/>
              </a:tabLst>
            </a:pPr>
            <a:r>
              <a:rPr dirty="0" sz="1550">
                <a:latin typeface="Times New Roman"/>
                <a:cs typeface="Times New Roman"/>
              </a:rPr>
              <a:t>Application</a:t>
            </a:r>
            <a:r>
              <a:rPr dirty="0" sz="1550" spc="2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#6:</a:t>
            </a:r>
            <a:r>
              <a:rPr dirty="0" sz="1550" spc="220">
                <a:latin typeface="Times New Roman"/>
                <a:cs typeface="Times New Roman"/>
              </a:rPr>
              <a:t> </a:t>
            </a:r>
            <a:r>
              <a:rPr dirty="0" sz="1550" spc="60">
                <a:latin typeface="Times New Roman"/>
                <a:cs typeface="Times New Roman"/>
              </a:rPr>
              <a:t>Overhead</a:t>
            </a:r>
            <a:r>
              <a:rPr dirty="0" sz="1550" spc="225">
                <a:latin typeface="Times New Roman"/>
                <a:cs typeface="Times New Roman"/>
              </a:rPr>
              <a:t> </a:t>
            </a:r>
            <a:r>
              <a:rPr dirty="0" sz="1550" spc="90">
                <a:latin typeface="Times New Roman"/>
                <a:cs typeface="Times New Roman"/>
              </a:rPr>
              <a:t>Crane</a:t>
            </a:r>
            <a:r>
              <a:rPr dirty="0" sz="1550" spc="220">
                <a:latin typeface="Times New Roman"/>
                <a:cs typeface="Times New Roman"/>
              </a:rPr>
              <a:t> </a:t>
            </a:r>
            <a:r>
              <a:rPr dirty="0" sz="1550" spc="60">
                <a:latin typeface="Times New Roman"/>
                <a:cs typeface="Times New Roman"/>
              </a:rPr>
              <a:t>Control</a:t>
            </a:r>
            <a:r>
              <a:rPr dirty="0" sz="1550" spc="2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of</a:t>
            </a:r>
            <a:r>
              <a:rPr dirty="0" sz="1550" spc="2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Degreasing</a:t>
            </a:r>
            <a:r>
              <a:rPr dirty="0" sz="1550" spc="220">
                <a:latin typeface="Times New Roman"/>
                <a:cs typeface="Times New Roman"/>
              </a:rPr>
              <a:t> </a:t>
            </a:r>
            <a:r>
              <a:rPr dirty="0" sz="1550" spc="60">
                <a:latin typeface="Times New Roman"/>
                <a:cs typeface="Times New Roman"/>
              </a:rPr>
              <a:t>Operation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80717" y="1772049"/>
            <a:ext cx="5059045" cy="325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95"/>
              </a:spcBef>
            </a:pPr>
            <a:r>
              <a:rPr dirty="0" sz="950">
                <a:latin typeface="Times New Roman"/>
                <a:cs typeface="Times New Roman"/>
              </a:rPr>
              <a:t>In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thiz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application,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part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needz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1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</a:t>
            </a:r>
            <a:r>
              <a:rPr dirty="0" sz="950" spc="1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degreazed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in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degreazing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tank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before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being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pazzed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to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next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zection.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980717" y="6271636"/>
            <a:ext cx="5061585" cy="1225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3600"/>
              </a:lnSpc>
              <a:spcBef>
                <a:spcPts val="95"/>
              </a:spcBef>
            </a:pP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 spc="75">
                <a:latin typeface="Times New Roman"/>
                <a:cs typeface="Times New Roman"/>
              </a:rPr>
              <a:t>PBl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prezzed,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roller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will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coil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up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hook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until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up-zenzor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(S3).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hook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 spc="-20">
                <a:latin typeface="Times New Roman"/>
                <a:cs typeface="Times New Roman"/>
              </a:rPr>
              <a:t>will </a:t>
            </a:r>
            <a:r>
              <a:rPr dirty="0" sz="950">
                <a:latin typeface="Times New Roman"/>
                <a:cs typeface="Times New Roman"/>
              </a:rPr>
              <a:t>then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tranzverze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left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(via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 spc="80">
                <a:latin typeface="Times New Roman"/>
                <a:cs typeface="Times New Roman"/>
              </a:rPr>
              <a:t>0l00l)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until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reachez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S4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pozition.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950">
              <a:latin typeface="Times New Roman"/>
              <a:cs typeface="Times New Roman"/>
            </a:endParaRPr>
          </a:p>
          <a:p>
            <a:pPr algn="just" marL="12700" marR="6985">
              <a:lnSpc>
                <a:spcPct val="103600"/>
              </a:lnSpc>
            </a:pPr>
            <a:r>
              <a:rPr dirty="0" sz="950">
                <a:latin typeface="Times New Roman"/>
                <a:cs typeface="Times New Roman"/>
              </a:rPr>
              <a:t>It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will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then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ztop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lower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product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into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degreazing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tank.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reachez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down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S2,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the </a:t>
            </a:r>
            <a:r>
              <a:rPr dirty="0" sz="950">
                <a:latin typeface="Times New Roman"/>
                <a:cs typeface="Times New Roman"/>
              </a:rPr>
              <a:t>product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will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ztay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in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degreazing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tank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for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20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zecondz.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After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time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up,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product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lifted </a:t>
            </a:r>
            <a:r>
              <a:rPr dirty="0" sz="950">
                <a:latin typeface="Times New Roman"/>
                <a:cs typeface="Times New Roman"/>
              </a:rPr>
              <a:t>up</a:t>
            </a:r>
            <a:r>
              <a:rPr dirty="0" sz="950" spc="2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2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tranzverze</a:t>
            </a:r>
            <a:r>
              <a:rPr dirty="0" sz="950" spc="2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left</a:t>
            </a:r>
            <a:r>
              <a:rPr dirty="0" sz="950" spc="2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until</a:t>
            </a:r>
            <a:r>
              <a:rPr dirty="0" sz="950" spc="2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S5</a:t>
            </a:r>
            <a:r>
              <a:rPr dirty="0" sz="950" spc="2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pozition</a:t>
            </a:r>
            <a:r>
              <a:rPr dirty="0" sz="950" spc="2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2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ztop.</a:t>
            </a:r>
            <a:r>
              <a:rPr dirty="0" sz="950" spc="2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</a:t>
            </a:r>
            <a:r>
              <a:rPr dirty="0" sz="950" spc="2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continue</a:t>
            </a:r>
            <a:r>
              <a:rPr dirty="0" sz="950" spc="2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2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come</a:t>
            </a:r>
            <a:r>
              <a:rPr dirty="0" sz="950" spc="2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down.</a:t>
            </a:r>
            <a:r>
              <a:rPr dirty="0" sz="950" spc="2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Until</a:t>
            </a:r>
            <a:r>
              <a:rPr dirty="0" sz="950" spc="2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280">
                <a:latin typeface="Times New Roman"/>
                <a:cs typeface="Times New Roman"/>
              </a:rPr>
              <a:t> </a:t>
            </a:r>
            <a:r>
              <a:rPr dirty="0" sz="950" spc="-20">
                <a:latin typeface="Times New Roman"/>
                <a:cs typeface="Times New Roman"/>
              </a:rPr>
              <a:t>down </a:t>
            </a:r>
            <a:r>
              <a:rPr dirty="0" sz="950">
                <a:latin typeface="Times New Roman"/>
                <a:cs typeface="Times New Roman"/>
              </a:rPr>
              <a:t>pozition,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where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Buzzer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will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zound.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operator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will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collect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product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prezz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PB2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to </a:t>
            </a:r>
            <a:r>
              <a:rPr dirty="0" sz="950">
                <a:latin typeface="Times New Roman"/>
                <a:cs typeface="Times New Roman"/>
              </a:rPr>
              <a:t>return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crane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back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home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pozition.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960310" y="2991967"/>
            <a:ext cx="4431030" cy="1527175"/>
            <a:chOff x="960310" y="2991967"/>
            <a:chExt cx="4431030" cy="1527175"/>
          </a:xfrm>
        </p:grpSpPr>
        <p:sp>
          <p:nvSpPr>
            <p:cNvPr id="11" name="object 11" descr=""/>
            <p:cNvSpPr/>
            <p:nvPr/>
          </p:nvSpPr>
          <p:spPr>
            <a:xfrm>
              <a:off x="969517" y="3227069"/>
              <a:ext cx="4373880" cy="325755"/>
            </a:xfrm>
            <a:custGeom>
              <a:avLst/>
              <a:gdLst/>
              <a:ahLst/>
              <a:cxnLst/>
              <a:rect l="l" t="t" r="r" b="b"/>
              <a:pathLst>
                <a:path w="4373880" h="325754">
                  <a:moveTo>
                    <a:pt x="0" y="101726"/>
                  </a:moveTo>
                  <a:lnTo>
                    <a:pt x="4193921" y="101726"/>
                  </a:lnTo>
                  <a:lnTo>
                    <a:pt x="4370082" y="0"/>
                  </a:lnTo>
                </a:path>
                <a:path w="4373880" h="325754">
                  <a:moveTo>
                    <a:pt x="0" y="325348"/>
                  </a:moveTo>
                  <a:lnTo>
                    <a:pt x="0" y="101726"/>
                  </a:lnTo>
                  <a:lnTo>
                    <a:pt x="178053" y="0"/>
                  </a:lnTo>
                  <a:lnTo>
                    <a:pt x="4373499" y="0"/>
                  </a:lnTo>
                  <a:lnTo>
                    <a:pt x="4373499" y="228536"/>
                  </a:lnTo>
                  <a:lnTo>
                    <a:pt x="4193921" y="325348"/>
                  </a:lnTo>
                  <a:lnTo>
                    <a:pt x="0" y="325348"/>
                  </a:lnTo>
                </a:path>
                <a:path w="4373880" h="325754">
                  <a:moveTo>
                    <a:pt x="4197350" y="103250"/>
                  </a:moveTo>
                  <a:lnTo>
                    <a:pt x="4197350" y="320801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610684" y="3001175"/>
              <a:ext cx="66040" cy="151130"/>
            </a:xfrm>
            <a:custGeom>
              <a:avLst/>
              <a:gdLst/>
              <a:ahLst/>
              <a:cxnLst/>
              <a:rect l="l" t="t" r="r" b="b"/>
              <a:pathLst>
                <a:path w="66039" h="151130">
                  <a:moveTo>
                    <a:pt x="0" y="0"/>
                  </a:moveTo>
                  <a:lnTo>
                    <a:pt x="65678" y="0"/>
                  </a:lnTo>
                  <a:lnTo>
                    <a:pt x="65678" y="151104"/>
                  </a:lnTo>
                  <a:lnTo>
                    <a:pt x="0" y="151104"/>
                  </a:lnTo>
                  <a:lnTo>
                    <a:pt x="0" y="0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29264" y="3195180"/>
              <a:ext cx="227380" cy="362927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4624743" y="3545966"/>
              <a:ext cx="96520" cy="476884"/>
            </a:xfrm>
            <a:custGeom>
              <a:avLst/>
              <a:gdLst/>
              <a:ahLst/>
              <a:cxnLst/>
              <a:rect l="l" t="t" r="r" b="b"/>
              <a:pathLst>
                <a:path w="96520" h="476885">
                  <a:moveTo>
                    <a:pt x="0" y="0"/>
                  </a:moveTo>
                  <a:lnTo>
                    <a:pt x="0" y="438873"/>
                  </a:lnTo>
                  <a:lnTo>
                    <a:pt x="12890" y="460895"/>
                  </a:lnTo>
                  <a:lnTo>
                    <a:pt x="36042" y="474929"/>
                  </a:lnTo>
                  <a:lnTo>
                    <a:pt x="62636" y="476453"/>
                  </a:lnTo>
                  <a:lnTo>
                    <a:pt x="87312" y="458990"/>
                  </a:lnTo>
                  <a:lnTo>
                    <a:pt x="96418" y="435825"/>
                  </a:lnTo>
                  <a:lnTo>
                    <a:pt x="96418" y="402793"/>
                  </a:lnTo>
                  <a:lnTo>
                    <a:pt x="93383" y="390271"/>
                  </a:lnTo>
                  <a:lnTo>
                    <a:pt x="92240" y="402793"/>
                  </a:lnTo>
                  <a:lnTo>
                    <a:pt x="80848" y="432409"/>
                  </a:lnTo>
                  <a:lnTo>
                    <a:pt x="65671" y="443420"/>
                  </a:lnTo>
                  <a:lnTo>
                    <a:pt x="45161" y="435825"/>
                  </a:lnTo>
                  <a:lnTo>
                    <a:pt x="31127" y="416852"/>
                  </a:lnTo>
                  <a:lnTo>
                    <a:pt x="31127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441748" y="4288180"/>
              <a:ext cx="303530" cy="221615"/>
            </a:xfrm>
            <a:custGeom>
              <a:avLst/>
              <a:gdLst/>
              <a:ahLst/>
              <a:cxnLst/>
              <a:rect l="l" t="t" r="r" b="b"/>
              <a:pathLst>
                <a:path w="303529" h="221614">
                  <a:moveTo>
                    <a:pt x="0" y="221322"/>
                  </a:moveTo>
                  <a:lnTo>
                    <a:pt x="303352" y="221322"/>
                  </a:lnTo>
                  <a:lnTo>
                    <a:pt x="303352" y="0"/>
                  </a:lnTo>
                  <a:lnTo>
                    <a:pt x="0" y="0"/>
                  </a:lnTo>
                  <a:lnTo>
                    <a:pt x="0" y="221322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441748" y="3986733"/>
              <a:ext cx="436245" cy="523240"/>
            </a:xfrm>
            <a:custGeom>
              <a:avLst/>
              <a:gdLst/>
              <a:ahLst/>
              <a:cxnLst/>
              <a:rect l="l" t="t" r="r" b="b"/>
              <a:pathLst>
                <a:path w="436245" h="523239">
                  <a:moveTo>
                    <a:pt x="0" y="301053"/>
                  </a:moveTo>
                  <a:lnTo>
                    <a:pt x="135902" y="205765"/>
                  </a:lnTo>
                  <a:lnTo>
                    <a:pt x="435825" y="205765"/>
                  </a:lnTo>
                  <a:lnTo>
                    <a:pt x="302945" y="301053"/>
                  </a:lnTo>
                  <a:lnTo>
                    <a:pt x="0" y="301053"/>
                  </a:lnTo>
                </a:path>
                <a:path w="436245" h="523239">
                  <a:moveTo>
                    <a:pt x="302945" y="522770"/>
                  </a:moveTo>
                  <a:lnTo>
                    <a:pt x="435825" y="425957"/>
                  </a:lnTo>
                  <a:lnTo>
                    <a:pt x="435825" y="205765"/>
                  </a:lnTo>
                  <a:lnTo>
                    <a:pt x="302945" y="301053"/>
                  </a:lnTo>
                  <a:lnTo>
                    <a:pt x="302945" y="522770"/>
                  </a:lnTo>
                </a:path>
                <a:path w="436245" h="523239">
                  <a:moveTo>
                    <a:pt x="232714" y="0"/>
                  </a:moveTo>
                  <a:lnTo>
                    <a:pt x="224751" y="30759"/>
                  </a:lnTo>
                  <a:lnTo>
                    <a:pt x="224751" y="207276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370418" y="3001175"/>
              <a:ext cx="66040" cy="151130"/>
            </a:xfrm>
            <a:custGeom>
              <a:avLst/>
              <a:gdLst/>
              <a:ahLst/>
              <a:cxnLst/>
              <a:rect l="l" t="t" r="r" b="b"/>
              <a:pathLst>
                <a:path w="66040" h="151130">
                  <a:moveTo>
                    <a:pt x="0" y="0"/>
                  </a:moveTo>
                  <a:lnTo>
                    <a:pt x="65676" y="0"/>
                  </a:lnTo>
                  <a:lnTo>
                    <a:pt x="65676" y="151104"/>
                  </a:lnTo>
                  <a:lnTo>
                    <a:pt x="0" y="151104"/>
                  </a:lnTo>
                  <a:lnTo>
                    <a:pt x="0" y="0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1853" y="3195180"/>
              <a:ext cx="224751" cy="481761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765249" y="3672382"/>
              <a:ext cx="0" cy="199390"/>
            </a:xfrm>
            <a:custGeom>
              <a:avLst/>
              <a:gdLst/>
              <a:ahLst/>
              <a:cxnLst/>
              <a:rect l="l" t="t" r="r" b="b"/>
              <a:pathLst>
                <a:path w="0" h="199389">
                  <a:moveTo>
                    <a:pt x="0" y="72517"/>
                  </a:moveTo>
                  <a:lnTo>
                    <a:pt x="0" y="0"/>
                  </a:lnTo>
                </a:path>
                <a:path w="0" h="199389">
                  <a:moveTo>
                    <a:pt x="0" y="198945"/>
                  </a:moveTo>
                  <a:lnTo>
                    <a:pt x="0" y="126796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756143" y="3925607"/>
              <a:ext cx="114935" cy="106045"/>
            </a:xfrm>
            <a:custGeom>
              <a:avLst/>
              <a:gdLst/>
              <a:ahLst/>
              <a:cxnLst/>
              <a:rect l="l" t="t" r="r" b="b"/>
              <a:pathLst>
                <a:path w="114935" h="106045">
                  <a:moveTo>
                    <a:pt x="23914" y="67195"/>
                  </a:moveTo>
                  <a:lnTo>
                    <a:pt x="19392" y="59232"/>
                  </a:lnTo>
                  <a:lnTo>
                    <a:pt x="18313" y="57327"/>
                  </a:lnTo>
                  <a:lnTo>
                    <a:pt x="18224" y="59232"/>
                  </a:lnTo>
                  <a:lnTo>
                    <a:pt x="18224" y="57150"/>
                  </a:lnTo>
                  <a:lnTo>
                    <a:pt x="18224" y="55803"/>
                  </a:lnTo>
                  <a:lnTo>
                    <a:pt x="18224" y="0"/>
                  </a:lnTo>
                  <a:lnTo>
                    <a:pt x="0" y="0"/>
                  </a:lnTo>
                  <a:lnTo>
                    <a:pt x="0" y="61125"/>
                  </a:lnTo>
                  <a:lnTo>
                    <a:pt x="749" y="62268"/>
                  </a:lnTo>
                  <a:lnTo>
                    <a:pt x="749" y="62649"/>
                  </a:lnTo>
                  <a:lnTo>
                    <a:pt x="7213" y="74409"/>
                  </a:lnTo>
                  <a:lnTo>
                    <a:pt x="23914" y="67195"/>
                  </a:lnTo>
                  <a:close/>
                </a:path>
                <a:path w="114935" h="106045">
                  <a:moveTo>
                    <a:pt x="114655" y="50876"/>
                  </a:moveTo>
                  <a:lnTo>
                    <a:pt x="99733" y="50876"/>
                  </a:lnTo>
                  <a:lnTo>
                    <a:pt x="101269" y="45935"/>
                  </a:lnTo>
                  <a:lnTo>
                    <a:pt x="107429" y="26200"/>
                  </a:lnTo>
                  <a:lnTo>
                    <a:pt x="90347" y="21259"/>
                  </a:lnTo>
                  <a:lnTo>
                    <a:pt x="81915" y="47942"/>
                  </a:lnTo>
                  <a:lnTo>
                    <a:pt x="83235" y="46939"/>
                  </a:lnTo>
                  <a:lnTo>
                    <a:pt x="83439" y="46799"/>
                  </a:lnTo>
                  <a:lnTo>
                    <a:pt x="83337" y="46939"/>
                  </a:lnTo>
                  <a:lnTo>
                    <a:pt x="81915" y="47942"/>
                  </a:lnTo>
                  <a:lnTo>
                    <a:pt x="81534" y="48145"/>
                  </a:lnTo>
                  <a:lnTo>
                    <a:pt x="73253" y="54000"/>
                  </a:lnTo>
                  <a:lnTo>
                    <a:pt x="66001" y="51257"/>
                  </a:lnTo>
                  <a:lnTo>
                    <a:pt x="60972" y="49364"/>
                  </a:lnTo>
                  <a:lnTo>
                    <a:pt x="60388" y="49149"/>
                  </a:lnTo>
                  <a:lnTo>
                    <a:pt x="60388" y="50355"/>
                  </a:lnTo>
                  <a:lnTo>
                    <a:pt x="58458" y="51638"/>
                  </a:lnTo>
                  <a:lnTo>
                    <a:pt x="59982" y="50114"/>
                  </a:lnTo>
                  <a:lnTo>
                    <a:pt x="60109" y="50114"/>
                  </a:lnTo>
                  <a:lnTo>
                    <a:pt x="60388" y="50355"/>
                  </a:lnTo>
                  <a:lnTo>
                    <a:pt x="60388" y="49149"/>
                  </a:lnTo>
                  <a:lnTo>
                    <a:pt x="57721" y="48145"/>
                  </a:lnTo>
                  <a:lnTo>
                    <a:pt x="58077" y="48450"/>
                  </a:lnTo>
                  <a:lnTo>
                    <a:pt x="57200" y="47942"/>
                  </a:lnTo>
                  <a:lnTo>
                    <a:pt x="56896" y="47942"/>
                  </a:lnTo>
                  <a:lnTo>
                    <a:pt x="54698" y="54000"/>
                  </a:lnTo>
                  <a:lnTo>
                    <a:pt x="54622" y="54190"/>
                  </a:lnTo>
                  <a:lnTo>
                    <a:pt x="45923" y="59994"/>
                  </a:lnTo>
                  <a:lnTo>
                    <a:pt x="46685" y="61125"/>
                  </a:lnTo>
                  <a:lnTo>
                    <a:pt x="47828" y="62268"/>
                  </a:lnTo>
                  <a:lnTo>
                    <a:pt x="50495" y="64541"/>
                  </a:lnTo>
                  <a:lnTo>
                    <a:pt x="50876" y="64541"/>
                  </a:lnTo>
                  <a:lnTo>
                    <a:pt x="71374" y="72517"/>
                  </a:lnTo>
                  <a:lnTo>
                    <a:pt x="72517" y="72898"/>
                  </a:lnTo>
                  <a:lnTo>
                    <a:pt x="76301" y="72898"/>
                  </a:lnTo>
                  <a:lnTo>
                    <a:pt x="77812" y="72517"/>
                  </a:lnTo>
                  <a:lnTo>
                    <a:pt x="79336" y="71386"/>
                  </a:lnTo>
                  <a:lnTo>
                    <a:pt x="90093" y="63779"/>
                  </a:lnTo>
                  <a:lnTo>
                    <a:pt x="93586" y="61315"/>
                  </a:lnTo>
                  <a:lnTo>
                    <a:pt x="88544" y="74129"/>
                  </a:lnTo>
                  <a:lnTo>
                    <a:pt x="70269" y="87604"/>
                  </a:lnTo>
                  <a:lnTo>
                    <a:pt x="60363" y="87312"/>
                  </a:lnTo>
                  <a:lnTo>
                    <a:pt x="59283" y="104025"/>
                  </a:lnTo>
                  <a:lnTo>
                    <a:pt x="59220" y="105168"/>
                  </a:lnTo>
                  <a:lnTo>
                    <a:pt x="72517" y="105918"/>
                  </a:lnTo>
                  <a:lnTo>
                    <a:pt x="72898" y="105537"/>
                  </a:lnTo>
                  <a:lnTo>
                    <a:pt x="74790" y="105537"/>
                  </a:lnTo>
                  <a:lnTo>
                    <a:pt x="76682" y="105168"/>
                  </a:lnTo>
                  <a:lnTo>
                    <a:pt x="78193" y="104025"/>
                  </a:lnTo>
                  <a:lnTo>
                    <a:pt x="88125" y="96812"/>
                  </a:lnTo>
                  <a:lnTo>
                    <a:pt x="100685" y="87693"/>
                  </a:lnTo>
                  <a:lnTo>
                    <a:pt x="101739" y="86931"/>
                  </a:lnTo>
                  <a:lnTo>
                    <a:pt x="102501" y="85801"/>
                  </a:lnTo>
                  <a:lnTo>
                    <a:pt x="104406" y="82765"/>
                  </a:lnTo>
                  <a:lnTo>
                    <a:pt x="104406" y="82384"/>
                  </a:lnTo>
                  <a:lnTo>
                    <a:pt x="105638" y="79349"/>
                  </a:lnTo>
                  <a:lnTo>
                    <a:pt x="108445" y="72517"/>
                  </a:lnTo>
                  <a:lnTo>
                    <a:pt x="113893" y="59232"/>
                  </a:lnTo>
                  <a:lnTo>
                    <a:pt x="114274" y="58089"/>
                  </a:lnTo>
                  <a:lnTo>
                    <a:pt x="114655" y="56184"/>
                  </a:lnTo>
                  <a:lnTo>
                    <a:pt x="105156" y="56184"/>
                  </a:lnTo>
                  <a:lnTo>
                    <a:pt x="98323" y="56184"/>
                  </a:lnTo>
                  <a:lnTo>
                    <a:pt x="98323" y="55486"/>
                  </a:lnTo>
                  <a:lnTo>
                    <a:pt x="77203" y="55486"/>
                  </a:lnTo>
                  <a:lnTo>
                    <a:pt x="76200" y="55486"/>
                  </a:lnTo>
                  <a:lnTo>
                    <a:pt x="76263" y="55143"/>
                  </a:lnTo>
                  <a:lnTo>
                    <a:pt x="77203" y="55486"/>
                  </a:lnTo>
                  <a:lnTo>
                    <a:pt x="76276" y="55130"/>
                  </a:lnTo>
                  <a:lnTo>
                    <a:pt x="98412" y="55130"/>
                  </a:lnTo>
                  <a:lnTo>
                    <a:pt x="98666" y="54279"/>
                  </a:lnTo>
                  <a:lnTo>
                    <a:pt x="99910" y="54279"/>
                  </a:lnTo>
                  <a:lnTo>
                    <a:pt x="114655" y="54279"/>
                  </a:lnTo>
                  <a:lnTo>
                    <a:pt x="114655" y="53149"/>
                  </a:lnTo>
                  <a:lnTo>
                    <a:pt x="114655" y="508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581886" y="3731234"/>
              <a:ext cx="215900" cy="778510"/>
            </a:xfrm>
            <a:custGeom>
              <a:avLst/>
              <a:gdLst/>
              <a:ahLst/>
              <a:cxnLst/>
              <a:rect l="l" t="t" r="r" b="b"/>
              <a:pathLst>
                <a:path w="215900" h="778510">
                  <a:moveTo>
                    <a:pt x="215823" y="198932"/>
                  </a:moveTo>
                  <a:lnTo>
                    <a:pt x="215823" y="126428"/>
                  </a:lnTo>
                </a:path>
                <a:path w="215900" h="778510">
                  <a:moveTo>
                    <a:pt x="215823" y="72135"/>
                  </a:moveTo>
                  <a:lnTo>
                    <a:pt x="215823" y="0"/>
                  </a:lnTo>
                </a:path>
                <a:path w="215900" h="778510">
                  <a:moveTo>
                    <a:pt x="0" y="778459"/>
                  </a:moveTo>
                  <a:lnTo>
                    <a:pt x="72504" y="778459"/>
                  </a:lnTo>
                </a:path>
                <a:path w="215900" h="778510">
                  <a:moveTo>
                    <a:pt x="126796" y="778459"/>
                  </a:moveTo>
                  <a:lnTo>
                    <a:pt x="198920" y="778459"/>
                  </a:lnTo>
                </a:path>
              </a:pathLst>
            </a:custGeom>
            <a:ln w="17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835099" y="4487481"/>
              <a:ext cx="59690" cy="31750"/>
            </a:xfrm>
            <a:custGeom>
              <a:avLst/>
              <a:gdLst/>
              <a:ahLst/>
              <a:cxnLst/>
              <a:rect l="l" t="t" r="r" b="b"/>
              <a:pathLst>
                <a:path w="59689" h="31750">
                  <a:moveTo>
                    <a:pt x="41376" y="13284"/>
                  </a:moveTo>
                  <a:lnTo>
                    <a:pt x="0" y="13284"/>
                  </a:lnTo>
                  <a:lnTo>
                    <a:pt x="0" y="31140"/>
                  </a:lnTo>
                  <a:lnTo>
                    <a:pt x="50495" y="31140"/>
                  </a:lnTo>
                  <a:lnTo>
                    <a:pt x="50495" y="30759"/>
                  </a:lnTo>
                  <a:lnTo>
                    <a:pt x="52006" y="30759"/>
                  </a:lnTo>
                  <a:lnTo>
                    <a:pt x="59613" y="22021"/>
                  </a:lnTo>
                  <a:lnTo>
                    <a:pt x="41376" y="22021"/>
                  </a:lnTo>
                  <a:lnTo>
                    <a:pt x="41376" y="13284"/>
                  </a:lnTo>
                  <a:close/>
                </a:path>
                <a:path w="59689" h="31750">
                  <a:moveTo>
                    <a:pt x="50495" y="13284"/>
                  </a:moveTo>
                  <a:lnTo>
                    <a:pt x="48602" y="13284"/>
                  </a:lnTo>
                  <a:lnTo>
                    <a:pt x="44043" y="15570"/>
                  </a:lnTo>
                  <a:lnTo>
                    <a:pt x="42138" y="18605"/>
                  </a:lnTo>
                  <a:lnTo>
                    <a:pt x="41376" y="20129"/>
                  </a:lnTo>
                  <a:lnTo>
                    <a:pt x="41376" y="22021"/>
                  </a:lnTo>
                  <a:lnTo>
                    <a:pt x="50495" y="13284"/>
                  </a:lnTo>
                  <a:close/>
                </a:path>
                <a:path w="59689" h="31750">
                  <a:moveTo>
                    <a:pt x="50495" y="13284"/>
                  </a:moveTo>
                  <a:lnTo>
                    <a:pt x="41376" y="22021"/>
                  </a:lnTo>
                  <a:lnTo>
                    <a:pt x="50495" y="22021"/>
                  </a:lnTo>
                  <a:lnTo>
                    <a:pt x="50495" y="13284"/>
                  </a:lnTo>
                  <a:close/>
                </a:path>
                <a:path w="59689" h="31750">
                  <a:moveTo>
                    <a:pt x="59613" y="13284"/>
                  </a:moveTo>
                  <a:lnTo>
                    <a:pt x="50495" y="13284"/>
                  </a:lnTo>
                  <a:lnTo>
                    <a:pt x="50495" y="22021"/>
                  </a:lnTo>
                  <a:lnTo>
                    <a:pt x="59613" y="22021"/>
                  </a:lnTo>
                  <a:lnTo>
                    <a:pt x="59613" y="13284"/>
                  </a:lnTo>
                  <a:close/>
                </a:path>
                <a:path w="59689" h="31750">
                  <a:moveTo>
                    <a:pt x="59613" y="0"/>
                  </a:moveTo>
                  <a:lnTo>
                    <a:pt x="41376" y="0"/>
                  </a:lnTo>
                  <a:lnTo>
                    <a:pt x="41376" y="20129"/>
                  </a:lnTo>
                  <a:lnTo>
                    <a:pt x="42138" y="18605"/>
                  </a:lnTo>
                  <a:lnTo>
                    <a:pt x="44043" y="15570"/>
                  </a:lnTo>
                  <a:lnTo>
                    <a:pt x="48602" y="13284"/>
                  </a:lnTo>
                  <a:lnTo>
                    <a:pt x="59613" y="13284"/>
                  </a:lnTo>
                  <a:lnTo>
                    <a:pt x="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885594" y="4360684"/>
              <a:ext cx="0" cy="73025"/>
            </a:xfrm>
            <a:custGeom>
              <a:avLst/>
              <a:gdLst/>
              <a:ahLst/>
              <a:cxnLst/>
              <a:rect l="l" t="t" r="r" b="b"/>
              <a:pathLst>
                <a:path w="0" h="73025">
                  <a:moveTo>
                    <a:pt x="0" y="72517"/>
                  </a:moveTo>
                  <a:lnTo>
                    <a:pt x="0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831682" y="4279061"/>
              <a:ext cx="63500" cy="27940"/>
            </a:xfrm>
            <a:custGeom>
              <a:avLst/>
              <a:gdLst/>
              <a:ahLst/>
              <a:cxnLst/>
              <a:rect l="l" t="t" r="r" b="b"/>
              <a:pathLst>
                <a:path w="63500" h="27939">
                  <a:moveTo>
                    <a:pt x="44792" y="11010"/>
                  </a:moveTo>
                  <a:lnTo>
                    <a:pt x="44792" y="27330"/>
                  </a:lnTo>
                  <a:lnTo>
                    <a:pt x="63030" y="27330"/>
                  </a:lnTo>
                  <a:lnTo>
                    <a:pt x="63030" y="18224"/>
                  </a:lnTo>
                  <a:lnTo>
                    <a:pt x="53911" y="18224"/>
                  </a:lnTo>
                  <a:lnTo>
                    <a:pt x="53530" y="17843"/>
                  </a:lnTo>
                  <a:lnTo>
                    <a:pt x="52019" y="17843"/>
                  </a:lnTo>
                  <a:lnTo>
                    <a:pt x="50507" y="17462"/>
                  </a:lnTo>
                  <a:lnTo>
                    <a:pt x="47459" y="15189"/>
                  </a:lnTo>
                  <a:lnTo>
                    <a:pt x="45554" y="12141"/>
                  </a:lnTo>
                  <a:lnTo>
                    <a:pt x="44792" y="11010"/>
                  </a:lnTo>
                  <a:close/>
                </a:path>
                <a:path w="63500" h="27939">
                  <a:moveTo>
                    <a:pt x="55422" y="0"/>
                  </a:moveTo>
                  <a:lnTo>
                    <a:pt x="0" y="0"/>
                  </a:lnTo>
                  <a:lnTo>
                    <a:pt x="0" y="18224"/>
                  </a:lnTo>
                  <a:lnTo>
                    <a:pt x="44792" y="18224"/>
                  </a:lnTo>
                  <a:lnTo>
                    <a:pt x="44792" y="9105"/>
                  </a:lnTo>
                  <a:lnTo>
                    <a:pt x="62649" y="9105"/>
                  </a:lnTo>
                  <a:lnTo>
                    <a:pt x="62649" y="7213"/>
                  </a:lnTo>
                  <a:lnTo>
                    <a:pt x="62268" y="5689"/>
                  </a:lnTo>
                  <a:lnTo>
                    <a:pt x="59994" y="2654"/>
                  </a:lnTo>
                  <a:lnTo>
                    <a:pt x="57327" y="749"/>
                  </a:lnTo>
                  <a:lnTo>
                    <a:pt x="55422" y="0"/>
                  </a:lnTo>
                  <a:close/>
                </a:path>
                <a:path w="63500" h="27939">
                  <a:moveTo>
                    <a:pt x="63030" y="9105"/>
                  </a:moveTo>
                  <a:lnTo>
                    <a:pt x="53911" y="9105"/>
                  </a:lnTo>
                  <a:lnTo>
                    <a:pt x="52288" y="16601"/>
                  </a:lnTo>
                  <a:lnTo>
                    <a:pt x="53911" y="18224"/>
                  </a:lnTo>
                  <a:lnTo>
                    <a:pt x="63030" y="18224"/>
                  </a:lnTo>
                  <a:lnTo>
                    <a:pt x="63030" y="9105"/>
                  </a:lnTo>
                  <a:close/>
                </a:path>
                <a:path w="63500" h="27939">
                  <a:moveTo>
                    <a:pt x="44792" y="9105"/>
                  </a:moveTo>
                  <a:lnTo>
                    <a:pt x="44792" y="11010"/>
                  </a:lnTo>
                  <a:lnTo>
                    <a:pt x="45554" y="12141"/>
                  </a:lnTo>
                  <a:lnTo>
                    <a:pt x="47459" y="15189"/>
                  </a:lnTo>
                  <a:lnTo>
                    <a:pt x="50507" y="17462"/>
                  </a:lnTo>
                  <a:lnTo>
                    <a:pt x="52019" y="17843"/>
                  </a:lnTo>
                  <a:lnTo>
                    <a:pt x="52288" y="16601"/>
                  </a:lnTo>
                  <a:lnTo>
                    <a:pt x="44792" y="9105"/>
                  </a:lnTo>
                  <a:close/>
                </a:path>
                <a:path w="63500" h="27939">
                  <a:moveTo>
                    <a:pt x="52288" y="16601"/>
                  </a:moveTo>
                  <a:lnTo>
                    <a:pt x="52101" y="17462"/>
                  </a:lnTo>
                  <a:lnTo>
                    <a:pt x="52019" y="17843"/>
                  </a:lnTo>
                  <a:lnTo>
                    <a:pt x="53530" y="17843"/>
                  </a:lnTo>
                  <a:lnTo>
                    <a:pt x="52288" y="16601"/>
                  </a:lnTo>
                  <a:close/>
                </a:path>
                <a:path w="63500" h="27939">
                  <a:moveTo>
                    <a:pt x="53911" y="9105"/>
                  </a:moveTo>
                  <a:lnTo>
                    <a:pt x="44792" y="9105"/>
                  </a:lnTo>
                  <a:lnTo>
                    <a:pt x="52288" y="16601"/>
                  </a:lnTo>
                  <a:lnTo>
                    <a:pt x="53911" y="91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704886" y="4288167"/>
              <a:ext cx="73025" cy="0"/>
            </a:xfrm>
            <a:custGeom>
              <a:avLst/>
              <a:gdLst/>
              <a:ahLst/>
              <a:cxnLst/>
              <a:rect l="l" t="t" r="r" b="b"/>
              <a:pathLst>
                <a:path w="73025" h="0">
                  <a:moveTo>
                    <a:pt x="0" y="0"/>
                  </a:moveTo>
                  <a:lnTo>
                    <a:pt x="72517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573148" y="4279061"/>
              <a:ext cx="77470" cy="18415"/>
            </a:xfrm>
            <a:custGeom>
              <a:avLst/>
              <a:gdLst/>
              <a:ahLst/>
              <a:cxnLst/>
              <a:rect l="l" t="t" r="r" b="b"/>
              <a:pathLst>
                <a:path w="77469" h="18414">
                  <a:moveTo>
                    <a:pt x="17843" y="9456"/>
                  </a:moveTo>
                  <a:lnTo>
                    <a:pt x="8737" y="17843"/>
                  </a:lnTo>
                  <a:lnTo>
                    <a:pt x="8737" y="18224"/>
                  </a:lnTo>
                  <a:lnTo>
                    <a:pt x="77444" y="18224"/>
                  </a:lnTo>
                  <a:lnTo>
                    <a:pt x="77444" y="17843"/>
                  </a:lnTo>
                  <a:lnTo>
                    <a:pt x="10629" y="17843"/>
                  </a:lnTo>
                  <a:lnTo>
                    <a:pt x="12534" y="17462"/>
                  </a:lnTo>
                  <a:lnTo>
                    <a:pt x="15189" y="15189"/>
                  </a:lnTo>
                  <a:lnTo>
                    <a:pt x="17462" y="12141"/>
                  </a:lnTo>
                  <a:lnTo>
                    <a:pt x="17843" y="11010"/>
                  </a:lnTo>
                  <a:lnTo>
                    <a:pt x="17843" y="9456"/>
                  </a:lnTo>
                  <a:close/>
                </a:path>
                <a:path w="77469" h="18414">
                  <a:moveTo>
                    <a:pt x="17843" y="9105"/>
                  </a:moveTo>
                  <a:lnTo>
                    <a:pt x="8737" y="9105"/>
                  </a:lnTo>
                  <a:lnTo>
                    <a:pt x="8737" y="17843"/>
                  </a:lnTo>
                  <a:lnTo>
                    <a:pt x="17843" y="9456"/>
                  </a:lnTo>
                  <a:lnTo>
                    <a:pt x="17843" y="9105"/>
                  </a:lnTo>
                  <a:close/>
                </a:path>
                <a:path w="77469" h="18414">
                  <a:moveTo>
                    <a:pt x="18224" y="9105"/>
                  </a:moveTo>
                  <a:lnTo>
                    <a:pt x="17843" y="9456"/>
                  </a:lnTo>
                  <a:lnTo>
                    <a:pt x="17843" y="11010"/>
                  </a:lnTo>
                  <a:lnTo>
                    <a:pt x="17462" y="12141"/>
                  </a:lnTo>
                  <a:lnTo>
                    <a:pt x="15189" y="15189"/>
                  </a:lnTo>
                  <a:lnTo>
                    <a:pt x="12534" y="17462"/>
                  </a:lnTo>
                  <a:lnTo>
                    <a:pt x="10629" y="17843"/>
                  </a:lnTo>
                  <a:lnTo>
                    <a:pt x="77444" y="17843"/>
                  </a:lnTo>
                  <a:lnTo>
                    <a:pt x="77444" y="12522"/>
                  </a:lnTo>
                  <a:lnTo>
                    <a:pt x="18224" y="12522"/>
                  </a:lnTo>
                  <a:lnTo>
                    <a:pt x="18224" y="9105"/>
                  </a:lnTo>
                  <a:close/>
                </a:path>
                <a:path w="77469" h="18414">
                  <a:moveTo>
                    <a:pt x="77444" y="0"/>
                  </a:moveTo>
                  <a:lnTo>
                    <a:pt x="7213" y="0"/>
                  </a:lnTo>
                  <a:lnTo>
                    <a:pt x="5689" y="749"/>
                  </a:lnTo>
                  <a:lnTo>
                    <a:pt x="2654" y="2654"/>
                  </a:lnTo>
                  <a:lnTo>
                    <a:pt x="762" y="5689"/>
                  </a:lnTo>
                  <a:lnTo>
                    <a:pt x="0" y="7213"/>
                  </a:lnTo>
                  <a:lnTo>
                    <a:pt x="0" y="12522"/>
                  </a:lnTo>
                  <a:lnTo>
                    <a:pt x="8737" y="12522"/>
                  </a:lnTo>
                  <a:lnTo>
                    <a:pt x="8737" y="9105"/>
                  </a:lnTo>
                  <a:lnTo>
                    <a:pt x="77444" y="9105"/>
                  </a:lnTo>
                  <a:lnTo>
                    <a:pt x="77444" y="0"/>
                  </a:lnTo>
                  <a:close/>
                </a:path>
                <a:path w="77469" h="18414">
                  <a:moveTo>
                    <a:pt x="77444" y="9105"/>
                  </a:moveTo>
                  <a:lnTo>
                    <a:pt x="18224" y="9105"/>
                  </a:lnTo>
                  <a:lnTo>
                    <a:pt x="18224" y="12522"/>
                  </a:lnTo>
                  <a:lnTo>
                    <a:pt x="77444" y="12522"/>
                  </a:lnTo>
                  <a:lnTo>
                    <a:pt x="77444" y="9105"/>
                  </a:lnTo>
                  <a:close/>
                </a:path>
                <a:path w="77469" h="18414">
                  <a:moveTo>
                    <a:pt x="18224" y="9105"/>
                  </a:moveTo>
                  <a:lnTo>
                    <a:pt x="17843" y="9105"/>
                  </a:lnTo>
                  <a:lnTo>
                    <a:pt x="17843" y="9456"/>
                  </a:lnTo>
                  <a:lnTo>
                    <a:pt x="18224" y="91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582267" y="4345876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w="0" h="163829">
                  <a:moveTo>
                    <a:pt x="0" y="72504"/>
                  </a:moveTo>
                  <a:lnTo>
                    <a:pt x="0" y="0"/>
                  </a:lnTo>
                </a:path>
                <a:path w="0" h="163829">
                  <a:moveTo>
                    <a:pt x="0" y="163626"/>
                  </a:moveTo>
                  <a:lnTo>
                    <a:pt x="0" y="126796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577327" y="4183760"/>
              <a:ext cx="173990" cy="111760"/>
            </a:xfrm>
            <a:custGeom>
              <a:avLst/>
              <a:gdLst/>
              <a:ahLst/>
              <a:cxnLst/>
              <a:rect l="l" t="t" r="r" b="b"/>
              <a:pathLst>
                <a:path w="173989" h="111760">
                  <a:moveTo>
                    <a:pt x="69088" y="69481"/>
                  </a:moveTo>
                  <a:lnTo>
                    <a:pt x="58851" y="55054"/>
                  </a:lnTo>
                  <a:lnTo>
                    <a:pt x="0" y="96812"/>
                  </a:lnTo>
                  <a:lnTo>
                    <a:pt x="9867" y="111252"/>
                  </a:lnTo>
                  <a:lnTo>
                    <a:pt x="69088" y="69481"/>
                  </a:lnTo>
                  <a:close/>
                </a:path>
                <a:path w="173989" h="111760">
                  <a:moveTo>
                    <a:pt x="173875" y="0"/>
                  </a:moveTo>
                  <a:lnTo>
                    <a:pt x="138569" y="0"/>
                  </a:lnTo>
                  <a:lnTo>
                    <a:pt x="137045" y="762"/>
                  </a:lnTo>
                  <a:lnTo>
                    <a:pt x="135915" y="1917"/>
                  </a:lnTo>
                  <a:lnTo>
                    <a:pt x="103263" y="24307"/>
                  </a:lnTo>
                  <a:lnTo>
                    <a:pt x="113131" y="38735"/>
                  </a:lnTo>
                  <a:lnTo>
                    <a:pt x="143052" y="17856"/>
                  </a:lnTo>
                  <a:lnTo>
                    <a:pt x="173875" y="17856"/>
                  </a:lnTo>
                  <a:lnTo>
                    <a:pt x="173875" y="8737"/>
                  </a:lnTo>
                  <a:lnTo>
                    <a:pt x="173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805495" y="4192689"/>
              <a:ext cx="199390" cy="0"/>
            </a:xfrm>
            <a:custGeom>
              <a:avLst/>
              <a:gdLst/>
              <a:ahLst/>
              <a:cxnLst/>
              <a:rect l="l" t="t" r="r" b="b"/>
              <a:pathLst>
                <a:path w="199389" h="0">
                  <a:moveTo>
                    <a:pt x="0" y="0"/>
                  </a:moveTo>
                  <a:lnTo>
                    <a:pt x="72123" y="0"/>
                  </a:lnTo>
                </a:path>
                <a:path w="199389" h="0">
                  <a:moveTo>
                    <a:pt x="126415" y="0"/>
                  </a:moveTo>
                  <a:lnTo>
                    <a:pt x="198920" y="0"/>
                  </a:lnTo>
                </a:path>
              </a:pathLst>
            </a:custGeom>
            <a:ln w="17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920519" y="4209211"/>
              <a:ext cx="69215" cy="56515"/>
            </a:xfrm>
            <a:custGeom>
              <a:avLst/>
              <a:gdLst/>
              <a:ahLst/>
              <a:cxnLst/>
              <a:rect l="l" t="t" r="r" b="b"/>
              <a:pathLst>
                <a:path w="69214" h="56514">
                  <a:moveTo>
                    <a:pt x="58470" y="0"/>
                  </a:moveTo>
                  <a:lnTo>
                    <a:pt x="0" y="42138"/>
                  </a:lnTo>
                  <a:lnTo>
                    <a:pt x="10248" y="56184"/>
                  </a:lnTo>
                  <a:lnTo>
                    <a:pt x="69100" y="14414"/>
                  </a:lnTo>
                  <a:lnTo>
                    <a:pt x="584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581886" y="4287786"/>
              <a:ext cx="299720" cy="0"/>
            </a:xfrm>
            <a:custGeom>
              <a:avLst/>
              <a:gdLst/>
              <a:ahLst/>
              <a:cxnLst/>
              <a:rect l="l" t="t" r="r" b="b"/>
              <a:pathLst>
                <a:path w="299719" h="0">
                  <a:moveTo>
                    <a:pt x="226644" y="0"/>
                  </a:moveTo>
                  <a:lnTo>
                    <a:pt x="299161" y="0"/>
                  </a:lnTo>
                </a:path>
                <a:path w="299719" h="0">
                  <a:moveTo>
                    <a:pt x="100215" y="0"/>
                  </a:moveTo>
                  <a:lnTo>
                    <a:pt x="172364" y="0"/>
                  </a:lnTo>
                </a:path>
                <a:path w="299719" h="0">
                  <a:moveTo>
                    <a:pt x="0" y="0"/>
                  </a:moveTo>
                  <a:lnTo>
                    <a:pt x="45935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879904" y="4377765"/>
              <a:ext cx="147320" cy="139065"/>
            </a:xfrm>
            <a:custGeom>
              <a:avLst/>
              <a:gdLst/>
              <a:ahLst/>
              <a:cxnLst/>
              <a:rect l="l" t="t" r="r" b="b"/>
              <a:pathLst>
                <a:path w="147319" h="139064">
                  <a:moveTo>
                    <a:pt x="68719" y="96431"/>
                  </a:moveTo>
                  <a:lnTo>
                    <a:pt x="58458" y="82003"/>
                  </a:lnTo>
                  <a:lnTo>
                    <a:pt x="0" y="124904"/>
                  </a:lnTo>
                  <a:lnTo>
                    <a:pt x="10248" y="138950"/>
                  </a:lnTo>
                  <a:lnTo>
                    <a:pt x="68719" y="96431"/>
                  </a:lnTo>
                  <a:close/>
                </a:path>
                <a:path w="147319" h="139064">
                  <a:moveTo>
                    <a:pt x="146913" y="0"/>
                  </a:moveTo>
                  <a:lnTo>
                    <a:pt x="131305" y="0"/>
                  </a:lnTo>
                  <a:lnTo>
                    <a:pt x="131305" y="28956"/>
                  </a:lnTo>
                  <a:lnTo>
                    <a:pt x="129463" y="31889"/>
                  </a:lnTo>
                  <a:lnTo>
                    <a:pt x="131292" y="28956"/>
                  </a:lnTo>
                  <a:lnTo>
                    <a:pt x="131305" y="0"/>
                  </a:lnTo>
                  <a:lnTo>
                    <a:pt x="128701" y="0"/>
                  </a:lnTo>
                  <a:lnTo>
                    <a:pt x="128701" y="30797"/>
                  </a:lnTo>
                  <a:lnTo>
                    <a:pt x="102120" y="49733"/>
                  </a:lnTo>
                  <a:lnTo>
                    <a:pt x="142748" y="42519"/>
                  </a:lnTo>
                  <a:lnTo>
                    <a:pt x="146913" y="34925"/>
                  </a:lnTo>
                  <a:lnTo>
                    <a:pt x="146913" y="28092"/>
                  </a:lnTo>
                  <a:lnTo>
                    <a:pt x="1469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017712" y="4251350"/>
              <a:ext cx="0" cy="72390"/>
            </a:xfrm>
            <a:custGeom>
              <a:avLst/>
              <a:gdLst/>
              <a:ahLst/>
              <a:cxnLst/>
              <a:rect l="l" t="t" r="r" b="b"/>
              <a:pathLst>
                <a:path w="0" h="72389">
                  <a:moveTo>
                    <a:pt x="0" y="72123"/>
                  </a:moveTo>
                  <a:lnTo>
                    <a:pt x="0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876107" y="4183760"/>
              <a:ext cx="151130" cy="135255"/>
            </a:xfrm>
            <a:custGeom>
              <a:avLst/>
              <a:gdLst/>
              <a:ahLst/>
              <a:cxnLst/>
              <a:rect l="l" t="t" r="r" b="b"/>
              <a:pathLst>
                <a:path w="151130" h="135254">
                  <a:moveTo>
                    <a:pt x="47840" y="86944"/>
                  </a:moveTo>
                  <a:lnTo>
                    <a:pt x="37211" y="72517"/>
                  </a:lnTo>
                  <a:lnTo>
                    <a:pt x="3797" y="96812"/>
                  </a:lnTo>
                  <a:lnTo>
                    <a:pt x="2654" y="97574"/>
                  </a:lnTo>
                  <a:lnTo>
                    <a:pt x="749" y="100622"/>
                  </a:lnTo>
                  <a:lnTo>
                    <a:pt x="0" y="102133"/>
                  </a:lnTo>
                  <a:lnTo>
                    <a:pt x="0" y="134785"/>
                  </a:lnTo>
                  <a:lnTo>
                    <a:pt x="18224" y="134785"/>
                  </a:lnTo>
                  <a:lnTo>
                    <a:pt x="18224" y="111252"/>
                  </a:lnTo>
                  <a:lnTo>
                    <a:pt x="18224" y="108254"/>
                  </a:lnTo>
                  <a:lnTo>
                    <a:pt x="24091" y="104025"/>
                  </a:lnTo>
                  <a:lnTo>
                    <a:pt x="47840" y="86944"/>
                  </a:lnTo>
                  <a:close/>
                </a:path>
                <a:path w="151130" h="135254">
                  <a:moveTo>
                    <a:pt x="150710" y="8737"/>
                  </a:moveTo>
                  <a:lnTo>
                    <a:pt x="150329" y="8737"/>
                  </a:lnTo>
                  <a:lnTo>
                    <a:pt x="150329" y="6858"/>
                  </a:lnTo>
                  <a:lnTo>
                    <a:pt x="149948" y="5334"/>
                  </a:lnTo>
                  <a:lnTo>
                    <a:pt x="147675" y="2286"/>
                  </a:lnTo>
                  <a:lnTo>
                    <a:pt x="145034" y="762"/>
                  </a:lnTo>
                  <a:lnTo>
                    <a:pt x="143129" y="0"/>
                  </a:lnTo>
                  <a:lnTo>
                    <a:pt x="139700" y="0"/>
                  </a:lnTo>
                  <a:lnTo>
                    <a:pt x="138188" y="762"/>
                  </a:lnTo>
                  <a:lnTo>
                    <a:pt x="136296" y="1917"/>
                  </a:lnTo>
                  <a:lnTo>
                    <a:pt x="81241" y="41389"/>
                  </a:lnTo>
                  <a:lnTo>
                    <a:pt x="91503" y="55435"/>
                  </a:lnTo>
                  <a:lnTo>
                    <a:pt x="144411" y="17475"/>
                  </a:lnTo>
                  <a:lnTo>
                    <a:pt x="144907" y="17119"/>
                  </a:lnTo>
                  <a:lnTo>
                    <a:pt x="145034" y="17094"/>
                  </a:lnTo>
                  <a:lnTo>
                    <a:pt x="146545" y="15951"/>
                  </a:lnTo>
                  <a:lnTo>
                    <a:pt x="144030" y="14668"/>
                  </a:lnTo>
                  <a:lnTo>
                    <a:pt x="141605" y="8737"/>
                  </a:lnTo>
                  <a:lnTo>
                    <a:pt x="143471" y="13296"/>
                  </a:lnTo>
                  <a:lnTo>
                    <a:pt x="150710" y="13296"/>
                  </a:lnTo>
                  <a:lnTo>
                    <a:pt x="150710" y="8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885213" y="4372825"/>
              <a:ext cx="0" cy="137160"/>
            </a:xfrm>
            <a:custGeom>
              <a:avLst/>
              <a:gdLst/>
              <a:ahLst/>
              <a:cxnLst/>
              <a:rect l="l" t="t" r="r" b="b"/>
              <a:pathLst>
                <a:path w="0" h="137160">
                  <a:moveTo>
                    <a:pt x="0" y="72516"/>
                  </a:moveTo>
                  <a:lnTo>
                    <a:pt x="0" y="0"/>
                  </a:lnTo>
                </a:path>
                <a:path w="0" h="137160">
                  <a:moveTo>
                    <a:pt x="0" y="136677"/>
                  </a:moveTo>
                  <a:lnTo>
                    <a:pt x="0" y="126809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799793" y="3985221"/>
              <a:ext cx="24130" cy="73025"/>
            </a:xfrm>
            <a:custGeom>
              <a:avLst/>
              <a:gdLst/>
              <a:ahLst/>
              <a:cxnLst/>
              <a:rect l="l" t="t" r="r" b="b"/>
              <a:pathLst>
                <a:path w="24130" h="73025">
                  <a:moveTo>
                    <a:pt x="6083" y="0"/>
                  </a:moveTo>
                  <a:lnTo>
                    <a:pt x="0" y="30746"/>
                  </a:lnTo>
                  <a:lnTo>
                    <a:pt x="0" y="72885"/>
                  </a:lnTo>
                  <a:lnTo>
                    <a:pt x="18237" y="72885"/>
                  </a:lnTo>
                  <a:lnTo>
                    <a:pt x="18237" y="32270"/>
                  </a:lnTo>
                  <a:lnTo>
                    <a:pt x="8737" y="32270"/>
                  </a:lnTo>
                  <a:lnTo>
                    <a:pt x="17856" y="34162"/>
                  </a:lnTo>
                  <a:lnTo>
                    <a:pt x="23533" y="3035"/>
                  </a:lnTo>
                  <a:lnTo>
                    <a:pt x="60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808911" y="3137458"/>
              <a:ext cx="3476625" cy="1047750"/>
            </a:xfrm>
            <a:custGeom>
              <a:avLst/>
              <a:gdLst/>
              <a:ahLst/>
              <a:cxnLst/>
              <a:rect l="l" t="t" r="r" b="b"/>
              <a:pathLst>
                <a:path w="3476625" h="1047750">
                  <a:moveTo>
                    <a:pt x="0" y="1047445"/>
                  </a:moveTo>
                  <a:lnTo>
                    <a:pt x="0" y="974940"/>
                  </a:lnTo>
                </a:path>
                <a:path w="3476625" h="1047750">
                  <a:moveTo>
                    <a:pt x="2903512" y="299161"/>
                  </a:moveTo>
                  <a:lnTo>
                    <a:pt x="3476028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5256072" y="3082416"/>
              <a:ext cx="135255" cy="109855"/>
            </a:xfrm>
            <a:custGeom>
              <a:avLst/>
              <a:gdLst/>
              <a:ahLst/>
              <a:cxnLst/>
              <a:rect l="l" t="t" r="r" b="b"/>
              <a:pathLst>
                <a:path w="135254" h="109855">
                  <a:moveTo>
                    <a:pt x="134785" y="0"/>
                  </a:moveTo>
                  <a:lnTo>
                    <a:pt x="0" y="3035"/>
                  </a:lnTo>
                  <a:lnTo>
                    <a:pt x="56184" y="109334"/>
                  </a:lnTo>
                  <a:lnTo>
                    <a:pt x="1347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4529646" y="2806258"/>
            <a:ext cx="24193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20">
                <a:latin typeface="Times New Roman"/>
                <a:cs typeface="Times New Roman"/>
              </a:rPr>
              <a:t>(S1)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2953524" y="3001175"/>
            <a:ext cx="66040" cy="151130"/>
          </a:xfrm>
          <a:custGeom>
            <a:avLst/>
            <a:gdLst/>
            <a:ahLst/>
            <a:cxnLst/>
            <a:rect l="l" t="t" r="r" b="b"/>
            <a:pathLst>
              <a:path w="66039" h="151130">
                <a:moveTo>
                  <a:pt x="0" y="0"/>
                </a:moveTo>
                <a:lnTo>
                  <a:pt x="65676" y="0"/>
                </a:lnTo>
                <a:lnTo>
                  <a:pt x="65676" y="151104"/>
                </a:lnTo>
                <a:lnTo>
                  <a:pt x="0" y="151104"/>
                </a:lnTo>
                <a:lnTo>
                  <a:pt x="0" y="0"/>
                </a:lnTo>
                <a:close/>
              </a:path>
            </a:pathLst>
          </a:custGeom>
          <a:ln w="182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2873639" y="2806258"/>
            <a:ext cx="24193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20">
                <a:latin typeface="Times New Roman"/>
                <a:cs typeface="Times New Roman"/>
              </a:rPr>
              <a:t>(S4)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2751556" y="4591507"/>
            <a:ext cx="716915" cy="527685"/>
            <a:chOff x="2751556" y="4591507"/>
            <a:chExt cx="716915" cy="527685"/>
          </a:xfrm>
        </p:grpSpPr>
        <p:sp>
          <p:nvSpPr>
            <p:cNvPr id="43" name="object 43" descr=""/>
            <p:cNvSpPr/>
            <p:nvPr/>
          </p:nvSpPr>
          <p:spPr>
            <a:xfrm>
              <a:off x="2760662" y="4754740"/>
              <a:ext cx="488315" cy="355600"/>
            </a:xfrm>
            <a:custGeom>
              <a:avLst/>
              <a:gdLst/>
              <a:ahLst/>
              <a:cxnLst/>
              <a:rect l="l" t="t" r="r" b="b"/>
              <a:pathLst>
                <a:path w="488314" h="355600">
                  <a:moveTo>
                    <a:pt x="0" y="354977"/>
                  </a:moveTo>
                  <a:lnTo>
                    <a:pt x="488213" y="354977"/>
                  </a:lnTo>
                  <a:lnTo>
                    <a:pt x="488213" y="0"/>
                  </a:lnTo>
                  <a:lnTo>
                    <a:pt x="0" y="0"/>
                  </a:lnTo>
                  <a:lnTo>
                    <a:pt x="0" y="354977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760662" y="4600613"/>
              <a:ext cx="699135" cy="509270"/>
            </a:xfrm>
            <a:custGeom>
              <a:avLst/>
              <a:gdLst/>
              <a:ahLst/>
              <a:cxnLst/>
              <a:rect l="l" t="t" r="r" b="b"/>
              <a:pathLst>
                <a:path w="699135" h="509270">
                  <a:moveTo>
                    <a:pt x="0" y="154520"/>
                  </a:moveTo>
                  <a:lnTo>
                    <a:pt x="217550" y="0"/>
                  </a:lnTo>
                  <a:lnTo>
                    <a:pt x="698563" y="0"/>
                  </a:lnTo>
                  <a:lnTo>
                    <a:pt x="487870" y="154520"/>
                  </a:lnTo>
                  <a:lnTo>
                    <a:pt x="0" y="154520"/>
                  </a:lnTo>
                </a:path>
                <a:path w="699135" h="509270">
                  <a:moveTo>
                    <a:pt x="487870" y="509104"/>
                  </a:moveTo>
                  <a:lnTo>
                    <a:pt x="698563" y="354215"/>
                  </a:lnTo>
                  <a:lnTo>
                    <a:pt x="698563" y="0"/>
                  </a:lnTo>
                  <a:lnTo>
                    <a:pt x="487870" y="154520"/>
                  </a:lnTo>
                  <a:lnTo>
                    <a:pt x="487870" y="509104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2631805" y="5183592"/>
            <a:ext cx="93345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Degreasing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Tanks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4994884" y="3626065"/>
            <a:ext cx="66040" cy="97790"/>
          </a:xfrm>
          <a:custGeom>
            <a:avLst/>
            <a:gdLst/>
            <a:ahLst/>
            <a:cxnLst/>
            <a:rect l="l" t="t" r="r" b="b"/>
            <a:pathLst>
              <a:path w="66039" h="97789">
                <a:moveTo>
                  <a:pt x="0" y="0"/>
                </a:moveTo>
                <a:lnTo>
                  <a:pt x="65678" y="0"/>
                </a:lnTo>
                <a:lnTo>
                  <a:pt x="65678" y="97570"/>
                </a:lnTo>
                <a:lnTo>
                  <a:pt x="0" y="97570"/>
                </a:lnTo>
                <a:lnTo>
                  <a:pt x="0" y="0"/>
                </a:lnTo>
                <a:close/>
              </a:path>
            </a:pathLst>
          </a:custGeom>
          <a:ln w="182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4994884" y="3864483"/>
            <a:ext cx="66040" cy="99060"/>
          </a:xfrm>
          <a:custGeom>
            <a:avLst/>
            <a:gdLst/>
            <a:ahLst/>
            <a:cxnLst/>
            <a:rect l="l" t="t" r="r" b="b"/>
            <a:pathLst>
              <a:path w="66039" h="99060">
                <a:moveTo>
                  <a:pt x="0" y="0"/>
                </a:moveTo>
                <a:lnTo>
                  <a:pt x="65678" y="0"/>
                </a:lnTo>
                <a:lnTo>
                  <a:pt x="65678" y="98709"/>
                </a:lnTo>
                <a:lnTo>
                  <a:pt x="0" y="98709"/>
                </a:lnTo>
                <a:lnTo>
                  <a:pt x="0" y="0"/>
                </a:lnTo>
                <a:close/>
              </a:path>
            </a:pathLst>
          </a:custGeom>
          <a:ln w="182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 txBox="1"/>
          <p:nvPr/>
        </p:nvSpPr>
        <p:spPr>
          <a:xfrm>
            <a:off x="5422949" y="2970265"/>
            <a:ext cx="33845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Times New Roman"/>
                <a:cs typeface="Times New Roman"/>
              </a:rPr>
              <a:t>Roller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5449904" y="4155894"/>
            <a:ext cx="593725" cy="3194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22885" marR="5080" indent="-21082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PB1</a:t>
            </a:r>
            <a:r>
              <a:rPr dirty="0" sz="950" spc="5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(Start) </a:t>
            </a:r>
            <a:r>
              <a:rPr dirty="0" sz="950" spc="-25">
                <a:latin typeface="Times New Roman"/>
                <a:cs typeface="Times New Roman"/>
              </a:rPr>
              <a:t>(0)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855624" y="4279061"/>
            <a:ext cx="4815840" cy="274320"/>
            <a:chOff x="855624" y="4279061"/>
            <a:chExt cx="4815840" cy="274320"/>
          </a:xfrm>
        </p:grpSpPr>
        <p:pic>
          <p:nvPicPr>
            <p:cNvPr id="51" name="object 5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12041" y="4370552"/>
              <a:ext cx="459371" cy="164376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5624" y="4279061"/>
              <a:ext cx="160197" cy="274154"/>
            </a:xfrm>
            <a:prstGeom prst="rect">
              <a:avLst/>
            </a:prstGeom>
          </p:spPr>
        </p:pic>
      </p:grpSp>
      <p:sp>
        <p:nvSpPr>
          <p:cNvPr id="53" name="object 53" descr=""/>
          <p:cNvSpPr txBox="1"/>
          <p:nvPr/>
        </p:nvSpPr>
        <p:spPr>
          <a:xfrm>
            <a:off x="983391" y="4610328"/>
            <a:ext cx="41910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PB2</a:t>
            </a:r>
            <a:r>
              <a:rPr dirty="0" sz="950" spc="5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(1)</a:t>
            </a:r>
            <a:endParaRPr sz="950">
              <a:latin typeface="Times New Roman"/>
              <a:cs typeface="Times New Roman"/>
            </a:endParaRPr>
          </a:p>
        </p:txBody>
      </p:sp>
      <p:pic>
        <p:nvPicPr>
          <p:cNvPr id="54" name="object 5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0567" y="5195519"/>
            <a:ext cx="253974" cy="254355"/>
          </a:xfrm>
          <a:prstGeom prst="rect">
            <a:avLst/>
          </a:prstGeom>
        </p:spPr>
      </p:pic>
      <p:sp>
        <p:nvSpPr>
          <p:cNvPr id="55" name="object 55" descr=""/>
          <p:cNvSpPr txBox="1"/>
          <p:nvPr/>
        </p:nvSpPr>
        <p:spPr>
          <a:xfrm>
            <a:off x="760539" y="5464907"/>
            <a:ext cx="379730" cy="3194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Times New Roman"/>
                <a:cs typeface="Times New Roman"/>
              </a:rPr>
              <a:t>Buzzer (1004)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56" name="object 56" descr=""/>
          <p:cNvGrpSpPr/>
          <p:nvPr/>
        </p:nvGrpSpPr>
        <p:grpSpPr>
          <a:xfrm>
            <a:off x="2365844" y="2575598"/>
            <a:ext cx="1332230" cy="120014"/>
            <a:chOff x="2365844" y="2575598"/>
            <a:chExt cx="1332230" cy="120014"/>
          </a:xfrm>
        </p:grpSpPr>
        <p:sp>
          <p:nvSpPr>
            <p:cNvPr id="57" name="object 57" descr=""/>
            <p:cNvSpPr/>
            <p:nvPr/>
          </p:nvSpPr>
          <p:spPr>
            <a:xfrm>
              <a:off x="2485047" y="2635567"/>
              <a:ext cx="1093470" cy="0"/>
            </a:xfrm>
            <a:custGeom>
              <a:avLst/>
              <a:gdLst/>
              <a:ahLst/>
              <a:cxnLst/>
              <a:rect l="l" t="t" r="r" b="b"/>
              <a:pathLst>
                <a:path w="1093470" h="0">
                  <a:moveTo>
                    <a:pt x="0" y="0"/>
                  </a:moveTo>
                  <a:lnTo>
                    <a:pt x="1093012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2365845" y="2575597"/>
              <a:ext cx="1332230" cy="120014"/>
            </a:xfrm>
            <a:custGeom>
              <a:avLst/>
              <a:gdLst/>
              <a:ahLst/>
              <a:cxnLst/>
              <a:rect l="l" t="t" r="r" b="b"/>
              <a:pathLst>
                <a:path w="1332229" h="120014">
                  <a:moveTo>
                    <a:pt x="120345" y="0"/>
                  </a:moveTo>
                  <a:lnTo>
                    <a:pt x="0" y="60350"/>
                  </a:lnTo>
                  <a:lnTo>
                    <a:pt x="120345" y="119976"/>
                  </a:lnTo>
                  <a:lnTo>
                    <a:pt x="120345" y="0"/>
                  </a:lnTo>
                  <a:close/>
                </a:path>
                <a:path w="1332229" h="120014">
                  <a:moveTo>
                    <a:pt x="1331810" y="60350"/>
                  </a:moveTo>
                  <a:lnTo>
                    <a:pt x="1211453" y="0"/>
                  </a:lnTo>
                  <a:lnTo>
                    <a:pt x="1211453" y="119976"/>
                  </a:lnTo>
                  <a:lnTo>
                    <a:pt x="1331810" y="60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 descr=""/>
          <p:cNvSpPr txBox="1"/>
          <p:nvPr/>
        </p:nvSpPr>
        <p:spPr>
          <a:xfrm>
            <a:off x="1720659" y="2553037"/>
            <a:ext cx="60071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Left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(1001)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3754411" y="2553037"/>
            <a:ext cx="67056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Right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(1003)</a:t>
            </a:r>
            <a:endParaRPr sz="950">
              <a:latin typeface="Times New Roman"/>
              <a:cs typeface="Times New Roman"/>
            </a:endParaRPr>
          </a:p>
        </p:txBody>
      </p:sp>
      <p:pic>
        <p:nvPicPr>
          <p:cNvPr id="61" name="object 6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7301" y="4798796"/>
            <a:ext cx="458977" cy="161912"/>
          </a:xfrm>
          <a:prstGeom prst="rect">
            <a:avLst/>
          </a:prstGeom>
        </p:spPr>
      </p:pic>
      <p:pic>
        <p:nvPicPr>
          <p:cNvPr id="62" name="object 6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04061" y="5019243"/>
            <a:ext cx="213347" cy="177406"/>
          </a:xfrm>
          <a:prstGeom prst="rect">
            <a:avLst/>
          </a:prstGeom>
        </p:spPr>
      </p:pic>
      <p:sp>
        <p:nvSpPr>
          <p:cNvPr id="63" name="object 63" descr=""/>
          <p:cNvSpPr txBox="1"/>
          <p:nvPr/>
        </p:nvSpPr>
        <p:spPr>
          <a:xfrm>
            <a:off x="1366451" y="5249269"/>
            <a:ext cx="47117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Times New Roman"/>
                <a:cs typeface="Times New Roman"/>
              </a:rPr>
              <a:t>Operator</a:t>
            </a:r>
            <a:endParaRPr sz="950">
              <a:latin typeface="Times New Roman"/>
              <a:cs typeface="Times New Roman"/>
            </a:endParaRPr>
          </a:p>
        </p:txBody>
      </p:sp>
      <p:pic>
        <p:nvPicPr>
          <p:cNvPr id="64" name="object 6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368836" y="5019751"/>
            <a:ext cx="211454" cy="176898"/>
          </a:xfrm>
          <a:prstGeom prst="rect">
            <a:avLst/>
          </a:prstGeom>
        </p:spPr>
      </p:pic>
      <p:sp>
        <p:nvSpPr>
          <p:cNvPr id="65" name="object 65" descr=""/>
          <p:cNvSpPr txBox="1"/>
          <p:nvPr/>
        </p:nvSpPr>
        <p:spPr>
          <a:xfrm>
            <a:off x="5231229" y="5249269"/>
            <a:ext cx="47117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Times New Roman"/>
                <a:cs typeface="Times New Roman"/>
              </a:rPr>
              <a:t>Operator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66" name="object 66" descr=""/>
          <p:cNvGrpSpPr/>
          <p:nvPr/>
        </p:nvGrpSpPr>
        <p:grpSpPr>
          <a:xfrm>
            <a:off x="6327051" y="3486746"/>
            <a:ext cx="120014" cy="701675"/>
            <a:chOff x="6327051" y="3486746"/>
            <a:chExt cx="120014" cy="701675"/>
          </a:xfrm>
        </p:grpSpPr>
        <p:sp>
          <p:nvSpPr>
            <p:cNvPr id="67" name="object 67" descr=""/>
            <p:cNvSpPr/>
            <p:nvPr/>
          </p:nvSpPr>
          <p:spPr>
            <a:xfrm>
              <a:off x="6386652" y="3605568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w="0" h="463550">
                  <a:moveTo>
                    <a:pt x="0" y="0"/>
                  </a:moveTo>
                  <a:lnTo>
                    <a:pt x="0" y="463169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6327051" y="3486746"/>
              <a:ext cx="120014" cy="701675"/>
            </a:xfrm>
            <a:custGeom>
              <a:avLst/>
              <a:gdLst/>
              <a:ahLst/>
              <a:cxnLst/>
              <a:rect l="l" t="t" r="r" b="b"/>
              <a:pathLst>
                <a:path w="120014" h="701675">
                  <a:moveTo>
                    <a:pt x="119964" y="581228"/>
                  </a:moveTo>
                  <a:lnTo>
                    <a:pt x="0" y="581228"/>
                  </a:lnTo>
                  <a:lnTo>
                    <a:pt x="59982" y="701205"/>
                  </a:lnTo>
                  <a:lnTo>
                    <a:pt x="119964" y="581228"/>
                  </a:lnTo>
                  <a:close/>
                </a:path>
                <a:path w="120014" h="701675">
                  <a:moveTo>
                    <a:pt x="119964" y="119951"/>
                  </a:moveTo>
                  <a:lnTo>
                    <a:pt x="59982" y="0"/>
                  </a:lnTo>
                  <a:lnTo>
                    <a:pt x="0" y="119951"/>
                  </a:lnTo>
                  <a:lnTo>
                    <a:pt x="119964" y="1199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 descr=""/>
          <p:cNvSpPr txBox="1"/>
          <p:nvPr/>
        </p:nvSpPr>
        <p:spPr>
          <a:xfrm>
            <a:off x="5163652" y="3343455"/>
            <a:ext cx="1793875" cy="683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61745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Up</a:t>
            </a:r>
            <a:r>
              <a:rPr dirty="0" sz="950" spc="3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(1000)</a:t>
            </a:r>
            <a:endParaRPr sz="950">
              <a:latin typeface="Times New Roman"/>
              <a:cs typeface="Times New Roman"/>
            </a:endParaRPr>
          </a:p>
          <a:p>
            <a:pPr marL="12700" marR="753110" indent="4445">
              <a:lnSpc>
                <a:spcPct val="170400"/>
              </a:lnSpc>
              <a:spcBef>
                <a:spcPts val="114"/>
              </a:spcBef>
            </a:pPr>
            <a:r>
              <a:rPr dirty="0" sz="950">
                <a:latin typeface="Times New Roman"/>
                <a:cs typeface="Times New Roman"/>
              </a:rPr>
              <a:t>Up</a:t>
            </a:r>
            <a:r>
              <a:rPr dirty="0" sz="950" spc="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Sensor</a:t>
            </a:r>
            <a:r>
              <a:rPr dirty="0" sz="950" spc="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(S3)</a:t>
            </a:r>
            <a:r>
              <a:rPr dirty="0" sz="950" spc="60">
                <a:latin typeface="Times New Roman"/>
                <a:cs typeface="Times New Roman"/>
              </a:rPr>
              <a:t> </a:t>
            </a:r>
            <a:r>
              <a:rPr dirty="0" sz="950" spc="-50">
                <a:latin typeface="Times New Roman"/>
                <a:cs typeface="Times New Roman"/>
              </a:rPr>
              <a:t>4</a:t>
            </a:r>
            <a:r>
              <a:rPr dirty="0" sz="950">
                <a:latin typeface="Times New Roman"/>
                <a:cs typeface="Times New Roman"/>
              </a:rPr>
              <a:t> Down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Sensor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(S2)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 spc="-50">
                <a:latin typeface="Times New Roman"/>
                <a:cs typeface="Times New Roman"/>
              </a:rPr>
              <a:t>3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1291282" y="2751969"/>
            <a:ext cx="292735" cy="43497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algn="r" marR="55880">
              <a:lnSpc>
                <a:spcPct val="100000"/>
              </a:lnSpc>
              <a:spcBef>
                <a:spcPts val="560"/>
              </a:spcBef>
            </a:pPr>
            <a:r>
              <a:rPr dirty="0" sz="950" spc="-20">
                <a:latin typeface="Times New Roman"/>
                <a:cs typeface="Times New Roman"/>
              </a:rPr>
              <a:t>(S5)</a:t>
            </a:r>
            <a:endParaRPr sz="9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475"/>
              </a:spcBef>
            </a:pPr>
            <a:r>
              <a:rPr dirty="0" sz="950" spc="-50">
                <a:latin typeface="Times New Roman"/>
                <a:cs typeface="Times New Roman"/>
              </a:rPr>
              <a:t>6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6495822" y="4188923"/>
            <a:ext cx="697230" cy="3194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ts val="1135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Down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(1002)</a:t>
            </a:r>
            <a:endParaRPr sz="950">
              <a:latin typeface="Times New Roman"/>
              <a:cs typeface="Times New Roman"/>
            </a:endParaRPr>
          </a:p>
          <a:p>
            <a:pPr algn="ctr" marL="635">
              <a:lnSpc>
                <a:spcPts val="1135"/>
              </a:lnSpc>
            </a:pPr>
            <a:r>
              <a:rPr dirty="0" sz="950" spc="-20">
                <a:latin typeface="Times New Roman"/>
                <a:cs typeface="Times New Roman"/>
              </a:rPr>
              <a:t>(07)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2" name="object 72" descr=""/>
          <p:cNvSpPr/>
          <p:nvPr/>
        </p:nvSpPr>
        <p:spPr>
          <a:xfrm>
            <a:off x="6377546" y="4470780"/>
            <a:ext cx="459105" cy="128270"/>
          </a:xfrm>
          <a:custGeom>
            <a:avLst/>
            <a:gdLst/>
            <a:ahLst/>
            <a:cxnLst/>
            <a:rect l="l" t="t" r="r" b="b"/>
            <a:pathLst>
              <a:path w="459104" h="128270">
                <a:moveTo>
                  <a:pt x="228549" y="0"/>
                </a:moveTo>
                <a:lnTo>
                  <a:pt x="228549" y="89217"/>
                </a:lnTo>
              </a:path>
              <a:path w="459104" h="128270">
                <a:moveTo>
                  <a:pt x="142367" y="89217"/>
                </a:moveTo>
                <a:lnTo>
                  <a:pt x="313969" y="89217"/>
                </a:lnTo>
              </a:path>
              <a:path w="459104" h="128270">
                <a:moveTo>
                  <a:pt x="0" y="127939"/>
                </a:moveTo>
                <a:lnTo>
                  <a:pt x="132880" y="127939"/>
                </a:lnTo>
              </a:path>
              <a:path w="459104" h="128270">
                <a:moveTo>
                  <a:pt x="458990" y="127939"/>
                </a:moveTo>
                <a:lnTo>
                  <a:pt x="326491" y="127939"/>
                </a:lnTo>
              </a:path>
            </a:pathLst>
          </a:custGeom>
          <a:ln w="182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 txBox="1"/>
          <p:nvPr/>
        </p:nvSpPr>
        <p:spPr>
          <a:xfrm>
            <a:off x="6446469" y="4658921"/>
            <a:ext cx="30353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Times New Roman"/>
                <a:cs typeface="Times New Roman"/>
              </a:rPr>
              <a:t>Reset</a:t>
            </a:r>
            <a:endParaRPr sz="950">
              <a:latin typeface="Times New Roman"/>
              <a:cs typeface="Times New Roman"/>
            </a:endParaRPr>
          </a:p>
        </p:txBody>
      </p:sp>
      <p:pic>
        <p:nvPicPr>
          <p:cNvPr id="74" name="object 7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77546" y="4870932"/>
            <a:ext cx="458990" cy="149186"/>
          </a:xfrm>
          <a:prstGeom prst="rect">
            <a:avLst/>
          </a:prstGeom>
        </p:spPr>
      </p:pic>
      <p:sp>
        <p:nvSpPr>
          <p:cNvPr id="75" name="object 75" descr=""/>
          <p:cNvSpPr txBox="1"/>
          <p:nvPr/>
        </p:nvSpPr>
        <p:spPr>
          <a:xfrm>
            <a:off x="6455578" y="5066659"/>
            <a:ext cx="629285" cy="3200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Stop</a:t>
            </a:r>
            <a:r>
              <a:rPr dirty="0" sz="950" spc="6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Button </a:t>
            </a:r>
            <a:r>
              <a:rPr dirty="0" sz="950" spc="-25">
                <a:latin typeface="Times New Roman"/>
                <a:cs typeface="Times New Roman"/>
              </a:rPr>
              <a:t>(8)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6813319" y="10079396"/>
            <a:ext cx="254635" cy="1511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z="950" spc="70">
                <a:latin typeface="Times New Roman"/>
                <a:cs typeface="Times New Roman"/>
              </a:rPr>
              <a:t>6-</a:t>
            </a:r>
            <a:r>
              <a:rPr dirty="0" sz="950" spc="40">
                <a:latin typeface="Times New Roman"/>
                <a:cs typeface="Times New Roman"/>
              </a:rPr>
              <a:t>4l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3103322" y="3010888"/>
            <a:ext cx="8826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50">
                <a:latin typeface="Times New Roman"/>
                <a:cs typeface="Times New Roman"/>
              </a:rPr>
              <a:t>5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4749839" y="3010888"/>
            <a:ext cx="8826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50"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1082" y="961543"/>
            <a:ext cx="537845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1495" algn="l"/>
              </a:tabLst>
            </a:pPr>
            <a:r>
              <a:rPr dirty="0" sz="1550" spc="40">
                <a:latin typeface="Times New Roman"/>
                <a:cs typeface="Times New Roman"/>
              </a:rPr>
              <a:t>6.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5" name="object 5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31082" y="1382128"/>
            <a:ext cx="6410960" cy="961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362075" marR="5080">
              <a:lnSpc>
                <a:spcPct val="103600"/>
              </a:lnSpc>
              <a:spcBef>
                <a:spcPts val="95"/>
              </a:spcBef>
            </a:pPr>
            <a:r>
              <a:rPr dirty="0" sz="950">
                <a:latin typeface="Times New Roman"/>
                <a:cs typeface="Times New Roman"/>
              </a:rPr>
              <a:t>At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anytime,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Stop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Puzh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Button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can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ztop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crane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from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moving.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Upon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releaze,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will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continue </a:t>
            </a:r>
            <a:r>
              <a:rPr dirty="0" sz="950">
                <a:latin typeface="Times New Roman"/>
                <a:cs typeface="Times New Roman"/>
              </a:rPr>
              <a:t>from</a:t>
            </a:r>
            <a:r>
              <a:rPr dirty="0" sz="950" spc="15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where</a:t>
            </a:r>
            <a:r>
              <a:rPr dirty="0" sz="950" spc="15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ztopz.</a:t>
            </a:r>
            <a:r>
              <a:rPr dirty="0" sz="950" spc="15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Rezet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Puzh</a:t>
            </a:r>
            <a:r>
              <a:rPr dirty="0" sz="950" spc="15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Button</a:t>
            </a:r>
            <a:r>
              <a:rPr dirty="0" sz="950" spc="15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15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uzed</a:t>
            </a:r>
            <a:r>
              <a:rPr dirty="0" sz="950" spc="1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15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you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want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15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ztart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over</a:t>
            </a:r>
            <a:r>
              <a:rPr dirty="0" sz="950" spc="1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again</a:t>
            </a:r>
            <a:r>
              <a:rPr dirty="0" sz="950" spc="15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from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the </a:t>
            </a:r>
            <a:r>
              <a:rPr dirty="0" sz="950" spc="-10">
                <a:latin typeface="Times New Roman"/>
                <a:cs typeface="Times New Roman"/>
              </a:rPr>
              <a:t>beginning.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950">
              <a:latin typeface="Times New Roman"/>
              <a:cs typeface="Times New Roman"/>
            </a:endParaRPr>
          </a:p>
          <a:p>
            <a:pPr marL="237490" indent="-224790">
              <a:lnSpc>
                <a:spcPct val="100000"/>
              </a:lnSpc>
              <a:buFont typeface="Symbol"/>
              <a:buChar char=""/>
              <a:tabLst>
                <a:tab pos="237490" algn="l"/>
              </a:tabLst>
            </a:pPr>
            <a:r>
              <a:rPr dirty="0" sz="1150" spc="65">
                <a:latin typeface="Times New Roman"/>
                <a:cs typeface="Times New Roman"/>
              </a:rPr>
              <a:t>I/O </a:t>
            </a:r>
            <a:r>
              <a:rPr dirty="0" sz="1150" spc="-10">
                <a:latin typeface="Times New Roman"/>
                <a:cs typeface="Times New Roman"/>
              </a:rPr>
              <a:t>Assignment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42</a:t>
            </a: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1984298" y="2516771"/>
          <a:ext cx="2175510" cy="15976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/>
                <a:gridCol w="1394460"/>
              </a:tblGrid>
              <a:tr h="1689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55">
                          <a:latin typeface="Times New Roman"/>
                          <a:cs typeface="Times New Roman"/>
                        </a:rPr>
                        <a:t>Input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Device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80">
                          <a:latin typeface="Times New Roman"/>
                          <a:cs typeface="Times New Roman"/>
                        </a:rPr>
                        <a:t>PBl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(Start</a:t>
                      </a:r>
                      <a:r>
                        <a:rPr dirty="0" sz="9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button)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40">
                          <a:latin typeface="Times New Roman"/>
                          <a:cs typeface="Times New Roman"/>
                        </a:rPr>
                        <a:t>0000l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PB2</a:t>
                      </a:r>
                      <a:r>
                        <a:rPr dirty="0" sz="95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(Return</a:t>
                      </a:r>
                      <a:r>
                        <a:rPr dirty="0" sz="95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button)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110">
                          <a:latin typeface="Times New Roman"/>
                          <a:cs typeface="Times New Roman"/>
                        </a:rPr>
                        <a:t>Sl</a:t>
                      </a:r>
                      <a:r>
                        <a:rPr dirty="0" sz="9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(Senzor</a:t>
                      </a:r>
                      <a:r>
                        <a:rPr dirty="0" sz="9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95">
                          <a:latin typeface="Times New Roman"/>
                          <a:cs typeface="Times New Roman"/>
                        </a:rPr>
                        <a:t>l)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S2</a:t>
                      </a:r>
                      <a:r>
                        <a:rPr dirty="0" sz="95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(Down</a:t>
                      </a:r>
                      <a:r>
                        <a:rPr dirty="0" sz="9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zenzor)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S3</a:t>
                      </a:r>
                      <a:r>
                        <a:rPr dirty="0" sz="9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(Up</a:t>
                      </a:r>
                      <a:r>
                        <a:rPr dirty="0" sz="9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zenzor)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114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114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S4</a:t>
                      </a:r>
                      <a:r>
                        <a:rPr dirty="0" sz="9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(Degreaze</a:t>
                      </a:r>
                      <a:r>
                        <a:rPr dirty="0" sz="9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zenzor)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00006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S5</a:t>
                      </a:r>
                      <a:r>
                        <a:rPr dirty="0" sz="95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(End</a:t>
                      </a:r>
                      <a:r>
                        <a:rPr dirty="0" sz="95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zenzor)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00007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RST</a:t>
                      </a:r>
                      <a:r>
                        <a:rPr dirty="0" sz="95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(Rezet</a:t>
                      </a:r>
                      <a:r>
                        <a:rPr dirty="0" sz="95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button)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Stop</a:t>
                      </a:r>
                      <a:r>
                        <a:rPr dirty="0" sz="95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(Stop</a:t>
                      </a:r>
                      <a:r>
                        <a:rPr dirty="0" sz="9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button</a:t>
                      </a:r>
                      <a:r>
                        <a:rPr dirty="0" sz="9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latch)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4289691" y="2516771"/>
          <a:ext cx="2063750" cy="9607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400"/>
                <a:gridCol w="1181100"/>
              </a:tblGrid>
              <a:tr h="1689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55">
                          <a:latin typeface="Times New Roman"/>
                          <a:cs typeface="Times New Roman"/>
                        </a:rPr>
                        <a:t>Output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Device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45">
                          <a:latin typeface="Times New Roman"/>
                          <a:cs typeface="Times New Roman"/>
                        </a:rPr>
                        <a:t>0l000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dirty="0" sz="9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motor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80">
                          <a:latin typeface="Times New Roman"/>
                          <a:cs typeface="Times New Roman"/>
                        </a:rPr>
                        <a:t>0l00l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Left</a:t>
                      </a:r>
                      <a:r>
                        <a:rPr dirty="0" sz="9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motor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 marL="63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45">
                          <a:latin typeface="Times New Roman"/>
                          <a:cs typeface="Times New Roman"/>
                        </a:rPr>
                        <a:t>0l002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Down</a:t>
                      </a:r>
                      <a:r>
                        <a:rPr dirty="0" sz="9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motor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45">
                          <a:latin typeface="Times New Roman"/>
                          <a:cs typeface="Times New Roman"/>
                        </a:rPr>
                        <a:t>0l003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Right</a:t>
                      </a:r>
                      <a:r>
                        <a:rPr dirty="0" sz="95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motor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45">
                          <a:latin typeface="Times New Roman"/>
                          <a:cs typeface="Times New Roman"/>
                        </a:rPr>
                        <a:t>0l004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Buzzer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1082" y="961543"/>
            <a:ext cx="538162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2765" algn="l"/>
              </a:tabLst>
            </a:pPr>
            <a:r>
              <a:rPr dirty="0" sz="1550" spc="40">
                <a:latin typeface="Times New Roman"/>
                <a:cs typeface="Times New Roman"/>
              </a:rPr>
              <a:t>6.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5" name="object 5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43966" y="1403261"/>
            <a:ext cx="6410960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Ladder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diagram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: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Main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 spc="-50">
                <a:latin typeface="Times New Roman"/>
                <a:cs typeface="Times New Roman"/>
              </a:rPr>
              <a:t>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43966" y="1580730"/>
            <a:ext cx="6410960" cy="246379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Main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 spc="-50">
                <a:latin typeface="Arial"/>
                <a:cs typeface="Arial"/>
              </a:rPr>
              <a:t>–</a:t>
            </a:r>
            <a:endParaRPr sz="750">
              <a:latin typeface="Arial"/>
              <a:cs typeface="Arial"/>
            </a:endParaRPr>
          </a:p>
          <a:p>
            <a:pPr marL="67310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Times New Roman"/>
                <a:cs typeface="Times New Roman"/>
              </a:rPr>
              <a:t>Program</a:t>
            </a:r>
            <a:r>
              <a:rPr dirty="0" sz="750" spc="12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for</a:t>
            </a:r>
            <a:r>
              <a:rPr dirty="0" sz="750" spc="13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degreazing</a:t>
            </a:r>
            <a:r>
              <a:rPr dirty="0" sz="750" spc="125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tank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638632" y="2589491"/>
            <a:ext cx="6419850" cy="2848610"/>
            <a:chOff x="638632" y="2589491"/>
            <a:chExt cx="6419850" cy="2848610"/>
          </a:xfrm>
        </p:grpSpPr>
        <p:sp>
          <p:nvSpPr>
            <p:cNvPr id="11" name="object 11" descr=""/>
            <p:cNvSpPr/>
            <p:nvPr/>
          </p:nvSpPr>
          <p:spPr>
            <a:xfrm>
              <a:off x="643966" y="2592666"/>
              <a:ext cx="6408420" cy="6350"/>
            </a:xfrm>
            <a:custGeom>
              <a:avLst/>
              <a:gdLst/>
              <a:ahLst/>
              <a:cxnLst/>
              <a:rect l="l" t="t" r="r" b="b"/>
              <a:pathLst>
                <a:path w="6408420" h="6350">
                  <a:moveTo>
                    <a:pt x="0" y="6095"/>
                  </a:moveTo>
                  <a:lnTo>
                    <a:pt x="0" y="0"/>
                  </a:lnTo>
                </a:path>
                <a:path w="6408420" h="6350">
                  <a:moveTo>
                    <a:pt x="0" y="5714"/>
                  </a:moveTo>
                  <a:lnTo>
                    <a:pt x="0" y="0"/>
                  </a:lnTo>
                </a:path>
                <a:path w="6408420" h="6350">
                  <a:moveTo>
                    <a:pt x="2857" y="2857"/>
                  </a:moveTo>
                  <a:lnTo>
                    <a:pt x="6407835" y="2857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054824" y="2592666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w="0" h="6350">
                  <a:moveTo>
                    <a:pt x="0" y="6095"/>
                  </a:moveTo>
                  <a:lnTo>
                    <a:pt x="0" y="0"/>
                  </a:lnTo>
                </a:path>
                <a:path w="0" h="6350">
                  <a:moveTo>
                    <a:pt x="0" y="5714"/>
                  </a:moveTo>
                  <a:lnTo>
                    <a:pt x="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43966" y="2598762"/>
              <a:ext cx="0" cy="246379"/>
            </a:xfrm>
            <a:custGeom>
              <a:avLst/>
              <a:gdLst/>
              <a:ahLst/>
              <a:cxnLst/>
              <a:rect l="l" t="t" r="r" b="b"/>
              <a:pathLst>
                <a:path w="0" h="246380">
                  <a:moveTo>
                    <a:pt x="0" y="239915"/>
                  </a:moveTo>
                  <a:lnTo>
                    <a:pt x="0" y="0"/>
                  </a:lnTo>
                </a:path>
                <a:path w="0" h="246380">
                  <a:moveTo>
                    <a:pt x="0" y="246011"/>
                  </a:moveTo>
                  <a:lnTo>
                    <a:pt x="0" y="239915"/>
                  </a:lnTo>
                </a:path>
                <a:path w="0" h="246380">
                  <a:moveTo>
                    <a:pt x="0" y="246011"/>
                  </a:moveTo>
                  <a:lnTo>
                    <a:pt x="0" y="239915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46823" y="2598762"/>
              <a:ext cx="6408420" cy="246379"/>
            </a:xfrm>
            <a:custGeom>
              <a:avLst/>
              <a:gdLst/>
              <a:ahLst/>
              <a:cxnLst/>
              <a:rect l="l" t="t" r="r" b="b"/>
              <a:pathLst>
                <a:path w="6408420" h="246380">
                  <a:moveTo>
                    <a:pt x="0" y="242963"/>
                  </a:moveTo>
                  <a:lnTo>
                    <a:pt x="6404978" y="242963"/>
                  </a:lnTo>
                </a:path>
                <a:path w="6408420" h="246380">
                  <a:moveTo>
                    <a:pt x="6408000" y="239915"/>
                  </a:moveTo>
                  <a:lnTo>
                    <a:pt x="6408000" y="0"/>
                  </a:lnTo>
                </a:path>
                <a:path w="6408420" h="246380">
                  <a:moveTo>
                    <a:pt x="6408000" y="246011"/>
                  </a:moveTo>
                  <a:lnTo>
                    <a:pt x="6408000" y="239915"/>
                  </a:lnTo>
                </a:path>
                <a:path w="6408420" h="246380">
                  <a:moveTo>
                    <a:pt x="6408000" y="246011"/>
                  </a:moveTo>
                  <a:lnTo>
                    <a:pt x="6408000" y="239915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43966" y="3489769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5">
                  <a:moveTo>
                    <a:pt x="0" y="6464"/>
                  </a:moveTo>
                  <a:lnTo>
                    <a:pt x="0" y="0"/>
                  </a:lnTo>
                </a:path>
                <a:path w="0" h="6985">
                  <a:moveTo>
                    <a:pt x="0" y="6083"/>
                  </a:moveTo>
                  <a:lnTo>
                    <a:pt x="0" y="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46823" y="3489769"/>
              <a:ext cx="6408420" cy="6985"/>
            </a:xfrm>
            <a:custGeom>
              <a:avLst/>
              <a:gdLst/>
              <a:ahLst/>
              <a:cxnLst/>
              <a:rect l="l" t="t" r="r" b="b"/>
              <a:pathLst>
                <a:path w="6408420" h="6985">
                  <a:moveTo>
                    <a:pt x="0" y="3048"/>
                  </a:moveTo>
                  <a:lnTo>
                    <a:pt x="6404978" y="3048"/>
                  </a:lnTo>
                </a:path>
                <a:path w="6408420" h="6985">
                  <a:moveTo>
                    <a:pt x="6408000" y="6464"/>
                  </a:moveTo>
                  <a:lnTo>
                    <a:pt x="6408000" y="0"/>
                  </a:lnTo>
                </a:path>
                <a:path w="6408420" h="6985">
                  <a:moveTo>
                    <a:pt x="6408000" y="6083"/>
                  </a:moveTo>
                  <a:lnTo>
                    <a:pt x="640800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43966" y="3496233"/>
              <a:ext cx="6408420" cy="125730"/>
            </a:xfrm>
            <a:custGeom>
              <a:avLst/>
              <a:gdLst/>
              <a:ahLst/>
              <a:cxnLst/>
              <a:rect l="l" t="t" r="r" b="b"/>
              <a:pathLst>
                <a:path w="6408420" h="125729">
                  <a:moveTo>
                    <a:pt x="0" y="119964"/>
                  </a:moveTo>
                  <a:lnTo>
                    <a:pt x="0" y="0"/>
                  </a:lnTo>
                </a:path>
                <a:path w="6408420" h="125729">
                  <a:moveTo>
                    <a:pt x="0" y="125666"/>
                  </a:moveTo>
                  <a:lnTo>
                    <a:pt x="0" y="119964"/>
                  </a:lnTo>
                </a:path>
                <a:path w="6408420" h="125729">
                  <a:moveTo>
                    <a:pt x="0" y="125666"/>
                  </a:moveTo>
                  <a:lnTo>
                    <a:pt x="0" y="119964"/>
                  </a:lnTo>
                </a:path>
                <a:path w="6408420" h="125729">
                  <a:moveTo>
                    <a:pt x="2857" y="122809"/>
                  </a:moveTo>
                  <a:lnTo>
                    <a:pt x="6407835" y="122809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054824" y="3496233"/>
              <a:ext cx="0" cy="125730"/>
            </a:xfrm>
            <a:custGeom>
              <a:avLst/>
              <a:gdLst/>
              <a:ahLst/>
              <a:cxnLst/>
              <a:rect l="l" t="t" r="r" b="b"/>
              <a:pathLst>
                <a:path w="0" h="125729">
                  <a:moveTo>
                    <a:pt x="0" y="119964"/>
                  </a:moveTo>
                  <a:lnTo>
                    <a:pt x="0" y="0"/>
                  </a:lnTo>
                </a:path>
                <a:path w="0" h="125729">
                  <a:moveTo>
                    <a:pt x="0" y="125666"/>
                  </a:moveTo>
                  <a:lnTo>
                    <a:pt x="0" y="119964"/>
                  </a:lnTo>
                </a:path>
                <a:path w="0" h="125729">
                  <a:moveTo>
                    <a:pt x="0" y="125666"/>
                  </a:moveTo>
                  <a:lnTo>
                    <a:pt x="0" y="119964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43966" y="5182235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5">
                  <a:moveTo>
                    <a:pt x="0" y="6451"/>
                  </a:moveTo>
                  <a:lnTo>
                    <a:pt x="0" y="0"/>
                  </a:lnTo>
                </a:path>
                <a:path w="0" h="6985">
                  <a:moveTo>
                    <a:pt x="0" y="6070"/>
                  </a:moveTo>
                  <a:lnTo>
                    <a:pt x="0" y="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46823" y="5182235"/>
              <a:ext cx="6408420" cy="6985"/>
            </a:xfrm>
            <a:custGeom>
              <a:avLst/>
              <a:gdLst/>
              <a:ahLst/>
              <a:cxnLst/>
              <a:rect l="l" t="t" r="r" b="b"/>
              <a:pathLst>
                <a:path w="6408420" h="6985">
                  <a:moveTo>
                    <a:pt x="0" y="3035"/>
                  </a:moveTo>
                  <a:lnTo>
                    <a:pt x="6404978" y="3035"/>
                  </a:lnTo>
                </a:path>
                <a:path w="6408420" h="6985">
                  <a:moveTo>
                    <a:pt x="6408000" y="6451"/>
                  </a:moveTo>
                  <a:lnTo>
                    <a:pt x="6408000" y="0"/>
                  </a:lnTo>
                </a:path>
                <a:path w="6408420" h="6985">
                  <a:moveTo>
                    <a:pt x="6408000" y="6070"/>
                  </a:moveTo>
                  <a:lnTo>
                    <a:pt x="640800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43966" y="5188686"/>
              <a:ext cx="6408420" cy="245745"/>
            </a:xfrm>
            <a:custGeom>
              <a:avLst/>
              <a:gdLst/>
              <a:ahLst/>
              <a:cxnLst/>
              <a:rect l="l" t="t" r="r" b="b"/>
              <a:pathLst>
                <a:path w="6408420" h="245745">
                  <a:moveTo>
                    <a:pt x="0" y="239941"/>
                  </a:moveTo>
                  <a:lnTo>
                    <a:pt x="0" y="0"/>
                  </a:lnTo>
                </a:path>
                <a:path w="6408420" h="245745">
                  <a:moveTo>
                    <a:pt x="0" y="245630"/>
                  </a:moveTo>
                  <a:lnTo>
                    <a:pt x="0" y="239941"/>
                  </a:lnTo>
                </a:path>
                <a:path w="6408420" h="245745">
                  <a:moveTo>
                    <a:pt x="0" y="245630"/>
                  </a:moveTo>
                  <a:lnTo>
                    <a:pt x="0" y="239941"/>
                  </a:lnTo>
                </a:path>
                <a:path w="6408420" h="245745">
                  <a:moveTo>
                    <a:pt x="2857" y="242785"/>
                  </a:moveTo>
                  <a:lnTo>
                    <a:pt x="6407835" y="242785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054824" y="5188686"/>
              <a:ext cx="0" cy="245745"/>
            </a:xfrm>
            <a:custGeom>
              <a:avLst/>
              <a:gdLst/>
              <a:ahLst/>
              <a:cxnLst/>
              <a:rect l="l" t="t" r="r" b="b"/>
              <a:pathLst>
                <a:path w="0" h="245745">
                  <a:moveTo>
                    <a:pt x="0" y="239941"/>
                  </a:moveTo>
                  <a:lnTo>
                    <a:pt x="0" y="0"/>
                  </a:lnTo>
                </a:path>
                <a:path w="0" h="245745">
                  <a:moveTo>
                    <a:pt x="0" y="245630"/>
                  </a:moveTo>
                  <a:lnTo>
                    <a:pt x="0" y="239941"/>
                  </a:lnTo>
                </a:path>
                <a:path w="0" h="245745">
                  <a:moveTo>
                    <a:pt x="0" y="245630"/>
                  </a:moveTo>
                  <a:lnTo>
                    <a:pt x="0" y="239941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43394" y="2881579"/>
              <a:ext cx="728980" cy="590550"/>
            </a:xfrm>
            <a:custGeom>
              <a:avLst/>
              <a:gdLst/>
              <a:ahLst/>
              <a:cxnLst/>
              <a:rect l="l" t="t" r="r" b="b"/>
              <a:pathLst>
                <a:path w="728980" h="590550">
                  <a:moveTo>
                    <a:pt x="0" y="0"/>
                  </a:moveTo>
                  <a:lnTo>
                    <a:pt x="0" y="590359"/>
                  </a:lnTo>
                </a:path>
                <a:path w="728980" h="590550">
                  <a:moveTo>
                    <a:pt x="639330" y="100622"/>
                  </a:moveTo>
                  <a:lnTo>
                    <a:pt x="639330" y="280568"/>
                  </a:lnTo>
                </a:path>
                <a:path w="728980" h="590550">
                  <a:moveTo>
                    <a:pt x="728929" y="100622"/>
                  </a:moveTo>
                  <a:lnTo>
                    <a:pt x="728929" y="280568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083015" y="2924860"/>
              <a:ext cx="720725" cy="530860"/>
            </a:xfrm>
            <a:custGeom>
              <a:avLst/>
              <a:gdLst/>
              <a:ahLst/>
              <a:cxnLst/>
              <a:rect l="l" t="t" r="r" b="b"/>
              <a:pathLst>
                <a:path w="720725" h="530860">
                  <a:moveTo>
                    <a:pt x="0" y="0"/>
                  </a:moveTo>
                  <a:lnTo>
                    <a:pt x="720191" y="0"/>
                  </a:lnTo>
                  <a:lnTo>
                    <a:pt x="720191" y="530732"/>
                  </a:lnTo>
                  <a:lnTo>
                    <a:pt x="0" y="530732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43394" y="3060776"/>
              <a:ext cx="2159635" cy="2082164"/>
            </a:xfrm>
            <a:custGeom>
              <a:avLst/>
              <a:gdLst/>
              <a:ahLst/>
              <a:cxnLst/>
              <a:rect l="l" t="t" r="r" b="b"/>
              <a:pathLst>
                <a:path w="2159635" h="2082164">
                  <a:moveTo>
                    <a:pt x="639330" y="1892"/>
                  </a:moveTo>
                  <a:lnTo>
                    <a:pt x="9499" y="1892"/>
                  </a:lnTo>
                </a:path>
                <a:path w="2159635" h="2082164">
                  <a:moveTo>
                    <a:pt x="728929" y="1892"/>
                  </a:moveTo>
                  <a:lnTo>
                    <a:pt x="1449108" y="0"/>
                  </a:lnTo>
                </a:path>
                <a:path w="2159635" h="2082164">
                  <a:moveTo>
                    <a:pt x="9499" y="178828"/>
                  </a:moveTo>
                  <a:lnTo>
                    <a:pt x="279044" y="178828"/>
                  </a:lnTo>
                </a:path>
                <a:path w="2159635" h="2082164">
                  <a:moveTo>
                    <a:pt x="9499" y="331812"/>
                  </a:moveTo>
                  <a:lnTo>
                    <a:pt x="279044" y="331812"/>
                  </a:lnTo>
                </a:path>
                <a:path w="2159635" h="2082164">
                  <a:moveTo>
                    <a:pt x="1439621" y="238798"/>
                  </a:moveTo>
                  <a:lnTo>
                    <a:pt x="2159419" y="238798"/>
                  </a:lnTo>
                </a:path>
                <a:path w="2159635" h="2082164">
                  <a:moveTo>
                    <a:pt x="1439621" y="53898"/>
                  </a:moveTo>
                  <a:lnTo>
                    <a:pt x="2159419" y="53898"/>
                  </a:lnTo>
                </a:path>
                <a:path w="2159635" h="2082164">
                  <a:moveTo>
                    <a:pt x="0" y="575538"/>
                  </a:moveTo>
                  <a:lnTo>
                    <a:pt x="0" y="2081593"/>
                  </a:lnTo>
                </a:path>
                <a:path w="2159635" h="2082164">
                  <a:moveTo>
                    <a:pt x="639330" y="695134"/>
                  </a:moveTo>
                  <a:lnTo>
                    <a:pt x="639330" y="874699"/>
                  </a:lnTo>
                </a:path>
                <a:path w="2159635" h="2082164">
                  <a:moveTo>
                    <a:pt x="728929" y="695134"/>
                  </a:moveTo>
                  <a:lnTo>
                    <a:pt x="728929" y="874699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6" name="object 26" descr=""/>
          <p:cNvGraphicFramePr>
            <a:graphicFrameLocks noGrp="1"/>
          </p:cNvGraphicFramePr>
          <p:nvPr/>
        </p:nvGraphicFramePr>
        <p:xfrm>
          <a:off x="2798260" y="2228602"/>
          <a:ext cx="1435735" cy="303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9920"/>
                <a:gridCol w="720090"/>
              </a:tblGrid>
              <a:tr h="1352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570"/>
                        </a:lnSpc>
                        <a:spcBef>
                          <a:spcPts val="395"/>
                        </a:spcBef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DIFU(13)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275">
                <a:tc>
                  <a:txBody>
                    <a:bodyPr/>
                    <a:lstStyle/>
                    <a:p>
                      <a:pPr>
                        <a:lnSpc>
                          <a:spcPts val="580"/>
                        </a:lnSpc>
                        <a:spcBef>
                          <a:spcPts val="645"/>
                        </a:spcBef>
                      </a:pPr>
                      <a:r>
                        <a:rPr dirty="0" sz="750" spc="-50">
                          <a:latin typeface="Times New Roman"/>
                          <a:cs typeface="Times New Roman"/>
                        </a:rPr>
                        <a:t>1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19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750">
                          <a:latin typeface="Times New Roman"/>
                          <a:cs typeface="Times New Roman"/>
                        </a:rPr>
                        <a:t>200</a:t>
                      </a:r>
                      <a:r>
                        <a:rPr dirty="0" sz="7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25">
                          <a:latin typeface="Times New Roman"/>
                          <a:cs typeface="Times New Roman"/>
                        </a:rPr>
                        <a:t>00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7" name="object 27" descr=""/>
          <p:cNvGraphicFramePr>
            <a:graphicFrameLocks noGrp="1"/>
          </p:cNvGraphicFramePr>
          <p:nvPr/>
        </p:nvGraphicFramePr>
        <p:xfrm>
          <a:off x="638841" y="1875148"/>
          <a:ext cx="6497320" cy="657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9920"/>
                <a:gridCol w="411480"/>
                <a:gridCol w="719455"/>
                <a:gridCol w="4650105"/>
              </a:tblGrid>
              <a:tr h="245745">
                <a:tc gridSpan="4">
                  <a:txBody>
                    <a:bodyPr/>
                    <a:lstStyle/>
                    <a:p>
                      <a:pPr marL="67945" marR="5604510">
                        <a:lnSpc>
                          <a:spcPts val="940"/>
                        </a:lnSpc>
                      </a:pPr>
                      <a:r>
                        <a:rPr dirty="0" sz="75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dirty="0" sz="7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7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–</a:t>
                      </a:r>
                      <a:r>
                        <a:rPr dirty="0" sz="75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Start</a:t>
                      </a:r>
                      <a:r>
                        <a:rPr dirty="0" sz="7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Start</a:t>
                      </a:r>
                      <a:r>
                        <a:rPr dirty="0" sz="75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operation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2715">
                <a:tc gridSpan="2">
                  <a:txBody>
                    <a:bodyPr/>
                    <a:lstStyle/>
                    <a:p>
                      <a:pPr marL="539750">
                        <a:lnSpc>
                          <a:spcPts val="855"/>
                        </a:lnSpc>
                        <a:spcBef>
                          <a:spcPts val="95"/>
                        </a:spcBef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000.00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">
                    <a:lnL w="952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55"/>
                        </a:lnSpc>
                        <a:spcBef>
                          <a:spcPts val="95"/>
                        </a:spcBef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000.03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3922395">
                        <a:lnSpc>
                          <a:spcPts val="855"/>
                        </a:lnSpc>
                        <a:spcBef>
                          <a:spcPts val="95"/>
                        </a:spcBef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000.02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895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923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589915">
                        <a:lnSpc>
                          <a:spcPts val="505"/>
                        </a:lnSpc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PB1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R="7620">
                        <a:lnSpc>
                          <a:spcPts val="505"/>
                        </a:lnSpc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S2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algn="ctr" marR="3952875">
                        <a:lnSpc>
                          <a:spcPts val="580"/>
                        </a:lnSpc>
                        <a:spcBef>
                          <a:spcPts val="810"/>
                        </a:spcBef>
                      </a:pPr>
                      <a:r>
                        <a:rPr dirty="0" sz="750" spc="-50">
                          <a:latin typeface="Times New Roman"/>
                          <a:cs typeface="Times New Roman"/>
                        </a:rPr>
                        <a:t>S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2870"/>
                </a:tc>
              </a:tr>
            </a:tbl>
          </a:graphicData>
        </a:graphic>
      </p:graphicFrame>
      <p:sp>
        <p:nvSpPr>
          <p:cNvPr id="28" name="object 28" descr=""/>
          <p:cNvSpPr txBox="1"/>
          <p:nvPr/>
        </p:nvSpPr>
        <p:spPr>
          <a:xfrm>
            <a:off x="2083015" y="3740734"/>
            <a:ext cx="720725" cy="29908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8064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635"/>
              </a:spcBef>
            </a:pPr>
            <a:r>
              <a:rPr dirty="0" sz="750" spc="-10">
                <a:latin typeface="Times New Roman"/>
                <a:cs typeface="Times New Roman"/>
              </a:rPr>
              <a:t>SFT(10)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083015" y="4039501"/>
            <a:ext cx="720725" cy="36512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7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  <a:spcBef>
                <a:spcPts val="5"/>
              </a:spcBef>
            </a:pPr>
            <a:r>
              <a:rPr dirty="0" sz="750" spc="-20">
                <a:latin typeface="Times New Roman"/>
                <a:cs typeface="Times New Roman"/>
              </a:rPr>
              <a:t>HR00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2083015" y="4404347"/>
            <a:ext cx="720725" cy="39052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endParaRPr sz="7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</a:pPr>
            <a:r>
              <a:rPr dirty="0" sz="750" spc="-20">
                <a:latin typeface="Times New Roman"/>
                <a:cs typeface="Times New Roman"/>
              </a:rPr>
              <a:t>HR00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643394" y="3845890"/>
            <a:ext cx="1440180" cy="814705"/>
          </a:xfrm>
          <a:custGeom>
            <a:avLst/>
            <a:gdLst/>
            <a:ahLst/>
            <a:cxnLst/>
            <a:rect l="l" t="t" r="r" b="b"/>
            <a:pathLst>
              <a:path w="1440180" h="814704">
                <a:moveTo>
                  <a:pt x="639330" y="0"/>
                </a:moveTo>
                <a:lnTo>
                  <a:pt x="9499" y="0"/>
                </a:lnTo>
              </a:path>
              <a:path w="1440180" h="814704">
                <a:moveTo>
                  <a:pt x="0" y="417601"/>
                </a:moveTo>
                <a:lnTo>
                  <a:pt x="629843" y="417601"/>
                </a:lnTo>
              </a:path>
              <a:path w="1440180" h="814704">
                <a:moveTo>
                  <a:pt x="0" y="728916"/>
                </a:moveTo>
                <a:lnTo>
                  <a:pt x="629843" y="728916"/>
                </a:lnTo>
              </a:path>
              <a:path w="1440180" h="814704">
                <a:moveTo>
                  <a:pt x="629843" y="322313"/>
                </a:moveTo>
                <a:lnTo>
                  <a:pt x="629843" y="502259"/>
                </a:lnTo>
              </a:path>
              <a:path w="1440180" h="814704">
                <a:moveTo>
                  <a:pt x="719810" y="322313"/>
                </a:moveTo>
                <a:lnTo>
                  <a:pt x="719810" y="502259"/>
                </a:lnTo>
              </a:path>
              <a:path w="1440180" h="814704">
                <a:moveTo>
                  <a:pt x="629843" y="633996"/>
                </a:moveTo>
                <a:lnTo>
                  <a:pt x="629843" y="814336"/>
                </a:lnTo>
              </a:path>
              <a:path w="1440180" h="814704">
                <a:moveTo>
                  <a:pt x="719810" y="633996"/>
                </a:moveTo>
                <a:lnTo>
                  <a:pt x="719810" y="814336"/>
                </a:lnTo>
              </a:path>
              <a:path w="1440180" h="814704">
                <a:moveTo>
                  <a:pt x="728929" y="3797"/>
                </a:moveTo>
                <a:lnTo>
                  <a:pt x="1439621" y="379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698657" y="2582163"/>
            <a:ext cx="1891030" cy="11893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794385">
              <a:lnSpc>
                <a:spcPct val="105000"/>
              </a:lnSpc>
              <a:spcBef>
                <a:spcPts val="9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6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2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Set</a:t>
            </a:r>
            <a:r>
              <a:rPr dirty="0" sz="750" spc="6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1zt</a:t>
            </a:r>
            <a:r>
              <a:rPr dirty="0" sz="750" spc="6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bit</a:t>
            </a:r>
            <a:r>
              <a:rPr dirty="0" sz="750" spc="60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on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Set</a:t>
            </a:r>
            <a:r>
              <a:rPr dirty="0" sz="750" spc="5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1zt</a:t>
            </a:r>
            <a:r>
              <a:rPr dirty="0" sz="750" spc="6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bit</a:t>
            </a:r>
            <a:r>
              <a:rPr dirty="0" sz="750" spc="5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of</a:t>
            </a:r>
            <a:r>
              <a:rPr dirty="0" sz="750" spc="6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HR</a:t>
            </a:r>
            <a:r>
              <a:rPr dirty="0" sz="750" spc="5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00</a:t>
            </a:r>
            <a:r>
              <a:rPr dirty="0" sz="750" spc="60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on</a:t>
            </a:r>
            <a:endParaRPr sz="750">
              <a:latin typeface="Times New Roman"/>
              <a:cs typeface="Times New Roman"/>
            </a:endParaRPr>
          </a:p>
          <a:p>
            <a:pPr marL="488315">
              <a:lnSpc>
                <a:spcPts val="830"/>
              </a:lnSpc>
              <a:spcBef>
                <a:spcPts val="360"/>
              </a:spcBef>
            </a:pPr>
            <a:r>
              <a:rPr dirty="0" sz="750" spc="-10">
                <a:latin typeface="Times New Roman"/>
                <a:cs typeface="Times New Roman"/>
              </a:rPr>
              <a:t>200.00</a:t>
            </a:r>
            <a:endParaRPr sz="750">
              <a:latin typeface="Times New Roman"/>
              <a:cs typeface="Times New Roman"/>
            </a:endParaRPr>
          </a:p>
          <a:p>
            <a:pPr marL="1479550">
              <a:lnSpc>
                <a:spcPts val="830"/>
              </a:lnSpc>
            </a:pPr>
            <a:r>
              <a:rPr dirty="0" sz="750" spc="-10">
                <a:latin typeface="Times New Roman"/>
                <a:cs typeface="Times New Roman"/>
              </a:rPr>
              <a:t>MOV(21)</a:t>
            </a:r>
            <a:endParaRPr sz="750">
              <a:latin typeface="Times New Roman"/>
              <a:cs typeface="Times New Roman"/>
            </a:endParaRPr>
          </a:p>
          <a:p>
            <a:pPr marL="1479550">
              <a:lnSpc>
                <a:spcPct val="100000"/>
              </a:lnSpc>
              <a:spcBef>
                <a:spcPts val="400"/>
              </a:spcBef>
            </a:pPr>
            <a:r>
              <a:rPr dirty="0" sz="750" spc="-10">
                <a:latin typeface="Times New Roman"/>
                <a:cs typeface="Times New Roman"/>
              </a:rPr>
              <a:t>#0001</a:t>
            </a:r>
            <a:endParaRPr sz="750">
              <a:latin typeface="Times New Roman"/>
              <a:cs typeface="Times New Roman"/>
            </a:endParaRPr>
          </a:p>
          <a:p>
            <a:pPr marL="1479550">
              <a:lnSpc>
                <a:spcPct val="100000"/>
              </a:lnSpc>
              <a:spcBef>
                <a:spcPts val="400"/>
              </a:spcBef>
            </a:pPr>
            <a:r>
              <a:rPr dirty="0" sz="750" spc="-20">
                <a:latin typeface="Times New Roman"/>
                <a:cs typeface="Times New Roman"/>
              </a:rPr>
              <a:t>HR00</a:t>
            </a: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3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Shift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Regizter</a:t>
            </a:r>
            <a:endParaRPr sz="750">
              <a:latin typeface="Times New Roman"/>
              <a:cs typeface="Times New Roman"/>
            </a:endParaRPr>
          </a:p>
          <a:p>
            <a:pPr marL="484505">
              <a:lnSpc>
                <a:spcPct val="100000"/>
              </a:lnSpc>
              <a:spcBef>
                <a:spcPts val="254"/>
              </a:spcBef>
            </a:pPr>
            <a:r>
              <a:rPr dirty="0" sz="750" spc="-10">
                <a:latin typeface="Times New Roman"/>
                <a:cs typeface="Times New Roman"/>
              </a:rPr>
              <a:t>253.14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161444" y="3935214"/>
            <a:ext cx="307975" cy="26860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89535">
              <a:lnSpc>
                <a:spcPct val="107900"/>
              </a:lnSpc>
              <a:spcBef>
                <a:spcPts val="65"/>
              </a:spcBef>
            </a:pPr>
            <a:r>
              <a:rPr dirty="0" sz="750" spc="-25">
                <a:latin typeface="Times New Roman"/>
                <a:cs typeface="Times New Roman"/>
              </a:rPr>
              <a:t>NO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200.01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133349" y="4355857"/>
            <a:ext cx="39941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HR00.09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98657" y="5029979"/>
            <a:ext cx="2686050" cy="407034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algn="ctr" marR="1451610">
              <a:lnSpc>
                <a:spcPct val="100000"/>
              </a:lnSpc>
              <a:spcBef>
                <a:spcPts val="220"/>
              </a:spcBef>
            </a:pPr>
            <a:r>
              <a:rPr dirty="0" sz="750" spc="-25">
                <a:latin typeface="Times New Roman"/>
                <a:cs typeface="Times New Roman"/>
              </a:rPr>
              <a:t>Rzt</a:t>
            </a:r>
            <a:endParaRPr sz="750">
              <a:latin typeface="Times New Roman"/>
              <a:cs typeface="Times New Roman"/>
            </a:endParaRPr>
          </a:p>
          <a:p>
            <a:pPr algn="ctr" marR="1510665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4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Shift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operation</a:t>
            </a: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750">
                <a:latin typeface="Times New Roman"/>
                <a:cs typeface="Times New Roman"/>
              </a:rPr>
              <a:t>The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zhift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regizter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clock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input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to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control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the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zequence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of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operation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1363205" y="4263491"/>
            <a:ext cx="720090" cy="311785"/>
          </a:xfrm>
          <a:custGeom>
            <a:avLst/>
            <a:gdLst/>
            <a:ahLst/>
            <a:cxnLst/>
            <a:rect l="l" t="t" r="r" b="b"/>
            <a:pathLst>
              <a:path w="720089" h="311785">
                <a:moveTo>
                  <a:pt x="0" y="0"/>
                </a:moveTo>
                <a:lnTo>
                  <a:pt x="719810" y="0"/>
                </a:lnTo>
              </a:path>
              <a:path w="720089" h="311785">
                <a:moveTo>
                  <a:pt x="0" y="311315"/>
                </a:moveTo>
                <a:lnTo>
                  <a:pt x="719810" y="311315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1123858" y="4616901"/>
            <a:ext cx="414020" cy="294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165" marR="5080" indent="-38100">
              <a:lnSpc>
                <a:spcPct val="117200"/>
              </a:lnSpc>
              <a:spcBef>
                <a:spcPts val="90"/>
              </a:spcBef>
            </a:pPr>
            <a:r>
              <a:rPr dirty="0" sz="750" spc="-10">
                <a:latin typeface="Times New Roman"/>
                <a:cs typeface="Times New Roman"/>
              </a:rPr>
              <a:t>END_OP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000.07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643394" y="4582401"/>
            <a:ext cx="3149600" cy="4808220"/>
          </a:xfrm>
          <a:custGeom>
            <a:avLst/>
            <a:gdLst/>
            <a:ahLst/>
            <a:cxnLst/>
            <a:rect l="l" t="t" r="r" b="b"/>
            <a:pathLst>
              <a:path w="3149600" h="4808220">
                <a:moveTo>
                  <a:pt x="0" y="397103"/>
                </a:moveTo>
                <a:lnTo>
                  <a:pt x="629843" y="397103"/>
                </a:lnTo>
              </a:path>
              <a:path w="3149600" h="4808220">
                <a:moveTo>
                  <a:pt x="629843" y="301815"/>
                </a:moveTo>
                <a:lnTo>
                  <a:pt x="629843" y="481761"/>
                </a:lnTo>
              </a:path>
              <a:path w="3149600" h="4808220">
                <a:moveTo>
                  <a:pt x="719810" y="301815"/>
                </a:moveTo>
                <a:lnTo>
                  <a:pt x="719810" y="481761"/>
                </a:lnTo>
              </a:path>
              <a:path w="3149600" h="4808220">
                <a:moveTo>
                  <a:pt x="719810" y="397103"/>
                </a:moveTo>
                <a:lnTo>
                  <a:pt x="1121105" y="397103"/>
                </a:lnTo>
              </a:path>
              <a:path w="3149600" h="4808220">
                <a:moveTo>
                  <a:pt x="1113497" y="0"/>
                </a:moveTo>
                <a:lnTo>
                  <a:pt x="1113497" y="393687"/>
                </a:lnTo>
              </a:path>
              <a:path w="3149600" h="4808220">
                <a:moveTo>
                  <a:pt x="0" y="888364"/>
                </a:moveTo>
                <a:lnTo>
                  <a:pt x="0" y="4808181"/>
                </a:lnTo>
              </a:path>
              <a:path w="3149600" h="4808220">
                <a:moveTo>
                  <a:pt x="629843" y="989342"/>
                </a:moveTo>
                <a:lnTo>
                  <a:pt x="629843" y="1168920"/>
                </a:lnTo>
              </a:path>
              <a:path w="3149600" h="4808220">
                <a:moveTo>
                  <a:pt x="719810" y="989342"/>
                </a:moveTo>
                <a:lnTo>
                  <a:pt x="719810" y="1168920"/>
                </a:lnTo>
              </a:path>
              <a:path w="3149600" h="4808220">
                <a:moveTo>
                  <a:pt x="1439621" y="989342"/>
                </a:moveTo>
                <a:lnTo>
                  <a:pt x="1439621" y="1168920"/>
                </a:lnTo>
              </a:path>
              <a:path w="3149600" h="4808220">
                <a:moveTo>
                  <a:pt x="1529588" y="989342"/>
                </a:moveTo>
                <a:lnTo>
                  <a:pt x="1529588" y="1168920"/>
                </a:lnTo>
              </a:path>
              <a:path w="3149600" h="4808220">
                <a:moveTo>
                  <a:pt x="2249398" y="989342"/>
                </a:moveTo>
                <a:lnTo>
                  <a:pt x="2249398" y="1168920"/>
                </a:lnTo>
              </a:path>
              <a:path w="3149600" h="4808220">
                <a:moveTo>
                  <a:pt x="2339378" y="989342"/>
                </a:moveTo>
                <a:lnTo>
                  <a:pt x="2339378" y="1168920"/>
                </a:lnTo>
              </a:path>
              <a:path w="3149600" h="4808220">
                <a:moveTo>
                  <a:pt x="3059176" y="989342"/>
                </a:moveTo>
                <a:lnTo>
                  <a:pt x="3059176" y="1168920"/>
                </a:lnTo>
              </a:path>
              <a:path w="3149600" h="4808220">
                <a:moveTo>
                  <a:pt x="3149168" y="989342"/>
                </a:moveTo>
                <a:lnTo>
                  <a:pt x="3149168" y="1168920"/>
                </a:lnTo>
              </a:path>
              <a:path w="3149600" h="4808220">
                <a:moveTo>
                  <a:pt x="620725" y="1423657"/>
                </a:moveTo>
                <a:lnTo>
                  <a:pt x="620725" y="1603235"/>
                </a:lnTo>
              </a:path>
              <a:path w="3149600" h="4808220">
                <a:moveTo>
                  <a:pt x="710691" y="1423657"/>
                </a:moveTo>
                <a:lnTo>
                  <a:pt x="710691" y="1603235"/>
                </a:lnTo>
              </a:path>
              <a:path w="3149600" h="4808220">
                <a:moveTo>
                  <a:pt x="1430134" y="1423657"/>
                </a:moveTo>
                <a:lnTo>
                  <a:pt x="1430134" y="1603235"/>
                </a:lnTo>
              </a:path>
              <a:path w="3149600" h="4808220">
                <a:moveTo>
                  <a:pt x="1520469" y="1428584"/>
                </a:moveTo>
                <a:lnTo>
                  <a:pt x="1520469" y="1608556"/>
                </a:lnTo>
              </a:path>
              <a:path w="3149600" h="4808220">
                <a:moveTo>
                  <a:pt x="629843" y="1871256"/>
                </a:moveTo>
                <a:lnTo>
                  <a:pt x="629843" y="2051215"/>
                </a:lnTo>
              </a:path>
              <a:path w="3149600" h="4808220">
                <a:moveTo>
                  <a:pt x="719810" y="1871256"/>
                </a:moveTo>
                <a:lnTo>
                  <a:pt x="719810" y="2051215"/>
                </a:lnTo>
              </a:path>
              <a:path w="3149600" h="4808220">
                <a:moveTo>
                  <a:pt x="1439621" y="1871256"/>
                </a:moveTo>
                <a:lnTo>
                  <a:pt x="1439621" y="2051215"/>
                </a:lnTo>
              </a:path>
              <a:path w="3149600" h="4808220">
                <a:moveTo>
                  <a:pt x="1529588" y="1871256"/>
                </a:moveTo>
                <a:lnTo>
                  <a:pt x="1529588" y="2051215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 txBox="1"/>
          <p:nvPr/>
        </p:nvSpPr>
        <p:spPr>
          <a:xfrm>
            <a:off x="1109052" y="5461384"/>
            <a:ext cx="198945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83919" algn="l"/>
                <a:tab pos="1693545" algn="l"/>
              </a:tabLst>
            </a:pPr>
            <a:r>
              <a:rPr dirty="0" sz="750" spc="-10">
                <a:latin typeface="Times New Roman"/>
                <a:cs typeface="Times New Roman"/>
              </a:rPr>
              <a:t>HR00.00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000.02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000.04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3600278" y="5461384"/>
            <a:ext cx="30797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200.01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1099562" y="5732674"/>
            <a:ext cx="399415" cy="2946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157480">
              <a:lnSpc>
                <a:spcPct val="117600"/>
              </a:lnSpc>
              <a:spcBef>
                <a:spcPts val="90"/>
              </a:spcBef>
            </a:pPr>
            <a:r>
              <a:rPr dirty="0" sz="750" spc="-25">
                <a:latin typeface="Times New Roman"/>
                <a:cs typeface="Times New Roman"/>
              </a:rPr>
              <a:t>UP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HR00.01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971225" y="5756747"/>
            <a:ext cx="1038225" cy="2705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11760">
              <a:lnSpc>
                <a:spcPct val="100000"/>
              </a:lnSpc>
              <a:spcBef>
                <a:spcPts val="135"/>
              </a:spcBef>
              <a:tabLst>
                <a:tab pos="921385" algn="l"/>
              </a:tabLst>
            </a:pPr>
            <a:r>
              <a:rPr dirty="0" sz="750" spc="-25">
                <a:latin typeface="Times New Roman"/>
                <a:cs typeface="Times New Roman"/>
              </a:rPr>
              <a:t>S1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3703" sz="1125" spc="-37">
                <a:latin typeface="Times New Roman"/>
                <a:cs typeface="Times New Roman"/>
              </a:rPr>
              <a:t>S3</a:t>
            </a:r>
            <a:endParaRPr baseline="3703" sz="112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750" spc="-10">
                <a:latin typeface="Times New Roman"/>
                <a:cs typeface="Times New Roman"/>
              </a:rPr>
              <a:t>000.05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2892793" y="6453657"/>
            <a:ext cx="90170" cy="180340"/>
          </a:xfrm>
          <a:custGeom>
            <a:avLst/>
            <a:gdLst/>
            <a:ahLst/>
            <a:cxnLst/>
            <a:rect l="l" t="t" r="r" b="b"/>
            <a:pathLst>
              <a:path w="90169" h="180340">
                <a:moveTo>
                  <a:pt x="0" y="0"/>
                </a:moveTo>
                <a:lnTo>
                  <a:pt x="0" y="179959"/>
                </a:lnTo>
              </a:path>
              <a:path w="90169" h="180340">
                <a:moveTo>
                  <a:pt x="89979" y="0"/>
                </a:moveTo>
                <a:lnTo>
                  <a:pt x="89979" y="179959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 txBox="1"/>
          <p:nvPr/>
        </p:nvSpPr>
        <p:spPr>
          <a:xfrm>
            <a:off x="2771893" y="6315961"/>
            <a:ext cx="36068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TIM000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1986412" y="6176105"/>
            <a:ext cx="307975" cy="2851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74295">
              <a:lnSpc>
                <a:spcPct val="113599"/>
              </a:lnSpc>
              <a:spcBef>
                <a:spcPts val="90"/>
              </a:spcBef>
            </a:pPr>
            <a:r>
              <a:rPr dirty="0" sz="750" spc="-25">
                <a:latin typeface="Times New Roman"/>
                <a:cs typeface="Times New Roman"/>
              </a:rPr>
              <a:t>S4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000.03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123858" y="6176861"/>
            <a:ext cx="399415" cy="294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27940">
              <a:lnSpc>
                <a:spcPct val="117200"/>
              </a:lnSpc>
              <a:spcBef>
                <a:spcPts val="90"/>
              </a:spcBef>
            </a:pPr>
            <a:r>
              <a:rPr dirty="0" sz="750" spc="-10">
                <a:latin typeface="Times New Roman"/>
                <a:cs typeface="Times New Roman"/>
              </a:rPr>
              <a:t>LEFT1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HR00.02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629145" y="5567013"/>
            <a:ext cx="4157979" cy="1499870"/>
            <a:chOff x="629145" y="5567013"/>
            <a:chExt cx="4157979" cy="1499870"/>
          </a:xfrm>
        </p:grpSpPr>
        <p:sp>
          <p:nvSpPr>
            <p:cNvPr id="48" name="object 48" descr=""/>
            <p:cNvSpPr/>
            <p:nvPr/>
          </p:nvSpPr>
          <p:spPr>
            <a:xfrm>
              <a:off x="633907" y="5661723"/>
              <a:ext cx="3068955" cy="1400175"/>
            </a:xfrm>
            <a:custGeom>
              <a:avLst/>
              <a:gdLst/>
              <a:ahLst/>
              <a:cxnLst/>
              <a:rect l="l" t="t" r="r" b="b"/>
              <a:pathLst>
                <a:path w="3068954" h="1400175">
                  <a:moveTo>
                    <a:pt x="639330" y="0"/>
                  </a:moveTo>
                  <a:lnTo>
                    <a:pt x="9486" y="0"/>
                  </a:lnTo>
                </a:path>
                <a:path w="3068954" h="1400175">
                  <a:moveTo>
                    <a:pt x="729297" y="0"/>
                  </a:moveTo>
                  <a:lnTo>
                    <a:pt x="1449108" y="0"/>
                  </a:lnTo>
                </a:path>
                <a:path w="3068954" h="1400175">
                  <a:moveTo>
                    <a:pt x="1539074" y="0"/>
                  </a:moveTo>
                  <a:lnTo>
                    <a:pt x="2258885" y="0"/>
                  </a:lnTo>
                </a:path>
                <a:path w="3068954" h="1400175">
                  <a:moveTo>
                    <a:pt x="2348865" y="0"/>
                  </a:moveTo>
                  <a:lnTo>
                    <a:pt x="3068662" y="0"/>
                  </a:lnTo>
                </a:path>
                <a:path w="3068954" h="1400175">
                  <a:moveTo>
                    <a:pt x="630212" y="433933"/>
                  </a:moveTo>
                  <a:lnTo>
                    <a:pt x="0" y="433933"/>
                  </a:lnTo>
                </a:path>
                <a:path w="3068954" h="1400175">
                  <a:moveTo>
                    <a:pt x="720178" y="433933"/>
                  </a:moveTo>
                  <a:lnTo>
                    <a:pt x="1439621" y="433933"/>
                  </a:lnTo>
                </a:path>
                <a:path w="3068954" h="1400175">
                  <a:moveTo>
                    <a:pt x="1529956" y="433933"/>
                  </a:moveTo>
                  <a:lnTo>
                    <a:pt x="2699283" y="433933"/>
                  </a:lnTo>
                </a:path>
                <a:path w="3068954" h="1400175">
                  <a:moveTo>
                    <a:pt x="9486" y="887222"/>
                  </a:moveTo>
                  <a:lnTo>
                    <a:pt x="639330" y="887222"/>
                  </a:lnTo>
                </a:path>
                <a:path w="3068954" h="1400175">
                  <a:moveTo>
                    <a:pt x="729297" y="887222"/>
                  </a:moveTo>
                  <a:lnTo>
                    <a:pt x="1449108" y="887222"/>
                  </a:lnTo>
                </a:path>
                <a:path w="3068954" h="1400175">
                  <a:moveTo>
                    <a:pt x="1539074" y="887222"/>
                  </a:moveTo>
                  <a:lnTo>
                    <a:pt x="2258885" y="887222"/>
                  </a:lnTo>
                </a:path>
                <a:path w="3068954" h="1400175">
                  <a:moveTo>
                    <a:pt x="2348865" y="887222"/>
                  </a:moveTo>
                  <a:lnTo>
                    <a:pt x="2708770" y="887222"/>
                  </a:lnTo>
                </a:path>
                <a:path w="3068954" h="1400175">
                  <a:moveTo>
                    <a:pt x="2708770" y="0"/>
                  </a:moveTo>
                  <a:lnTo>
                    <a:pt x="2708770" y="1400124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7795" y="5567013"/>
              <a:ext cx="279044" cy="188671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3792562" y="5666663"/>
              <a:ext cx="720090" cy="0"/>
            </a:xfrm>
            <a:custGeom>
              <a:avLst/>
              <a:gdLst/>
              <a:ahLst/>
              <a:cxnLst/>
              <a:rect l="l" t="t" r="r" b="b"/>
              <a:pathLst>
                <a:path w="720089" h="0">
                  <a:moveTo>
                    <a:pt x="0" y="0"/>
                  </a:moveTo>
                  <a:lnTo>
                    <a:pt x="71978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4448780" y="5451512"/>
            <a:ext cx="30797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200.01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2" name="object 52" descr=""/>
          <p:cNvSpPr/>
          <p:nvPr/>
        </p:nvSpPr>
        <p:spPr>
          <a:xfrm>
            <a:off x="1264119" y="5571744"/>
            <a:ext cx="2528570" cy="2376805"/>
          </a:xfrm>
          <a:custGeom>
            <a:avLst/>
            <a:gdLst/>
            <a:ahLst/>
            <a:cxnLst/>
            <a:rect l="l" t="t" r="r" b="b"/>
            <a:pathLst>
              <a:path w="2528570" h="2376804">
                <a:moveTo>
                  <a:pt x="2528443" y="0"/>
                </a:moveTo>
                <a:lnTo>
                  <a:pt x="2438450" y="179577"/>
                </a:lnTo>
              </a:path>
              <a:path w="2528570" h="2376804">
                <a:moveTo>
                  <a:pt x="9118" y="1320025"/>
                </a:moveTo>
                <a:lnTo>
                  <a:pt x="9118" y="1499984"/>
                </a:lnTo>
              </a:path>
              <a:path w="2528570" h="2376804">
                <a:moveTo>
                  <a:pt x="99085" y="1320025"/>
                </a:moveTo>
                <a:lnTo>
                  <a:pt x="99085" y="1499984"/>
                </a:lnTo>
              </a:path>
              <a:path w="2528570" h="2376804">
                <a:moveTo>
                  <a:pt x="818895" y="1320025"/>
                </a:moveTo>
                <a:lnTo>
                  <a:pt x="818895" y="1499984"/>
                </a:lnTo>
              </a:path>
              <a:path w="2528570" h="2376804">
                <a:moveTo>
                  <a:pt x="908862" y="1320025"/>
                </a:moveTo>
                <a:lnTo>
                  <a:pt x="908862" y="1499984"/>
                </a:lnTo>
              </a:path>
              <a:path w="2528570" h="2376804">
                <a:moveTo>
                  <a:pt x="0" y="1762683"/>
                </a:moveTo>
                <a:lnTo>
                  <a:pt x="0" y="1942642"/>
                </a:lnTo>
              </a:path>
              <a:path w="2528570" h="2376804">
                <a:moveTo>
                  <a:pt x="89966" y="1762683"/>
                </a:moveTo>
                <a:lnTo>
                  <a:pt x="89966" y="1942642"/>
                </a:lnTo>
              </a:path>
              <a:path w="2528570" h="2376804">
                <a:moveTo>
                  <a:pt x="809409" y="1762683"/>
                </a:moveTo>
                <a:lnTo>
                  <a:pt x="809409" y="1942642"/>
                </a:lnTo>
              </a:path>
              <a:path w="2528570" h="2376804">
                <a:moveTo>
                  <a:pt x="899744" y="1762683"/>
                </a:moveTo>
                <a:lnTo>
                  <a:pt x="899744" y="1942642"/>
                </a:lnTo>
              </a:path>
              <a:path w="2528570" h="2376804">
                <a:moveTo>
                  <a:pt x="9118" y="2196998"/>
                </a:moveTo>
                <a:lnTo>
                  <a:pt x="9118" y="2376576"/>
                </a:lnTo>
              </a:path>
              <a:path w="2528570" h="2376804">
                <a:moveTo>
                  <a:pt x="99085" y="2196998"/>
                </a:moveTo>
                <a:lnTo>
                  <a:pt x="99085" y="2376576"/>
                </a:lnTo>
              </a:path>
              <a:path w="2528570" h="2376804">
                <a:moveTo>
                  <a:pt x="818895" y="2196998"/>
                </a:moveTo>
                <a:lnTo>
                  <a:pt x="818895" y="2376576"/>
                </a:lnTo>
              </a:path>
              <a:path w="2528570" h="2376804">
                <a:moveTo>
                  <a:pt x="908862" y="2196998"/>
                </a:moveTo>
                <a:lnTo>
                  <a:pt x="908862" y="237657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 txBox="1"/>
          <p:nvPr/>
        </p:nvSpPr>
        <p:spPr>
          <a:xfrm>
            <a:off x="1099562" y="6634708"/>
            <a:ext cx="408305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1590" marR="5080" indent="-9525">
              <a:lnSpc>
                <a:spcPct val="112900"/>
              </a:lnSpc>
              <a:spcBef>
                <a:spcPts val="90"/>
              </a:spcBef>
            </a:pPr>
            <a:r>
              <a:rPr dirty="0" sz="750" spc="-10">
                <a:latin typeface="Times New Roman"/>
                <a:cs typeface="Times New Roman"/>
              </a:rPr>
              <a:t>DOWN1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HR00.03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1980716" y="6634708"/>
            <a:ext cx="307975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80010">
              <a:lnSpc>
                <a:spcPct val="112900"/>
              </a:lnSpc>
              <a:spcBef>
                <a:spcPts val="90"/>
              </a:spcBef>
            </a:pPr>
            <a:r>
              <a:rPr dirty="0" sz="750" spc="-25">
                <a:latin typeface="Times New Roman"/>
                <a:cs typeface="Times New Roman"/>
              </a:rPr>
              <a:t>S2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000.04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1099562" y="7082463"/>
            <a:ext cx="398780" cy="26987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 indent="95250">
              <a:lnSpc>
                <a:spcPct val="108900"/>
              </a:lnSpc>
              <a:spcBef>
                <a:spcPts val="55"/>
              </a:spcBef>
            </a:pPr>
            <a:r>
              <a:rPr dirty="0" sz="750" spc="-25">
                <a:latin typeface="Times New Roman"/>
                <a:cs typeface="Times New Roman"/>
              </a:rPr>
              <a:t>UP2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HR00.04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1971225" y="7082463"/>
            <a:ext cx="307975" cy="26987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 indent="99060">
              <a:lnSpc>
                <a:spcPct val="108900"/>
              </a:lnSpc>
              <a:spcBef>
                <a:spcPts val="55"/>
              </a:spcBef>
            </a:pPr>
            <a:r>
              <a:rPr dirty="0" sz="750" spc="-25">
                <a:latin typeface="Times New Roman"/>
                <a:cs typeface="Times New Roman"/>
              </a:rPr>
              <a:t>S3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000.06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7" name="object 57" descr=""/>
          <p:cNvSpPr/>
          <p:nvPr/>
        </p:nvSpPr>
        <p:spPr>
          <a:xfrm>
            <a:off x="2892793" y="7768742"/>
            <a:ext cx="90170" cy="179705"/>
          </a:xfrm>
          <a:custGeom>
            <a:avLst/>
            <a:gdLst/>
            <a:ahLst/>
            <a:cxnLst/>
            <a:rect l="l" t="t" r="r" b="b"/>
            <a:pathLst>
              <a:path w="90169" h="179704">
                <a:moveTo>
                  <a:pt x="0" y="0"/>
                </a:moveTo>
                <a:lnTo>
                  <a:pt x="0" y="179578"/>
                </a:lnTo>
              </a:path>
              <a:path w="90169" h="179704">
                <a:moveTo>
                  <a:pt x="89979" y="0"/>
                </a:moveTo>
                <a:lnTo>
                  <a:pt x="89979" y="17957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 txBox="1"/>
          <p:nvPr/>
        </p:nvSpPr>
        <p:spPr>
          <a:xfrm>
            <a:off x="2791636" y="7631807"/>
            <a:ext cx="3073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1986412" y="7500298"/>
            <a:ext cx="307340" cy="2946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74295">
              <a:lnSpc>
                <a:spcPct val="117600"/>
              </a:lnSpc>
              <a:spcBef>
                <a:spcPts val="90"/>
              </a:spcBef>
            </a:pPr>
            <a:r>
              <a:rPr dirty="0" sz="750" spc="-25">
                <a:latin typeface="Times New Roman"/>
                <a:cs typeface="Times New Roman"/>
              </a:rPr>
              <a:t>S5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000.03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1123858" y="7500298"/>
            <a:ext cx="399415" cy="2946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27940">
              <a:lnSpc>
                <a:spcPct val="117600"/>
              </a:lnSpc>
              <a:spcBef>
                <a:spcPts val="90"/>
              </a:spcBef>
            </a:pPr>
            <a:r>
              <a:rPr dirty="0" sz="750" spc="-10">
                <a:latin typeface="Times New Roman"/>
                <a:cs typeface="Times New Roman"/>
              </a:rPr>
              <a:t>LEFT2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HR00.05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1" name="object 61" descr=""/>
          <p:cNvSpPr/>
          <p:nvPr/>
        </p:nvSpPr>
        <p:spPr>
          <a:xfrm>
            <a:off x="633907" y="6987057"/>
            <a:ext cx="2708910" cy="2275205"/>
          </a:xfrm>
          <a:custGeom>
            <a:avLst/>
            <a:gdLst/>
            <a:ahLst/>
            <a:cxnLst/>
            <a:rect l="l" t="t" r="r" b="b"/>
            <a:pathLst>
              <a:path w="2708910" h="2275204">
                <a:moveTo>
                  <a:pt x="639330" y="0"/>
                </a:moveTo>
                <a:lnTo>
                  <a:pt x="9486" y="0"/>
                </a:lnTo>
              </a:path>
              <a:path w="2708910" h="2275204">
                <a:moveTo>
                  <a:pt x="729297" y="0"/>
                </a:moveTo>
                <a:lnTo>
                  <a:pt x="1449108" y="0"/>
                </a:lnTo>
              </a:path>
              <a:path w="2708910" h="2275204">
                <a:moveTo>
                  <a:pt x="1539074" y="0"/>
                </a:moveTo>
                <a:lnTo>
                  <a:pt x="2708770" y="0"/>
                </a:lnTo>
              </a:path>
              <a:path w="2708910" h="2275204">
                <a:moveTo>
                  <a:pt x="630212" y="441909"/>
                </a:moveTo>
                <a:lnTo>
                  <a:pt x="0" y="441909"/>
                </a:lnTo>
              </a:path>
              <a:path w="2708910" h="2275204">
                <a:moveTo>
                  <a:pt x="720178" y="441909"/>
                </a:moveTo>
                <a:lnTo>
                  <a:pt x="1439621" y="441909"/>
                </a:lnTo>
              </a:path>
              <a:path w="2708910" h="2275204">
                <a:moveTo>
                  <a:pt x="1529956" y="441909"/>
                </a:moveTo>
                <a:lnTo>
                  <a:pt x="2699283" y="441909"/>
                </a:lnTo>
              </a:path>
              <a:path w="2708910" h="2275204">
                <a:moveTo>
                  <a:pt x="9486" y="876604"/>
                </a:moveTo>
                <a:lnTo>
                  <a:pt x="639330" y="876604"/>
                </a:lnTo>
              </a:path>
              <a:path w="2708910" h="2275204">
                <a:moveTo>
                  <a:pt x="729297" y="876604"/>
                </a:moveTo>
                <a:lnTo>
                  <a:pt x="1449108" y="876604"/>
                </a:lnTo>
              </a:path>
              <a:path w="2708910" h="2275204">
                <a:moveTo>
                  <a:pt x="1539074" y="876604"/>
                </a:moveTo>
                <a:lnTo>
                  <a:pt x="2258885" y="876604"/>
                </a:lnTo>
              </a:path>
              <a:path w="2708910" h="2275204">
                <a:moveTo>
                  <a:pt x="2348865" y="876604"/>
                </a:moveTo>
                <a:lnTo>
                  <a:pt x="2708770" y="876604"/>
                </a:lnTo>
              </a:path>
              <a:path w="2708910" h="2275204">
                <a:moveTo>
                  <a:pt x="2708770" y="18224"/>
                </a:moveTo>
                <a:lnTo>
                  <a:pt x="2708770" y="2206116"/>
                </a:lnTo>
              </a:path>
              <a:path w="2708910" h="2275204">
                <a:moveTo>
                  <a:pt x="639330" y="1238021"/>
                </a:moveTo>
                <a:lnTo>
                  <a:pt x="639330" y="1418348"/>
                </a:lnTo>
              </a:path>
              <a:path w="2708910" h="2275204">
                <a:moveTo>
                  <a:pt x="729297" y="1238021"/>
                </a:moveTo>
                <a:lnTo>
                  <a:pt x="729297" y="1418348"/>
                </a:lnTo>
              </a:path>
              <a:path w="2708910" h="2275204">
                <a:moveTo>
                  <a:pt x="1449108" y="1238021"/>
                </a:moveTo>
                <a:lnTo>
                  <a:pt x="1449108" y="1418348"/>
                </a:lnTo>
              </a:path>
              <a:path w="2708910" h="2275204">
                <a:moveTo>
                  <a:pt x="1539074" y="1238021"/>
                </a:moveTo>
                <a:lnTo>
                  <a:pt x="1539074" y="1418348"/>
                </a:lnTo>
              </a:path>
              <a:path w="2708910" h="2275204">
                <a:moveTo>
                  <a:pt x="639330" y="1681835"/>
                </a:moveTo>
                <a:lnTo>
                  <a:pt x="639330" y="1861781"/>
                </a:lnTo>
              </a:path>
              <a:path w="2708910" h="2275204">
                <a:moveTo>
                  <a:pt x="729297" y="1681835"/>
                </a:moveTo>
                <a:lnTo>
                  <a:pt x="729297" y="1861781"/>
                </a:lnTo>
              </a:path>
              <a:path w="2708910" h="2275204">
                <a:moveTo>
                  <a:pt x="1449108" y="1681835"/>
                </a:moveTo>
                <a:lnTo>
                  <a:pt x="1449108" y="1861781"/>
                </a:lnTo>
              </a:path>
              <a:path w="2708910" h="2275204">
                <a:moveTo>
                  <a:pt x="1539074" y="1681835"/>
                </a:moveTo>
                <a:lnTo>
                  <a:pt x="1539074" y="1861781"/>
                </a:lnTo>
              </a:path>
              <a:path w="2708910" h="2275204">
                <a:moveTo>
                  <a:pt x="648817" y="2094496"/>
                </a:moveTo>
                <a:lnTo>
                  <a:pt x="648817" y="2274823"/>
                </a:lnTo>
              </a:path>
              <a:path w="2708910" h="2275204">
                <a:moveTo>
                  <a:pt x="738416" y="2094496"/>
                </a:moveTo>
                <a:lnTo>
                  <a:pt x="738416" y="2274823"/>
                </a:lnTo>
              </a:path>
              <a:path w="2708910" h="2275204">
                <a:moveTo>
                  <a:pt x="1458595" y="2094496"/>
                </a:moveTo>
                <a:lnTo>
                  <a:pt x="1458595" y="2274823"/>
                </a:lnTo>
              </a:path>
              <a:path w="2708910" h="2275204">
                <a:moveTo>
                  <a:pt x="1548574" y="2094496"/>
                </a:moveTo>
                <a:lnTo>
                  <a:pt x="1548574" y="2274823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 txBox="1"/>
          <p:nvPr/>
        </p:nvSpPr>
        <p:spPr>
          <a:xfrm>
            <a:off x="2835672" y="7940457"/>
            <a:ext cx="19494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PB2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1099562" y="7893229"/>
            <a:ext cx="408305" cy="349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1590" marR="5080" indent="-9525">
              <a:lnSpc>
                <a:spcPct val="141500"/>
              </a:lnSpc>
              <a:spcBef>
                <a:spcPts val="90"/>
              </a:spcBef>
            </a:pPr>
            <a:r>
              <a:rPr dirty="0" sz="750" spc="-10">
                <a:latin typeface="Times New Roman"/>
                <a:cs typeface="Times New Roman"/>
              </a:rPr>
              <a:t>DOWN2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HR00.06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1980716" y="7893229"/>
            <a:ext cx="307975" cy="349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89535">
              <a:lnSpc>
                <a:spcPct val="141500"/>
              </a:lnSpc>
              <a:spcBef>
                <a:spcPts val="90"/>
              </a:spcBef>
            </a:pPr>
            <a:r>
              <a:rPr dirty="0" sz="750" spc="-25">
                <a:latin typeface="Times New Roman"/>
                <a:cs typeface="Times New Roman"/>
              </a:rPr>
              <a:t>S2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000.04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1109052" y="8395876"/>
            <a:ext cx="399415" cy="2946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85725">
              <a:lnSpc>
                <a:spcPct val="117600"/>
              </a:lnSpc>
              <a:spcBef>
                <a:spcPts val="90"/>
              </a:spcBef>
            </a:pPr>
            <a:r>
              <a:rPr dirty="0" sz="750" spc="-25">
                <a:latin typeface="Times New Roman"/>
                <a:cs typeface="Times New Roman"/>
              </a:rPr>
              <a:t>UP3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HR00.07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1980716" y="8395876"/>
            <a:ext cx="307975" cy="2946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99060">
              <a:lnSpc>
                <a:spcPct val="117600"/>
              </a:lnSpc>
              <a:spcBef>
                <a:spcPts val="90"/>
              </a:spcBef>
            </a:pPr>
            <a:r>
              <a:rPr dirty="0" sz="750" spc="-25">
                <a:latin typeface="Times New Roman"/>
                <a:cs typeface="Times New Roman"/>
              </a:rPr>
              <a:t>S3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000.02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1995521" y="8835278"/>
            <a:ext cx="307975" cy="27051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 indent="74930">
              <a:lnSpc>
                <a:spcPct val="109300"/>
              </a:lnSpc>
              <a:spcBef>
                <a:spcPts val="50"/>
              </a:spcBef>
            </a:pPr>
            <a:r>
              <a:rPr dirty="0" sz="750" spc="-25">
                <a:latin typeface="Times New Roman"/>
                <a:cs typeface="Times New Roman"/>
              </a:rPr>
              <a:t>S1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000.03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1133349" y="8820699"/>
            <a:ext cx="399415" cy="2946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27940">
              <a:lnSpc>
                <a:spcPct val="117600"/>
              </a:lnSpc>
              <a:spcBef>
                <a:spcPts val="90"/>
              </a:spcBef>
            </a:pPr>
            <a:r>
              <a:rPr dirty="0" sz="750" spc="-20">
                <a:latin typeface="Times New Roman"/>
                <a:cs typeface="Times New Roman"/>
              </a:rPr>
              <a:t>RICHT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HR00.08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1133349" y="9235044"/>
            <a:ext cx="38798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DOWN3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2085491" y="9254404"/>
            <a:ext cx="129539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S2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1" name="object 71" descr=""/>
          <p:cNvSpPr/>
          <p:nvPr/>
        </p:nvSpPr>
        <p:spPr>
          <a:xfrm>
            <a:off x="643394" y="8316950"/>
            <a:ext cx="2698115" cy="857250"/>
          </a:xfrm>
          <a:custGeom>
            <a:avLst/>
            <a:gdLst/>
            <a:ahLst/>
            <a:cxnLst/>
            <a:rect l="l" t="t" r="r" b="b"/>
            <a:pathLst>
              <a:path w="2698115" h="857250">
                <a:moveTo>
                  <a:pt x="629843" y="3416"/>
                </a:moveTo>
                <a:lnTo>
                  <a:pt x="0" y="3416"/>
                </a:lnTo>
              </a:path>
              <a:path w="2698115" h="857250">
                <a:moveTo>
                  <a:pt x="719810" y="3416"/>
                </a:moveTo>
                <a:lnTo>
                  <a:pt x="1439621" y="3416"/>
                </a:lnTo>
              </a:path>
              <a:path w="2698115" h="857250">
                <a:moveTo>
                  <a:pt x="629843" y="446849"/>
                </a:moveTo>
                <a:lnTo>
                  <a:pt x="0" y="446849"/>
                </a:lnTo>
              </a:path>
              <a:path w="2698115" h="857250">
                <a:moveTo>
                  <a:pt x="719810" y="446849"/>
                </a:moveTo>
                <a:lnTo>
                  <a:pt x="1439621" y="446849"/>
                </a:lnTo>
              </a:path>
              <a:path w="2698115" h="857250">
                <a:moveTo>
                  <a:pt x="9499" y="854964"/>
                </a:moveTo>
                <a:lnTo>
                  <a:pt x="639330" y="854964"/>
                </a:lnTo>
              </a:path>
              <a:path w="2698115" h="857250">
                <a:moveTo>
                  <a:pt x="728929" y="845464"/>
                </a:moveTo>
                <a:lnTo>
                  <a:pt x="1449108" y="845464"/>
                </a:lnTo>
              </a:path>
              <a:path w="2698115" h="857250">
                <a:moveTo>
                  <a:pt x="1525803" y="0"/>
                </a:moveTo>
                <a:lnTo>
                  <a:pt x="2697759" y="0"/>
                </a:lnTo>
              </a:path>
              <a:path w="2698115" h="857250">
                <a:moveTo>
                  <a:pt x="1525803" y="451396"/>
                </a:moveTo>
                <a:lnTo>
                  <a:pt x="2697759" y="451396"/>
                </a:lnTo>
              </a:path>
              <a:path w="2698115" h="857250">
                <a:moveTo>
                  <a:pt x="1534909" y="857237"/>
                </a:moveTo>
                <a:lnTo>
                  <a:pt x="2697759" y="85723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43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1082" y="961543"/>
            <a:ext cx="538162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2765" algn="l"/>
              </a:tabLst>
            </a:pPr>
            <a:r>
              <a:rPr dirty="0" sz="1550" spc="40">
                <a:latin typeface="Times New Roman"/>
                <a:cs typeface="Times New Roman"/>
              </a:rPr>
              <a:t>6.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5" name="object 5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33907" y="1403261"/>
            <a:ext cx="6421120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5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Interlock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41108" y="2024583"/>
            <a:ext cx="6417310" cy="4285615"/>
            <a:chOff x="641108" y="2024583"/>
            <a:chExt cx="6417310" cy="4285615"/>
          </a:xfrm>
        </p:grpSpPr>
        <p:sp>
          <p:nvSpPr>
            <p:cNvPr id="10" name="object 10" descr=""/>
            <p:cNvSpPr/>
            <p:nvPr/>
          </p:nvSpPr>
          <p:spPr>
            <a:xfrm>
              <a:off x="643966" y="2027758"/>
              <a:ext cx="6408420" cy="6350"/>
            </a:xfrm>
            <a:custGeom>
              <a:avLst/>
              <a:gdLst/>
              <a:ahLst/>
              <a:cxnLst/>
              <a:rect l="l" t="t" r="r" b="b"/>
              <a:pathLst>
                <a:path w="6408420" h="6350">
                  <a:moveTo>
                    <a:pt x="0" y="6095"/>
                  </a:moveTo>
                  <a:lnTo>
                    <a:pt x="0" y="0"/>
                  </a:lnTo>
                </a:path>
                <a:path w="6408420" h="6350">
                  <a:moveTo>
                    <a:pt x="0" y="5714"/>
                  </a:moveTo>
                  <a:lnTo>
                    <a:pt x="0" y="0"/>
                  </a:lnTo>
                </a:path>
                <a:path w="6408420" h="6350">
                  <a:moveTo>
                    <a:pt x="2857" y="2857"/>
                  </a:moveTo>
                  <a:lnTo>
                    <a:pt x="6407835" y="2857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054824" y="2027758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w="0" h="6350">
                  <a:moveTo>
                    <a:pt x="0" y="6095"/>
                  </a:moveTo>
                  <a:lnTo>
                    <a:pt x="0" y="0"/>
                  </a:lnTo>
                </a:path>
                <a:path w="0" h="6350">
                  <a:moveTo>
                    <a:pt x="0" y="5714"/>
                  </a:moveTo>
                  <a:lnTo>
                    <a:pt x="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43966" y="2033854"/>
              <a:ext cx="0" cy="126364"/>
            </a:xfrm>
            <a:custGeom>
              <a:avLst/>
              <a:gdLst/>
              <a:ahLst/>
              <a:cxnLst/>
              <a:rect l="l" t="t" r="r" b="b"/>
              <a:pathLst>
                <a:path w="0" h="126364">
                  <a:moveTo>
                    <a:pt x="0" y="119951"/>
                  </a:moveTo>
                  <a:lnTo>
                    <a:pt x="0" y="0"/>
                  </a:lnTo>
                </a:path>
                <a:path w="0" h="126364">
                  <a:moveTo>
                    <a:pt x="0" y="126034"/>
                  </a:moveTo>
                  <a:lnTo>
                    <a:pt x="0" y="119951"/>
                  </a:lnTo>
                </a:path>
                <a:path w="0" h="126364">
                  <a:moveTo>
                    <a:pt x="0" y="126034"/>
                  </a:moveTo>
                  <a:lnTo>
                    <a:pt x="0" y="119951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46823" y="2033854"/>
              <a:ext cx="6408420" cy="126364"/>
            </a:xfrm>
            <a:custGeom>
              <a:avLst/>
              <a:gdLst/>
              <a:ahLst/>
              <a:cxnLst/>
              <a:rect l="l" t="t" r="r" b="b"/>
              <a:pathLst>
                <a:path w="6408420" h="126364">
                  <a:moveTo>
                    <a:pt x="0" y="122986"/>
                  </a:moveTo>
                  <a:lnTo>
                    <a:pt x="6404978" y="122986"/>
                  </a:lnTo>
                </a:path>
                <a:path w="6408420" h="126364">
                  <a:moveTo>
                    <a:pt x="6408000" y="119951"/>
                  </a:moveTo>
                  <a:lnTo>
                    <a:pt x="6408000" y="0"/>
                  </a:lnTo>
                </a:path>
                <a:path w="6408420" h="126364">
                  <a:moveTo>
                    <a:pt x="6408000" y="126034"/>
                  </a:moveTo>
                  <a:lnTo>
                    <a:pt x="6408000" y="119951"/>
                  </a:lnTo>
                </a:path>
                <a:path w="6408420" h="126364">
                  <a:moveTo>
                    <a:pt x="6408000" y="126034"/>
                  </a:moveTo>
                  <a:lnTo>
                    <a:pt x="6408000" y="119951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43966" y="3479901"/>
              <a:ext cx="6408420" cy="6350"/>
            </a:xfrm>
            <a:custGeom>
              <a:avLst/>
              <a:gdLst/>
              <a:ahLst/>
              <a:cxnLst/>
              <a:rect l="l" t="t" r="r" b="b"/>
              <a:pathLst>
                <a:path w="6408420" h="6350">
                  <a:moveTo>
                    <a:pt x="0" y="6083"/>
                  </a:moveTo>
                  <a:lnTo>
                    <a:pt x="0" y="0"/>
                  </a:lnTo>
                </a:path>
                <a:path w="6408420" h="6350">
                  <a:moveTo>
                    <a:pt x="0" y="5714"/>
                  </a:moveTo>
                  <a:lnTo>
                    <a:pt x="0" y="0"/>
                  </a:lnTo>
                </a:path>
                <a:path w="6408420" h="6350">
                  <a:moveTo>
                    <a:pt x="2857" y="2857"/>
                  </a:moveTo>
                  <a:lnTo>
                    <a:pt x="6407835" y="2857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054824" y="3479901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w="0" h="6350">
                  <a:moveTo>
                    <a:pt x="0" y="6083"/>
                  </a:moveTo>
                  <a:lnTo>
                    <a:pt x="0" y="0"/>
                  </a:lnTo>
                </a:path>
                <a:path w="0" h="6350">
                  <a:moveTo>
                    <a:pt x="0" y="5714"/>
                  </a:moveTo>
                  <a:lnTo>
                    <a:pt x="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43966" y="3485984"/>
              <a:ext cx="0" cy="126364"/>
            </a:xfrm>
            <a:custGeom>
              <a:avLst/>
              <a:gdLst/>
              <a:ahLst/>
              <a:cxnLst/>
              <a:rect l="l" t="t" r="r" b="b"/>
              <a:pathLst>
                <a:path w="0" h="126364">
                  <a:moveTo>
                    <a:pt x="0" y="119964"/>
                  </a:moveTo>
                  <a:lnTo>
                    <a:pt x="0" y="0"/>
                  </a:lnTo>
                </a:path>
                <a:path w="0" h="126364">
                  <a:moveTo>
                    <a:pt x="0" y="126047"/>
                  </a:moveTo>
                  <a:lnTo>
                    <a:pt x="0" y="119964"/>
                  </a:lnTo>
                </a:path>
                <a:path w="0" h="126364">
                  <a:moveTo>
                    <a:pt x="0" y="126047"/>
                  </a:moveTo>
                  <a:lnTo>
                    <a:pt x="0" y="119964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46823" y="3485984"/>
              <a:ext cx="6408420" cy="126364"/>
            </a:xfrm>
            <a:custGeom>
              <a:avLst/>
              <a:gdLst/>
              <a:ahLst/>
              <a:cxnLst/>
              <a:rect l="l" t="t" r="r" b="b"/>
              <a:pathLst>
                <a:path w="6408420" h="126364">
                  <a:moveTo>
                    <a:pt x="0" y="122999"/>
                  </a:moveTo>
                  <a:lnTo>
                    <a:pt x="6404978" y="122999"/>
                  </a:lnTo>
                </a:path>
                <a:path w="6408420" h="126364">
                  <a:moveTo>
                    <a:pt x="6408000" y="119964"/>
                  </a:moveTo>
                  <a:lnTo>
                    <a:pt x="6408000" y="0"/>
                  </a:lnTo>
                </a:path>
                <a:path w="6408420" h="126364">
                  <a:moveTo>
                    <a:pt x="6408000" y="126047"/>
                  </a:moveTo>
                  <a:lnTo>
                    <a:pt x="6408000" y="119964"/>
                  </a:lnTo>
                </a:path>
                <a:path w="6408420" h="126364">
                  <a:moveTo>
                    <a:pt x="6408000" y="126047"/>
                  </a:moveTo>
                  <a:lnTo>
                    <a:pt x="6408000" y="119964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43966" y="4542536"/>
              <a:ext cx="6408420" cy="6350"/>
            </a:xfrm>
            <a:custGeom>
              <a:avLst/>
              <a:gdLst/>
              <a:ahLst/>
              <a:cxnLst/>
              <a:rect l="l" t="t" r="r" b="b"/>
              <a:pathLst>
                <a:path w="6408420" h="6350">
                  <a:moveTo>
                    <a:pt x="0" y="6070"/>
                  </a:moveTo>
                  <a:lnTo>
                    <a:pt x="0" y="0"/>
                  </a:lnTo>
                </a:path>
                <a:path w="6408420" h="6350">
                  <a:moveTo>
                    <a:pt x="0" y="5689"/>
                  </a:moveTo>
                  <a:lnTo>
                    <a:pt x="0" y="0"/>
                  </a:lnTo>
                </a:path>
                <a:path w="6408420" h="6350">
                  <a:moveTo>
                    <a:pt x="2857" y="2844"/>
                  </a:moveTo>
                  <a:lnTo>
                    <a:pt x="6407835" y="2844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054824" y="4542536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w="0" h="6350">
                  <a:moveTo>
                    <a:pt x="0" y="6070"/>
                  </a:moveTo>
                  <a:lnTo>
                    <a:pt x="0" y="0"/>
                  </a:lnTo>
                </a:path>
                <a:path w="0" h="6350">
                  <a:moveTo>
                    <a:pt x="0" y="5689"/>
                  </a:moveTo>
                  <a:lnTo>
                    <a:pt x="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43966" y="4548606"/>
              <a:ext cx="0" cy="126364"/>
            </a:xfrm>
            <a:custGeom>
              <a:avLst/>
              <a:gdLst/>
              <a:ahLst/>
              <a:cxnLst/>
              <a:rect l="l" t="t" r="r" b="b"/>
              <a:pathLst>
                <a:path w="0" h="126364">
                  <a:moveTo>
                    <a:pt x="0" y="119964"/>
                  </a:moveTo>
                  <a:lnTo>
                    <a:pt x="0" y="0"/>
                  </a:lnTo>
                </a:path>
                <a:path w="0" h="126364">
                  <a:moveTo>
                    <a:pt x="0" y="126047"/>
                  </a:moveTo>
                  <a:lnTo>
                    <a:pt x="0" y="119964"/>
                  </a:lnTo>
                </a:path>
                <a:path w="0" h="126364">
                  <a:moveTo>
                    <a:pt x="0" y="126047"/>
                  </a:moveTo>
                  <a:lnTo>
                    <a:pt x="0" y="119964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46823" y="4548606"/>
              <a:ext cx="6408420" cy="126364"/>
            </a:xfrm>
            <a:custGeom>
              <a:avLst/>
              <a:gdLst/>
              <a:ahLst/>
              <a:cxnLst/>
              <a:rect l="l" t="t" r="r" b="b"/>
              <a:pathLst>
                <a:path w="6408420" h="126364">
                  <a:moveTo>
                    <a:pt x="0" y="122999"/>
                  </a:moveTo>
                  <a:lnTo>
                    <a:pt x="6404978" y="122999"/>
                  </a:lnTo>
                </a:path>
                <a:path w="6408420" h="126364">
                  <a:moveTo>
                    <a:pt x="6408000" y="119964"/>
                  </a:moveTo>
                  <a:lnTo>
                    <a:pt x="6408000" y="0"/>
                  </a:lnTo>
                </a:path>
                <a:path w="6408420" h="126364">
                  <a:moveTo>
                    <a:pt x="6408000" y="126047"/>
                  </a:moveTo>
                  <a:lnTo>
                    <a:pt x="6408000" y="119964"/>
                  </a:lnTo>
                </a:path>
                <a:path w="6408420" h="126364">
                  <a:moveTo>
                    <a:pt x="6408000" y="126047"/>
                  </a:moveTo>
                  <a:lnTo>
                    <a:pt x="6408000" y="119964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43966" y="6054648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5">
                  <a:moveTo>
                    <a:pt x="0" y="6464"/>
                  </a:moveTo>
                  <a:lnTo>
                    <a:pt x="0" y="0"/>
                  </a:lnTo>
                </a:path>
                <a:path w="0" h="6985">
                  <a:moveTo>
                    <a:pt x="0" y="6083"/>
                  </a:moveTo>
                  <a:lnTo>
                    <a:pt x="0" y="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46823" y="6054648"/>
              <a:ext cx="6408420" cy="6985"/>
            </a:xfrm>
            <a:custGeom>
              <a:avLst/>
              <a:gdLst/>
              <a:ahLst/>
              <a:cxnLst/>
              <a:rect l="l" t="t" r="r" b="b"/>
              <a:pathLst>
                <a:path w="6408420" h="6985">
                  <a:moveTo>
                    <a:pt x="0" y="3047"/>
                  </a:moveTo>
                  <a:lnTo>
                    <a:pt x="6404978" y="3047"/>
                  </a:lnTo>
                </a:path>
                <a:path w="6408420" h="6985">
                  <a:moveTo>
                    <a:pt x="6408000" y="6464"/>
                  </a:moveTo>
                  <a:lnTo>
                    <a:pt x="6408000" y="0"/>
                  </a:lnTo>
                </a:path>
                <a:path w="6408420" h="6985">
                  <a:moveTo>
                    <a:pt x="6408000" y="6083"/>
                  </a:moveTo>
                  <a:lnTo>
                    <a:pt x="640800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43966" y="6061113"/>
              <a:ext cx="6408420" cy="245745"/>
            </a:xfrm>
            <a:custGeom>
              <a:avLst/>
              <a:gdLst/>
              <a:ahLst/>
              <a:cxnLst/>
              <a:rect l="l" t="t" r="r" b="b"/>
              <a:pathLst>
                <a:path w="6408420" h="245745">
                  <a:moveTo>
                    <a:pt x="0" y="239928"/>
                  </a:moveTo>
                  <a:lnTo>
                    <a:pt x="0" y="0"/>
                  </a:lnTo>
                </a:path>
                <a:path w="6408420" h="245745">
                  <a:moveTo>
                    <a:pt x="0" y="245630"/>
                  </a:moveTo>
                  <a:lnTo>
                    <a:pt x="0" y="239928"/>
                  </a:lnTo>
                </a:path>
                <a:path w="6408420" h="245745">
                  <a:moveTo>
                    <a:pt x="0" y="245630"/>
                  </a:moveTo>
                  <a:lnTo>
                    <a:pt x="0" y="239928"/>
                  </a:lnTo>
                </a:path>
                <a:path w="6408420" h="245745">
                  <a:moveTo>
                    <a:pt x="2857" y="242773"/>
                  </a:moveTo>
                  <a:lnTo>
                    <a:pt x="6407835" y="242773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054824" y="6061113"/>
              <a:ext cx="0" cy="245745"/>
            </a:xfrm>
            <a:custGeom>
              <a:avLst/>
              <a:gdLst/>
              <a:ahLst/>
              <a:cxnLst/>
              <a:rect l="l" t="t" r="r" b="b"/>
              <a:pathLst>
                <a:path w="0" h="245745">
                  <a:moveTo>
                    <a:pt x="0" y="239928"/>
                  </a:moveTo>
                  <a:lnTo>
                    <a:pt x="0" y="0"/>
                  </a:lnTo>
                </a:path>
                <a:path w="0" h="245745">
                  <a:moveTo>
                    <a:pt x="0" y="245630"/>
                  </a:moveTo>
                  <a:lnTo>
                    <a:pt x="0" y="239928"/>
                  </a:lnTo>
                </a:path>
                <a:path w="0" h="245745">
                  <a:moveTo>
                    <a:pt x="0" y="245630"/>
                  </a:moveTo>
                  <a:lnTo>
                    <a:pt x="0" y="239928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698657" y="7136741"/>
            <a:ext cx="89852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10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Buzzer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633907" y="1565376"/>
            <a:ext cx="729615" cy="407034"/>
          </a:xfrm>
          <a:custGeom>
            <a:avLst/>
            <a:gdLst/>
            <a:ahLst/>
            <a:cxnLst/>
            <a:rect l="l" t="t" r="r" b="b"/>
            <a:pathLst>
              <a:path w="729615" h="407035">
                <a:moveTo>
                  <a:pt x="0" y="0"/>
                </a:moveTo>
                <a:lnTo>
                  <a:pt x="0" y="406603"/>
                </a:lnTo>
              </a:path>
              <a:path w="729615" h="407035">
                <a:moveTo>
                  <a:pt x="639330" y="124129"/>
                </a:moveTo>
                <a:lnTo>
                  <a:pt x="639330" y="304076"/>
                </a:lnTo>
              </a:path>
              <a:path w="729615" h="407035">
                <a:moveTo>
                  <a:pt x="729297" y="124129"/>
                </a:moveTo>
                <a:lnTo>
                  <a:pt x="729297" y="30407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8" name="object 28" descr=""/>
          <p:cNvGrpSpPr/>
          <p:nvPr/>
        </p:nvGrpSpPr>
        <p:grpSpPr>
          <a:xfrm>
            <a:off x="638632" y="2178291"/>
            <a:ext cx="6419850" cy="6403975"/>
            <a:chOff x="638632" y="2178291"/>
            <a:chExt cx="6419850" cy="6403975"/>
          </a:xfrm>
        </p:grpSpPr>
        <p:sp>
          <p:nvSpPr>
            <p:cNvPr id="29" name="object 29" descr=""/>
            <p:cNvSpPr/>
            <p:nvPr/>
          </p:nvSpPr>
          <p:spPr>
            <a:xfrm>
              <a:off x="643966" y="7147267"/>
              <a:ext cx="6408420" cy="6350"/>
            </a:xfrm>
            <a:custGeom>
              <a:avLst/>
              <a:gdLst/>
              <a:ahLst/>
              <a:cxnLst/>
              <a:rect l="l" t="t" r="r" b="b"/>
              <a:pathLst>
                <a:path w="6408420" h="6350">
                  <a:moveTo>
                    <a:pt x="0" y="6070"/>
                  </a:moveTo>
                  <a:lnTo>
                    <a:pt x="0" y="0"/>
                  </a:lnTo>
                </a:path>
                <a:path w="6408420" h="6350">
                  <a:moveTo>
                    <a:pt x="0" y="5689"/>
                  </a:moveTo>
                  <a:lnTo>
                    <a:pt x="0" y="0"/>
                  </a:lnTo>
                </a:path>
                <a:path w="6408420" h="6350">
                  <a:moveTo>
                    <a:pt x="2857" y="2857"/>
                  </a:moveTo>
                  <a:lnTo>
                    <a:pt x="6407835" y="2857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054824" y="7147267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w="0" h="6350">
                  <a:moveTo>
                    <a:pt x="0" y="6070"/>
                  </a:moveTo>
                  <a:lnTo>
                    <a:pt x="0" y="0"/>
                  </a:lnTo>
                </a:path>
                <a:path w="0" h="6350">
                  <a:moveTo>
                    <a:pt x="0" y="5689"/>
                  </a:moveTo>
                  <a:lnTo>
                    <a:pt x="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43966" y="7153338"/>
              <a:ext cx="0" cy="126364"/>
            </a:xfrm>
            <a:custGeom>
              <a:avLst/>
              <a:gdLst/>
              <a:ahLst/>
              <a:cxnLst/>
              <a:rect l="l" t="t" r="r" b="b"/>
              <a:pathLst>
                <a:path w="0" h="126365">
                  <a:moveTo>
                    <a:pt x="0" y="119976"/>
                  </a:moveTo>
                  <a:lnTo>
                    <a:pt x="0" y="0"/>
                  </a:lnTo>
                </a:path>
                <a:path w="0" h="126365">
                  <a:moveTo>
                    <a:pt x="0" y="126047"/>
                  </a:moveTo>
                  <a:lnTo>
                    <a:pt x="0" y="119976"/>
                  </a:lnTo>
                </a:path>
                <a:path w="0" h="126365">
                  <a:moveTo>
                    <a:pt x="0" y="126047"/>
                  </a:moveTo>
                  <a:lnTo>
                    <a:pt x="0" y="119976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46823" y="7153338"/>
              <a:ext cx="6408420" cy="126364"/>
            </a:xfrm>
            <a:custGeom>
              <a:avLst/>
              <a:gdLst/>
              <a:ahLst/>
              <a:cxnLst/>
              <a:rect l="l" t="t" r="r" b="b"/>
              <a:pathLst>
                <a:path w="6408420" h="126365">
                  <a:moveTo>
                    <a:pt x="0" y="123012"/>
                  </a:moveTo>
                  <a:lnTo>
                    <a:pt x="6404978" y="123012"/>
                  </a:lnTo>
                </a:path>
                <a:path w="6408420" h="126365">
                  <a:moveTo>
                    <a:pt x="6408000" y="119976"/>
                  </a:moveTo>
                  <a:lnTo>
                    <a:pt x="6408000" y="0"/>
                  </a:lnTo>
                </a:path>
                <a:path w="6408420" h="126365">
                  <a:moveTo>
                    <a:pt x="6408000" y="126047"/>
                  </a:moveTo>
                  <a:lnTo>
                    <a:pt x="6408000" y="119976"/>
                  </a:lnTo>
                </a:path>
                <a:path w="6408420" h="126365">
                  <a:moveTo>
                    <a:pt x="6408000" y="126047"/>
                  </a:moveTo>
                  <a:lnTo>
                    <a:pt x="6408000" y="119976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43966" y="7804429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4">
                  <a:moveTo>
                    <a:pt x="0" y="6464"/>
                  </a:moveTo>
                  <a:lnTo>
                    <a:pt x="0" y="0"/>
                  </a:lnTo>
                </a:path>
                <a:path w="0" h="6984">
                  <a:moveTo>
                    <a:pt x="0" y="6083"/>
                  </a:moveTo>
                  <a:lnTo>
                    <a:pt x="0" y="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46823" y="7804429"/>
              <a:ext cx="6408420" cy="6985"/>
            </a:xfrm>
            <a:custGeom>
              <a:avLst/>
              <a:gdLst/>
              <a:ahLst/>
              <a:cxnLst/>
              <a:rect l="l" t="t" r="r" b="b"/>
              <a:pathLst>
                <a:path w="6408420" h="6984">
                  <a:moveTo>
                    <a:pt x="0" y="3048"/>
                  </a:moveTo>
                  <a:lnTo>
                    <a:pt x="6404978" y="3048"/>
                  </a:lnTo>
                </a:path>
                <a:path w="6408420" h="6984">
                  <a:moveTo>
                    <a:pt x="6408000" y="6464"/>
                  </a:moveTo>
                  <a:lnTo>
                    <a:pt x="6408000" y="0"/>
                  </a:lnTo>
                </a:path>
                <a:path w="6408420" h="6984">
                  <a:moveTo>
                    <a:pt x="6408000" y="6083"/>
                  </a:moveTo>
                  <a:lnTo>
                    <a:pt x="640800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643966" y="7810893"/>
              <a:ext cx="0" cy="125730"/>
            </a:xfrm>
            <a:custGeom>
              <a:avLst/>
              <a:gdLst/>
              <a:ahLst/>
              <a:cxnLst/>
              <a:rect l="l" t="t" r="r" b="b"/>
              <a:pathLst>
                <a:path w="0" h="125729">
                  <a:moveTo>
                    <a:pt x="0" y="119583"/>
                  </a:moveTo>
                  <a:lnTo>
                    <a:pt x="0" y="0"/>
                  </a:lnTo>
                </a:path>
                <a:path w="0" h="125729">
                  <a:moveTo>
                    <a:pt x="0" y="125653"/>
                  </a:moveTo>
                  <a:lnTo>
                    <a:pt x="0" y="119583"/>
                  </a:lnTo>
                </a:path>
                <a:path w="0" h="125729">
                  <a:moveTo>
                    <a:pt x="0" y="125653"/>
                  </a:moveTo>
                  <a:lnTo>
                    <a:pt x="0" y="119583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46823" y="7810893"/>
              <a:ext cx="6408420" cy="125730"/>
            </a:xfrm>
            <a:custGeom>
              <a:avLst/>
              <a:gdLst/>
              <a:ahLst/>
              <a:cxnLst/>
              <a:rect l="l" t="t" r="r" b="b"/>
              <a:pathLst>
                <a:path w="6408420" h="125729">
                  <a:moveTo>
                    <a:pt x="0" y="122618"/>
                  </a:moveTo>
                  <a:lnTo>
                    <a:pt x="6404978" y="122618"/>
                  </a:lnTo>
                </a:path>
                <a:path w="6408420" h="125729">
                  <a:moveTo>
                    <a:pt x="6408000" y="119583"/>
                  </a:moveTo>
                  <a:lnTo>
                    <a:pt x="6408000" y="0"/>
                  </a:lnTo>
                </a:path>
                <a:path w="6408420" h="125729">
                  <a:moveTo>
                    <a:pt x="6408000" y="125653"/>
                  </a:moveTo>
                  <a:lnTo>
                    <a:pt x="6408000" y="119583"/>
                  </a:lnTo>
                </a:path>
                <a:path w="6408420" h="125729">
                  <a:moveTo>
                    <a:pt x="6408000" y="125653"/>
                  </a:moveTo>
                  <a:lnTo>
                    <a:pt x="6408000" y="119583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43966" y="8446795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4">
                  <a:moveTo>
                    <a:pt x="0" y="6451"/>
                  </a:moveTo>
                  <a:lnTo>
                    <a:pt x="0" y="0"/>
                  </a:lnTo>
                </a:path>
                <a:path w="0" h="6984">
                  <a:moveTo>
                    <a:pt x="0" y="6070"/>
                  </a:moveTo>
                  <a:lnTo>
                    <a:pt x="0" y="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46823" y="8446795"/>
              <a:ext cx="6408420" cy="6985"/>
            </a:xfrm>
            <a:custGeom>
              <a:avLst/>
              <a:gdLst/>
              <a:ahLst/>
              <a:cxnLst/>
              <a:rect l="l" t="t" r="r" b="b"/>
              <a:pathLst>
                <a:path w="6408420" h="6984">
                  <a:moveTo>
                    <a:pt x="0" y="3035"/>
                  </a:moveTo>
                  <a:lnTo>
                    <a:pt x="6404978" y="3035"/>
                  </a:lnTo>
                </a:path>
                <a:path w="6408420" h="6984">
                  <a:moveTo>
                    <a:pt x="6408000" y="6451"/>
                  </a:moveTo>
                  <a:lnTo>
                    <a:pt x="6408000" y="0"/>
                  </a:lnTo>
                </a:path>
                <a:path w="6408420" h="6984">
                  <a:moveTo>
                    <a:pt x="6408000" y="6070"/>
                  </a:moveTo>
                  <a:lnTo>
                    <a:pt x="640800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43966" y="8453247"/>
              <a:ext cx="6408420" cy="125730"/>
            </a:xfrm>
            <a:custGeom>
              <a:avLst/>
              <a:gdLst/>
              <a:ahLst/>
              <a:cxnLst/>
              <a:rect l="l" t="t" r="r" b="b"/>
              <a:pathLst>
                <a:path w="6408420" h="125729">
                  <a:moveTo>
                    <a:pt x="0" y="119964"/>
                  </a:moveTo>
                  <a:lnTo>
                    <a:pt x="0" y="0"/>
                  </a:lnTo>
                </a:path>
                <a:path w="6408420" h="125729">
                  <a:moveTo>
                    <a:pt x="0" y="125653"/>
                  </a:moveTo>
                  <a:lnTo>
                    <a:pt x="0" y="119964"/>
                  </a:lnTo>
                </a:path>
                <a:path w="6408420" h="125729">
                  <a:moveTo>
                    <a:pt x="0" y="125653"/>
                  </a:moveTo>
                  <a:lnTo>
                    <a:pt x="0" y="119964"/>
                  </a:lnTo>
                </a:path>
                <a:path w="6408420" h="125729">
                  <a:moveTo>
                    <a:pt x="2857" y="122808"/>
                  </a:moveTo>
                  <a:lnTo>
                    <a:pt x="6407835" y="122808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7054824" y="8453247"/>
              <a:ext cx="0" cy="125730"/>
            </a:xfrm>
            <a:custGeom>
              <a:avLst/>
              <a:gdLst/>
              <a:ahLst/>
              <a:cxnLst/>
              <a:rect l="l" t="t" r="r" b="b"/>
              <a:pathLst>
                <a:path w="0" h="125729">
                  <a:moveTo>
                    <a:pt x="0" y="119964"/>
                  </a:moveTo>
                  <a:lnTo>
                    <a:pt x="0" y="0"/>
                  </a:lnTo>
                </a:path>
                <a:path w="0" h="125729">
                  <a:moveTo>
                    <a:pt x="0" y="125653"/>
                  </a:moveTo>
                  <a:lnTo>
                    <a:pt x="0" y="119964"/>
                  </a:lnTo>
                </a:path>
                <a:path w="0" h="125729">
                  <a:moveTo>
                    <a:pt x="0" y="125653"/>
                  </a:moveTo>
                  <a:lnTo>
                    <a:pt x="0" y="119964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43394" y="2183053"/>
              <a:ext cx="720090" cy="1278255"/>
            </a:xfrm>
            <a:custGeom>
              <a:avLst/>
              <a:gdLst/>
              <a:ahLst/>
              <a:cxnLst/>
              <a:rect l="l" t="t" r="r" b="b"/>
              <a:pathLst>
                <a:path w="720090" h="1278254">
                  <a:moveTo>
                    <a:pt x="0" y="0"/>
                  </a:moveTo>
                  <a:lnTo>
                    <a:pt x="0" y="1278254"/>
                  </a:lnTo>
                </a:path>
                <a:path w="720090" h="1278254">
                  <a:moveTo>
                    <a:pt x="629843" y="138188"/>
                  </a:moveTo>
                  <a:lnTo>
                    <a:pt x="629843" y="318134"/>
                  </a:lnTo>
                </a:path>
                <a:path w="720090" h="1278254">
                  <a:moveTo>
                    <a:pt x="719810" y="138188"/>
                  </a:moveTo>
                  <a:lnTo>
                    <a:pt x="719810" y="318134"/>
                  </a:lnTo>
                </a:path>
                <a:path w="720090" h="1278254">
                  <a:moveTo>
                    <a:pt x="629843" y="566813"/>
                  </a:moveTo>
                  <a:lnTo>
                    <a:pt x="629843" y="746759"/>
                  </a:lnTo>
                </a:path>
                <a:path w="720090" h="1278254">
                  <a:moveTo>
                    <a:pt x="719810" y="566813"/>
                  </a:moveTo>
                  <a:lnTo>
                    <a:pt x="719810" y="746759"/>
                  </a:lnTo>
                </a:path>
                <a:path w="720090" h="1278254">
                  <a:moveTo>
                    <a:pt x="629843" y="986675"/>
                  </a:moveTo>
                  <a:lnTo>
                    <a:pt x="629843" y="1166634"/>
                  </a:lnTo>
                </a:path>
                <a:path w="720090" h="1278254">
                  <a:moveTo>
                    <a:pt x="719810" y="986675"/>
                  </a:moveTo>
                  <a:lnTo>
                    <a:pt x="719810" y="1166634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48642" y="2316562"/>
              <a:ext cx="278764" cy="189052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643394" y="2416149"/>
              <a:ext cx="1710055" cy="845819"/>
            </a:xfrm>
            <a:custGeom>
              <a:avLst/>
              <a:gdLst/>
              <a:ahLst/>
              <a:cxnLst/>
              <a:rect l="l" t="t" r="r" b="b"/>
              <a:pathLst>
                <a:path w="1710055" h="845820">
                  <a:moveTo>
                    <a:pt x="629843" y="0"/>
                  </a:moveTo>
                  <a:lnTo>
                    <a:pt x="0" y="0"/>
                  </a:lnTo>
                </a:path>
                <a:path w="1710055" h="845820">
                  <a:moveTo>
                    <a:pt x="719810" y="0"/>
                  </a:moveTo>
                  <a:lnTo>
                    <a:pt x="1709546" y="0"/>
                  </a:lnTo>
                </a:path>
                <a:path w="1710055" h="845820">
                  <a:moveTo>
                    <a:pt x="629843" y="423671"/>
                  </a:moveTo>
                  <a:lnTo>
                    <a:pt x="0" y="423671"/>
                  </a:lnTo>
                </a:path>
                <a:path w="1710055" h="845820">
                  <a:moveTo>
                    <a:pt x="629843" y="843191"/>
                  </a:moveTo>
                  <a:lnTo>
                    <a:pt x="0" y="843191"/>
                  </a:lnTo>
                </a:path>
                <a:path w="1710055" h="845820">
                  <a:moveTo>
                    <a:pt x="1259674" y="9486"/>
                  </a:moveTo>
                  <a:lnTo>
                    <a:pt x="1259674" y="845464"/>
                  </a:lnTo>
                </a:path>
                <a:path w="1710055" h="845820">
                  <a:moveTo>
                    <a:pt x="719810" y="843191"/>
                  </a:moveTo>
                  <a:lnTo>
                    <a:pt x="1259674" y="843191"/>
                  </a:lnTo>
                </a:path>
                <a:path w="1710055" h="845820">
                  <a:moveTo>
                    <a:pt x="719810" y="423671"/>
                  </a:moveTo>
                  <a:lnTo>
                    <a:pt x="1259674" y="423671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" name="object 44" descr=""/>
          <p:cNvGrpSpPr/>
          <p:nvPr/>
        </p:nvGrpSpPr>
        <p:grpSpPr>
          <a:xfrm>
            <a:off x="638841" y="8939186"/>
            <a:ext cx="6419215" cy="432434"/>
            <a:chOff x="638841" y="8939186"/>
            <a:chExt cx="6419215" cy="432434"/>
          </a:xfrm>
        </p:grpSpPr>
        <p:sp>
          <p:nvSpPr>
            <p:cNvPr id="45" name="object 45" descr=""/>
            <p:cNvSpPr/>
            <p:nvPr/>
          </p:nvSpPr>
          <p:spPr>
            <a:xfrm>
              <a:off x="643966" y="8939186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4">
                  <a:moveTo>
                    <a:pt x="0" y="6464"/>
                  </a:moveTo>
                  <a:lnTo>
                    <a:pt x="0" y="0"/>
                  </a:lnTo>
                </a:path>
                <a:path w="0" h="6984">
                  <a:moveTo>
                    <a:pt x="0" y="6083"/>
                  </a:moveTo>
                  <a:lnTo>
                    <a:pt x="0" y="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46823" y="8939186"/>
              <a:ext cx="6408420" cy="6985"/>
            </a:xfrm>
            <a:custGeom>
              <a:avLst/>
              <a:gdLst/>
              <a:ahLst/>
              <a:cxnLst/>
              <a:rect l="l" t="t" r="r" b="b"/>
              <a:pathLst>
                <a:path w="6408420" h="6984">
                  <a:moveTo>
                    <a:pt x="0" y="3035"/>
                  </a:moveTo>
                  <a:lnTo>
                    <a:pt x="6404978" y="3035"/>
                  </a:lnTo>
                </a:path>
                <a:path w="6408420" h="6984">
                  <a:moveTo>
                    <a:pt x="6408000" y="6464"/>
                  </a:moveTo>
                  <a:lnTo>
                    <a:pt x="6408000" y="0"/>
                  </a:lnTo>
                </a:path>
                <a:path w="6408420" h="6984">
                  <a:moveTo>
                    <a:pt x="6408000" y="6083"/>
                  </a:moveTo>
                  <a:lnTo>
                    <a:pt x="640800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43966" y="8945651"/>
              <a:ext cx="6408420" cy="125730"/>
            </a:xfrm>
            <a:custGeom>
              <a:avLst/>
              <a:gdLst/>
              <a:ahLst/>
              <a:cxnLst/>
              <a:rect l="l" t="t" r="r" b="b"/>
              <a:pathLst>
                <a:path w="6408420" h="125729">
                  <a:moveTo>
                    <a:pt x="0" y="119964"/>
                  </a:moveTo>
                  <a:lnTo>
                    <a:pt x="0" y="0"/>
                  </a:lnTo>
                </a:path>
                <a:path w="6408420" h="125729">
                  <a:moveTo>
                    <a:pt x="0" y="125653"/>
                  </a:moveTo>
                  <a:lnTo>
                    <a:pt x="0" y="119964"/>
                  </a:lnTo>
                </a:path>
                <a:path w="6408420" h="125729">
                  <a:moveTo>
                    <a:pt x="0" y="125653"/>
                  </a:moveTo>
                  <a:lnTo>
                    <a:pt x="0" y="119964"/>
                  </a:lnTo>
                </a:path>
                <a:path w="6408420" h="125729">
                  <a:moveTo>
                    <a:pt x="2857" y="122796"/>
                  </a:moveTo>
                  <a:lnTo>
                    <a:pt x="6407835" y="122796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7054824" y="8945651"/>
              <a:ext cx="0" cy="125730"/>
            </a:xfrm>
            <a:custGeom>
              <a:avLst/>
              <a:gdLst/>
              <a:ahLst/>
              <a:cxnLst/>
              <a:rect l="l" t="t" r="r" b="b"/>
              <a:pathLst>
                <a:path w="0" h="125729">
                  <a:moveTo>
                    <a:pt x="0" y="119964"/>
                  </a:moveTo>
                  <a:lnTo>
                    <a:pt x="0" y="0"/>
                  </a:lnTo>
                </a:path>
                <a:path w="0" h="125729">
                  <a:moveTo>
                    <a:pt x="0" y="125653"/>
                  </a:moveTo>
                  <a:lnTo>
                    <a:pt x="0" y="119964"/>
                  </a:lnTo>
                </a:path>
                <a:path w="0" h="125729">
                  <a:moveTo>
                    <a:pt x="0" y="125653"/>
                  </a:moveTo>
                  <a:lnTo>
                    <a:pt x="0" y="119964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643394" y="9097505"/>
              <a:ext cx="444500" cy="274320"/>
            </a:xfrm>
            <a:custGeom>
              <a:avLst/>
              <a:gdLst/>
              <a:ahLst/>
              <a:cxnLst/>
              <a:rect l="l" t="t" r="r" b="b"/>
              <a:pathLst>
                <a:path w="444500" h="274320">
                  <a:moveTo>
                    <a:pt x="0" y="0"/>
                  </a:moveTo>
                  <a:lnTo>
                    <a:pt x="0" y="273723"/>
                  </a:lnTo>
                </a:path>
                <a:path w="444500" h="274320">
                  <a:moveTo>
                    <a:pt x="9499" y="138188"/>
                  </a:moveTo>
                  <a:lnTo>
                    <a:pt x="444195" y="138188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100874" y="9125597"/>
              <a:ext cx="656590" cy="197485"/>
            </a:xfrm>
            <a:custGeom>
              <a:avLst/>
              <a:gdLst/>
              <a:ahLst/>
              <a:cxnLst/>
              <a:rect l="l" t="t" r="r" b="b"/>
              <a:pathLst>
                <a:path w="656589" h="197484">
                  <a:moveTo>
                    <a:pt x="0" y="0"/>
                  </a:moveTo>
                  <a:lnTo>
                    <a:pt x="656386" y="0"/>
                  </a:lnTo>
                  <a:lnTo>
                    <a:pt x="656386" y="197040"/>
                  </a:lnTo>
                  <a:lnTo>
                    <a:pt x="0" y="19704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1993036" y="1689506"/>
            <a:ext cx="630555" cy="19939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395"/>
              </a:spcBef>
            </a:pPr>
            <a:r>
              <a:rPr dirty="0" sz="750" spc="-10">
                <a:latin typeface="Times New Roman"/>
                <a:cs typeface="Times New Roman"/>
              </a:rPr>
              <a:t>IL(02)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2" name="object 52" descr=""/>
          <p:cNvSpPr/>
          <p:nvPr/>
        </p:nvSpPr>
        <p:spPr>
          <a:xfrm>
            <a:off x="643394" y="1689506"/>
            <a:ext cx="1350010" cy="180340"/>
          </a:xfrm>
          <a:custGeom>
            <a:avLst/>
            <a:gdLst/>
            <a:ahLst/>
            <a:cxnLst/>
            <a:rect l="l" t="t" r="r" b="b"/>
            <a:pathLst>
              <a:path w="1350010" h="180339">
                <a:moveTo>
                  <a:pt x="0" y="89992"/>
                </a:moveTo>
                <a:lnTo>
                  <a:pt x="629843" y="89992"/>
                </a:lnTo>
              </a:path>
              <a:path w="1350010" h="180339">
                <a:moveTo>
                  <a:pt x="719810" y="89992"/>
                </a:moveTo>
                <a:lnTo>
                  <a:pt x="1349641" y="89992"/>
                </a:lnTo>
              </a:path>
              <a:path w="1350010" h="180339">
                <a:moveTo>
                  <a:pt x="719810" y="0"/>
                </a:moveTo>
                <a:lnTo>
                  <a:pt x="629843" y="17994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 txBox="1"/>
          <p:nvPr/>
        </p:nvSpPr>
        <p:spPr>
          <a:xfrm>
            <a:off x="1162963" y="1559781"/>
            <a:ext cx="3073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000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08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698657" y="1816650"/>
            <a:ext cx="722630" cy="3460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516255">
              <a:lnSpc>
                <a:spcPct val="140200"/>
              </a:lnSpc>
              <a:spcBef>
                <a:spcPts val="90"/>
              </a:spcBef>
            </a:pPr>
            <a:r>
              <a:rPr dirty="0" sz="750" spc="-20">
                <a:latin typeface="Times New Roman"/>
                <a:cs typeface="Times New Roman"/>
              </a:rPr>
              <a:t>Stop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6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Up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1123858" y="2193028"/>
            <a:ext cx="39941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HR00.00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2306830" y="2183155"/>
            <a:ext cx="30797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010.00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2147759" y="2501299"/>
            <a:ext cx="59880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UP_</a:t>
            </a:r>
            <a:r>
              <a:rPr dirty="0" sz="750" spc="120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MOTOR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1118166" y="2498106"/>
            <a:ext cx="349250" cy="2774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115570">
              <a:lnSpc>
                <a:spcPct val="110300"/>
              </a:lnSpc>
              <a:spcBef>
                <a:spcPts val="90"/>
              </a:spcBef>
            </a:pPr>
            <a:r>
              <a:rPr dirty="0" sz="750" spc="-25">
                <a:latin typeface="Times New Roman"/>
                <a:cs typeface="Times New Roman"/>
              </a:rPr>
              <a:t>UP1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HR0.03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698657" y="2897875"/>
            <a:ext cx="759460" cy="7169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22909" marR="5080" indent="106045">
              <a:lnSpc>
                <a:spcPct val="120900"/>
              </a:lnSpc>
              <a:spcBef>
                <a:spcPts val="90"/>
              </a:spcBef>
            </a:pPr>
            <a:r>
              <a:rPr dirty="0" sz="750" spc="-25">
                <a:latin typeface="Times New Roman"/>
                <a:cs typeface="Times New Roman"/>
              </a:rPr>
              <a:t>UP2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HR0.06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750">
              <a:latin typeface="Times New Roman"/>
              <a:cs typeface="Times New Roman"/>
            </a:endParaRPr>
          </a:p>
          <a:p>
            <a:pPr algn="r" marR="41910">
              <a:lnSpc>
                <a:spcPct val="100000"/>
              </a:lnSpc>
            </a:pPr>
            <a:r>
              <a:rPr dirty="0" sz="750" spc="-25">
                <a:latin typeface="Times New Roman"/>
                <a:cs typeface="Times New Roman"/>
              </a:rPr>
              <a:t>UP3</a:t>
            </a: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7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Left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60" name="object 60" descr=""/>
          <p:cNvGrpSpPr/>
          <p:nvPr/>
        </p:nvGrpSpPr>
        <p:grpSpPr>
          <a:xfrm>
            <a:off x="629145" y="3763670"/>
            <a:ext cx="1989455" cy="646430"/>
            <a:chOff x="629145" y="3763670"/>
            <a:chExt cx="1989455" cy="646430"/>
          </a:xfrm>
        </p:grpSpPr>
        <p:sp>
          <p:nvSpPr>
            <p:cNvPr id="61" name="object 61" descr=""/>
            <p:cNvSpPr/>
            <p:nvPr/>
          </p:nvSpPr>
          <p:spPr>
            <a:xfrm>
              <a:off x="1264119" y="3768432"/>
              <a:ext cx="90170" cy="636905"/>
            </a:xfrm>
            <a:custGeom>
              <a:avLst/>
              <a:gdLst/>
              <a:ahLst/>
              <a:cxnLst/>
              <a:rect l="l" t="t" r="r" b="b"/>
              <a:pathLst>
                <a:path w="90169" h="636904">
                  <a:moveTo>
                    <a:pt x="0" y="0"/>
                  </a:moveTo>
                  <a:lnTo>
                    <a:pt x="0" y="179577"/>
                  </a:lnTo>
                </a:path>
                <a:path w="90169" h="636904">
                  <a:moveTo>
                    <a:pt x="89966" y="0"/>
                  </a:moveTo>
                  <a:lnTo>
                    <a:pt x="89966" y="179577"/>
                  </a:lnTo>
                </a:path>
                <a:path w="90169" h="636904">
                  <a:moveTo>
                    <a:pt x="0" y="456717"/>
                  </a:moveTo>
                  <a:lnTo>
                    <a:pt x="0" y="636663"/>
                  </a:lnTo>
                </a:path>
                <a:path w="90169" h="636904">
                  <a:moveTo>
                    <a:pt x="89966" y="456717"/>
                  </a:moveTo>
                  <a:lnTo>
                    <a:pt x="89966" y="636663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8889" y="3763689"/>
              <a:ext cx="279412" cy="188683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633907" y="3863339"/>
              <a:ext cx="1710055" cy="457200"/>
            </a:xfrm>
            <a:custGeom>
              <a:avLst/>
              <a:gdLst/>
              <a:ahLst/>
              <a:cxnLst/>
              <a:rect l="l" t="t" r="r" b="b"/>
              <a:pathLst>
                <a:path w="1710055" h="457200">
                  <a:moveTo>
                    <a:pt x="630212" y="0"/>
                  </a:moveTo>
                  <a:lnTo>
                    <a:pt x="0" y="0"/>
                  </a:lnTo>
                </a:path>
                <a:path w="1710055" h="457200">
                  <a:moveTo>
                    <a:pt x="720178" y="0"/>
                  </a:moveTo>
                  <a:lnTo>
                    <a:pt x="1709534" y="0"/>
                  </a:lnTo>
                </a:path>
                <a:path w="1710055" h="457200">
                  <a:moveTo>
                    <a:pt x="630212" y="456717"/>
                  </a:moveTo>
                  <a:lnTo>
                    <a:pt x="0" y="456717"/>
                  </a:lnTo>
                </a:path>
                <a:path w="1710055" h="457200">
                  <a:moveTo>
                    <a:pt x="720178" y="456717"/>
                  </a:moveTo>
                  <a:lnTo>
                    <a:pt x="1269161" y="456717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1133349" y="3634916"/>
            <a:ext cx="39941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HR00.01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2288226" y="3634916"/>
            <a:ext cx="30797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010.00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2094228" y="3971278"/>
            <a:ext cx="71501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LEFT_</a:t>
            </a:r>
            <a:r>
              <a:rPr dirty="0" sz="750" spc="170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MOTOR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1109052" y="3922154"/>
            <a:ext cx="361315" cy="3238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38100">
              <a:lnSpc>
                <a:spcPct val="130500"/>
              </a:lnSpc>
              <a:spcBef>
                <a:spcPts val="90"/>
              </a:spcBef>
            </a:pPr>
            <a:r>
              <a:rPr dirty="0" sz="750" spc="-10">
                <a:latin typeface="Times New Roman"/>
                <a:cs typeface="Times New Roman"/>
              </a:rPr>
              <a:t>LEFT1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HR0.04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698657" y="4389875"/>
            <a:ext cx="812800" cy="28765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466725">
              <a:lnSpc>
                <a:spcPct val="100000"/>
              </a:lnSpc>
              <a:spcBef>
                <a:spcPts val="225"/>
              </a:spcBef>
            </a:pPr>
            <a:r>
              <a:rPr dirty="0" sz="750" spc="-10">
                <a:latin typeface="Times New Roman"/>
                <a:cs typeface="Times New Roman"/>
              </a:rPr>
              <a:t>LEFT2</a:t>
            </a: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8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Down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69" name="object 69" descr=""/>
          <p:cNvGrpSpPr/>
          <p:nvPr/>
        </p:nvGrpSpPr>
        <p:grpSpPr>
          <a:xfrm>
            <a:off x="623836" y="3638397"/>
            <a:ext cx="1998345" cy="1831339"/>
            <a:chOff x="623836" y="3638397"/>
            <a:chExt cx="1998345" cy="1831339"/>
          </a:xfrm>
        </p:grpSpPr>
        <p:sp>
          <p:nvSpPr>
            <p:cNvPr id="70" name="object 70" descr=""/>
            <p:cNvSpPr/>
            <p:nvPr/>
          </p:nvSpPr>
          <p:spPr>
            <a:xfrm>
              <a:off x="633907" y="3643160"/>
              <a:ext cx="1269365" cy="1821814"/>
            </a:xfrm>
            <a:custGeom>
              <a:avLst/>
              <a:gdLst/>
              <a:ahLst/>
              <a:cxnLst/>
              <a:rect l="l" t="t" r="r" b="b"/>
              <a:pathLst>
                <a:path w="1269364" h="1821814">
                  <a:moveTo>
                    <a:pt x="0" y="0"/>
                  </a:moveTo>
                  <a:lnTo>
                    <a:pt x="0" y="879246"/>
                  </a:lnTo>
                </a:path>
                <a:path w="1269364" h="1821814">
                  <a:moveTo>
                    <a:pt x="1269161" y="223989"/>
                  </a:moveTo>
                  <a:lnTo>
                    <a:pt x="1269161" y="692467"/>
                  </a:lnTo>
                </a:path>
                <a:path w="1269364" h="1821814">
                  <a:moveTo>
                    <a:pt x="633628" y="1184109"/>
                  </a:moveTo>
                  <a:lnTo>
                    <a:pt x="633628" y="1364056"/>
                  </a:lnTo>
                </a:path>
                <a:path w="1269364" h="1821814">
                  <a:moveTo>
                    <a:pt x="723607" y="1184109"/>
                  </a:moveTo>
                  <a:lnTo>
                    <a:pt x="723607" y="1364056"/>
                  </a:lnTo>
                </a:path>
                <a:path w="1269364" h="1821814">
                  <a:moveTo>
                    <a:pt x="633628" y="1641576"/>
                  </a:moveTo>
                  <a:lnTo>
                    <a:pt x="633628" y="1821535"/>
                  </a:lnTo>
                </a:path>
                <a:path w="1269364" h="1821814">
                  <a:moveTo>
                    <a:pt x="723607" y="1641576"/>
                  </a:moveTo>
                  <a:lnTo>
                    <a:pt x="723607" y="1821535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2876" y="4822717"/>
              <a:ext cx="278853" cy="189052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628599" y="4922558"/>
              <a:ext cx="1719580" cy="457200"/>
            </a:xfrm>
            <a:custGeom>
              <a:avLst/>
              <a:gdLst/>
              <a:ahLst/>
              <a:cxnLst/>
              <a:rect l="l" t="t" r="r" b="b"/>
              <a:pathLst>
                <a:path w="1719580" h="457200">
                  <a:moveTo>
                    <a:pt x="638936" y="0"/>
                  </a:moveTo>
                  <a:lnTo>
                    <a:pt x="0" y="0"/>
                  </a:lnTo>
                </a:path>
                <a:path w="1719580" h="457200">
                  <a:moveTo>
                    <a:pt x="728916" y="0"/>
                  </a:moveTo>
                  <a:lnTo>
                    <a:pt x="1719021" y="0"/>
                  </a:lnTo>
                </a:path>
                <a:path w="1719580" h="457200">
                  <a:moveTo>
                    <a:pt x="638936" y="457085"/>
                  </a:moveTo>
                  <a:lnTo>
                    <a:pt x="0" y="457085"/>
                  </a:lnTo>
                </a:path>
                <a:path w="1719580" h="457200">
                  <a:moveTo>
                    <a:pt x="728916" y="457085"/>
                  </a:moveTo>
                  <a:lnTo>
                    <a:pt x="1278254" y="457085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 descr=""/>
          <p:cNvSpPr txBox="1"/>
          <p:nvPr/>
        </p:nvSpPr>
        <p:spPr>
          <a:xfrm>
            <a:off x="1119303" y="4703235"/>
            <a:ext cx="39941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HR00.02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2293542" y="4694122"/>
            <a:ext cx="3073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010.02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2041077" y="5030486"/>
            <a:ext cx="78168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DOWN_</a:t>
            </a:r>
            <a:r>
              <a:rPr dirty="0" sz="750" spc="180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MOTOR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1112851" y="4991612"/>
            <a:ext cx="394335" cy="2997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6350">
              <a:lnSpc>
                <a:spcPct val="119900"/>
              </a:lnSpc>
              <a:spcBef>
                <a:spcPts val="90"/>
              </a:spcBef>
            </a:pPr>
            <a:r>
              <a:rPr dirty="0" sz="750" spc="-10">
                <a:latin typeface="Times New Roman"/>
                <a:cs typeface="Times New Roman"/>
              </a:rPr>
              <a:t>DOWN1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HR0.05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7" name="object 77" descr=""/>
          <p:cNvSpPr/>
          <p:nvPr/>
        </p:nvSpPr>
        <p:spPr>
          <a:xfrm>
            <a:off x="628599" y="4702365"/>
            <a:ext cx="1278255" cy="2402840"/>
          </a:xfrm>
          <a:custGeom>
            <a:avLst/>
            <a:gdLst/>
            <a:ahLst/>
            <a:cxnLst/>
            <a:rect l="l" t="t" r="r" b="b"/>
            <a:pathLst>
              <a:path w="1278255" h="2402840">
                <a:moveTo>
                  <a:pt x="0" y="0"/>
                </a:moveTo>
                <a:lnTo>
                  <a:pt x="5308" y="1331023"/>
                </a:lnTo>
              </a:path>
              <a:path w="1278255" h="2402840">
                <a:moveTo>
                  <a:pt x="1278254" y="223989"/>
                </a:moveTo>
                <a:lnTo>
                  <a:pt x="1274470" y="1140828"/>
                </a:lnTo>
              </a:path>
              <a:path w="1278255" h="2402840">
                <a:moveTo>
                  <a:pt x="644639" y="1039850"/>
                </a:moveTo>
                <a:lnTo>
                  <a:pt x="644639" y="1219796"/>
                </a:lnTo>
              </a:path>
              <a:path w="1278255" h="2402840">
                <a:moveTo>
                  <a:pt x="734606" y="1039850"/>
                </a:moveTo>
                <a:lnTo>
                  <a:pt x="734606" y="1219796"/>
                </a:lnTo>
              </a:path>
              <a:path w="1278255" h="2402840">
                <a:moveTo>
                  <a:pt x="644639" y="1134757"/>
                </a:moveTo>
                <a:lnTo>
                  <a:pt x="5308" y="1134757"/>
                </a:lnTo>
              </a:path>
              <a:path w="1278255" h="2402840">
                <a:moveTo>
                  <a:pt x="734606" y="1134757"/>
                </a:moveTo>
                <a:lnTo>
                  <a:pt x="1274470" y="1134757"/>
                </a:lnTo>
              </a:path>
              <a:path w="1278255" h="2402840">
                <a:moveTo>
                  <a:pt x="14795" y="1632089"/>
                </a:moveTo>
                <a:lnTo>
                  <a:pt x="14795" y="2402763"/>
                </a:lnTo>
              </a:path>
              <a:path w="1278255" h="2402840">
                <a:moveTo>
                  <a:pt x="644639" y="1747494"/>
                </a:moveTo>
                <a:lnTo>
                  <a:pt x="644639" y="1927821"/>
                </a:lnTo>
              </a:path>
              <a:path w="1278255" h="2402840">
                <a:moveTo>
                  <a:pt x="734606" y="1747494"/>
                </a:moveTo>
                <a:lnTo>
                  <a:pt x="734606" y="1927821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 txBox="1"/>
          <p:nvPr/>
        </p:nvSpPr>
        <p:spPr>
          <a:xfrm>
            <a:off x="2083015" y="6435064"/>
            <a:ext cx="540385" cy="18542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00"/>
              </a:spcBef>
            </a:pPr>
            <a:r>
              <a:rPr dirty="0" sz="750" spc="-25">
                <a:latin typeface="Times New Roman"/>
                <a:cs typeface="Times New Roman"/>
              </a:rPr>
              <a:t>TIM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2083015" y="6619938"/>
            <a:ext cx="540385" cy="16192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3048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240"/>
              </a:spcBef>
            </a:pPr>
            <a:r>
              <a:rPr dirty="0" sz="750" spc="-25">
                <a:latin typeface="Times New Roman"/>
                <a:cs typeface="Times New Roman"/>
              </a:rPr>
              <a:t>000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2083015" y="6781672"/>
            <a:ext cx="540385" cy="19367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3365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265"/>
              </a:spcBef>
            </a:pPr>
            <a:r>
              <a:rPr dirty="0" sz="750" spc="-10">
                <a:latin typeface="Times New Roman"/>
                <a:cs typeface="Times New Roman"/>
              </a:rPr>
              <a:t>#0200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1" name="object 81" descr=""/>
          <p:cNvSpPr/>
          <p:nvPr/>
        </p:nvSpPr>
        <p:spPr>
          <a:xfrm>
            <a:off x="633907" y="6540220"/>
            <a:ext cx="2439035" cy="1243330"/>
          </a:xfrm>
          <a:custGeom>
            <a:avLst/>
            <a:gdLst/>
            <a:ahLst/>
            <a:cxnLst/>
            <a:rect l="l" t="t" r="r" b="b"/>
            <a:pathLst>
              <a:path w="2439035" h="1243329">
                <a:moveTo>
                  <a:pt x="9486" y="0"/>
                </a:moveTo>
                <a:lnTo>
                  <a:pt x="639330" y="0"/>
                </a:lnTo>
              </a:path>
              <a:path w="2439035" h="1243329">
                <a:moveTo>
                  <a:pt x="729297" y="0"/>
                </a:moveTo>
                <a:lnTo>
                  <a:pt x="1449108" y="0"/>
                </a:lnTo>
              </a:path>
              <a:path w="2439035" h="1243329">
                <a:moveTo>
                  <a:pt x="9486" y="265747"/>
                </a:moveTo>
                <a:lnTo>
                  <a:pt x="369392" y="265747"/>
                </a:lnTo>
              </a:path>
              <a:path w="2439035" h="1243329">
                <a:moveTo>
                  <a:pt x="9486" y="475310"/>
                </a:moveTo>
                <a:lnTo>
                  <a:pt x="369392" y="475310"/>
                </a:lnTo>
              </a:path>
              <a:path w="2439035" h="1243329">
                <a:moveTo>
                  <a:pt x="0" y="772198"/>
                </a:moveTo>
                <a:lnTo>
                  <a:pt x="0" y="1242948"/>
                </a:lnTo>
              </a:path>
              <a:path w="2439035" h="1243329">
                <a:moveTo>
                  <a:pt x="639330" y="906589"/>
                </a:moveTo>
                <a:lnTo>
                  <a:pt x="639330" y="1086154"/>
                </a:lnTo>
              </a:path>
              <a:path w="2439035" h="1243329">
                <a:moveTo>
                  <a:pt x="729297" y="906589"/>
                </a:moveTo>
                <a:lnTo>
                  <a:pt x="729297" y="1086154"/>
                </a:lnTo>
              </a:path>
              <a:path w="2439035" h="1243329">
                <a:moveTo>
                  <a:pt x="1359128" y="906589"/>
                </a:moveTo>
                <a:lnTo>
                  <a:pt x="1359128" y="1086154"/>
                </a:lnTo>
              </a:path>
              <a:path w="2439035" h="1243329">
                <a:moveTo>
                  <a:pt x="1449108" y="906589"/>
                </a:moveTo>
                <a:lnTo>
                  <a:pt x="1449108" y="1086154"/>
                </a:lnTo>
              </a:path>
              <a:path w="2439035" h="1243329">
                <a:moveTo>
                  <a:pt x="729297" y="1001496"/>
                </a:moveTo>
                <a:lnTo>
                  <a:pt x="1359128" y="1001496"/>
                </a:lnTo>
              </a:path>
              <a:path w="2439035" h="1243329">
                <a:moveTo>
                  <a:pt x="1449108" y="1001496"/>
                </a:moveTo>
                <a:lnTo>
                  <a:pt x="2168905" y="1001496"/>
                </a:lnTo>
              </a:path>
              <a:path w="2439035" h="1243329">
                <a:moveTo>
                  <a:pt x="9486" y="1001496"/>
                </a:moveTo>
                <a:lnTo>
                  <a:pt x="639330" y="1001496"/>
                </a:lnTo>
              </a:path>
              <a:path w="2439035" h="1243329">
                <a:moveTo>
                  <a:pt x="2348865" y="1000734"/>
                </a:moveTo>
                <a:lnTo>
                  <a:pt x="2438831" y="1000734"/>
                </a:lnTo>
              </a:path>
              <a:path w="2439035" h="1243329">
                <a:moveTo>
                  <a:pt x="2438831" y="906589"/>
                </a:moveTo>
                <a:lnTo>
                  <a:pt x="2438831" y="108615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 txBox="1"/>
          <p:nvPr/>
        </p:nvSpPr>
        <p:spPr>
          <a:xfrm>
            <a:off x="698657" y="5451740"/>
            <a:ext cx="1023619" cy="10242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22909" marR="219075" indent="10160">
              <a:lnSpc>
                <a:spcPct val="120900"/>
              </a:lnSpc>
              <a:spcBef>
                <a:spcPts val="90"/>
              </a:spcBef>
            </a:pPr>
            <a:r>
              <a:rPr dirty="0" sz="750" spc="-20">
                <a:latin typeface="Times New Roman"/>
                <a:cs typeface="Times New Roman"/>
              </a:rPr>
              <a:t>DOWN2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HR0.08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750">
              <a:latin typeface="Times New Roman"/>
              <a:cs typeface="Times New Roman"/>
            </a:endParaRPr>
          </a:p>
          <a:p>
            <a:pPr marL="439420">
              <a:lnSpc>
                <a:spcPct val="100000"/>
              </a:lnSpc>
              <a:spcBef>
                <a:spcPts val="5"/>
              </a:spcBef>
            </a:pPr>
            <a:r>
              <a:rPr dirty="0" sz="750" spc="-10">
                <a:latin typeface="Times New Roman"/>
                <a:cs typeface="Times New Roman"/>
              </a:rPr>
              <a:t>DOWN3</a:t>
            </a:r>
            <a:endParaRPr sz="750">
              <a:latin typeface="Times New Roman"/>
              <a:cs typeface="Times New Roman"/>
            </a:endParaRPr>
          </a:p>
          <a:p>
            <a:pPr marL="12700" marR="5080">
              <a:lnSpc>
                <a:spcPct val="105000"/>
              </a:lnSpc>
              <a:spcBef>
                <a:spcPts val="5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9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Time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delay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Time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delay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for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20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zecz</a:t>
            </a:r>
            <a:endParaRPr sz="750">
              <a:latin typeface="Times New Roman"/>
              <a:cs typeface="Times New Roman"/>
            </a:endParaRPr>
          </a:p>
          <a:p>
            <a:pPr marL="438784">
              <a:lnSpc>
                <a:spcPct val="100000"/>
              </a:lnSpc>
              <a:spcBef>
                <a:spcPts val="405"/>
              </a:spcBef>
            </a:pPr>
            <a:r>
              <a:rPr dirty="0" sz="750" spc="-10">
                <a:latin typeface="Times New Roman"/>
                <a:cs typeface="Times New Roman"/>
              </a:rPr>
              <a:t>HR00.02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1118166" y="6626131"/>
            <a:ext cx="38798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DOWN1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1118166" y="7312528"/>
            <a:ext cx="39941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HR00.05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698657" y="7608497"/>
            <a:ext cx="838835" cy="33083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419100">
              <a:lnSpc>
                <a:spcPct val="100000"/>
              </a:lnSpc>
              <a:spcBef>
                <a:spcPts val="395"/>
              </a:spcBef>
            </a:pPr>
            <a:r>
              <a:rPr dirty="0" sz="750" spc="-10">
                <a:latin typeface="Times New Roman"/>
                <a:cs typeface="Times New Roman"/>
              </a:rPr>
              <a:t>DOWN2</a:t>
            </a: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11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Right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1980716" y="7632186"/>
            <a:ext cx="12890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S2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1890739" y="7312528"/>
            <a:ext cx="30797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000.03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2756709" y="7318221"/>
            <a:ext cx="3073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010.04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2738106" y="7622316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Buzzer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0" name="object 90" descr=""/>
          <p:cNvSpPr/>
          <p:nvPr/>
        </p:nvSpPr>
        <p:spPr>
          <a:xfrm>
            <a:off x="643394" y="7968056"/>
            <a:ext cx="1614170" cy="451484"/>
          </a:xfrm>
          <a:custGeom>
            <a:avLst/>
            <a:gdLst/>
            <a:ahLst/>
            <a:cxnLst/>
            <a:rect l="l" t="t" r="r" b="b"/>
            <a:pathLst>
              <a:path w="1614170" h="451484">
                <a:moveTo>
                  <a:pt x="0" y="0"/>
                </a:moveTo>
                <a:lnTo>
                  <a:pt x="0" y="451396"/>
                </a:lnTo>
              </a:path>
              <a:path w="1614170" h="451484">
                <a:moveTo>
                  <a:pt x="639330" y="120345"/>
                </a:moveTo>
                <a:lnTo>
                  <a:pt x="639330" y="300304"/>
                </a:lnTo>
              </a:path>
              <a:path w="1614170" h="451484">
                <a:moveTo>
                  <a:pt x="728929" y="120345"/>
                </a:moveTo>
                <a:lnTo>
                  <a:pt x="728929" y="300304"/>
                </a:lnTo>
              </a:path>
              <a:path w="1614170" h="451484">
                <a:moveTo>
                  <a:pt x="728929" y="215265"/>
                </a:moveTo>
                <a:lnTo>
                  <a:pt x="1359128" y="215265"/>
                </a:lnTo>
              </a:path>
              <a:path w="1614170" h="451484">
                <a:moveTo>
                  <a:pt x="9499" y="215265"/>
                </a:moveTo>
                <a:lnTo>
                  <a:pt x="639330" y="215265"/>
                </a:lnTo>
              </a:path>
              <a:path w="1614170" h="451484">
                <a:moveTo>
                  <a:pt x="1523898" y="214503"/>
                </a:moveTo>
                <a:lnTo>
                  <a:pt x="1613877" y="214503"/>
                </a:lnTo>
              </a:path>
              <a:path w="1614170" h="451484">
                <a:moveTo>
                  <a:pt x="1613877" y="120345"/>
                </a:moveTo>
                <a:lnTo>
                  <a:pt x="1613877" y="30030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 descr=""/>
          <p:cNvSpPr txBox="1"/>
          <p:nvPr/>
        </p:nvSpPr>
        <p:spPr>
          <a:xfrm>
            <a:off x="1128034" y="7954886"/>
            <a:ext cx="39941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HR00.07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1922631" y="7954886"/>
            <a:ext cx="3073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010.03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93" name="object 93" descr=""/>
          <p:cNvGrpSpPr/>
          <p:nvPr/>
        </p:nvGrpSpPr>
        <p:grpSpPr>
          <a:xfrm>
            <a:off x="629354" y="8590292"/>
            <a:ext cx="1123315" cy="302260"/>
            <a:chOff x="629354" y="8590292"/>
            <a:chExt cx="1123315" cy="302260"/>
          </a:xfrm>
        </p:grpSpPr>
        <p:sp>
          <p:nvSpPr>
            <p:cNvPr id="94" name="object 94" descr=""/>
            <p:cNvSpPr/>
            <p:nvPr/>
          </p:nvSpPr>
          <p:spPr>
            <a:xfrm>
              <a:off x="633907" y="8590292"/>
              <a:ext cx="445134" cy="302260"/>
            </a:xfrm>
            <a:custGeom>
              <a:avLst/>
              <a:gdLst/>
              <a:ahLst/>
              <a:cxnLst/>
              <a:rect l="l" t="t" r="r" b="b"/>
              <a:pathLst>
                <a:path w="445134" h="302259">
                  <a:moveTo>
                    <a:pt x="0" y="0"/>
                  </a:moveTo>
                  <a:lnTo>
                    <a:pt x="0" y="301828"/>
                  </a:lnTo>
                </a:path>
                <a:path w="445134" h="302259">
                  <a:moveTo>
                    <a:pt x="9486" y="147307"/>
                  </a:moveTo>
                  <a:lnTo>
                    <a:pt x="444563" y="147307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091768" y="8627884"/>
              <a:ext cx="656590" cy="197485"/>
            </a:xfrm>
            <a:custGeom>
              <a:avLst/>
              <a:gdLst/>
              <a:ahLst/>
              <a:cxnLst/>
              <a:rect l="l" t="t" r="r" b="b"/>
              <a:pathLst>
                <a:path w="656589" h="197484">
                  <a:moveTo>
                    <a:pt x="0" y="0"/>
                  </a:moveTo>
                  <a:lnTo>
                    <a:pt x="656031" y="0"/>
                  </a:lnTo>
                  <a:lnTo>
                    <a:pt x="656031" y="197053"/>
                  </a:lnTo>
                  <a:lnTo>
                    <a:pt x="0" y="197053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 descr=""/>
          <p:cNvSpPr txBox="1"/>
          <p:nvPr/>
        </p:nvSpPr>
        <p:spPr>
          <a:xfrm>
            <a:off x="698657" y="8248956"/>
            <a:ext cx="1701164" cy="105537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475615">
              <a:lnSpc>
                <a:spcPct val="100000"/>
              </a:lnSpc>
              <a:spcBef>
                <a:spcPts val="400"/>
              </a:spcBef>
              <a:tabLst>
                <a:tab pos="1049020" algn="l"/>
              </a:tabLst>
            </a:pPr>
            <a:r>
              <a:rPr dirty="0" baseline="3703" sz="1125" spc="-15">
                <a:latin typeface="Times New Roman"/>
                <a:cs typeface="Times New Roman"/>
              </a:rPr>
              <a:t>RICHT</a:t>
            </a:r>
            <a:r>
              <a:rPr dirty="0" baseline="3703" sz="1125">
                <a:latin typeface="Times New Roman"/>
                <a:cs typeface="Times New Roman"/>
              </a:rPr>
              <a:t>	</a:t>
            </a:r>
            <a:r>
              <a:rPr dirty="0" sz="750">
                <a:latin typeface="Times New Roman"/>
                <a:cs typeface="Times New Roman"/>
              </a:rPr>
              <a:t>FWD</a:t>
            </a:r>
            <a:r>
              <a:rPr dirty="0" sz="750" spc="30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MOTOR</a:t>
            </a: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12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Cloze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interlock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 marL="487680">
              <a:lnSpc>
                <a:spcPct val="100000"/>
              </a:lnSpc>
            </a:pPr>
            <a:r>
              <a:rPr dirty="0" sz="750" spc="-10">
                <a:latin typeface="Times New Roman"/>
                <a:cs typeface="Times New Roman"/>
              </a:rPr>
              <a:t>ILC(03)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13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End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750">
              <a:latin typeface="Times New Roman"/>
              <a:cs typeface="Times New Roman"/>
            </a:endParaRPr>
          </a:p>
          <a:p>
            <a:pPr marL="497205">
              <a:lnSpc>
                <a:spcPct val="100000"/>
              </a:lnSpc>
            </a:pPr>
            <a:r>
              <a:rPr dirty="0" sz="750" spc="-10">
                <a:latin typeface="Times New Roman"/>
                <a:cs typeface="Times New Roman"/>
              </a:rPr>
              <a:t>END(01)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7" name="object 9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44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1082" y="961543"/>
            <a:ext cx="5381625" cy="6838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32765" indent="-520065">
              <a:lnSpc>
                <a:spcPct val="100000"/>
              </a:lnSpc>
              <a:spcBef>
                <a:spcPts val="125"/>
              </a:spcBef>
              <a:buAutoNum type="arabicPeriod" startAt="6"/>
              <a:tabLst>
                <a:tab pos="532765" algn="l"/>
              </a:tabLst>
            </a:pP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  <a:p>
            <a:pPr lvl="1" marL="237490" indent="-224790">
              <a:lnSpc>
                <a:spcPct val="100000"/>
              </a:lnSpc>
              <a:spcBef>
                <a:spcPts val="1430"/>
              </a:spcBef>
              <a:buSzPct val="48387"/>
              <a:buFont typeface="Segoe UI Symbol"/>
              <a:buChar char="❑"/>
              <a:tabLst>
                <a:tab pos="237490" algn="l"/>
              </a:tabLst>
            </a:pPr>
            <a:r>
              <a:rPr dirty="0" sz="1550">
                <a:latin typeface="Times New Roman"/>
                <a:cs typeface="Times New Roman"/>
              </a:rPr>
              <a:t>Application</a:t>
            </a:r>
            <a:r>
              <a:rPr dirty="0" sz="1550" spc="2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#7:</a:t>
            </a:r>
            <a:r>
              <a:rPr dirty="0" sz="1550" spc="265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Parts</a:t>
            </a:r>
            <a:r>
              <a:rPr dirty="0" sz="1550" spc="265">
                <a:latin typeface="Times New Roman"/>
                <a:cs typeface="Times New Roman"/>
              </a:rPr>
              <a:t> </a:t>
            </a:r>
            <a:r>
              <a:rPr dirty="0" sz="1550" spc="40">
                <a:latin typeface="Times New Roman"/>
                <a:cs typeface="Times New Roman"/>
              </a:rPr>
              <a:t>Sorting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80717" y="1772049"/>
            <a:ext cx="5064125" cy="325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95"/>
              </a:spcBef>
            </a:pPr>
            <a:r>
              <a:rPr dirty="0" sz="950">
                <a:latin typeface="Times New Roman"/>
                <a:cs typeface="Times New Roman"/>
              </a:rPr>
              <a:t>In</a:t>
            </a:r>
            <a:r>
              <a:rPr dirty="0" sz="950" spc="2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thiz</a:t>
            </a:r>
            <a:r>
              <a:rPr dirty="0" sz="950" spc="2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application,</a:t>
            </a:r>
            <a:r>
              <a:rPr dirty="0" sz="950" spc="2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effective</a:t>
            </a:r>
            <a:r>
              <a:rPr dirty="0" sz="950" spc="2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productz</a:t>
            </a:r>
            <a:r>
              <a:rPr dirty="0" sz="950" spc="2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are</a:t>
            </a:r>
            <a:r>
              <a:rPr dirty="0" sz="950" spc="2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detected</a:t>
            </a:r>
            <a:r>
              <a:rPr dirty="0" sz="950" spc="2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2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rejected</a:t>
            </a:r>
            <a:r>
              <a:rPr dirty="0" sz="950" spc="2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from</a:t>
            </a:r>
            <a:r>
              <a:rPr dirty="0" sz="950" spc="2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thoze</a:t>
            </a:r>
            <a:r>
              <a:rPr dirty="0" sz="950" spc="2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being</a:t>
            </a:r>
            <a:r>
              <a:rPr dirty="0" sz="950" spc="2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carried</a:t>
            </a:r>
            <a:r>
              <a:rPr dirty="0" sz="950" spc="2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</a:t>
            </a:r>
            <a:r>
              <a:rPr dirty="0" sz="950" spc="204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the </a:t>
            </a:r>
            <a:r>
              <a:rPr dirty="0" sz="950" spc="-10">
                <a:latin typeface="Times New Roman"/>
                <a:cs typeface="Times New Roman"/>
              </a:rPr>
              <a:t>conveyor.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980717" y="5821370"/>
            <a:ext cx="5076190" cy="1525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8255">
              <a:lnSpc>
                <a:spcPct val="103800"/>
              </a:lnSpc>
              <a:spcBef>
                <a:spcPts val="90"/>
              </a:spcBef>
            </a:pPr>
            <a:r>
              <a:rPr dirty="0" sz="950">
                <a:latin typeface="Times New Roman"/>
                <a:cs typeface="Times New Roman"/>
              </a:rPr>
              <a:t>Photoelectric</a:t>
            </a:r>
            <a:r>
              <a:rPr dirty="0" sz="950" spc="1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zenzor</a:t>
            </a:r>
            <a:r>
              <a:rPr dirty="0" sz="950" spc="1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(PH1)</a:t>
            </a:r>
            <a:r>
              <a:rPr dirty="0" sz="950" spc="1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zervez</a:t>
            </a:r>
            <a:r>
              <a:rPr dirty="0" sz="950" spc="1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az</a:t>
            </a:r>
            <a:r>
              <a:rPr dirty="0" sz="950" spc="1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data</a:t>
            </a:r>
            <a:r>
              <a:rPr dirty="0" sz="950" spc="1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input</a:t>
            </a:r>
            <a:r>
              <a:rPr dirty="0" sz="950" spc="1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1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zhift</a:t>
            </a:r>
            <a:r>
              <a:rPr dirty="0" sz="950" spc="1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regizter.</a:t>
            </a:r>
            <a:r>
              <a:rPr dirty="0" sz="950" spc="1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zignal</a:t>
            </a:r>
            <a:r>
              <a:rPr dirty="0" sz="950" spc="1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output</a:t>
            </a:r>
            <a:r>
              <a:rPr dirty="0" sz="950" spc="180">
                <a:latin typeface="Times New Roman"/>
                <a:cs typeface="Times New Roman"/>
              </a:rPr>
              <a:t> </a:t>
            </a:r>
            <a:r>
              <a:rPr dirty="0" sz="950" spc="-20">
                <a:latin typeface="Times New Roman"/>
                <a:cs typeface="Times New Roman"/>
              </a:rPr>
              <a:t>from </a:t>
            </a:r>
            <a:r>
              <a:rPr dirty="0" sz="950">
                <a:latin typeface="Times New Roman"/>
                <a:cs typeface="Times New Roman"/>
              </a:rPr>
              <a:t>thiz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zenzor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turnz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defective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product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haz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been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detected;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otherwize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remainz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 spc="-20">
                <a:latin typeface="Times New Roman"/>
                <a:cs typeface="Times New Roman"/>
              </a:rPr>
              <a:t>OFF.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950">
              <a:latin typeface="Times New Roman"/>
              <a:cs typeface="Times New Roman"/>
            </a:endParaRPr>
          </a:p>
          <a:p>
            <a:pPr algn="just" marL="12700" marR="5080">
              <a:lnSpc>
                <a:spcPct val="103600"/>
              </a:lnSpc>
            </a:pPr>
            <a:r>
              <a:rPr dirty="0" sz="950">
                <a:latin typeface="Times New Roman"/>
                <a:cs typeface="Times New Roman"/>
              </a:rPr>
              <a:t>Photoelectric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zenzor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(PH2)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uzed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az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clock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generator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that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zervez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az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clock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input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zhift </a:t>
            </a:r>
            <a:r>
              <a:rPr dirty="0" sz="950">
                <a:latin typeface="Times New Roman"/>
                <a:cs typeface="Times New Roman"/>
              </a:rPr>
              <a:t>regizter.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generatez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one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pulze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each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time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product,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zpaced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at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fixed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interval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from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each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other, </a:t>
            </a:r>
            <a:r>
              <a:rPr dirty="0" sz="950">
                <a:latin typeface="Times New Roman"/>
                <a:cs typeface="Times New Roman"/>
              </a:rPr>
              <a:t>haz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traveled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predetermined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diztance.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950">
              <a:latin typeface="Times New Roman"/>
              <a:cs typeface="Times New Roman"/>
            </a:endParaRPr>
          </a:p>
          <a:p>
            <a:pPr algn="just" marL="12700" marR="6350">
              <a:lnSpc>
                <a:spcPct val="103600"/>
              </a:lnSpc>
              <a:spcBef>
                <a:spcPts val="5"/>
              </a:spcBef>
            </a:pPr>
            <a:r>
              <a:rPr dirty="0" sz="950">
                <a:latin typeface="Times New Roman"/>
                <a:cs typeface="Times New Roman"/>
              </a:rPr>
              <a:t>From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moment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defective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product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detected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by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PH1,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traced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by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zhift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regizter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until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the </a:t>
            </a:r>
            <a:r>
              <a:rPr dirty="0" sz="950">
                <a:latin typeface="Times New Roman"/>
                <a:cs typeface="Times New Roman"/>
              </a:rPr>
              <a:t>product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arrivez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at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predetermined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pozition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conveyor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where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ejected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by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magnetic </a:t>
            </a:r>
            <a:r>
              <a:rPr dirty="0" sz="950">
                <a:latin typeface="Times New Roman"/>
                <a:cs typeface="Times New Roman"/>
              </a:rPr>
              <a:t>valve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MV.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169212" y="3291611"/>
            <a:ext cx="4854575" cy="1995170"/>
            <a:chOff x="1169212" y="3291611"/>
            <a:chExt cx="4854575" cy="1995170"/>
          </a:xfrm>
        </p:grpSpPr>
        <p:sp>
          <p:nvSpPr>
            <p:cNvPr id="11" name="object 11" descr=""/>
            <p:cNvSpPr/>
            <p:nvPr/>
          </p:nvSpPr>
          <p:spPr>
            <a:xfrm>
              <a:off x="1712480" y="3659479"/>
              <a:ext cx="306070" cy="287020"/>
            </a:xfrm>
            <a:custGeom>
              <a:avLst/>
              <a:gdLst/>
              <a:ahLst/>
              <a:cxnLst/>
              <a:rect l="l" t="t" r="r" b="b"/>
              <a:pathLst>
                <a:path w="306069" h="287020">
                  <a:moveTo>
                    <a:pt x="305993" y="143509"/>
                  </a:moveTo>
                  <a:lnTo>
                    <a:pt x="298189" y="98158"/>
                  </a:lnTo>
                  <a:lnTo>
                    <a:pt x="276461" y="58764"/>
                  </a:lnTo>
                  <a:lnTo>
                    <a:pt x="243333" y="27695"/>
                  </a:lnTo>
                  <a:lnTo>
                    <a:pt x="201332" y="7318"/>
                  </a:lnTo>
                  <a:lnTo>
                    <a:pt x="152984" y="0"/>
                  </a:lnTo>
                  <a:lnTo>
                    <a:pt x="104643" y="7318"/>
                  </a:lnTo>
                  <a:lnTo>
                    <a:pt x="62649" y="27695"/>
                  </a:lnTo>
                  <a:lnTo>
                    <a:pt x="29527" y="58764"/>
                  </a:lnTo>
                  <a:lnTo>
                    <a:pt x="7802" y="98158"/>
                  </a:lnTo>
                  <a:lnTo>
                    <a:pt x="0" y="143509"/>
                  </a:lnTo>
                  <a:lnTo>
                    <a:pt x="7802" y="188850"/>
                  </a:lnTo>
                  <a:lnTo>
                    <a:pt x="29527" y="228239"/>
                  </a:lnTo>
                  <a:lnTo>
                    <a:pt x="62649" y="259308"/>
                  </a:lnTo>
                  <a:lnTo>
                    <a:pt x="104643" y="279687"/>
                  </a:lnTo>
                  <a:lnTo>
                    <a:pt x="152984" y="287007"/>
                  </a:lnTo>
                  <a:lnTo>
                    <a:pt x="201332" y="279687"/>
                  </a:lnTo>
                  <a:lnTo>
                    <a:pt x="243333" y="259308"/>
                  </a:lnTo>
                  <a:lnTo>
                    <a:pt x="276461" y="228239"/>
                  </a:lnTo>
                  <a:lnTo>
                    <a:pt x="298189" y="188850"/>
                  </a:lnTo>
                  <a:lnTo>
                    <a:pt x="305993" y="143509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6638" y="3742067"/>
              <a:ext cx="119189" cy="111975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4731" y="4880800"/>
              <a:ext cx="179184" cy="163233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178318" y="4801831"/>
              <a:ext cx="514984" cy="352425"/>
            </a:xfrm>
            <a:custGeom>
              <a:avLst/>
              <a:gdLst/>
              <a:ahLst/>
              <a:cxnLst/>
              <a:rect l="l" t="t" r="r" b="b"/>
              <a:pathLst>
                <a:path w="514985" h="352425">
                  <a:moveTo>
                    <a:pt x="417614" y="222084"/>
                  </a:moveTo>
                  <a:lnTo>
                    <a:pt x="399757" y="256260"/>
                  </a:lnTo>
                  <a:lnTo>
                    <a:pt x="363702" y="291185"/>
                  </a:lnTo>
                  <a:lnTo>
                    <a:pt x="320801" y="318135"/>
                  </a:lnTo>
                  <a:lnTo>
                    <a:pt x="270306" y="330288"/>
                  </a:lnTo>
                  <a:lnTo>
                    <a:pt x="217919" y="330288"/>
                  </a:lnTo>
                  <a:lnTo>
                    <a:pt x="168567" y="318135"/>
                  </a:lnTo>
                  <a:lnTo>
                    <a:pt x="125285" y="292696"/>
                  </a:lnTo>
                  <a:lnTo>
                    <a:pt x="89598" y="256260"/>
                  </a:lnTo>
                  <a:lnTo>
                    <a:pt x="69087" y="212598"/>
                  </a:lnTo>
                  <a:lnTo>
                    <a:pt x="59601" y="166281"/>
                  </a:lnTo>
                  <a:lnTo>
                    <a:pt x="67576" y="119202"/>
                  </a:lnTo>
                  <a:lnTo>
                    <a:pt x="89598" y="75552"/>
                  </a:lnTo>
                  <a:lnTo>
                    <a:pt x="124142" y="39103"/>
                  </a:lnTo>
                  <a:lnTo>
                    <a:pt x="167043" y="13665"/>
                  </a:lnTo>
                  <a:lnTo>
                    <a:pt x="217919" y="0"/>
                  </a:lnTo>
                  <a:lnTo>
                    <a:pt x="270306" y="0"/>
                  </a:lnTo>
                  <a:lnTo>
                    <a:pt x="320801" y="13665"/>
                  </a:lnTo>
                  <a:lnTo>
                    <a:pt x="363702" y="39103"/>
                  </a:lnTo>
                  <a:lnTo>
                    <a:pt x="398246" y="75552"/>
                  </a:lnTo>
                  <a:lnTo>
                    <a:pt x="420649" y="119202"/>
                  </a:lnTo>
                  <a:lnTo>
                    <a:pt x="514413" y="120726"/>
                  </a:lnTo>
                  <a:lnTo>
                    <a:pt x="514413" y="220573"/>
                  </a:lnTo>
                  <a:lnTo>
                    <a:pt x="419125" y="222084"/>
                  </a:lnTo>
                  <a:lnTo>
                    <a:pt x="417614" y="222084"/>
                  </a:lnTo>
                </a:path>
                <a:path w="514985" h="352425">
                  <a:moveTo>
                    <a:pt x="131356" y="352310"/>
                  </a:moveTo>
                  <a:lnTo>
                    <a:pt x="89598" y="329145"/>
                  </a:lnTo>
                  <a:lnTo>
                    <a:pt x="49352" y="292696"/>
                  </a:lnTo>
                  <a:lnTo>
                    <a:pt x="17843" y="249428"/>
                  </a:lnTo>
                  <a:lnTo>
                    <a:pt x="1523" y="196646"/>
                  </a:lnTo>
                  <a:lnTo>
                    <a:pt x="0" y="143878"/>
                  </a:lnTo>
                  <a:lnTo>
                    <a:pt x="13284" y="93764"/>
                  </a:lnTo>
                  <a:lnTo>
                    <a:pt x="37579" y="53911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177188" y="4780953"/>
              <a:ext cx="131445" cy="122555"/>
            </a:xfrm>
            <a:custGeom>
              <a:avLst/>
              <a:gdLst/>
              <a:ahLst/>
              <a:cxnLst/>
              <a:rect l="l" t="t" r="r" b="b"/>
              <a:pathLst>
                <a:path w="131444" h="122554">
                  <a:moveTo>
                    <a:pt x="130975" y="0"/>
                  </a:moveTo>
                  <a:lnTo>
                    <a:pt x="0" y="29222"/>
                  </a:lnTo>
                  <a:lnTo>
                    <a:pt x="75920" y="122237"/>
                  </a:lnTo>
                  <a:lnTo>
                    <a:pt x="1309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420152" y="3802989"/>
              <a:ext cx="440690" cy="1147445"/>
            </a:xfrm>
            <a:custGeom>
              <a:avLst/>
              <a:gdLst/>
              <a:ahLst/>
              <a:cxnLst/>
              <a:rect l="l" t="t" r="r" b="b"/>
              <a:pathLst>
                <a:path w="440689" h="1147445">
                  <a:moveTo>
                    <a:pt x="440397" y="0"/>
                  </a:moveTo>
                  <a:lnTo>
                    <a:pt x="0" y="1146898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037829" y="3300717"/>
              <a:ext cx="3253740" cy="645795"/>
            </a:xfrm>
            <a:custGeom>
              <a:avLst/>
              <a:gdLst/>
              <a:ahLst/>
              <a:cxnLst/>
              <a:rect l="l" t="t" r="r" b="b"/>
              <a:pathLst>
                <a:path w="3253740" h="645795">
                  <a:moveTo>
                    <a:pt x="3253549" y="502272"/>
                  </a:moveTo>
                  <a:lnTo>
                    <a:pt x="3245746" y="456920"/>
                  </a:lnTo>
                  <a:lnTo>
                    <a:pt x="3224021" y="417527"/>
                  </a:lnTo>
                  <a:lnTo>
                    <a:pt x="3190897" y="386458"/>
                  </a:lnTo>
                  <a:lnTo>
                    <a:pt x="3148899" y="366080"/>
                  </a:lnTo>
                  <a:lnTo>
                    <a:pt x="3100552" y="358762"/>
                  </a:lnTo>
                  <a:lnTo>
                    <a:pt x="3052211" y="366080"/>
                  </a:lnTo>
                  <a:lnTo>
                    <a:pt x="3010217" y="386458"/>
                  </a:lnTo>
                  <a:lnTo>
                    <a:pt x="2977095" y="417527"/>
                  </a:lnTo>
                  <a:lnTo>
                    <a:pt x="2955371" y="456920"/>
                  </a:lnTo>
                  <a:lnTo>
                    <a:pt x="2947568" y="502272"/>
                  </a:lnTo>
                  <a:lnTo>
                    <a:pt x="2955371" y="547612"/>
                  </a:lnTo>
                  <a:lnTo>
                    <a:pt x="2977095" y="587002"/>
                  </a:lnTo>
                  <a:lnTo>
                    <a:pt x="3010217" y="618071"/>
                  </a:lnTo>
                  <a:lnTo>
                    <a:pt x="3052211" y="638450"/>
                  </a:lnTo>
                  <a:lnTo>
                    <a:pt x="3100552" y="645769"/>
                  </a:lnTo>
                  <a:lnTo>
                    <a:pt x="3148899" y="638450"/>
                  </a:lnTo>
                  <a:lnTo>
                    <a:pt x="3190897" y="618071"/>
                  </a:lnTo>
                  <a:lnTo>
                    <a:pt x="3224021" y="587002"/>
                  </a:lnTo>
                  <a:lnTo>
                    <a:pt x="3245746" y="547612"/>
                  </a:lnTo>
                  <a:lnTo>
                    <a:pt x="3253549" y="502272"/>
                  </a:lnTo>
                  <a:close/>
                </a:path>
                <a:path w="3253740" h="645795">
                  <a:moveTo>
                    <a:pt x="0" y="0"/>
                  </a:moveTo>
                  <a:lnTo>
                    <a:pt x="295732" y="0"/>
                  </a:lnTo>
                  <a:lnTo>
                    <a:pt x="295732" y="305600"/>
                  </a:lnTo>
                  <a:lnTo>
                    <a:pt x="0" y="305600"/>
                  </a:lnTo>
                  <a:lnTo>
                    <a:pt x="0" y="0"/>
                  </a:lnTo>
                  <a:close/>
                </a:path>
                <a:path w="3253740" h="645795">
                  <a:moveTo>
                    <a:pt x="532638" y="0"/>
                  </a:moveTo>
                  <a:lnTo>
                    <a:pt x="826846" y="0"/>
                  </a:lnTo>
                  <a:lnTo>
                    <a:pt x="826846" y="305600"/>
                  </a:lnTo>
                  <a:lnTo>
                    <a:pt x="532638" y="305600"/>
                  </a:lnTo>
                  <a:lnTo>
                    <a:pt x="532638" y="0"/>
                  </a:lnTo>
                  <a:close/>
                </a:path>
                <a:path w="3253740" h="645795">
                  <a:moveTo>
                    <a:pt x="1008735" y="0"/>
                  </a:moveTo>
                  <a:lnTo>
                    <a:pt x="1303324" y="0"/>
                  </a:lnTo>
                  <a:lnTo>
                    <a:pt x="1303324" y="305600"/>
                  </a:lnTo>
                  <a:lnTo>
                    <a:pt x="1008735" y="305600"/>
                  </a:lnTo>
                  <a:lnTo>
                    <a:pt x="1008735" y="0"/>
                  </a:lnTo>
                  <a:close/>
                </a:path>
                <a:path w="3253740" h="645795">
                  <a:moveTo>
                    <a:pt x="1495425" y="0"/>
                  </a:moveTo>
                  <a:lnTo>
                    <a:pt x="1789633" y="0"/>
                  </a:lnTo>
                  <a:lnTo>
                    <a:pt x="1789633" y="305600"/>
                  </a:lnTo>
                  <a:lnTo>
                    <a:pt x="1495425" y="305600"/>
                  </a:lnTo>
                  <a:lnTo>
                    <a:pt x="1495425" y="0"/>
                  </a:lnTo>
                  <a:close/>
                </a:path>
                <a:path w="3253740" h="645795">
                  <a:moveTo>
                    <a:pt x="1993887" y="0"/>
                  </a:moveTo>
                  <a:lnTo>
                    <a:pt x="2287727" y="0"/>
                  </a:lnTo>
                  <a:lnTo>
                    <a:pt x="2287727" y="305600"/>
                  </a:lnTo>
                  <a:lnTo>
                    <a:pt x="1993887" y="305600"/>
                  </a:lnTo>
                  <a:lnTo>
                    <a:pt x="1993887" y="0"/>
                  </a:lnTo>
                  <a:close/>
                </a:path>
                <a:path w="3253740" h="645795">
                  <a:moveTo>
                    <a:pt x="2514384" y="0"/>
                  </a:moveTo>
                  <a:lnTo>
                    <a:pt x="2808973" y="0"/>
                  </a:lnTo>
                  <a:lnTo>
                    <a:pt x="2808973" y="305600"/>
                  </a:lnTo>
                  <a:lnTo>
                    <a:pt x="2514384" y="305600"/>
                  </a:lnTo>
                  <a:lnTo>
                    <a:pt x="2514384" y="0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387048" y="3475355"/>
              <a:ext cx="576580" cy="670560"/>
            </a:xfrm>
            <a:custGeom>
              <a:avLst/>
              <a:gdLst/>
              <a:ahLst/>
              <a:cxnLst/>
              <a:rect l="l" t="t" r="r" b="b"/>
              <a:pathLst>
                <a:path w="576579" h="670560">
                  <a:moveTo>
                    <a:pt x="0" y="216776"/>
                  </a:moveTo>
                  <a:lnTo>
                    <a:pt x="240322" y="0"/>
                  </a:lnTo>
                  <a:lnTo>
                    <a:pt x="449122" y="189826"/>
                  </a:lnTo>
                  <a:lnTo>
                    <a:pt x="208813" y="407733"/>
                  </a:lnTo>
                  <a:lnTo>
                    <a:pt x="0" y="216776"/>
                  </a:lnTo>
                </a:path>
                <a:path w="576579" h="670560">
                  <a:moveTo>
                    <a:pt x="407365" y="357238"/>
                  </a:moveTo>
                  <a:lnTo>
                    <a:pt x="483298" y="428993"/>
                  </a:lnTo>
                  <a:lnTo>
                    <a:pt x="528091" y="493915"/>
                  </a:lnTo>
                  <a:lnTo>
                    <a:pt x="559600" y="563016"/>
                  </a:lnTo>
                  <a:lnTo>
                    <a:pt x="575538" y="637425"/>
                  </a:lnTo>
                  <a:lnTo>
                    <a:pt x="576300" y="670445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903747" y="4139349"/>
              <a:ext cx="120014" cy="125730"/>
            </a:xfrm>
            <a:custGeom>
              <a:avLst/>
              <a:gdLst/>
              <a:ahLst/>
              <a:cxnLst/>
              <a:rect l="l" t="t" r="r" b="b"/>
              <a:pathLst>
                <a:path w="120014" h="125729">
                  <a:moveTo>
                    <a:pt x="0" y="0"/>
                  </a:moveTo>
                  <a:lnTo>
                    <a:pt x="48590" y="125666"/>
                  </a:lnTo>
                  <a:lnTo>
                    <a:pt x="119976" y="110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057194" y="3710736"/>
              <a:ext cx="2057400" cy="582930"/>
            </a:xfrm>
            <a:custGeom>
              <a:avLst/>
              <a:gdLst/>
              <a:ahLst/>
              <a:cxnLst/>
              <a:rect l="l" t="t" r="r" b="b"/>
              <a:pathLst>
                <a:path w="2057400" h="582929">
                  <a:moveTo>
                    <a:pt x="1483639" y="582371"/>
                  </a:moveTo>
                  <a:lnTo>
                    <a:pt x="1404670" y="315480"/>
                  </a:lnTo>
                  <a:lnTo>
                    <a:pt x="1490852" y="293839"/>
                  </a:lnTo>
                  <a:lnTo>
                    <a:pt x="1569808" y="560730"/>
                  </a:lnTo>
                  <a:lnTo>
                    <a:pt x="1483639" y="582371"/>
                  </a:lnTo>
                </a:path>
                <a:path w="2057400" h="582929">
                  <a:moveTo>
                    <a:pt x="1547787" y="488607"/>
                  </a:moveTo>
                  <a:lnTo>
                    <a:pt x="1705737" y="488607"/>
                  </a:lnTo>
                </a:path>
                <a:path w="2057400" h="582929">
                  <a:moveTo>
                    <a:pt x="1705737" y="438480"/>
                  </a:moveTo>
                  <a:lnTo>
                    <a:pt x="1705737" y="540613"/>
                  </a:lnTo>
                  <a:lnTo>
                    <a:pt x="1933130" y="438480"/>
                  </a:lnTo>
                  <a:lnTo>
                    <a:pt x="1933130" y="540613"/>
                  </a:lnTo>
                  <a:lnTo>
                    <a:pt x="1705737" y="438480"/>
                  </a:lnTo>
                </a:path>
                <a:path w="2057400" h="582929">
                  <a:moveTo>
                    <a:pt x="1932368" y="488607"/>
                  </a:moveTo>
                  <a:lnTo>
                    <a:pt x="2056904" y="488607"/>
                  </a:lnTo>
                </a:path>
                <a:path w="2057400" h="582929">
                  <a:moveTo>
                    <a:pt x="762685" y="554278"/>
                  </a:moveTo>
                  <a:lnTo>
                    <a:pt x="867079" y="293839"/>
                  </a:lnTo>
                  <a:lnTo>
                    <a:pt x="950595" y="322313"/>
                  </a:lnTo>
                  <a:lnTo>
                    <a:pt x="846201" y="580847"/>
                  </a:lnTo>
                  <a:lnTo>
                    <a:pt x="762685" y="554278"/>
                  </a:lnTo>
                </a:path>
                <a:path w="2057400" h="582929">
                  <a:moveTo>
                    <a:pt x="0" y="0"/>
                  </a:moveTo>
                  <a:lnTo>
                    <a:pt x="750912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807345" y="3651123"/>
              <a:ext cx="120650" cy="120014"/>
            </a:xfrm>
            <a:custGeom>
              <a:avLst/>
              <a:gdLst/>
              <a:ahLst/>
              <a:cxnLst/>
              <a:rect l="l" t="t" r="r" b="b"/>
              <a:pathLst>
                <a:path w="120650" h="120014">
                  <a:moveTo>
                    <a:pt x="0" y="0"/>
                  </a:moveTo>
                  <a:lnTo>
                    <a:pt x="0" y="119976"/>
                  </a:lnTo>
                  <a:lnTo>
                    <a:pt x="120357" y="599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815744" y="4847767"/>
              <a:ext cx="496570" cy="215900"/>
            </a:xfrm>
            <a:custGeom>
              <a:avLst/>
              <a:gdLst/>
              <a:ahLst/>
              <a:cxnLst/>
              <a:rect l="l" t="t" r="r" b="b"/>
              <a:pathLst>
                <a:path w="496569" h="215900">
                  <a:moveTo>
                    <a:pt x="0" y="0"/>
                  </a:moveTo>
                  <a:lnTo>
                    <a:pt x="496569" y="0"/>
                  </a:lnTo>
                  <a:lnTo>
                    <a:pt x="496569" y="215646"/>
                  </a:lnTo>
                  <a:lnTo>
                    <a:pt x="0" y="215646"/>
                  </a:lnTo>
                  <a:lnTo>
                    <a:pt x="0" y="0"/>
                  </a:lnTo>
                  <a:close/>
                </a:path>
              </a:pathLst>
            </a:custGeom>
            <a:ln w="311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916722" y="4847005"/>
              <a:ext cx="692150" cy="430530"/>
            </a:xfrm>
            <a:custGeom>
              <a:avLst/>
              <a:gdLst/>
              <a:ahLst/>
              <a:cxnLst/>
              <a:rect l="l" t="t" r="r" b="b"/>
              <a:pathLst>
                <a:path w="692150" h="430529">
                  <a:moveTo>
                    <a:pt x="0" y="0"/>
                  </a:moveTo>
                  <a:lnTo>
                    <a:pt x="0" y="214502"/>
                  </a:lnTo>
                </a:path>
                <a:path w="692150" h="430529">
                  <a:moveTo>
                    <a:pt x="395592" y="121488"/>
                  </a:moveTo>
                  <a:lnTo>
                    <a:pt x="691730" y="121488"/>
                  </a:lnTo>
                  <a:lnTo>
                    <a:pt x="691730" y="430136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621358" y="3605187"/>
              <a:ext cx="3785235" cy="400050"/>
            </a:xfrm>
            <a:custGeom>
              <a:avLst/>
              <a:gdLst/>
              <a:ahLst/>
              <a:cxnLst/>
              <a:rect l="l" t="t" r="r" b="b"/>
              <a:pathLst>
                <a:path w="3785235" h="400050">
                  <a:moveTo>
                    <a:pt x="272973" y="1130"/>
                  </a:moveTo>
                  <a:lnTo>
                    <a:pt x="213360" y="1130"/>
                  </a:lnTo>
                  <a:lnTo>
                    <a:pt x="158318" y="4178"/>
                  </a:lnTo>
                  <a:lnTo>
                    <a:pt x="104406" y="26962"/>
                  </a:lnTo>
                  <a:lnTo>
                    <a:pt x="61125" y="61137"/>
                  </a:lnTo>
                  <a:lnTo>
                    <a:pt x="26581" y="105549"/>
                  </a:lnTo>
                  <a:lnTo>
                    <a:pt x="5702" y="153377"/>
                  </a:lnTo>
                  <a:lnTo>
                    <a:pt x="0" y="206146"/>
                  </a:lnTo>
                  <a:lnTo>
                    <a:pt x="10629" y="258914"/>
                  </a:lnTo>
                  <a:lnTo>
                    <a:pt x="32651" y="306387"/>
                  </a:lnTo>
                  <a:lnTo>
                    <a:pt x="69862" y="347002"/>
                  </a:lnTo>
                  <a:lnTo>
                    <a:pt x="116547" y="378129"/>
                  </a:lnTo>
                  <a:lnTo>
                    <a:pt x="170078" y="398246"/>
                  </a:lnTo>
                  <a:lnTo>
                    <a:pt x="228180" y="399770"/>
                  </a:lnTo>
                  <a:lnTo>
                    <a:pt x="272973" y="399770"/>
                  </a:lnTo>
                  <a:lnTo>
                    <a:pt x="242976" y="399770"/>
                  </a:lnTo>
                  <a:lnTo>
                    <a:pt x="3514763" y="399770"/>
                  </a:lnTo>
                  <a:lnTo>
                    <a:pt x="3513239" y="399770"/>
                  </a:lnTo>
                  <a:lnTo>
                    <a:pt x="3570185" y="399770"/>
                  </a:lnTo>
                  <a:lnTo>
                    <a:pt x="3627882" y="395592"/>
                  </a:lnTo>
                  <a:lnTo>
                    <a:pt x="3680269" y="372821"/>
                  </a:lnTo>
                  <a:lnTo>
                    <a:pt x="3725075" y="339026"/>
                  </a:lnTo>
                  <a:lnTo>
                    <a:pt x="3757726" y="296887"/>
                  </a:lnTo>
                  <a:lnTo>
                    <a:pt x="3778986" y="246773"/>
                  </a:lnTo>
                  <a:lnTo>
                    <a:pt x="3784676" y="193992"/>
                  </a:lnTo>
                  <a:lnTo>
                    <a:pt x="3775938" y="142366"/>
                  </a:lnTo>
                  <a:lnTo>
                    <a:pt x="3752024" y="94919"/>
                  </a:lnTo>
                  <a:lnTo>
                    <a:pt x="3714826" y="52781"/>
                  </a:lnTo>
                  <a:lnTo>
                    <a:pt x="3670020" y="23152"/>
                  </a:lnTo>
                  <a:lnTo>
                    <a:pt x="3614597" y="2654"/>
                  </a:lnTo>
                  <a:lnTo>
                    <a:pt x="3558044" y="0"/>
                  </a:lnTo>
                  <a:lnTo>
                    <a:pt x="3510191" y="0"/>
                  </a:lnTo>
                  <a:lnTo>
                    <a:pt x="3511715" y="1130"/>
                  </a:lnTo>
                  <a:lnTo>
                    <a:pt x="272973" y="1130"/>
                  </a:lnTo>
                </a:path>
              </a:pathLst>
            </a:custGeom>
            <a:ln w="311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 descr=""/>
          <p:cNvGrpSpPr/>
          <p:nvPr/>
        </p:nvGrpSpPr>
        <p:grpSpPr>
          <a:xfrm>
            <a:off x="5316829" y="4600625"/>
            <a:ext cx="1076960" cy="784225"/>
            <a:chOff x="5316829" y="4600625"/>
            <a:chExt cx="1076960" cy="784225"/>
          </a:xfrm>
        </p:grpSpPr>
        <p:sp>
          <p:nvSpPr>
            <p:cNvPr id="26" name="object 26" descr=""/>
            <p:cNvSpPr/>
            <p:nvPr/>
          </p:nvSpPr>
          <p:spPr>
            <a:xfrm>
              <a:off x="5335803" y="4631372"/>
              <a:ext cx="1042669" cy="737870"/>
            </a:xfrm>
            <a:custGeom>
              <a:avLst/>
              <a:gdLst/>
              <a:ahLst/>
              <a:cxnLst/>
              <a:rect l="l" t="t" r="r" b="b"/>
              <a:pathLst>
                <a:path w="1042670" h="737870">
                  <a:moveTo>
                    <a:pt x="0" y="0"/>
                  </a:moveTo>
                  <a:lnTo>
                    <a:pt x="0" y="737641"/>
                  </a:lnTo>
                  <a:lnTo>
                    <a:pt x="1042123" y="737641"/>
                  </a:lnTo>
                  <a:lnTo>
                    <a:pt x="1042123" y="0"/>
                  </a:lnTo>
                </a:path>
              </a:pathLst>
            </a:custGeom>
            <a:ln w="311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325935" y="4609731"/>
              <a:ext cx="865505" cy="761365"/>
            </a:xfrm>
            <a:custGeom>
              <a:avLst/>
              <a:gdLst/>
              <a:ahLst/>
              <a:cxnLst/>
              <a:rect l="l" t="t" r="r" b="b"/>
              <a:pathLst>
                <a:path w="865504" h="761364">
                  <a:moveTo>
                    <a:pt x="0" y="346227"/>
                  </a:moveTo>
                  <a:lnTo>
                    <a:pt x="134010" y="62255"/>
                  </a:lnTo>
                  <a:lnTo>
                    <a:pt x="403936" y="166281"/>
                  </a:lnTo>
                  <a:lnTo>
                    <a:pt x="271437" y="450634"/>
                  </a:lnTo>
                  <a:lnTo>
                    <a:pt x="0" y="346227"/>
                  </a:lnTo>
                </a:path>
                <a:path w="865504" h="761364">
                  <a:moveTo>
                    <a:pt x="115023" y="757008"/>
                  </a:moveTo>
                  <a:lnTo>
                    <a:pt x="115023" y="450634"/>
                  </a:lnTo>
                  <a:lnTo>
                    <a:pt x="407733" y="452158"/>
                  </a:lnTo>
                  <a:lnTo>
                    <a:pt x="409257" y="761187"/>
                  </a:lnTo>
                  <a:lnTo>
                    <a:pt x="115023" y="757008"/>
                  </a:lnTo>
                </a:path>
                <a:path w="865504" h="761364">
                  <a:moveTo>
                    <a:pt x="695121" y="753211"/>
                  </a:moveTo>
                  <a:lnTo>
                    <a:pt x="419125" y="577062"/>
                  </a:lnTo>
                  <a:lnTo>
                    <a:pt x="584644" y="358762"/>
                  </a:lnTo>
                  <a:lnTo>
                    <a:pt x="865212" y="533400"/>
                  </a:lnTo>
                  <a:lnTo>
                    <a:pt x="695121" y="753211"/>
                  </a:lnTo>
                </a:path>
                <a:path w="865504" h="761364">
                  <a:moveTo>
                    <a:pt x="496569" y="379641"/>
                  </a:moveTo>
                  <a:lnTo>
                    <a:pt x="386105" y="88455"/>
                  </a:lnTo>
                  <a:lnTo>
                    <a:pt x="662101" y="0"/>
                  </a:lnTo>
                  <a:lnTo>
                    <a:pt x="775601" y="291185"/>
                  </a:lnTo>
                  <a:lnTo>
                    <a:pt x="496569" y="379641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 descr=""/>
          <p:cNvGrpSpPr/>
          <p:nvPr/>
        </p:nvGrpSpPr>
        <p:grpSpPr>
          <a:xfrm>
            <a:off x="4042346" y="4614284"/>
            <a:ext cx="1073785" cy="767715"/>
            <a:chOff x="4042346" y="4614284"/>
            <a:chExt cx="1073785" cy="767715"/>
          </a:xfrm>
        </p:grpSpPr>
        <p:sp>
          <p:nvSpPr>
            <p:cNvPr id="29" name="object 29" descr=""/>
            <p:cNvSpPr/>
            <p:nvPr/>
          </p:nvSpPr>
          <p:spPr>
            <a:xfrm>
              <a:off x="4058691" y="4629848"/>
              <a:ext cx="1042035" cy="736600"/>
            </a:xfrm>
            <a:custGeom>
              <a:avLst/>
              <a:gdLst/>
              <a:ahLst/>
              <a:cxnLst/>
              <a:rect l="l" t="t" r="r" b="b"/>
              <a:pathLst>
                <a:path w="1042035" h="736600">
                  <a:moveTo>
                    <a:pt x="0" y="0"/>
                  </a:moveTo>
                  <a:lnTo>
                    <a:pt x="0" y="736511"/>
                  </a:lnTo>
                  <a:lnTo>
                    <a:pt x="1041730" y="736511"/>
                  </a:lnTo>
                  <a:lnTo>
                    <a:pt x="1041730" y="0"/>
                  </a:lnTo>
                </a:path>
              </a:pathLst>
            </a:custGeom>
            <a:ln w="311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051452" y="4711471"/>
              <a:ext cx="946150" cy="648970"/>
            </a:xfrm>
            <a:custGeom>
              <a:avLst/>
              <a:gdLst/>
              <a:ahLst/>
              <a:cxnLst/>
              <a:rect l="l" t="t" r="r" b="b"/>
              <a:pathLst>
                <a:path w="946150" h="648970">
                  <a:moveTo>
                    <a:pt x="114680" y="380022"/>
                  </a:moveTo>
                  <a:lnTo>
                    <a:pt x="0" y="91871"/>
                  </a:lnTo>
                  <a:lnTo>
                    <a:pt x="274129" y="0"/>
                  </a:lnTo>
                  <a:lnTo>
                    <a:pt x="391820" y="288150"/>
                  </a:lnTo>
                  <a:lnTo>
                    <a:pt x="114680" y="380022"/>
                  </a:lnTo>
                </a:path>
                <a:path w="946150" h="648970">
                  <a:moveTo>
                    <a:pt x="247535" y="644258"/>
                  </a:moveTo>
                  <a:lnTo>
                    <a:pt x="246011" y="338264"/>
                  </a:lnTo>
                  <a:lnTo>
                    <a:pt x="538352" y="339788"/>
                  </a:lnTo>
                  <a:lnTo>
                    <a:pt x="539876" y="648436"/>
                  </a:lnTo>
                  <a:lnTo>
                    <a:pt x="247535" y="644258"/>
                  </a:lnTo>
                </a:path>
                <a:path w="946150" h="648970">
                  <a:moveTo>
                    <a:pt x="859536" y="636282"/>
                  </a:moveTo>
                  <a:lnTo>
                    <a:pt x="537210" y="546696"/>
                  </a:lnTo>
                  <a:lnTo>
                    <a:pt x="620725" y="292328"/>
                  </a:lnTo>
                  <a:lnTo>
                    <a:pt x="946099" y="381546"/>
                  </a:lnTo>
                  <a:lnTo>
                    <a:pt x="859536" y="636282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 descr=""/>
          <p:cNvGrpSpPr/>
          <p:nvPr/>
        </p:nvGrpSpPr>
        <p:grpSpPr>
          <a:xfrm>
            <a:off x="2224252" y="2662161"/>
            <a:ext cx="1047115" cy="513715"/>
            <a:chOff x="2224252" y="2662161"/>
            <a:chExt cx="1047115" cy="513715"/>
          </a:xfrm>
        </p:grpSpPr>
        <p:sp>
          <p:nvSpPr>
            <p:cNvPr id="32" name="object 32" descr=""/>
            <p:cNvSpPr/>
            <p:nvPr/>
          </p:nvSpPr>
          <p:spPr>
            <a:xfrm>
              <a:off x="2236012" y="2744152"/>
              <a:ext cx="712470" cy="420370"/>
            </a:xfrm>
            <a:custGeom>
              <a:avLst/>
              <a:gdLst/>
              <a:ahLst/>
              <a:cxnLst/>
              <a:rect l="l" t="t" r="r" b="b"/>
              <a:pathLst>
                <a:path w="712469" h="420369">
                  <a:moveTo>
                    <a:pt x="225501" y="419900"/>
                  </a:moveTo>
                  <a:lnTo>
                    <a:pt x="712216" y="207683"/>
                  </a:lnTo>
                </a:path>
                <a:path w="712469" h="420369">
                  <a:moveTo>
                    <a:pt x="228917" y="216788"/>
                  </a:moveTo>
                  <a:lnTo>
                    <a:pt x="712216" y="0"/>
                  </a:lnTo>
                </a:path>
                <a:path w="712469" h="420369">
                  <a:moveTo>
                    <a:pt x="0" y="215645"/>
                  </a:moveTo>
                  <a:lnTo>
                    <a:pt x="476072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233358" y="2960941"/>
              <a:ext cx="227329" cy="206375"/>
            </a:xfrm>
            <a:custGeom>
              <a:avLst/>
              <a:gdLst/>
              <a:ahLst/>
              <a:cxnLst/>
              <a:rect l="l" t="t" r="r" b="b"/>
              <a:pathLst>
                <a:path w="227330" h="206375">
                  <a:moveTo>
                    <a:pt x="0" y="0"/>
                  </a:moveTo>
                  <a:lnTo>
                    <a:pt x="227037" y="0"/>
                  </a:lnTo>
                  <a:lnTo>
                    <a:pt x="227037" y="205778"/>
                  </a:lnTo>
                  <a:lnTo>
                    <a:pt x="0" y="205778"/>
                  </a:lnTo>
                  <a:lnTo>
                    <a:pt x="0" y="0"/>
                  </a:lnTo>
                  <a:close/>
                </a:path>
                <a:path w="227330" h="206375">
                  <a:moveTo>
                    <a:pt x="169887" y="108585"/>
                  </a:moveTo>
                  <a:lnTo>
                    <a:pt x="165423" y="86642"/>
                  </a:lnTo>
                  <a:lnTo>
                    <a:pt x="153252" y="68718"/>
                  </a:lnTo>
                  <a:lnTo>
                    <a:pt x="135206" y="56630"/>
                  </a:lnTo>
                  <a:lnTo>
                    <a:pt x="113118" y="52197"/>
                  </a:lnTo>
                  <a:lnTo>
                    <a:pt x="91034" y="56630"/>
                  </a:lnTo>
                  <a:lnTo>
                    <a:pt x="72998" y="68718"/>
                  </a:lnTo>
                  <a:lnTo>
                    <a:pt x="60835" y="86642"/>
                  </a:lnTo>
                  <a:lnTo>
                    <a:pt x="56375" y="108585"/>
                  </a:lnTo>
                  <a:lnTo>
                    <a:pt x="60835" y="130516"/>
                  </a:lnTo>
                  <a:lnTo>
                    <a:pt x="72998" y="148428"/>
                  </a:lnTo>
                  <a:lnTo>
                    <a:pt x="91034" y="160505"/>
                  </a:lnTo>
                  <a:lnTo>
                    <a:pt x="113118" y="164934"/>
                  </a:lnTo>
                  <a:lnTo>
                    <a:pt x="135206" y="160505"/>
                  </a:lnTo>
                  <a:lnTo>
                    <a:pt x="153252" y="148428"/>
                  </a:lnTo>
                  <a:lnTo>
                    <a:pt x="165423" y="130516"/>
                  </a:lnTo>
                  <a:lnTo>
                    <a:pt x="169887" y="108585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709798" y="2671267"/>
              <a:ext cx="552450" cy="279400"/>
            </a:xfrm>
            <a:custGeom>
              <a:avLst/>
              <a:gdLst/>
              <a:ahLst/>
              <a:cxnLst/>
              <a:rect l="l" t="t" r="r" b="b"/>
              <a:pathLst>
                <a:path w="552450" h="279400">
                  <a:moveTo>
                    <a:pt x="0" y="74028"/>
                  </a:moveTo>
                  <a:lnTo>
                    <a:pt x="238429" y="74028"/>
                  </a:lnTo>
                  <a:lnTo>
                    <a:pt x="238429" y="279044"/>
                  </a:lnTo>
                </a:path>
                <a:path w="552450" h="279400">
                  <a:moveTo>
                    <a:pt x="115023" y="63398"/>
                  </a:moveTo>
                  <a:lnTo>
                    <a:pt x="246392" y="0"/>
                  </a:lnTo>
                  <a:lnTo>
                    <a:pt x="551992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45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1082" y="961543"/>
            <a:ext cx="538162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2765" algn="l"/>
              </a:tabLst>
            </a:pPr>
            <a:r>
              <a:rPr dirty="0" sz="1550" spc="40">
                <a:latin typeface="Times New Roman"/>
                <a:cs typeface="Times New Roman"/>
              </a:rPr>
              <a:t>6.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5" name="object 5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1928126" y="4250016"/>
          <a:ext cx="2355215" cy="1426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/>
                <a:gridCol w="843280"/>
                <a:gridCol w="730884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Address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Instruction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30">
                          <a:latin typeface="Times New Roman"/>
                          <a:cs typeface="Times New Roman"/>
                        </a:rPr>
                        <a:t>Data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LD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05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05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LD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05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LD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25314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SFT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HR00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HR00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5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LD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7150">
                        <a:lnSpc>
                          <a:spcPts val="1115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HR0004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OUT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01000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0006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END(01)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9" name="object 9" descr=""/>
          <p:cNvGrpSpPr/>
          <p:nvPr/>
        </p:nvGrpSpPr>
        <p:grpSpPr>
          <a:xfrm>
            <a:off x="1880971" y="1649171"/>
            <a:ext cx="3896360" cy="2256790"/>
            <a:chOff x="1880971" y="1649171"/>
            <a:chExt cx="3896360" cy="2256790"/>
          </a:xfrm>
        </p:grpSpPr>
        <p:sp>
          <p:nvSpPr>
            <p:cNvPr id="10" name="object 10" descr=""/>
            <p:cNvSpPr/>
            <p:nvPr/>
          </p:nvSpPr>
          <p:spPr>
            <a:xfrm>
              <a:off x="1884464" y="1652663"/>
              <a:ext cx="0" cy="2249805"/>
            </a:xfrm>
            <a:custGeom>
              <a:avLst/>
              <a:gdLst/>
              <a:ahLst/>
              <a:cxnLst/>
              <a:rect l="l" t="t" r="r" b="b"/>
              <a:pathLst>
                <a:path w="0" h="2249804">
                  <a:moveTo>
                    <a:pt x="0" y="0"/>
                  </a:moveTo>
                  <a:lnTo>
                    <a:pt x="0" y="2249411"/>
                  </a:lnTo>
                </a:path>
              </a:pathLst>
            </a:custGeom>
            <a:ln w="64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603881" y="1922602"/>
              <a:ext cx="90170" cy="1494155"/>
            </a:xfrm>
            <a:custGeom>
              <a:avLst/>
              <a:gdLst/>
              <a:ahLst/>
              <a:cxnLst/>
              <a:rect l="l" t="t" r="r" b="b"/>
              <a:pathLst>
                <a:path w="90169" h="1494154">
                  <a:moveTo>
                    <a:pt x="0" y="0"/>
                  </a:moveTo>
                  <a:lnTo>
                    <a:pt x="0" y="179946"/>
                  </a:lnTo>
                </a:path>
                <a:path w="90169" h="1494154">
                  <a:moveTo>
                    <a:pt x="89992" y="0"/>
                  </a:moveTo>
                  <a:lnTo>
                    <a:pt x="89992" y="179946"/>
                  </a:lnTo>
                </a:path>
                <a:path w="90169" h="1494154">
                  <a:moveTo>
                    <a:pt x="0" y="446074"/>
                  </a:moveTo>
                  <a:lnTo>
                    <a:pt x="0" y="626033"/>
                  </a:lnTo>
                </a:path>
                <a:path w="90169" h="1494154">
                  <a:moveTo>
                    <a:pt x="89992" y="446074"/>
                  </a:moveTo>
                  <a:lnTo>
                    <a:pt x="89992" y="626033"/>
                  </a:lnTo>
                </a:path>
                <a:path w="90169" h="1494154">
                  <a:moveTo>
                    <a:pt x="0" y="1313954"/>
                  </a:moveTo>
                  <a:lnTo>
                    <a:pt x="0" y="1493901"/>
                  </a:lnTo>
                </a:path>
                <a:path w="90169" h="1494154">
                  <a:moveTo>
                    <a:pt x="89992" y="1313954"/>
                  </a:moveTo>
                  <a:lnTo>
                    <a:pt x="89992" y="1493901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123586" y="1836420"/>
              <a:ext cx="648970" cy="767080"/>
            </a:xfrm>
            <a:custGeom>
              <a:avLst/>
              <a:gdLst/>
              <a:ahLst/>
              <a:cxnLst/>
              <a:rect l="l" t="t" r="r" b="b"/>
              <a:pathLst>
                <a:path w="648970" h="767080">
                  <a:moveTo>
                    <a:pt x="0" y="0"/>
                  </a:moveTo>
                  <a:lnTo>
                    <a:pt x="648804" y="0"/>
                  </a:lnTo>
                  <a:lnTo>
                    <a:pt x="648804" y="766876"/>
                  </a:lnTo>
                  <a:lnTo>
                    <a:pt x="0" y="766876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5218872" y="1944360"/>
            <a:ext cx="18732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SFT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424714" y="2020133"/>
            <a:ext cx="254635" cy="3543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R="5080" indent="1270">
              <a:lnSpc>
                <a:spcPct val="143800"/>
              </a:lnSpc>
              <a:spcBef>
                <a:spcPts val="90"/>
              </a:spcBef>
            </a:pPr>
            <a:r>
              <a:rPr dirty="0" sz="750" spc="-20">
                <a:latin typeface="Times New Roman"/>
                <a:cs typeface="Times New Roman"/>
              </a:rPr>
              <a:t>HR00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HR00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830679" y="2063187"/>
            <a:ext cx="360680" cy="264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4299"/>
              </a:lnSpc>
              <a:spcBef>
                <a:spcPts val="95"/>
              </a:spcBef>
            </a:pPr>
            <a:r>
              <a:rPr dirty="0" sz="750" spc="-20">
                <a:latin typeface="Times New Roman"/>
                <a:cs typeface="Times New Roman"/>
              </a:rPr>
              <a:t>Shift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Regizter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1884464" y="2012594"/>
            <a:ext cx="3726179" cy="1494155"/>
          </a:xfrm>
          <a:custGeom>
            <a:avLst/>
            <a:gdLst/>
            <a:ahLst/>
            <a:cxnLst/>
            <a:rect l="l" t="t" r="r" b="b"/>
            <a:pathLst>
              <a:path w="3726179" h="1494154">
                <a:moveTo>
                  <a:pt x="719416" y="0"/>
                </a:moveTo>
                <a:lnTo>
                  <a:pt x="0" y="0"/>
                </a:lnTo>
              </a:path>
              <a:path w="3726179" h="1494154">
                <a:moveTo>
                  <a:pt x="809409" y="0"/>
                </a:moveTo>
                <a:lnTo>
                  <a:pt x="3239122" y="0"/>
                </a:lnTo>
              </a:path>
              <a:path w="3726179" h="1494154">
                <a:moveTo>
                  <a:pt x="809409" y="446074"/>
                </a:moveTo>
                <a:lnTo>
                  <a:pt x="2879229" y="446074"/>
                </a:lnTo>
              </a:path>
              <a:path w="3726179" h="1494154">
                <a:moveTo>
                  <a:pt x="0" y="446074"/>
                </a:moveTo>
                <a:lnTo>
                  <a:pt x="719416" y="446074"/>
                </a:lnTo>
              </a:path>
              <a:path w="3726179" h="1494154">
                <a:moveTo>
                  <a:pt x="3725684" y="1314183"/>
                </a:moveTo>
                <a:lnTo>
                  <a:pt x="3719253" y="1266369"/>
                </a:lnTo>
                <a:lnTo>
                  <a:pt x="3701107" y="1223390"/>
                </a:lnTo>
                <a:lnTo>
                  <a:pt x="3672963" y="1186967"/>
                </a:lnTo>
                <a:lnTo>
                  <a:pt x="3636541" y="1158819"/>
                </a:lnTo>
                <a:lnTo>
                  <a:pt x="3593560" y="1140669"/>
                </a:lnTo>
                <a:lnTo>
                  <a:pt x="3545738" y="1134237"/>
                </a:lnTo>
                <a:lnTo>
                  <a:pt x="3497920" y="1140669"/>
                </a:lnTo>
                <a:lnTo>
                  <a:pt x="3454940" y="1158819"/>
                </a:lnTo>
                <a:lnTo>
                  <a:pt x="3418517" y="1186967"/>
                </a:lnTo>
                <a:lnTo>
                  <a:pt x="3390372" y="1223390"/>
                </a:lnTo>
                <a:lnTo>
                  <a:pt x="3372223" y="1266369"/>
                </a:lnTo>
                <a:lnTo>
                  <a:pt x="3365792" y="1314183"/>
                </a:lnTo>
                <a:lnTo>
                  <a:pt x="3372223" y="1362002"/>
                </a:lnTo>
                <a:lnTo>
                  <a:pt x="3390372" y="1404984"/>
                </a:lnTo>
                <a:lnTo>
                  <a:pt x="3418517" y="1441410"/>
                </a:lnTo>
                <a:lnTo>
                  <a:pt x="3454940" y="1469558"/>
                </a:lnTo>
                <a:lnTo>
                  <a:pt x="3497920" y="1487709"/>
                </a:lnTo>
                <a:lnTo>
                  <a:pt x="3545738" y="1494142"/>
                </a:lnTo>
                <a:lnTo>
                  <a:pt x="3593560" y="1487709"/>
                </a:lnTo>
                <a:lnTo>
                  <a:pt x="3636541" y="1469558"/>
                </a:lnTo>
                <a:lnTo>
                  <a:pt x="3672963" y="1441410"/>
                </a:lnTo>
                <a:lnTo>
                  <a:pt x="3701107" y="1404984"/>
                </a:lnTo>
                <a:lnTo>
                  <a:pt x="3719253" y="1362002"/>
                </a:lnTo>
                <a:lnTo>
                  <a:pt x="3725684" y="1314183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2501967" y="2245417"/>
            <a:ext cx="27432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00003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526264" y="2102674"/>
            <a:ext cx="2057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PH1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290832" y="3265142"/>
            <a:ext cx="27495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01000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817779" y="3120880"/>
            <a:ext cx="575310" cy="3848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4600"/>
              </a:lnSpc>
              <a:spcBef>
                <a:spcPts val="95"/>
              </a:spcBef>
            </a:pPr>
            <a:r>
              <a:rPr dirty="0" sz="750">
                <a:latin typeface="Times New Roman"/>
                <a:cs typeface="Times New Roman"/>
              </a:rPr>
              <a:t>MV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Valve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open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for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defective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part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101183" y="3607841"/>
            <a:ext cx="720090" cy="19939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395"/>
              </a:spcBef>
            </a:pPr>
            <a:r>
              <a:rPr dirty="0" sz="750">
                <a:latin typeface="Times New Roman"/>
                <a:cs typeface="Times New Roman"/>
              </a:rPr>
              <a:t>END</a:t>
            </a:r>
            <a:r>
              <a:rPr dirty="0" sz="750" spc="135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(01)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1874964" y="2833763"/>
            <a:ext cx="3376295" cy="854710"/>
          </a:xfrm>
          <a:custGeom>
            <a:avLst/>
            <a:gdLst/>
            <a:ahLst/>
            <a:cxnLst/>
            <a:rect l="l" t="t" r="r" b="b"/>
            <a:pathLst>
              <a:path w="3376295" h="854710">
                <a:moveTo>
                  <a:pt x="728916" y="492772"/>
                </a:moveTo>
                <a:lnTo>
                  <a:pt x="9499" y="492772"/>
                </a:lnTo>
              </a:path>
              <a:path w="3376295" h="854710">
                <a:moveTo>
                  <a:pt x="728916" y="854570"/>
                </a:moveTo>
                <a:lnTo>
                  <a:pt x="9499" y="854570"/>
                </a:lnTo>
              </a:path>
              <a:path w="3376295" h="854710">
                <a:moveTo>
                  <a:pt x="734987" y="854570"/>
                </a:moveTo>
                <a:lnTo>
                  <a:pt x="3235325" y="854570"/>
                </a:lnTo>
              </a:path>
              <a:path w="3376295" h="854710">
                <a:moveTo>
                  <a:pt x="818908" y="492772"/>
                </a:moveTo>
                <a:lnTo>
                  <a:pt x="3375799" y="492772"/>
                </a:lnTo>
              </a:path>
              <a:path w="3376295" h="854710">
                <a:moveTo>
                  <a:pt x="719810" y="0"/>
                </a:moveTo>
                <a:lnTo>
                  <a:pt x="719810" y="179565"/>
                </a:lnTo>
              </a:path>
              <a:path w="3376295" h="854710">
                <a:moveTo>
                  <a:pt x="809790" y="0"/>
                </a:moveTo>
                <a:lnTo>
                  <a:pt x="809790" y="179565"/>
                </a:lnTo>
              </a:path>
              <a:path w="3376295" h="854710">
                <a:moveTo>
                  <a:pt x="719810" y="89954"/>
                </a:moveTo>
                <a:lnTo>
                  <a:pt x="0" y="8995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2511078" y="2506463"/>
            <a:ext cx="274320" cy="3505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33655">
              <a:lnSpc>
                <a:spcPct val="142200"/>
              </a:lnSpc>
              <a:spcBef>
                <a:spcPts val="90"/>
              </a:spcBef>
            </a:pPr>
            <a:r>
              <a:rPr dirty="0" sz="750" spc="-25">
                <a:latin typeface="Times New Roman"/>
                <a:cs typeface="Times New Roman"/>
              </a:rPr>
              <a:t>PH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25314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454892" y="3105692"/>
            <a:ext cx="36576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HR0004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2693873" y="2200122"/>
            <a:ext cx="2428240" cy="721995"/>
          </a:xfrm>
          <a:custGeom>
            <a:avLst/>
            <a:gdLst/>
            <a:ahLst/>
            <a:cxnLst/>
            <a:rect l="l" t="t" r="r" b="b"/>
            <a:pathLst>
              <a:path w="2428240" h="721994">
                <a:moveTo>
                  <a:pt x="0" y="721702"/>
                </a:moveTo>
                <a:lnTo>
                  <a:pt x="2259253" y="721702"/>
                </a:lnTo>
              </a:path>
              <a:path w="2428240" h="721994">
                <a:moveTo>
                  <a:pt x="2071700" y="262343"/>
                </a:moveTo>
                <a:lnTo>
                  <a:pt x="2071700" y="0"/>
                </a:lnTo>
              </a:path>
              <a:path w="2428240" h="721994">
                <a:moveTo>
                  <a:pt x="2080818" y="9486"/>
                </a:moveTo>
                <a:lnTo>
                  <a:pt x="2427808" y="9486"/>
                </a:lnTo>
              </a:path>
              <a:path w="2428240" h="721994">
                <a:moveTo>
                  <a:pt x="2259253" y="721702"/>
                </a:moveTo>
                <a:lnTo>
                  <a:pt x="2259253" y="215264"/>
                </a:lnTo>
                <a:lnTo>
                  <a:pt x="2427808" y="21526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1600313" y="1455167"/>
            <a:ext cx="1186815" cy="4743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60">
                <a:latin typeface="Times New Roman"/>
                <a:cs typeface="Times New Roman"/>
              </a:rPr>
              <a:t>Ladder</a:t>
            </a:r>
            <a:r>
              <a:rPr dirty="0" sz="950" spc="65">
                <a:latin typeface="Times New Roman"/>
                <a:cs typeface="Times New Roman"/>
              </a:rPr>
              <a:t> </a:t>
            </a:r>
            <a:r>
              <a:rPr dirty="0" sz="950" spc="45">
                <a:latin typeface="Times New Roman"/>
                <a:cs typeface="Times New Roman"/>
              </a:rPr>
              <a:t>diagram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750" spc="-10">
                <a:latin typeface="Times New Roman"/>
                <a:cs typeface="Times New Roman"/>
              </a:rPr>
              <a:t>00002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46</a:t>
            </a:r>
          </a:p>
        </p:txBody>
      </p:sp>
      <p:sp>
        <p:nvSpPr>
          <p:cNvPr id="27" name="object 27" descr=""/>
          <p:cNvSpPr txBox="1"/>
          <p:nvPr/>
        </p:nvSpPr>
        <p:spPr>
          <a:xfrm>
            <a:off x="1607145" y="1947018"/>
            <a:ext cx="22479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0">
                <a:latin typeface="Times New Roman"/>
                <a:cs typeface="Times New Roman"/>
              </a:rPr>
              <a:t>0000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597650" y="3249951"/>
            <a:ext cx="22479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0">
                <a:latin typeface="Times New Roman"/>
                <a:cs typeface="Times New Roman"/>
              </a:rPr>
              <a:t>0004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597650" y="3606052"/>
            <a:ext cx="22479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0">
                <a:latin typeface="Times New Roman"/>
                <a:cs typeface="Times New Roman"/>
              </a:rPr>
              <a:t>0006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937814" y="4030295"/>
            <a:ext cx="92075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10">
                <a:latin typeface="Times New Roman"/>
                <a:cs typeface="Times New Roman"/>
              </a:rPr>
              <a:t>Mnemonic</a:t>
            </a:r>
            <a:r>
              <a:rPr dirty="0" sz="950" spc="265">
                <a:latin typeface="Times New Roman"/>
                <a:cs typeface="Times New Roman"/>
              </a:rPr>
              <a:t> </a:t>
            </a:r>
            <a:r>
              <a:rPr dirty="0" sz="950" spc="-20">
                <a:latin typeface="Times New Roman"/>
                <a:cs typeface="Times New Roman"/>
              </a:rPr>
              <a:t>codes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1082" y="961543"/>
            <a:ext cx="5381625" cy="6838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32765" indent="-520065">
              <a:lnSpc>
                <a:spcPct val="100000"/>
              </a:lnSpc>
              <a:spcBef>
                <a:spcPts val="125"/>
              </a:spcBef>
              <a:buAutoNum type="arabicPeriod" startAt="6"/>
              <a:tabLst>
                <a:tab pos="532765" algn="l"/>
              </a:tabLst>
            </a:pP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  <a:p>
            <a:pPr lvl="1" marL="237490" indent="-224790">
              <a:lnSpc>
                <a:spcPct val="100000"/>
              </a:lnSpc>
              <a:spcBef>
                <a:spcPts val="1430"/>
              </a:spcBef>
              <a:buSzPct val="48387"/>
              <a:buFont typeface="Segoe UI Symbol"/>
              <a:buChar char="❑"/>
              <a:tabLst>
                <a:tab pos="237490" algn="l"/>
              </a:tabLst>
            </a:pPr>
            <a:r>
              <a:rPr dirty="0" sz="1550">
                <a:latin typeface="Times New Roman"/>
                <a:cs typeface="Times New Roman"/>
              </a:rPr>
              <a:t>Application</a:t>
            </a:r>
            <a:r>
              <a:rPr dirty="0" sz="1550" spc="30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#8:</a:t>
            </a:r>
            <a:r>
              <a:rPr dirty="0" sz="1550" spc="305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Robot</a:t>
            </a:r>
            <a:r>
              <a:rPr dirty="0" sz="1550" spc="30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Movement</a:t>
            </a:r>
            <a:r>
              <a:rPr dirty="0" sz="1550" spc="305">
                <a:latin typeface="Times New Roman"/>
                <a:cs typeface="Times New Roman"/>
              </a:rPr>
              <a:t> </a:t>
            </a:r>
            <a:r>
              <a:rPr dirty="0" sz="1550" spc="50">
                <a:latin typeface="Times New Roman"/>
                <a:cs typeface="Times New Roman"/>
              </a:rPr>
              <a:t>Control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80717" y="5671794"/>
            <a:ext cx="5074920" cy="1376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7620">
              <a:lnSpc>
                <a:spcPct val="103299"/>
              </a:lnSpc>
              <a:spcBef>
                <a:spcPts val="95"/>
              </a:spcBef>
            </a:pPr>
            <a:r>
              <a:rPr dirty="0" sz="950">
                <a:latin typeface="Times New Roman"/>
                <a:cs typeface="Times New Roman"/>
              </a:rPr>
              <a:t>Thiz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kind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robot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zeen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in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many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automated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factoriez.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Az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apparent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from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figure,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thiz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robot </a:t>
            </a:r>
            <a:r>
              <a:rPr dirty="0" sz="950">
                <a:latin typeface="Times New Roman"/>
                <a:cs typeface="Times New Roman"/>
              </a:rPr>
              <a:t>pickz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up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work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being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carried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conveyor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placez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conveyor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B.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operationz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conditionz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are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az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followz:</a:t>
            </a:r>
            <a:endParaRPr sz="950">
              <a:latin typeface="Times New Roman"/>
              <a:cs typeface="Times New Roman"/>
            </a:endParaRPr>
          </a:p>
          <a:p>
            <a:pPr marL="237490" indent="-224790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237490" algn="l"/>
              </a:tabLst>
            </a:pP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ztart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button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prezzed,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robot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rotatez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itz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arm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clockwize.</a:t>
            </a:r>
            <a:endParaRPr sz="950">
              <a:latin typeface="Times New Roman"/>
              <a:cs typeface="Times New Roman"/>
            </a:endParaRPr>
          </a:p>
          <a:p>
            <a:pPr marL="237490" marR="5080" indent="-225425">
              <a:lnSpc>
                <a:spcPct val="103600"/>
              </a:lnSpc>
              <a:buAutoNum type="arabicPeriod"/>
              <a:tabLst>
                <a:tab pos="237490" algn="l"/>
              </a:tabLst>
            </a:pP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robot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arm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haz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moved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pozition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work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conveyor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 spc="50">
                <a:latin typeface="Times New Roman"/>
                <a:cs typeface="Times New Roman"/>
              </a:rPr>
              <a:t>A,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arm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grazpz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the </a:t>
            </a:r>
            <a:r>
              <a:rPr dirty="0" sz="950" spc="-10">
                <a:latin typeface="Times New Roman"/>
                <a:cs typeface="Times New Roman"/>
              </a:rPr>
              <a:t>work.</a:t>
            </a:r>
            <a:endParaRPr sz="950">
              <a:latin typeface="Times New Roman"/>
              <a:cs typeface="Times New Roman"/>
            </a:endParaRPr>
          </a:p>
          <a:p>
            <a:pPr marL="237490" indent="-224790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237490" algn="l"/>
              </a:tabLst>
            </a:pP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arm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haz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grazped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work,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rotatez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counterclockwize.</a:t>
            </a:r>
            <a:endParaRPr sz="950">
              <a:latin typeface="Times New Roman"/>
              <a:cs typeface="Times New Roman"/>
            </a:endParaRPr>
          </a:p>
          <a:p>
            <a:pPr marL="237490" indent="-224790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237490" algn="l"/>
              </a:tabLst>
            </a:pP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arm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haz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rotated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pozition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conveyor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B,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releazez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work.</a:t>
            </a:r>
            <a:endParaRPr sz="950">
              <a:latin typeface="Times New Roman"/>
              <a:cs typeface="Times New Roman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664" y="2191588"/>
            <a:ext cx="5919025" cy="3048342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162202" y="4399640"/>
            <a:ext cx="7886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conveyor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(1003)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242979" y="4062897"/>
            <a:ext cx="49022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conveyor</a:t>
            </a:r>
            <a:r>
              <a:rPr dirty="0" sz="750" spc="120">
                <a:latin typeface="Times New Roman"/>
                <a:cs typeface="Times New Roman"/>
              </a:rPr>
              <a:t> </a:t>
            </a:r>
            <a:r>
              <a:rPr dirty="0" sz="750" spc="-50">
                <a:latin typeface="Times New Roman"/>
                <a:cs typeface="Times New Roman"/>
              </a:rPr>
              <a:t>B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155696" y="4038839"/>
            <a:ext cx="488315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>
                <a:latin typeface="Times New Roman"/>
                <a:cs typeface="Times New Roman"/>
              </a:rPr>
              <a:t>SOL2</a:t>
            </a:r>
            <a:r>
              <a:rPr dirty="0" sz="650" spc="75">
                <a:latin typeface="Times New Roman"/>
                <a:cs typeface="Times New Roman"/>
              </a:rPr>
              <a:t> </a:t>
            </a:r>
            <a:r>
              <a:rPr dirty="0" sz="650" spc="-10">
                <a:latin typeface="Times New Roman"/>
                <a:cs typeface="Times New Roman"/>
              </a:rPr>
              <a:t>(1001)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083564" y="2534678"/>
            <a:ext cx="769620" cy="501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2860" marR="5080">
              <a:lnSpc>
                <a:spcPct val="126899"/>
              </a:lnSpc>
              <a:spcBef>
                <a:spcPts val="90"/>
              </a:spcBef>
            </a:pPr>
            <a:r>
              <a:rPr dirty="0" sz="750" spc="-10">
                <a:latin typeface="Times New Roman"/>
                <a:cs typeface="Times New Roman"/>
              </a:rPr>
              <a:t>(counterclockwise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rotation)</a:t>
            </a: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650">
                <a:latin typeface="Times New Roman"/>
                <a:cs typeface="Times New Roman"/>
              </a:rPr>
              <a:t>LS2</a:t>
            </a:r>
            <a:r>
              <a:rPr dirty="0" sz="650" spc="55">
                <a:latin typeface="Times New Roman"/>
                <a:cs typeface="Times New Roman"/>
              </a:rPr>
              <a:t> </a:t>
            </a:r>
            <a:r>
              <a:rPr dirty="0" sz="650" spc="-25">
                <a:latin typeface="Times New Roman"/>
                <a:cs typeface="Times New Roman"/>
              </a:rPr>
              <a:t>(2)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695964" y="2543024"/>
            <a:ext cx="489584" cy="4933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31445" marR="5080" indent="-119380">
              <a:lnSpc>
                <a:spcPct val="123200"/>
              </a:lnSpc>
              <a:spcBef>
                <a:spcPts val="90"/>
              </a:spcBef>
            </a:pPr>
            <a:r>
              <a:rPr dirty="0" sz="750" spc="-10">
                <a:latin typeface="Times New Roman"/>
                <a:cs typeface="Times New Roman"/>
              </a:rPr>
              <a:t>(clockwise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rotation)</a:t>
            </a:r>
            <a:endParaRPr sz="750">
              <a:latin typeface="Times New Roman"/>
              <a:cs typeface="Times New Roman"/>
            </a:endParaRPr>
          </a:p>
          <a:p>
            <a:pPr marL="142875">
              <a:lnSpc>
                <a:spcPct val="100000"/>
              </a:lnSpc>
              <a:spcBef>
                <a:spcPts val="685"/>
              </a:spcBef>
            </a:pPr>
            <a:r>
              <a:rPr dirty="0" sz="650">
                <a:latin typeface="Times New Roman"/>
                <a:cs typeface="Times New Roman"/>
              </a:rPr>
              <a:t>LS1</a:t>
            </a:r>
            <a:r>
              <a:rPr dirty="0" sz="650" spc="60">
                <a:latin typeface="Times New Roman"/>
                <a:cs typeface="Times New Roman"/>
              </a:rPr>
              <a:t> </a:t>
            </a:r>
            <a:r>
              <a:rPr dirty="0" sz="650" spc="-25">
                <a:latin typeface="Times New Roman"/>
                <a:cs typeface="Times New Roman"/>
              </a:rPr>
              <a:t>(1)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338357" y="1938552"/>
            <a:ext cx="795020" cy="31623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750">
                <a:latin typeface="Times New Roman"/>
                <a:cs typeface="Times New Roman"/>
              </a:rPr>
              <a:t>(Detect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workpiece)</a:t>
            </a:r>
            <a:endParaRPr sz="750">
              <a:latin typeface="Times New Roman"/>
              <a:cs typeface="Times New Roman"/>
            </a:endParaRPr>
          </a:p>
          <a:p>
            <a:pPr marL="401320">
              <a:lnSpc>
                <a:spcPct val="100000"/>
              </a:lnSpc>
              <a:spcBef>
                <a:spcPts val="290"/>
              </a:spcBef>
            </a:pPr>
            <a:r>
              <a:rPr dirty="0" sz="650">
                <a:latin typeface="Times New Roman"/>
                <a:cs typeface="Times New Roman"/>
              </a:rPr>
              <a:t>PH1</a:t>
            </a:r>
            <a:r>
              <a:rPr dirty="0" sz="650" spc="55">
                <a:latin typeface="Times New Roman"/>
                <a:cs typeface="Times New Roman"/>
              </a:rPr>
              <a:t> </a:t>
            </a:r>
            <a:r>
              <a:rPr dirty="0" sz="650" spc="-25">
                <a:latin typeface="Times New Roman"/>
                <a:cs typeface="Times New Roman"/>
              </a:rPr>
              <a:t>(4)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331886" y="4183197"/>
            <a:ext cx="688340" cy="49212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650">
                <a:latin typeface="Times New Roman"/>
                <a:cs typeface="Times New Roman"/>
              </a:rPr>
              <a:t>(1000)</a:t>
            </a:r>
            <a:r>
              <a:rPr dirty="0" sz="650" spc="95">
                <a:latin typeface="Times New Roman"/>
                <a:cs typeface="Times New Roman"/>
              </a:rPr>
              <a:t> </a:t>
            </a:r>
            <a:r>
              <a:rPr dirty="0" sz="650" spc="-20">
                <a:latin typeface="Times New Roman"/>
                <a:cs typeface="Times New Roman"/>
              </a:rPr>
              <a:t>SOL1</a:t>
            </a:r>
            <a:endParaRPr sz="650">
              <a:latin typeface="Times New Roman"/>
              <a:cs typeface="Times New Roman"/>
            </a:endParaRPr>
          </a:p>
          <a:p>
            <a:pPr marL="330200" marR="5080" indent="-119380">
              <a:lnSpc>
                <a:spcPct val="124200"/>
              </a:lnSpc>
              <a:spcBef>
                <a:spcPts val="244"/>
              </a:spcBef>
            </a:pPr>
            <a:r>
              <a:rPr dirty="0" sz="750" spc="-10">
                <a:latin typeface="Times New Roman"/>
                <a:cs typeface="Times New Roman"/>
              </a:rPr>
              <a:t>(clockwise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rotation)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153091" y="1912597"/>
            <a:ext cx="92138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(Start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button)</a:t>
            </a:r>
            <a:r>
              <a:rPr dirty="0" sz="750" spc="160">
                <a:latin typeface="Times New Roman"/>
                <a:cs typeface="Times New Roman"/>
              </a:rPr>
              <a:t> </a:t>
            </a:r>
            <a:r>
              <a:rPr dirty="0" baseline="8547" sz="975">
                <a:latin typeface="Times New Roman"/>
                <a:cs typeface="Times New Roman"/>
              </a:rPr>
              <a:t>PB1</a:t>
            </a:r>
            <a:r>
              <a:rPr dirty="0" baseline="8547" sz="975" spc="104">
                <a:latin typeface="Times New Roman"/>
                <a:cs typeface="Times New Roman"/>
              </a:rPr>
              <a:t> </a:t>
            </a:r>
            <a:r>
              <a:rPr dirty="0" baseline="8547" sz="975" spc="-37">
                <a:latin typeface="Times New Roman"/>
                <a:cs typeface="Times New Roman"/>
              </a:rPr>
              <a:t>(0)</a:t>
            </a:r>
            <a:endParaRPr baseline="8547" sz="975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273765" y="4151203"/>
            <a:ext cx="758825" cy="3155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6899"/>
              </a:lnSpc>
              <a:spcBef>
                <a:spcPts val="90"/>
              </a:spcBef>
            </a:pPr>
            <a:r>
              <a:rPr dirty="0" sz="750" spc="-10">
                <a:latin typeface="Times New Roman"/>
                <a:cs typeface="Times New Roman"/>
              </a:rPr>
              <a:t>(counterclockwise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rotation)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3301682" y="2096109"/>
            <a:ext cx="189865" cy="79375"/>
          </a:xfrm>
          <a:custGeom>
            <a:avLst/>
            <a:gdLst/>
            <a:ahLst/>
            <a:cxnLst/>
            <a:rect l="l" t="t" r="r" b="b"/>
            <a:pathLst>
              <a:path w="189864" h="79375">
                <a:moveTo>
                  <a:pt x="0" y="79324"/>
                </a:moveTo>
                <a:lnTo>
                  <a:pt x="189814" y="79324"/>
                </a:lnTo>
              </a:path>
              <a:path w="189864" h="79375">
                <a:moveTo>
                  <a:pt x="95288" y="0"/>
                </a:moveTo>
                <a:lnTo>
                  <a:pt x="95288" y="73266"/>
                </a:lnTo>
              </a:path>
            </a:pathLst>
          </a:custGeom>
          <a:ln w="182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412008" y="2696621"/>
            <a:ext cx="799465" cy="33972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750">
                <a:latin typeface="Times New Roman"/>
                <a:cs typeface="Times New Roman"/>
              </a:rPr>
              <a:t>(check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grasp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work)</a:t>
            </a:r>
            <a:endParaRPr sz="750">
              <a:latin typeface="Times New Roman"/>
              <a:cs typeface="Times New Roman"/>
            </a:endParaRPr>
          </a:p>
          <a:p>
            <a:pPr marL="130175">
              <a:lnSpc>
                <a:spcPct val="100000"/>
              </a:lnSpc>
              <a:spcBef>
                <a:spcPts val="375"/>
              </a:spcBef>
              <a:tabLst>
                <a:tab pos="407034" algn="l"/>
              </a:tabLst>
            </a:pPr>
            <a:r>
              <a:rPr dirty="0" sz="650" spc="-25">
                <a:latin typeface="Times New Roman"/>
                <a:cs typeface="Times New Roman"/>
              </a:rPr>
              <a:t>(3)</a:t>
            </a:r>
            <a:r>
              <a:rPr dirty="0" sz="650">
                <a:latin typeface="Times New Roman"/>
                <a:cs typeface="Times New Roman"/>
              </a:rPr>
              <a:t>	</a:t>
            </a:r>
            <a:r>
              <a:rPr dirty="0" sz="650" spc="-25">
                <a:latin typeface="Times New Roman"/>
                <a:cs typeface="Times New Roman"/>
              </a:rPr>
              <a:t>LS3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47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1082" y="961543"/>
            <a:ext cx="5381625" cy="631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32765" indent="-520065">
              <a:lnSpc>
                <a:spcPct val="100000"/>
              </a:lnSpc>
              <a:spcBef>
                <a:spcPts val="125"/>
              </a:spcBef>
              <a:buAutoNum type="arabicPeriod" startAt="6"/>
              <a:tabLst>
                <a:tab pos="532765" algn="l"/>
              </a:tabLst>
            </a:pP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  <a:p>
            <a:pPr lvl="1" marL="237490" indent="-224790">
              <a:lnSpc>
                <a:spcPct val="100000"/>
              </a:lnSpc>
              <a:spcBef>
                <a:spcPts val="1500"/>
              </a:spcBef>
              <a:buFont typeface="Symbol"/>
              <a:buChar char=""/>
              <a:tabLst>
                <a:tab pos="237490" algn="l"/>
                <a:tab pos="3556635" algn="l"/>
              </a:tabLst>
            </a:pPr>
            <a:r>
              <a:rPr dirty="0" sz="1150" spc="65">
                <a:latin typeface="Times New Roman"/>
                <a:cs typeface="Times New Roman"/>
              </a:rPr>
              <a:t>I/O</a:t>
            </a:r>
            <a:r>
              <a:rPr dirty="0" sz="1150" spc="7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Assignment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40">
                <a:latin typeface="Times New Roman"/>
                <a:cs typeface="Times New Roman"/>
              </a:rPr>
              <a:t>Procedure</a:t>
            </a:r>
            <a:endParaRPr sz="1150">
              <a:latin typeface="Times New Roman"/>
              <a:cs typeface="Times New Roman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1253121" y="1736979"/>
          <a:ext cx="2232025" cy="3726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2610"/>
                <a:gridCol w="1574800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55">
                          <a:latin typeface="Times New Roman"/>
                          <a:cs typeface="Times New Roman"/>
                        </a:rPr>
                        <a:t>Input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Devices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PB1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67310">
                        <a:lnSpc>
                          <a:spcPts val="1110"/>
                        </a:lnSpc>
                        <a:spcBef>
                          <a:spcPts val="4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(ztart</a:t>
                      </a:r>
                      <a:r>
                        <a:rPr dirty="0" sz="9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button)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LS1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67310">
                        <a:lnSpc>
                          <a:spcPts val="1110"/>
                        </a:lnSpc>
                        <a:spcBef>
                          <a:spcPts val="4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(clockwize</a:t>
                      </a:r>
                      <a:r>
                        <a:rPr dirty="0" sz="9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rotation)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543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LS2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67310">
                        <a:lnSpc>
                          <a:spcPts val="1105"/>
                        </a:lnSpc>
                        <a:spcBef>
                          <a:spcPts val="4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(counterclockwize</a:t>
                      </a:r>
                      <a:r>
                        <a:rPr dirty="0" sz="9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rotation)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LS3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67310">
                        <a:lnSpc>
                          <a:spcPts val="1110"/>
                        </a:lnSpc>
                        <a:spcBef>
                          <a:spcPts val="4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(checking</a:t>
                      </a:r>
                      <a:r>
                        <a:rPr dirty="0" sz="9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grazped</a:t>
                      </a:r>
                      <a:r>
                        <a:rPr dirty="0" sz="9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work)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PH1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67310">
                        <a:lnSpc>
                          <a:spcPts val="1110"/>
                        </a:lnSpc>
                        <a:spcBef>
                          <a:spcPts val="4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(detect</a:t>
                      </a:r>
                      <a:r>
                        <a:rPr dirty="0" sz="9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workpiece)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Stop</a:t>
                      </a:r>
                      <a:r>
                        <a:rPr dirty="0" sz="95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button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0006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Rezet</a:t>
                      </a:r>
                      <a:r>
                        <a:rPr dirty="0" sz="95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button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49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950" spc="55">
                          <a:latin typeface="Times New Roman"/>
                          <a:cs typeface="Times New Roman"/>
                        </a:rPr>
                        <a:t>Output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Devices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1000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Sol</a:t>
                      </a:r>
                      <a:r>
                        <a:rPr dirty="0" sz="95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5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67310">
                        <a:lnSpc>
                          <a:spcPts val="1110"/>
                        </a:lnSpc>
                        <a:spcBef>
                          <a:spcPts val="4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(clockwize</a:t>
                      </a:r>
                      <a:r>
                        <a:rPr dirty="0" sz="9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rotation)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1001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Sol</a:t>
                      </a:r>
                      <a:r>
                        <a:rPr dirty="0" sz="95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50">
                          <a:latin typeface="Times New Roman"/>
                          <a:cs typeface="Times New Roman"/>
                        </a:rPr>
                        <a:t>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67310">
                        <a:lnSpc>
                          <a:spcPts val="1110"/>
                        </a:lnSpc>
                        <a:spcBef>
                          <a:spcPts val="4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(counterclockwize</a:t>
                      </a:r>
                      <a:r>
                        <a:rPr dirty="0" sz="9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rotation)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1002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Sol</a:t>
                      </a:r>
                      <a:r>
                        <a:rPr dirty="0" sz="95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50">
                          <a:latin typeface="Times New Roman"/>
                          <a:cs typeface="Times New Roman"/>
                        </a:rPr>
                        <a:t>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67310">
                        <a:lnSpc>
                          <a:spcPts val="1110"/>
                        </a:lnSpc>
                        <a:spcBef>
                          <a:spcPts val="4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(grazping</a:t>
                      </a:r>
                      <a:r>
                        <a:rPr dirty="0" sz="9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work)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1003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Conveyor</a:t>
                      </a:r>
                      <a:r>
                        <a:rPr dirty="0" sz="9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50">
                          <a:latin typeface="Times New Roman"/>
                          <a:cs typeface="Times New Roman"/>
                        </a:rPr>
                        <a:t>A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9" name="object 9" descr=""/>
          <p:cNvGrpSpPr/>
          <p:nvPr/>
        </p:nvGrpSpPr>
        <p:grpSpPr>
          <a:xfrm>
            <a:off x="3983373" y="1476775"/>
            <a:ext cx="53975" cy="53975"/>
            <a:chOff x="3983373" y="1476775"/>
            <a:chExt cx="53975" cy="53975"/>
          </a:xfrm>
        </p:grpSpPr>
        <p:sp>
          <p:nvSpPr>
            <p:cNvPr id="10" name="object 10" descr=""/>
            <p:cNvSpPr/>
            <p:nvPr/>
          </p:nvSpPr>
          <p:spPr>
            <a:xfrm>
              <a:off x="3987926" y="1481328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4">
                  <a:moveTo>
                    <a:pt x="22402" y="0"/>
                  </a:moveTo>
                  <a:lnTo>
                    <a:pt x="13683" y="1764"/>
                  </a:lnTo>
                  <a:lnTo>
                    <a:pt x="6562" y="6570"/>
                  </a:lnTo>
                  <a:lnTo>
                    <a:pt x="1760" y="13689"/>
                  </a:lnTo>
                  <a:lnTo>
                    <a:pt x="0" y="22390"/>
                  </a:lnTo>
                  <a:lnTo>
                    <a:pt x="1760" y="31109"/>
                  </a:lnTo>
                  <a:lnTo>
                    <a:pt x="6562" y="38230"/>
                  </a:lnTo>
                  <a:lnTo>
                    <a:pt x="13683" y="43031"/>
                  </a:lnTo>
                  <a:lnTo>
                    <a:pt x="22402" y="44792"/>
                  </a:lnTo>
                  <a:lnTo>
                    <a:pt x="31121" y="43031"/>
                  </a:lnTo>
                  <a:lnTo>
                    <a:pt x="38242" y="38230"/>
                  </a:lnTo>
                  <a:lnTo>
                    <a:pt x="43044" y="31109"/>
                  </a:lnTo>
                  <a:lnTo>
                    <a:pt x="44805" y="22390"/>
                  </a:lnTo>
                  <a:lnTo>
                    <a:pt x="43044" y="13689"/>
                  </a:lnTo>
                  <a:lnTo>
                    <a:pt x="38242" y="6570"/>
                  </a:lnTo>
                  <a:lnTo>
                    <a:pt x="31121" y="1764"/>
                  </a:lnTo>
                  <a:lnTo>
                    <a:pt x="224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987926" y="1481328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4">
                  <a:moveTo>
                    <a:pt x="44805" y="22390"/>
                  </a:moveTo>
                  <a:lnTo>
                    <a:pt x="43044" y="13689"/>
                  </a:lnTo>
                  <a:lnTo>
                    <a:pt x="38242" y="6570"/>
                  </a:lnTo>
                  <a:lnTo>
                    <a:pt x="31121" y="1764"/>
                  </a:lnTo>
                  <a:lnTo>
                    <a:pt x="22402" y="0"/>
                  </a:lnTo>
                  <a:lnTo>
                    <a:pt x="13683" y="1764"/>
                  </a:lnTo>
                  <a:lnTo>
                    <a:pt x="6562" y="6570"/>
                  </a:lnTo>
                  <a:lnTo>
                    <a:pt x="1760" y="13689"/>
                  </a:lnTo>
                  <a:lnTo>
                    <a:pt x="0" y="22390"/>
                  </a:lnTo>
                  <a:lnTo>
                    <a:pt x="1760" y="31109"/>
                  </a:lnTo>
                  <a:lnTo>
                    <a:pt x="6562" y="38230"/>
                  </a:lnTo>
                  <a:lnTo>
                    <a:pt x="13683" y="43031"/>
                  </a:lnTo>
                  <a:lnTo>
                    <a:pt x="22402" y="44792"/>
                  </a:lnTo>
                  <a:lnTo>
                    <a:pt x="31121" y="43031"/>
                  </a:lnTo>
                  <a:lnTo>
                    <a:pt x="38242" y="38230"/>
                  </a:lnTo>
                  <a:lnTo>
                    <a:pt x="43044" y="31109"/>
                  </a:lnTo>
                  <a:lnTo>
                    <a:pt x="44805" y="2239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/>
          <p:nvPr/>
        </p:nvSpPr>
        <p:spPr>
          <a:xfrm>
            <a:off x="4343793" y="2025853"/>
            <a:ext cx="1236980" cy="850265"/>
          </a:xfrm>
          <a:custGeom>
            <a:avLst/>
            <a:gdLst/>
            <a:ahLst/>
            <a:cxnLst/>
            <a:rect l="l" t="t" r="r" b="b"/>
            <a:pathLst>
              <a:path w="1236979" h="850264">
                <a:moveTo>
                  <a:pt x="618439" y="634022"/>
                </a:moveTo>
                <a:lnTo>
                  <a:pt x="618439" y="849668"/>
                </a:lnTo>
              </a:path>
              <a:path w="1236979" h="850264">
                <a:moveTo>
                  <a:pt x="618439" y="0"/>
                </a:moveTo>
                <a:lnTo>
                  <a:pt x="0" y="323088"/>
                </a:lnTo>
                <a:lnTo>
                  <a:pt x="618439" y="646557"/>
                </a:lnTo>
                <a:lnTo>
                  <a:pt x="1236878" y="323088"/>
                </a:lnTo>
                <a:lnTo>
                  <a:pt x="618439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4801089" y="2080695"/>
            <a:ext cx="361315" cy="325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8260">
              <a:lnSpc>
                <a:spcPct val="103600"/>
              </a:lnSpc>
              <a:spcBef>
                <a:spcPts val="95"/>
              </a:spcBef>
            </a:pPr>
            <a:r>
              <a:rPr dirty="0" sz="950" spc="-10">
                <a:latin typeface="Times New Roman"/>
                <a:cs typeface="Times New Roman"/>
              </a:rPr>
              <a:t>Start Button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4333925" y="3222129"/>
            <a:ext cx="1238250" cy="647065"/>
          </a:xfrm>
          <a:custGeom>
            <a:avLst/>
            <a:gdLst/>
            <a:ahLst/>
            <a:cxnLst/>
            <a:rect l="l" t="t" r="r" b="b"/>
            <a:pathLst>
              <a:path w="1238250" h="647064">
                <a:moveTo>
                  <a:pt x="619201" y="0"/>
                </a:moveTo>
                <a:lnTo>
                  <a:pt x="0" y="323456"/>
                </a:lnTo>
                <a:lnTo>
                  <a:pt x="619201" y="646544"/>
                </a:lnTo>
                <a:lnTo>
                  <a:pt x="1237640" y="323456"/>
                </a:lnTo>
                <a:lnTo>
                  <a:pt x="619201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4808692" y="3305426"/>
            <a:ext cx="289560" cy="476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1270">
              <a:lnSpc>
                <a:spcPct val="103600"/>
              </a:lnSpc>
              <a:spcBef>
                <a:spcPts val="95"/>
              </a:spcBef>
            </a:pPr>
            <a:r>
              <a:rPr dirty="0" sz="950" spc="-25">
                <a:latin typeface="Times New Roman"/>
                <a:cs typeface="Times New Roman"/>
              </a:rPr>
              <a:t>Arm at </a:t>
            </a:r>
            <a:r>
              <a:rPr dirty="0" sz="950" spc="-20">
                <a:latin typeface="Times New Roman"/>
                <a:cs typeface="Times New Roman"/>
              </a:rPr>
              <a:t>LS1?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959593" y="2878556"/>
            <a:ext cx="2043430" cy="24447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434975">
              <a:lnSpc>
                <a:spcPct val="100000"/>
              </a:lnSpc>
              <a:spcBef>
                <a:spcPts val="385"/>
              </a:spcBef>
            </a:pPr>
            <a:r>
              <a:rPr dirty="0" sz="950">
                <a:latin typeface="Times New Roman"/>
                <a:cs typeface="Times New Roman"/>
              </a:rPr>
              <a:t>Arm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rotatez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Clockwize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4922380" y="1846097"/>
            <a:ext cx="1366520" cy="931544"/>
            <a:chOff x="4922380" y="1846097"/>
            <a:chExt cx="1366520" cy="931544"/>
          </a:xfrm>
        </p:grpSpPr>
        <p:sp>
          <p:nvSpPr>
            <p:cNvPr id="18" name="object 18" descr=""/>
            <p:cNvSpPr/>
            <p:nvPr/>
          </p:nvSpPr>
          <p:spPr>
            <a:xfrm>
              <a:off x="4971338" y="1850859"/>
              <a:ext cx="0" cy="80645"/>
            </a:xfrm>
            <a:custGeom>
              <a:avLst/>
              <a:gdLst/>
              <a:ahLst/>
              <a:cxnLst/>
              <a:rect l="l" t="t" r="r" b="b"/>
              <a:pathLst>
                <a:path w="0" h="80644">
                  <a:moveTo>
                    <a:pt x="0" y="0"/>
                  </a:moveTo>
                  <a:lnTo>
                    <a:pt x="0" y="80467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922380" y="1930565"/>
              <a:ext cx="99060" cy="98425"/>
            </a:xfrm>
            <a:custGeom>
              <a:avLst/>
              <a:gdLst/>
              <a:ahLst/>
              <a:cxnLst/>
              <a:rect l="l" t="t" r="r" b="b"/>
              <a:pathLst>
                <a:path w="99060" h="98425">
                  <a:moveTo>
                    <a:pt x="98704" y="0"/>
                  </a:moveTo>
                  <a:lnTo>
                    <a:pt x="0" y="0"/>
                  </a:lnTo>
                  <a:lnTo>
                    <a:pt x="48958" y="98336"/>
                  </a:lnTo>
                  <a:lnTo>
                    <a:pt x="98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068912" y="2772257"/>
              <a:ext cx="1215390" cy="0"/>
            </a:xfrm>
            <a:custGeom>
              <a:avLst/>
              <a:gdLst/>
              <a:ahLst/>
              <a:cxnLst/>
              <a:rect l="l" t="t" r="r" b="b"/>
              <a:pathLst>
                <a:path w="1215389" h="0">
                  <a:moveTo>
                    <a:pt x="1214856" y="0"/>
                  </a:move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5574423" y="2174465"/>
            <a:ext cx="70040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65430" algn="l"/>
                <a:tab pos="687070" algn="l"/>
              </a:tabLst>
            </a:pPr>
            <a:r>
              <a:rPr dirty="0" u="sng" sz="9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95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</a:t>
            </a:r>
            <a:r>
              <a:rPr dirty="0" u="sng" sz="9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4971338" y="2723273"/>
            <a:ext cx="99060" cy="99060"/>
          </a:xfrm>
          <a:custGeom>
            <a:avLst/>
            <a:gdLst/>
            <a:ahLst/>
            <a:cxnLst/>
            <a:rect l="l" t="t" r="r" b="b"/>
            <a:pathLst>
              <a:path w="99060" h="99060">
                <a:moveTo>
                  <a:pt x="98717" y="0"/>
                </a:moveTo>
                <a:lnTo>
                  <a:pt x="0" y="48983"/>
                </a:lnTo>
                <a:lnTo>
                  <a:pt x="98717" y="98717"/>
                </a:lnTo>
                <a:lnTo>
                  <a:pt x="987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3950106" y="4084294"/>
            <a:ext cx="2044064" cy="24511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599440">
              <a:lnSpc>
                <a:spcPct val="100000"/>
              </a:lnSpc>
              <a:spcBef>
                <a:spcPts val="385"/>
              </a:spcBef>
            </a:pPr>
            <a:r>
              <a:rPr dirty="0" sz="950">
                <a:latin typeface="Times New Roman"/>
                <a:cs typeface="Times New Roman"/>
              </a:rPr>
              <a:t>Conveyor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ON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4333925" y="4328414"/>
            <a:ext cx="1238250" cy="774700"/>
          </a:xfrm>
          <a:custGeom>
            <a:avLst/>
            <a:gdLst/>
            <a:ahLst/>
            <a:cxnLst/>
            <a:rect l="l" t="t" r="r" b="b"/>
            <a:pathLst>
              <a:path w="1238250" h="774700">
                <a:moveTo>
                  <a:pt x="619201" y="130975"/>
                </a:moveTo>
                <a:lnTo>
                  <a:pt x="619201" y="0"/>
                </a:lnTo>
              </a:path>
              <a:path w="1238250" h="774700">
                <a:moveTo>
                  <a:pt x="619201" y="127939"/>
                </a:moveTo>
                <a:lnTo>
                  <a:pt x="0" y="451396"/>
                </a:lnTo>
                <a:lnTo>
                  <a:pt x="619201" y="774471"/>
                </a:lnTo>
                <a:lnTo>
                  <a:pt x="1237640" y="451396"/>
                </a:lnTo>
                <a:lnTo>
                  <a:pt x="619201" y="127939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4668966" y="4505104"/>
            <a:ext cx="606425" cy="476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42875">
              <a:lnSpc>
                <a:spcPct val="103600"/>
              </a:lnSpc>
              <a:spcBef>
                <a:spcPts val="95"/>
              </a:spcBef>
            </a:pPr>
            <a:r>
              <a:rPr dirty="0" sz="950" spc="-10">
                <a:latin typeface="Times New Roman"/>
                <a:cs typeface="Times New Roman"/>
              </a:rPr>
              <a:t>Photo </a:t>
            </a:r>
            <a:r>
              <a:rPr dirty="0" sz="950">
                <a:latin typeface="Times New Roman"/>
                <a:cs typeface="Times New Roman"/>
              </a:rPr>
              <a:t>eye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zenze workpiece?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937190" y="5271452"/>
            <a:ext cx="2044064" cy="39751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marL="600075" marR="561340" indent="-29209">
              <a:lnSpc>
                <a:spcPct val="103600"/>
              </a:lnSpc>
              <a:spcBef>
                <a:spcPts val="345"/>
              </a:spcBef>
            </a:pPr>
            <a:r>
              <a:rPr dirty="0" sz="950">
                <a:latin typeface="Times New Roman"/>
                <a:cs typeface="Times New Roman"/>
              </a:rPr>
              <a:t>Conveyor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OFF </a:t>
            </a:r>
            <a:r>
              <a:rPr dirty="0" sz="950">
                <a:latin typeface="Times New Roman"/>
                <a:cs typeface="Times New Roman"/>
              </a:rPr>
              <a:t>Arm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grazp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 spc="-20">
                <a:latin typeface="Times New Roman"/>
                <a:cs typeface="Times New Roman"/>
              </a:rPr>
              <a:t>work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4331258" y="5656414"/>
            <a:ext cx="1236980" cy="765810"/>
          </a:xfrm>
          <a:custGeom>
            <a:avLst/>
            <a:gdLst/>
            <a:ahLst/>
            <a:cxnLst/>
            <a:rect l="l" t="t" r="r" b="b"/>
            <a:pathLst>
              <a:path w="1236979" h="765810">
                <a:moveTo>
                  <a:pt x="618439" y="112750"/>
                </a:moveTo>
                <a:lnTo>
                  <a:pt x="618439" y="0"/>
                </a:lnTo>
              </a:path>
              <a:path w="1236979" h="765810">
                <a:moveTo>
                  <a:pt x="618439" y="118821"/>
                </a:moveTo>
                <a:lnTo>
                  <a:pt x="0" y="442277"/>
                </a:lnTo>
                <a:lnTo>
                  <a:pt x="618439" y="765352"/>
                </a:lnTo>
                <a:lnTo>
                  <a:pt x="1236878" y="442277"/>
                </a:lnTo>
                <a:lnTo>
                  <a:pt x="618439" y="118821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3931132" y="6622605"/>
            <a:ext cx="2044064" cy="24447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245110">
              <a:lnSpc>
                <a:spcPct val="100000"/>
              </a:lnSpc>
              <a:spcBef>
                <a:spcPts val="385"/>
              </a:spcBef>
            </a:pPr>
            <a:r>
              <a:rPr dirty="0" sz="950">
                <a:latin typeface="Times New Roman"/>
                <a:cs typeface="Times New Roman"/>
              </a:rPr>
              <a:t>Arm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rotatez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Counterclockwize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4331258" y="6859879"/>
            <a:ext cx="1236980" cy="765175"/>
          </a:xfrm>
          <a:custGeom>
            <a:avLst/>
            <a:gdLst/>
            <a:ahLst/>
            <a:cxnLst/>
            <a:rect l="l" t="t" r="r" b="b"/>
            <a:pathLst>
              <a:path w="1236979" h="765175">
                <a:moveTo>
                  <a:pt x="618439" y="112750"/>
                </a:moveTo>
                <a:lnTo>
                  <a:pt x="618439" y="0"/>
                </a:lnTo>
              </a:path>
              <a:path w="1236979" h="765175">
                <a:moveTo>
                  <a:pt x="618439" y="118071"/>
                </a:moveTo>
                <a:lnTo>
                  <a:pt x="0" y="441528"/>
                </a:lnTo>
                <a:lnTo>
                  <a:pt x="618439" y="764984"/>
                </a:lnTo>
                <a:lnTo>
                  <a:pt x="1236878" y="441528"/>
                </a:lnTo>
                <a:lnTo>
                  <a:pt x="618439" y="118071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4814767" y="7051754"/>
            <a:ext cx="289560" cy="476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03699"/>
              </a:lnSpc>
              <a:spcBef>
                <a:spcPts val="95"/>
              </a:spcBef>
            </a:pPr>
            <a:r>
              <a:rPr dirty="0" sz="950" spc="-25">
                <a:latin typeface="Times New Roman"/>
                <a:cs typeface="Times New Roman"/>
              </a:rPr>
              <a:t>Arm at </a:t>
            </a:r>
            <a:r>
              <a:rPr dirty="0" sz="950" spc="-20">
                <a:latin typeface="Times New Roman"/>
                <a:cs typeface="Times New Roman"/>
              </a:rPr>
              <a:t>LS2?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3931132" y="7800263"/>
            <a:ext cx="2044064" cy="24447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547370">
              <a:lnSpc>
                <a:spcPct val="100000"/>
              </a:lnSpc>
              <a:spcBef>
                <a:spcPts val="385"/>
              </a:spcBef>
            </a:pPr>
            <a:r>
              <a:rPr dirty="0" sz="950">
                <a:latin typeface="Times New Roman"/>
                <a:cs typeface="Times New Roman"/>
              </a:rPr>
              <a:t>Releaze</a:t>
            </a:r>
            <a:r>
              <a:rPr dirty="0" sz="950" spc="5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workpiece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4321771" y="8047405"/>
            <a:ext cx="1237615" cy="765810"/>
          </a:xfrm>
          <a:custGeom>
            <a:avLst/>
            <a:gdLst/>
            <a:ahLst/>
            <a:cxnLst/>
            <a:rect l="l" t="t" r="r" b="b"/>
            <a:pathLst>
              <a:path w="1237614" h="765809">
                <a:moveTo>
                  <a:pt x="618820" y="112001"/>
                </a:moveTo>
                <a:lnTo>
                  <a:pt x="618820" y="0"/>
                </a:lnTo>
              </a:path>
              <a:path w="1237614" h="765809">
                <a:moveTo>
                  <a:pt x="618820" y="118452"/>
                </a:moveTo>
                <a:lnTo>
                  <a:pt x="0" y="441909"/>
                </a:lnTo>
                <a:lnTo>
                  <a:pt x="618820" y="765352"/>
                </a:lnTo>
                <a:lnTo>
                  <a:pt x="1237259" y="441909"/>
                </a:lnTo>
                <a:lnTo>
                  <a:pt x="618820" y="118452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4790460" y="8239660"/>
            <a:ext cx="320040" cy="476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1270">
              <a:lnSpc>
                <a:spcPct val="103600"/>
              </a:lnSpc>
              <a:spcBef>
                <a:spcPts val="95"/>
              </a:spcBef>
            </a:pPr>
            <a:r>
              <a:rPr dirty="0" sz="950" spc="-25">
                <a:latin typeface="Times New Roman"/>
                <a:cs typeface="Times New Roman"/>
              </a:rPr>
              <a:t>Iz</a:t>
            </a:r>
            <a:r>
              <a:rPr dirty="0" sz="950" spc="50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LS3 </a:t>
            </a:r>
            <a:r>
              <a:rPr dirty="0" sz="950" spc="-20">
                <a:latin typeface="Times New Roman"/>
                <a:cs typeface="Times New Roman"/>
              </a:rPr>
              <a:t>OFF?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5072341" y="1847430"/>
            <a:ext cx="1214755" cy="2140585"/>
          </a:xfrm>
          <a:custGeom>
            <a:avLst/>
            <a:gdLst/>
            <a:ahLst/>
            <a:cxnLst/>
            <a:rect l="l" t="t" r="r" b="b"/>
            <a:pathLst>
              <a:path w="1214754" h="2140585">
                <a:moveTo>
                  <a:pt x="1189786" y="0"/>
                </a:moveTo>
                <a:lnTo>
                  <a:pt x="1189786" y="509473"/>
                </a:lnTo>
              </a:path>
              <a:path w="1214754" h="2140585">
                <a:moveTo>
                  <a:pt x="1214475" y="924826"/>
                </a:moveTo>
                <a:lnTo>
                  <a:pt x="1214475" y="1712214"/>
                </a:lnTo>
              </a:path>
              <a:path w="1214754" h="2140585">
                <a:moveTo>
                  <a:pt x="1195489" y="2140064"/>
                </a:moveTo>
                <a:lnTo>
                  <a:pt x="0" y="214006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5555437" y="3389706"/>
            <a:ext cx="74422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83845" algn="l"/>
                <a:tab pos="730885" algn="l"/>
              </a:tabLst>
            </a:pPr>
            <a:r>
              <a:rPr dirty="0" u="sng" sz="9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95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</a:t>
            </a:r>
            <a:r>
              <a:rPr dirty="0" u="sng" sz="9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4975148" y="3938511"/>
            <a:ext cx="1304290" cy="850900"/>
            <a:chOff x="4975148" y="3938511"/>
            <a:chExt cx="1304290" cy="850900"/>
          </a:xfrm>
        </p:grpSpPr>
        <p:sp>
          <p:nvSpPr>
            <p:cNvPr id="37" name="object 37" descr=""/>
            <p:cNvSpPr/>
            <p:nvPr/>
          </p:nvSpPr>
          <p:spPr>
            <a:xfrm>
              <a:off x="4975148" y="3938511"/>
              <a:ext cx="98425" cy="99060"/>
            </a:xfrm>
            <a:custGeom>
              <a:avLst/>
              <a:gdLst/>
              <a:ahLst/>
              <a:cxnLst/>
              <a:rect l="l" t="t" r="r" b="b"/>
              <a:pathLst>
                <a:path w="98425" h="99060">
                  <a:moveTo>
                    <a:pt x="98323" y="0"/>
                  </a:moveTo>
                  <a:lnTo>
                    <a:pt x="0" y="49364"/>
                  </a:lnTo>
                  <a:lnTo>
                    <a:pt x="98323" y="98717"/>
                  </a:lnTo>
                  <a:lnTo>
                    <a:pt x="983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274282" y="3987495"/>
              <a:ext cx="0" cy="796925"/>
            </a:xfrm>
            <a:custGeom>
              <a:avLst/>
              <a:gdLst/>
              <a:ahLst/>
              <a:cxnLst/>
              <a:rect l="l" t="t" r="r" b="b"/>
              <a:pathLst>
                <a:path w="0" h="796925">
                  <a:moveTo>
                    <a:pt x="0" y="0"/>
                  </a:moveTo>
                  <a:lnTo>
                    <a:pt x="0" y="796874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 descr=""/>
          <p:cNvGrpSpPr/>
          <p:nvPr/>
        </p:nvGrpSpPr>
        <p:grpSpPr>
          <a:xfrm>
            <a:off x="4968684" y="5147678"/>
            <a:ext cx="1298575" cy="957580"/>
            <a:chOff x="4968684" y="5147678"/>
            <a:chExt cx="1298575" cy="957580"/>
          </a:xfrm>
        </p:grpSpPr>
        <p:sp>
          <p:nvSpPr>
            <p:cNvPr id="40" name="object 40" descr=""/>
            <p:cNvSpPr/>
            <p:nvPr/>
          </p:nvSpPr>
          <p:spPr>
            <a:xfrm>
              <a:off x="5065864" y="5196662"/>
              <a:ext cx="1196340" cy="0"/>
            </a:xfrm>
            <a:custGeom>
              <a:avLst/>
              <a:gdLst/>
              <a:ahLst/>
              <a:cxnLst/>
              <a:rect l="l" t="t" r="r" b="b"/>
              <a:pathLst>
                <a:path w="1196339" h="0">
                  <a:moveTo>
                    <a:pt x="1196263" y="0"/>
                  </a:move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968684" y="5147678"/>
              <a:ext cx="98425" cy="98425"/>
            </a:xfrm>
            <a:custGeom>
              <a:avLst/>
              <a:gdLst/>
              <a:ahLst/>
              <a:cxnLst/>
              <a:rect l="l" t="t" r="r" b="b"/>
              <a:pathLst>
                <a:path w="98425" h="98425">
                  <a:moveTo>
                    <a:pt x="98323" y="0"/>
                  </a:moveTo>
                  <a:lnTo>
                    <a:pt x="0" y="49364"/>
                  </a:lnTo>
                  <a:lnTo>
                    <a:pt x="98323" y="98336"/>
                  </a:lnTo>
                  <a:lnTo>
                    <a:pt x="983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262128" y="5206530"/>
              <a:ext cx="0" cy="894080"/>
            </a:xfrm>
            <a:custGeom>
              <a:avLst/>
              <a:gdLst/>
              <a:ahLst/>
              <a:cxnLst/>
              <a:rect l="l" t="t" r="r" b="b"/>
              <a:pathLst>
                <a:path w="0" h="894079">
                  <a:moveTo>
                    <a:pt x="0" y="0"/>
                  </a:moveTo>
                  <a:lnTo>
                    <a:pt x="0" y="893686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5561901" y="4608746"/>
            <a:ext cx="72517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65430" algn="l"/>
                <a:tab pos="711835" algn="l"/>
              </a:tabLst>
            </a:pPr>
            <a:r>
              <a:rPr dirty="0" u="sng" sz="9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95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</a:t>
            </a:r>
            <a:r>
              <a:rPr dirty="0" u="sng" sz="9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4955781" y="6476441"/>
            <a:ext cx="1299210" cy="831850"/>
            <a:chOff x="4955781" y="6476441"/>
            <a:chExt cx="1299210" cy="831850"/>
          </a:xfrm>
        </p:grpSpPr>
        <p:sp>
          <p:nvSpPr>
            <p:cNvPr id="45" name="object 45" descr=""/>
            <p:cNvSpPr/>
            <p:nvPr/>
          </p:nvSpPr>
          <p:spPr>
            <a:xfrm>
              <a:off x="5053342" y="6525793"/>
              <a:ext cx="1196340" cy="0"/>
            </a:xfrm>
            <a:custGeom>
              <a:avLst/>
              <a:gdLst/>
              <a:ahLst/>
              <a:cxnLst/>
              <a:rect l="l" t="t" r="r" b="b"/>
              <a:pathLst>
                <a:path w="1196339" h="0">
                  <a:moveTo>
                    <a:pt x="1196263" y="0"/>
                  </a:move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4955781" y="6476441"/>
              <a:ext cx="99060" cy="99060"/>
            </a:xfrm>
            <a:custGeom>
              <a:avLst/>
              <a:gdLst/>
              <a:ahLst/>
              <a:cxnLst/>
              <a:rect l="l" t="t" r="r" b="b"/>
              <a:pathLst>
                <a:path w="99060" h="99059">
                  <a:moveTo>
                    <a:pt x="98691" y="0"/>
                  </a:moveTo>
                  <a:lnTo>
                    <a:pt x="0" y="49352"/>
                  </a:lnTo>
                  <a:lnTo>
                    <a:pt x="98691" y="98717"/>
                  </a:lnTo>
                  <a:lnTo>
                    <a:pt x="986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249606" y="6531114"/>
              <a:ext cx="0" cy="772160"/>
            </a:xfrm>
            <a:custGeom>
              <a:avLst/>
              <a:gdLst/>
              <a:ahLst/>
              <a:cxnLst/>
              <a:rect l="l" t="t" r="r" b="b"/>
              <a:pathLst>
                <a:path w="0" h="772159">
                  <a:moveTo>
                    <a:pt x="0" y="0"/>
                  </a:moveTo>
                  <a:lnTo>
                    <a:pt x="0" y="771804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8" name="object 48" descr=""/>
          <p:cNvGrpSpPr/>
          <p:nvPr/>
        </p:nvGrpSpPr>
        <p:grpSpPr>
          <a:xfrm>
            <a:off x="4955781" y="7660551"/>
            <a:ext cx="1299210" cy="831850"/>
            <a:chOff x="4955781" y="7660551"/>
            <a:chExt cx="1299210" cy="831850"/>
          </a:xfrm>
        </p:grpSpPr>
        <p:sp>
          <p:nvSpPr>
            <p:cNvPr id="49" name="object 49" descr=""/>
            <p:cNvSpPr/>
            <p:nvPr/>
          </p:nvSpPr>
          <p:spPr>
            <a:xfrm>
              <a:off x="5053342" y="7709522"/>
              <a:ext cx="1196340" cy="0"/>
            </a:xfrm>
            <a:custGeom>
              <a:avLst/>
              <a:gdLst/>
              <a:ahLst/>
              <a:cxnLst/>
              <a:rect l="l" t="t" r="r" b="b"/>
              <a:pathLst>
                <a:path w="1196339" h="0">
                  <a:moveTo>
                    <a:pt x="1196263" y="0"/>
                  </a:move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4955781" y="7660551"/>
              <a:ext cx="99060" cy="98425"/>
            </a:xfrm>
            <a:custGeom>
              <a:avLst/>
              <a:gdLst/>
              <a:ahLst/>
              <a:cxnLst/>
              <a:rect l="l" t="t" r="r" b="b"/>
              <a:pathLst>
                <a:path w="99060" h="98425">
                  <a:moveTo>
                    <a:pt x="98691" y="0"/>
                  </a:moveTo>
                  <a:lnTo>
                    <a:pt x="0" y="48971"/>
                  </a:lnTo>
                  <a:lnTo>
                    <a:pt x="98691" y="98323"/>
                  </a:lnTo>
                  <a:lnTo>
                    <a:pt x="986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6249606" y="7715973"/>
              <a:ext cx="0" cy="771525"/>
            </a:xfrm>
            <a:custGeom>
              <a:avLst/>
              <a:gdLst/>
              <a:ahLst/>
              <a:cxnLst/>
              <a:rect l="l" t="t" r="r" b="b"/>
              <a:pathLst>
                <a:path w="0" h="771525">
                  <a:moveTo>
                    <a:pt x="0" y="0"/>
                  </a:moveTo>
                  <a:lnTo>
                    <a:pt x="0" y="771448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4746423" y="2380612"/>
            <a:ext cx="582295" cy="3937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Times New Roman"/>
                <a:cs typeface="Times New Roman"/>
              </a:rPr>
              <a:t>Prezzed?</a:t>
            </a:r>
            <a:endParaRPr sz="9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815"/>
              </a:spcBef>
            </a:pPr>
            <a:r>
              <a:rPr dirty="0" sz="750" spc="-25">
                <a:latin typeface="Times New Roman"/>
                <a:cs typeface="Times New Roman"/>
              </a:rPr>
              <a:t>Yez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5140115" y="3831571"/>
            <a:ext cx="179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Yez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5121132" y="5060857"/>
            <a:ext cx="179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Yez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5102150" y="6378223"/>
            <a:ext cx="179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Yez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5112019" y="7569165"/>
            <a:ext cx="179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Yez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5027359" y="8832241"/>
            <a:ext cx="179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Yez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8" name="object 58" descr=""/>
          <p:cNvSpPr/>
          <p:nvPr/>
        </p:nvSpPr>
        <p:spPr>
          <a:xfrm>
            <a:off x="4953127" y="7628280"/>
            <a:ext cx="0" cy="175260"/>
          </a:xfrm>
          <a:custGeom>
            <a:avLst/>
            <a:gdLst/>
            <a:ahLst/>
            <a:cxnLst/>
            <a:rect l="l" t="t" r="r" b="b"/>
            <a:pathLst>
              <a:path w="0" h="175259">
                <a:moveTo>
                  <a:pt x="0" y="0"/>
                </a:moveTo>
                <a:lnTo>
                  <a:pt x="0" y="17501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4949697" y="6432016"/>
            <a:ext cx="0" cy="187960"/>
          </a:xfrm>
          <a:custGeom>
            <a:avLst/>
            <a:gdLst/>
            <a:ahLst/>
            <a:cxnLst/>
            <a:rect l="l" t="t" r="r" b="b"/>
            <a:pathLst>
              <a:path w="0" h="187959">
                <a:moveTo>
                  <a:pt x="0" y="0"/>
                </a:moveTo>
                <a:lnTo>
                  <a:pt x="0" y="18754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4953127" y="5097576"/>
            <a:ext cx="0" cy="175260"/>
          </a:xfrm>
          <a:custGeom>
            <a:avLst/>
            <a:gdLst/>
            <a:ahLst/>
            <a:cxnLst/>
            <a:rect l="l" t="t" r="r" b="b"/>
            <a:pathLst>
              <a:path w="0" h="175260">
                <a:moveTo>
                  <a:pt x="0" y="0"/>
                </a:moveTo>
                <a:lnTo>
                  <a:pt x="0" y="17463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1" name="object 61" descr=""/>
          <p:cNvGrpSpPr/>
          <p:nvPr/>
        </p:nvGrpSpPr>
        <p:grpSpPr>
          <a:xfrm>
            <a:off x="3676758" y="1842878"/>
            <a:ext cx="2585720" cy="7096759"/>
            <a:chOff x="3676758" y="1842878"/>
            <a:chExt cx="2585720" cy="7096759"/>
          </a:xfrm>
        </p:grpSpPr>
        <p:sp>
          <p:nvSpPr>
            <p:cNvPr id="62" name="object 62" descr=""/>
            <p:cNvSpPr/>
            <p:nvPr/>
          </p:nvSpPr>
          <p:spPr>
            <a:xfrm>
              <a:off x="3678263" y="2772257"/>
              <a:ext cx="1271905" cy="6163310"/>
            </a:xfrm>
            <a:custGeom>
              <a:avLst/>
              <a:gdLst/>
              <a:ahLst/>
              <a:cxnLst/>
              <a:rect l="l" t="t" r="r" b="b"/>
              <a:pathLst>
                <a:path w="1271904" h="6163309">
                  <a:moveTo>
                    <a:pt x="1264996" y="6150229"/>
                  </a:moveTo>
                  <a:lnTo>
                    <a:pt x="0" y="6150229"/>
                  </a:lnTo>
                </a:path>
                <a:path w="1271904" h="6163309">
                  <a:moveTo>
                    <a:pt x="1262329" y="6050381"/>
                  </a:moveTo>
                  <a:lnTo>
                    <a:pt x="1262329" y="6163144"/>
                  </a:lnTo>
                </a:path>
                <a:path w="1271904" h="6163309">
                  <a:moveTo>
                    <a:pt x="1271435" y="1099820"/>
                  </a:moveTo>
                  <a:lnTo>
                    <a:pt x="1271435" y="1318501"/>
                  </a:lnTo>
                </a:path>
                <a:path w="1271904" h="6163309">
                  <a:moveTo>
                    <a:pt x="1271435" y="452907"/>
                  </a:moveTo>
                  <a:lnTo>
                    <a:pt x="1271435" y="343560"/>
                  </a:lnTo>
                </a:path>
                <a:path w="1271904" h="6163309">
                  <a:moveTo>
                    <a:pt x="0" y="0"/>
                  </a:moveTo>
                  <a:lnTo>
                    <a:pt x="1195882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4873383" y="2723273"/>
              <a:ext cx="98425" cy="99060"/>
            </a:xfrm>
            <a:custGeom>
              <a:avLst/>
              <a:gdLst/>
              <a:ahLst/>
              <a:cxnLst/>
              <a:rect l="l" t="t" r="r" b="b"/>
              <a:pathLst>
                <a:path w="98425" h="99060">
                  <a:moveTo>
                    <a:pt x="0" y="0"/>
                  </a:moveTo>
                  <a:lnTo>
                    <a:pt x="0" y="98717"/>
                  </a:lnTo>
                  <a:lnTo>
                    <a:pt x="97955" y="489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3681311" y="1847430"/>
              <a:ext cx="2581275" cy="7092315"/>
            </a:xfrm>
            <a:custGeom>
              <a:avLst/>
              <a:gdLst/>
              <a:ahLst/>
              <a:cxnLst/>
              <a:rect l="l" t="t" r="r" b="b"/>
              <a:pathLst>
                <a:path w="2581275" h="7092315">
                  <a:moveTo>
                    <a:pt x="1287373" y="0"/>
                  </a:moveTo>
                  <a:lnTo>
                    <a:pt x="2580817" y="0"/>
                  </a:lnTo>
                </a:path>
                <a:path w="2581275" h="7092315">
                  <a:moveTo>
                    <a:pt x="0" y="924826"/>
                  </a:moveTo>
                  <a:lnTo>
                    <a:pt x="0" y="7091756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 descr=""/>
          <p:cNvSpPr txBox="1"/>
          <p:nvPr/>
        </p:nvSpPr>
        <p:spPr>
          <a:xfrm>
            <a:off x="4809437" y="5849043"/>
            <a:ext cx="262890" cy="476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635">
              <a:lnSpc>
                <a:spcPct val="103600"/>
              </a:lnSpc>
              <a:spcBef>
                <a:spcPts val="95"/>
              </a:spcBef>
            </a:pPr>
            <a:r>
              <a:rPr dirty="0" sz="950" spc="-25">
                <a:latin typeface="Times New Roman"/>
                <a:cs typeface="Times New Roman"/>
              </a:rPr>
              <a:t>Iz LS3 ON?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9" name="object 6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48</a:t>
            </a:r>
          </a:p>
        </p:txBody>
      </p:sp>
      <p:sp>
        <p:nvSpPr>
          <p:cNvPr id="66" name="object 66" descr=""/>
          <p:cNvSpPr txBox="1"/>
          <p:nvPr/>
        </p:nvSpPr>
        <p:spPr>
          <a:xfrm>
            <a:off x="5549379" y="5932943"/>
            <a:ext cx="72580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6545" algn="l"/>
                <a:tab pos="712470" algn="l"/>
              </a:tabLst>
            </a:pPr>
            <a:r>
              <a:rPr dirty="0" u="sng" sz="9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95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</a:t>
            </a:r>
            <a:r>
              <a:rPr dirty="0" u="sng" sz="9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5542915" y="7142488"/>
            <a:ext cx="71945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30835" algn="l"/>
                <a:tab pos="706120" algn="l"/>
              </a:tabLst>
            </a:pPr>
            <a:r>
              <a:rPr dirty="0" u="sng" sz="9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95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</a:t>
            </a:r>
            <a:r>
              <a:rPr dirty="0" u="sng" sz="9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5542915" y="8326977"/>
            <a:ext cx="71945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49885" algn="l"/>
                <a:tab pos="706120" algn="l"/>
              </a:tabLst>
            </a:pPr>
            <a:r>
              <a:rPr dirty="0" u="sng" sz="9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95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</a:t>
            </a:r>
            <a:r>
              <a:rPr dirty="0" u="sng" sz="9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1082" y="961543"/>
            <a:ext cx="538162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2765" algn="l"/>
              </a:tabLst>
            </a:pPr>
            <a:r>
              <a:rPr dirty="0" sz="1550" spc="40">
                <a:latin typeface="Times New Roman"/>
                <a:cs typeface="Times New Roman"/>
              </a:rPr>
              <a:t>6.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5" name="object 5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43966" y="1403261"/>
            <a:ext cx="6410960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Ladder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diagram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: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Main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 spc="-50">
                <a:latin typeface="Times New Roman"/>
                <a:cs typeface="Times New Roman"/>
              </a:rPr>
              <a:t>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43966" y="1580730"/>
            <a:ext cx="6410960" cy="246379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Main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45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Robot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control</a:t>
            </a:r>
            <a:endParaRPr sz="75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Times New Roman"/>
                <a:cs typeface="Times New Roman"/>
              </a:rPr>
              <a:t>Thiz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program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demonztratez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that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the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Robot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pickz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up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piece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from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conveyor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and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placez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it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on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conveyor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B.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43394" y="1878177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Start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condition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43394" y="3015602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2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Start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33907" y="3823106"/>
            <a:ext cx="6421120" cy="246379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6835" marR="5260340">
              <a:lnSpc>
                <a:spcPts val="94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6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3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Set</a:t>
            </a:r>
            <a:r>
              <a:rPr dirty="0" sz="750" spc="6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1zt</a:t>
            </a:r>
            <a:r>
              <a:rPr dirty="0" sz="750" spc="6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bit</a:t>
            </a:r>
            <a:r>
              <a:rPr dirty="0" sz="750" spc="60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on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Set</a:t>
            </a:r>
            <a:r>
              <a:rPr dirty="0" sz="750" spc="5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1zt</a:t>
            </a:r>
            <a:r>
              <a:rPr dirty="0" sz="750" spc="6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bit</a:t>
            </a:r>
            <a:r>
              <a:rPr dirty="0" sz="750" spc="5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of</a:t>
            </a:r>
            <a:r>
              <a:rPr dirty="0" sz="750" spc="6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HR</a:t>
            </a:r>
            <a:r>
              <a:rPr dirty="0" sz="750" spc="5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00</a:t>
            </a:r>
            <a:r>
              <a:rPr dirty="0" sz="750" spc="60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on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33907" y="5095290"/>
            <a:ext cx="6421120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4</a:t>
            </a:r>
            <a:r>
              <a:rPr dirty="0" sz="750" spc="34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-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Shift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regizter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43394" y="6652590"/>
            <a:ext cx="6411595" cy="246379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5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Clock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input</a:t>
            </a:r>
            <a:endParaRPr sz="7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Times New Roman"/>
                <a:cs typeface="Times New Roman"/>
              </a:rPr>
              <a:t>Clock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input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to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zhift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regizter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to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control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zequence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of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operation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643394" y="2033854"/>
            <a:ext cx="629920" cy="905510"/>
          </a:xfrm>
          <a:custGeom>
            <a:avLst/>
            <a:gdLst/>
            <a:ahLst/>
            <a:cxnLst/>
            <a:rect l="l" t="t" r="r" b="b"/>
            <a:pathLst>
              <a:path w="629919" h="905510">
                <a:moveTo>
                  <a:pt x="0" y="0"/>
                </a:moveTo>
                <a:lnTo>
                  <a:pt x="0" y="905446"/>
                </a:lnTo>
              </a:path>
              <a:path w="629919" h="905510">
                <a:moveTo>
                  <a:pt x="629843" y="138188"/>
                </a:moveTo>
                <a:lnTo>
                  <a:pt x="629843" y="318135"/>
                </a:lnTo>
              </a:path>
              <a:path w="629919" h="905510">
                <a:moveTo>
                  <a:pt x="629843" y="616915"/>
                </a:moveTo>
                <a:lnTo>
                  <a:pt x="629843" y="797242"/>
                </a:lnTo>
              </a:path>
              <a:path w="629919" h="905510">
                <a:moveTo>
                  <a:pt x="629843" y="233095"/>
                </a:moveTo>
                <a:lnTo>
                  <a:pt x="0" y="233095"/>
                </a:lnTo>
              </a:path>
              <a:path w="629919" h="905510">
                <a:moveTo>
                  <a:pt x="0" y="712203"/>
                </a:moveTo>
                <a:lnTo>
                  <a:pt x="629843" y="712203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363205" y="2172042"/>
            <a:ext cx="720090" cy="180340"/>
          </a:xfrm>
          <a:custGeom>
            <a:avLst/>
            <a:gdLst/>
            <a:ahLst/>
            <a:cxnLst/>
            <a:rect l="l" t="t" r="r" b="b"/>
            <a:pathLst>
              <a:path w="720089" h="180339">
                <a:moveTo>
                  <a:pt x="0" y="0"/>
                </a:moveTo>
                <a:lnTo>
                  <a:pt x="0" y="179946"/>
                </a:lnTo>
              </a:path>
              <a:path w="720089" h="180339">
                <a:moveTo>
                  <a:pt x="719810" y="0"/>
                </a:moveTo>
                <a:lnTo>
                  <a:pt x="719810" y="179946"/>
                </a:lnTo>
              </a:path>
              <a:path w="720089" h="180339">
                <a:moveTo>
                  <a:pt x="0" y="94907"/>
                </a:moveTo>
                <a:lnTo>
                  <a:pt x="719810" y="9490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363205" y="2650769"/>
            <a:ext cx="720090" cy="180340"/>
          </a:xfrm>
          <a:custGeom>
            <a:avLst/>
            <a:gdLst/>
            <a:ahLst/>
            <a:cxnLst/>
            <a:rect l="l" t="t" r="r" b="b"/>
            <a:pathLst>
              <a:path w="720089" h="180339">
                <a:moveTo>
                  <a:pt x="0" y="0"/>
                </a:moveTo>
                <a:lnTo>
                  <a:pt x="0" y="180327"/>
                </a:lnTo>
              </a:path>
              <a:path w="720089" h="180339">
                <a:moveTo>
                  <a:pt x="719810" y="0"/>
                </a:moveTo>
                <a:lnTo>
                  <a:pt x="719810" y="180327"/>
                </a:lnTo>
              </a:path>
              <a:path w="720089" h="180339">
                <a:moveTo>
                  <a:pt x="0" y="95288"/>
                </a:moveTo>
                <a:lnTo>
                  <a:pt x="719810" y="9528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2172982" y="2172042"/>
            <a:ext cx="0" cy="180340"/>
          </a:xfrm>
          <a:custGeom>
            <a:avLst/>
            <a:gdLst/>
            <a:ahLst/>
            <a:cxnLst/>
            <a:rect l="l" t="t" r="r" b="b"/>
            <a:pathLst>
              <a:path w="0" h="180339">
                <a:moveTo>
                  <a:pt x="0" y="0"/>
                </a:moveTo>
                <a:lnTo>
                  <a:pt x="0" y="17994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2172982" y="2650769"/>
            <a:ext cx="0" cy="180340"/>
          </a:xfrm>
          <a:custGeom>
            <a:avLst/>
            <a:gdLst/>
            <a:ahLst/>
            <a:cxnLst/>
            <a:rect l="l" t="t" r="r" b="b"/>
            <a:pathLst>
              <a:path w="0" h="180339">
                <a:moveTo>
                  <a:pt x="0" y="0"/>
                </a:moveTo>
                <a:lnTo>
                  <a:pt x="0" y="18032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2802813" y="2105215"/>
            <a:ext cx="990600" cy="29400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9525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750"/>
              </a:spcBef>
            </a:pPr>
            <a:r>
              <a:rPr dirty="0" sz="750">
                <a:latin typeface="Times New Roman"/>
                <a:cs typeface="Times New Roman"/>
              </a:rPr>
              <a:t>HEEP</a:t>
            </a:r>
            <a:r>
              <a:rPr dirty="0" sz="750" spc="130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(11)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802813" y="2399042"/>
            <a:ext cx="990600" cy="43751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10160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800"/>
              </a:spcBef>
            </a:pPr>
            <a:r>
              <a:rPr dirty="0" sz="750" spc="-10">
                <a:latin typeface="Times New Roman"/>
                <a:cs typeface="Times New Roman"/>
              </a:rPr>
              <a:t>HR01.00</a:t>
            </a:r>
            <a:endParaRPr sz="7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  <a:spcBef>
                <a:spcPts val="40"/>
              </a:spcBef>
            </a:pPr>
            <a:r>
              <a:rPr dirty="0" sz="750" spc="-10">
                <a:latin typeface="Times New Roman"/>
                <a:cs typeface="Times New Roman"/>
              </a:rPr>
              <a:t>Startcondition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2172982" y="2266950"/>
            <a:ext cx="629920" cy="0"/>
          </a:xfrm>
          <a:custGeom>
            <a:avLst/>
            <a:gdLst/>
            <a:ahLst/>
            <a:cxnLst/>
            <a:rect l="l" t="t" r="r" b="b"/>
            <a:pathLst>
              <a:path w="629919" h="0">
                <a:moveTo>
                  <a:pt x="0" y="0"/>
                </a:moveTo>
                <a:lnTo>
                  <a:pt x="629831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2172982" y="2746057"/>
            <a:ext cx="629920" cy="0"/>
          </a:xfrm>
          <a:custGeom>
            <a:avLst/>
            <a:gdLst/>
            <a:ahLst/>
            <a:cxnLst/>
            <a:rect l="l" t="t" r="r" b="b"/>
            <a:pathLst>
              <a:path w="629919" h="0">
                <a:moveTo>
                  <a:pt x="0" y="0"/>
                </a:moveTo>
                <a:lnTo>
                  <a:pt x="629831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166759" y="2052559"/>
            <a:ext cx="111379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18515" algn="l"/>
              </a:tabLst>
            </a:pPr>
            <a:r>
              <a:rPr dirty="0" sz="750" spc="-10">
                <a:latin typeface="Times New Roman"/>
                <a:cs typeface="Times New Roman"/>
              </a:rPr>
              <a:t>000.00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000.02</a:t>
            </a:r>
            <a:endParaRPr baseline="3703" sz="1125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172074" y="2315123"/>
            <a:ext cx="307975" cy="349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38100">
              <a:lnSpc>
                <a:spcPct val="141500"/>
              </a:lnSpc>
              <a:spcBef>
                <a:spcPts val="90"/>
              </a:spcBef>
            </a:pPr>
            <a:r>
              <a:rPr dirty="0" sz="750" spc="-10">
                <a:latin typeface="Times New Roman"/>
                <a:cs typeface="Times New Roman"/>
              </a:rPr>
              <a:t>Start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000.06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929464" y="2315123"/>
            <a:ext cx="400050" cy="349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119380">
              <a:lnSpc>
                <a:spcPct val="141500"/>
              </a:lnSpc>
              <a:spcBef>
                <a:spcPts val="90"/>
              </a:spcBef>
            </a:pPr>
            <a:r>
              <a:rPr dirty="0" sz="750" spc="-25">
                <a:latin typeface="Times New Roman"/>
                <a:cs typeface="Times New Roman"/>
              </a:rPr>
              <a:t>LS2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HR01.01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195231" y="2817541"/>
            <a:ext cx="116713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96595" algn="l"/>
              </a:tabLst>
            </a:pPr>
            <a:r>
              <a:rPr dirty="0" sz="750" spc="-10">
                <a:latin typeface="Times New Roman"/>
                <a:cs typeface="Times New Roman"/>
              </a:rPr>
              <a:t>Rezet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Stopzzignal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643394" y="3175431"/>
            <a:ext cx="629920" cy="588645"/>
          </a:xfrm>
          <a:custGeom>
            <a:avLst/>
            <a:gdLst/>
            <a:ahLst/>
            <a:cxnLst/>
            <a:rect l="l" t="t" r="r" b="b"/>
            <a:pathLst>
              <a:path w="629919" h="588645">
                <a:moveTo>
                  <a:pt x="0" y="0"/>
                </a:moveTo>
                <a:lnTo>
                  <a:pt x="0" y="588454"/>
                </a:lnTo>
              </a:path>
              <a:path w="629919" h="588645">
                <a:moveTo>
                  <a:pt x="629843" y="108953"/>
                </a:moveTo>
                <a:lnTo>
                  <a:pt x="629843" y="288531"/>
                </a:lnTo>
              </a:path>
              <a:path w="629919" h="588645">
                <a:moveTo>
                  <a:pt x="629843" y="189445"/>
                </a:moveTo>
                <a:lnTo>
                  <a:pt x="0" y="189445"/>
                </a:lnTo>
              </a:path>
              <a:path w="629919" h="588645">
                <a:moveTo>
                  <a:pt x="0" y="514045"/>
                </a:moveTo>
                <a:lnTo>
                  <a:pt x="359905" y="514045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363205" y="3284385"/>
            <a:ext cx="0" cy="179705"/>
          </a:xfrm>
          <a:custGeom>
            <a:avLst/>
            <a:gdLst/>
            <a:ahLst/>
            <a:cxnLst/>
            <a:rect l="l" t="t" r="r" b="b"/>
            <a:pathLst>
              <a:path w="0" h="179704">
                <a:moveTo>
                  <a:pt x="0" y="0"/>
                </a:moveTo>
                <a:lnTo>
                  <a:pt x="0" y="17957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1903069" y="3259721"/>
            <a:ext cx="990600" cy="23241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00"/>
              </a:spcBef>
            </a:pPr>
            <a:r>
              <a:rPr dirty="0" sz="750" spc="-10">
                <a:latin typeface="Times New Roman"/>
                <a:cs typeface="Times New Roman"/>
              </a:rPr>
              <a:t>DIFU(13)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903069" y="3492055"/>
            <a:ext cx="990600" cy="21082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778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55"/>
              </a:spcBef>
            </a:pPr>
            <a:r>
              <a:rPr dirty="0" sz="750" spc="-10">
                <a:latin typeface="Times New Roman"/>
                <a:cs typeface="Times New Roman"/>
              </a:rPr>
              <a:t>200.00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1363205" y="3364877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 h="0">
                <a:moveTo>
                  <a:pt x="0" y="0"/>
                </a:moveTo>
                <a:lnTo>
                  <a:pt x="539864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1119682" y="3146312"/>
            <a:ext cx="40005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HR01.00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023252" y="3478882"/>
            <a:ext cx="59055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Startcondition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633907" y="4105186"/>
            <a:ext cx="631825" cy="926465"/>
          </a:xfrm>
          <a:custGeom>
            <a:avLst/>
            <a:gdLst/>
            <a:ahLst/>
            <a:cxnLst/>
            <a:rect l="l" t="t" r="r" b="b"/>
            <a:pathLst>
              <a:path w="631825" h="926464">
                <a:moveTo>
                  <a:pt x="0" y="0"/>
                </a:moveTo>
                <a:lnTo>
                  <a:pt x="0" y="925944"/>
                </a:lnTo>
              </a:path>
              <a:path w="631825" h="926464">
                <a:moveTo>
                  <a:pt x="630212" y="122999"/>
                </a:moveTo>
                <a:lnTo>
                  <a:pt x="630212" y="302945"/>
                </a:lnTo>
              </a:path>
              <a:path w="631825" h="926464">
                <a:moveTo>
                  <a:pt x="630212" y="202730"/>
                </a:moveTo>
                <a:lnTo>
                  <a:pt x="0" y="202730"/>
                </a:lnTo>
              </a:path>
              <a:path w="631825" h="926464">
                <a:moveTo>
                  <a:pt x="0" y="609701"/>
                </a:moveTo>
                <a:lnTo>
                  <a:pt x="631736" y="609701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1354086" y="4228185"/>
            <a:ext cx="0" cy="180340"/>
          </a:xfrm>
          <a:custGeom>
            <a:avLst/>
            <a:gdLst/>
            <a:ahLst/>
            <a:cxnLst/>
            <a:rect l="l" t="t" r="r" b="b"/>
            <a:pathLst>
              <a:path w="0" h="180339">
                <a:moveTo>
                  <a:pt x="0" y="0"/>
                </a:moveTo>
                <a:lnTo>
                  <a:pt x="0" y="17994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2605785" y="4185284"/>
            <a:ext cx="990600" cy="21653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395"/>
              </a:spcBef>
            </a:pPr>
            <a:r>
              <a:rPr dirty="0" sz="750" spc="-10">
                <a:latin typeface="Times New Roman"/>
                <a:cs typeface="Times New Roman"/>
              </a:rPr>
              <a:t>MOV(21)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2605785" y="4401692"/>
            <a:ext cx="990600" cy="22606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7366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580"/>
              </a:spcBef>
            </a:pPr>
            <a:r>
              <a:rPr dirty="0" sz="750" spc="-10">
                <a:latin typeface="Times New Roman"/>
                <a:cs typeface="Times New Roman"/>
              </a:rPr>
              <a:t>#0001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2605785" y="4627575"/>
            <a:ext cx="990600" cy="22542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8763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690"/>
              </a:spcBef>
            </a:pPr>
            <a:r>
              <a:rPr dirty="0" sz="750" spc="-20">
                <a:latin typeface="Times New Roman"/>
                <a:cs typeface="Times New Roman"/>
              </a:rPr>
              <a:t>HR00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1354086" y="4307916"/>
            <a:ext cx="1252220" cy="494030"/>
          </a:xfrm>
          <a:custGeom>
            <a:avLst/>
            <a:gdLst/>
            <a:ahLst/>
            <a:cxnLst/>
            <a:rect l="l" t="t" r="r" b="b"/>
            <a:pathLst>
              <a:path w="1252220" h="494029">
                <a:moveTo>
                  <a:pt x="0" y="0"/>
                </a:moveTo>
                <a:lnTo>
                  <a:pt x="1251699" y="0"/>
                </a:lnTo>
              </a:path>
              <a:path w="1252220" h="494029">
                <a:moveTo>
                  <a:pt x="0" y="313956"/>
                </a:moveTo>
                <a:lnTo>
                  <a:pt x="0" y="493915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1155371" y="4090108"/>
            <a:ext cx="30797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200.00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1264119" y="4621872"/>
            <a:ext cx="0" cy="180340"/>
          </a:xfrm>
          <a:custGeom>
            <a:avLst/>
            <a:gdLst/>
            <a:ahLst/>
            <a:cxnLst/>
            <a:rect l="l" t="t" r="r" b="b"/>
            <a:pathLst>
              <a:path w="0" h="180339">
                <a:moveTo>
                  <a:pt x="0" y="0"/>
                </a:moveTo>
                <a:lnTo>
                  <a:pt x="0" y="17995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1110192" y="4484179"/>
            <a:ext cx="34925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HR0.05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1363205" y="4300689"/>
            <a:ext cx="422275" cy="408940"/>
          </a:xfrm>
          <a:custGeom>
            <a:avLst/>
            <a:gdLst/>
            <a:ahLst/>
            <a:cxnLst/>
            <a:rect l="l" t="t" r="r" b="b"/>
            <a:pathLst>
              <a:path w="422275" h="408939">
                <a:moveTo>
                  <a:pt x="0" y="408508"/>
                </a:moveTo>
                <a:lnTo>
                  <a:pt x="421792" y="408508"/>
                </a:lnTo>
              </a:path>
              <a:path w="422275" h="408939">
                <a:moveTo>
                  <a:pt x="421792" y="393700"/>
                </a:moveTo>
                <a:lnTo>
                  <a:pt x="421792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633907" y="4959756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4" h="0">
                <a:moveTo>
                  <a:pt x="0" y="0"/>
                </a:moveTo>
                <a:lnTo>
                  <a:pt x="359905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633907" y="5260441"/>
            <a:ext cx="631825" cy="1291590"/>
          </a:xfrm>
          <a:custGeom>
            <a:avLst/>
            <a:gdLst/>
            <a:ahLst/>
            <a:cxnLst/>
            <a:rect l="l" t="t" r="r" b="b"/>
            <a:pathLst>
              <a:path w="631825" h="1291590">
                <a:moveTo>
                  <a:pt x="0" y="0"/>
                </a:moveTo>
                <a:lnTo>
                  <a:pt x="0" y="1291551"/>
                </a:lnTo>
              </a:path>
              <a:path w="631825" h="1291590">
                <a:moveTo>
                  <a:pt x="630212" y="113893"/>
                </a:moveTo>
                <a:lnTo>
                  <a:pt x="630212" y="293458"/>
                </a:lnTo>
              </a:path>
              <a:path w="631825" h="1291590">
                <a:moveTo>
                  <a:pt x="630212" y="208419"/>
                </a:moveTo>
                <a:lnTo>
                  <a:pt x="0" y="208419"/>
                </a:lnTo>
              </a:path>
              <a:path w="631825" h="1291590">
                <a:moveTo>
                  <a:pt x="0" y="662101"/>
                </a:moveTo>
                <a:lnTo>
                  <a:pt x="631736" y="662101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1354086" y="5374335"/>
            <a:ext cx="0" cy="179705"/>
          </a:xfrm>
          <a:custGeom>
            <a:avLst/>
            <a:gdLst/>
            <a:ahLst/>
            <a:cxnLst/>
            <a:rect l="l" t="t" r="r" b="b"/>
            <a:pathLst>
              <a:path w="0" h="179704">
                <a:moveTo>
                  <a:pt x="0" y="0"/>
                </a:moveTo>
                <a:lnTo>
                  <a:pt x="0" y="179565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 txBox="1"/>
          <p:nvPr/>
        </p:nvSpPr>
        <p:spPr>
          <a:xfrm>
            <a:off x="2596680" y="5368645"/>
            <a:ext cx="990600" cy="33591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9525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750"/>
              </a:spcBef>
            </a:pPr>
            <a:r>
              <a:rPr dirty="0" sz="750" spc="-10">
                <a:latin typeface="Times New Roman"/>
                <a:cs typeface="Times New Roman"/>
              </a:rPr>
              <a:t>SFT(10)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2596680" y="5704243"/>
            <a:ext cx="990600" cy="38989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5"/>
              </a:spcBef>
            </a:pPr>
            <a:endParaRPr sz="7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</a:pPr>
            <a:r>
              <a:rPr dirty="0" sz="750" spc="-20">
                <a:latin typeface="Times New Roman"/>
                <a:cs typeface="Times New Roman"/>
              </a:rPr>
              <a:t>HR00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2596680" y="6093764"/>
            <a:ext cx="990600" cy="33655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7429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585"/>
              </a:spcBef>
            </a:pPr>
            <a:r>
              <a:rPr dirty="0" sz="750" spc="-20">
                <a:latin typeface="Times New Roman"/>
                <a:cs typeface="Times New Roman"/>
              </a:rPr>
              <a:t>HR00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1354086" y="5468861"/>
            <a:ext cx="1252220" cy="0"/>
          </a:xfrm>
          <a:custGeom>
            <a:avLst/>
            <a:gdLst/>
            <a:ahLst/>
            <a:cxnLst/>
            <a:rect l="l" t="t" r="r" b="b"/>
            <a:pathLst>
              <a:path w="1252220" h="0">
                <a:moveTo>
                  <a:pt x="0" y="0"/>
                </a:moveTo>
                <a:lnTo>
                  <a:pt x="1251699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 txBox="1"/>
          <p:nvPr/>
        </p:nvSpPr>
        <p:spPr>
          <a:xfrm>
            <a:off x="1155371" y="5240428"/>
            <a:ext cx="30670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253.14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3" name="object 53" descr=""/>
          <p:cNvSpPr/>
          <p:nvPr/>
        </p:nvSpPr>
        <p:spPr>
          <a:xfrm>
            <a:off x="1264119" y="5834837"/>
            <a:ext cx="0" cy="179705"/>
          </a:xfrm>
          <a:custGeom>
            <a:avLst/>
            <a:gdLst/>
            <a:ahLst/>
            <a:cxnLst/>
            <a:rect l="l" t="t" r="r" b="b"/>
            <a:pathLst>
              <a:path w="0" h="179704">
                <a:moveTo>
                  <a:pt x="0" y="0"/>
                </a:moveTo>
                <a:lnTo>
                  <a:pt x="0" y="17957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1354086" y="5834837"/>
            <a:ext cx="1246505" cy="179705"/>
          </a:xfrm>
          <a:custGeom>
            <a:avLst/>
            <a:gdLst/>
            <a:ahLst/>
            <a:cxnLst/>
            <a:rect l="l" t="t" r="r" b="b"/>
            <a:pathLst>
              <a:path w="1246505" h="179704">
                <a:moveTo>
                  <a:pt x="0" y="0"/>
                </a:moveTo>
                <a:lnTo>
                  <a:pt x="0" y="179578"/>
                </a:lnTo>
              </a:path>
              <a:path w="1246505" h="179704">
                <a:moveTo>
                  <a:pt x="9118" y="91490"/>
                </a:moveTo>
                <a:lnTo>
                  <a:pt x="1246378" y="9149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 txBox="1"/>
          <p:nvPr/>
        </p:nvSpPr>
        <p:spPr>
          <a:xfrm>
            <a:off x="1093108" y="5482871"/>
            <a:ext cx="450215" cy="3543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74930" marR="5080" indent="-62865">
              <a:lnSpc>
                <a:spcPct val="143800"/>
              </a:lnSpc>
              <a:spcBef>
                <a:spcPts val="90"/>
              </a:spcBef>
            </a:pPr>
            <a:r>
              <a:rPr dirty="0" sz="750" spc="-10">
                <a:latin typeface="Times New Roman"/>
                <a:cs typeface="Times New Roman"/>
              </a:rPr>
              <a:t>Normaloff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200.01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6" name="object 56" descr=""/>
          <p:cNvSpPr/>
          <p:nvPr/>
        </p:nvSpPr>
        <p:spPr>
          <a:xfrm>
            <a:off x="633907" y="6303695"/>
            <a:ext cx="620395" cy="180340"/>
          </a:xfrm>
          <a:custGeom>
            <a:avLst/>
            <a:gdLst/>
            <a:ahLst/>
            <a:cxnLst/>
            <a:rect l="l" t="t" r="r" b="b"/>
            <a:pathLst>
              <a:path w="620394" h="180339">
                <a:moveTo>
                  <a:pt x="0" y="74041"/>
                </a:moveTo>
                <a:lnTo>
                  <a:pt x="613130" y="74041"/>
                </a:lnTo>
              </a:path>
              <a:path w="620394" h="180339">
                <a:moveTo>
                  <a:pt x="620344" y="0"/>
                </a:moveTo>
                <a:lnTo>
                  <a:pt x="620344" y="180339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1344218" y="6303695"/>
            <a:ext cx="778510" cy="180340"/>
          </a:xfrm>
          <a:custGeom>
            <a:avLst/>
            <a:gdLst/>
            <a:ahLst/>
            <a:cxnLst/>
            <a:rect l="l" t="t" r="r" b="b"/>
            <a:pathLst>
              <a:path w="778510" h="180339">
                <a:moveTo>
                  <a:pt x="0" y="0"/>
                </a:moveTo>
                <a:lnTo>
                  <a:pt x="0" y="180339"/>
                </a:lnTo>
              </a:path>
              <a:path w="778510" h="180339">
                <a:moveTo>
                  <a:pt x="0" y="77838"/>
                </a:moveTo>
                <a:lnTo>
                  <a:pt x="778268" y="7783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 txBox="1"/>
          <p:nvPr/>
        </p:nvSpPr>
        <p:spPr>
          <a:xfrm>
            <a:off x="1145879" y="5971091"/>
            <a:ext cx="307975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21590">
              <a:lnSpc>
                <a:spcPct val="135800"/>
              </a:lnSpc>
              <a:spcBef>
                <a:spcPts val="90"/>
              </a:spcBef>
            </a:pPr>
            <a:r>
              <a:rPr dirty="0" sz="750" spc="-10">
                <a:latin typeface="Times New Roman"/>
                <a:cs typeface="Times New Roman"/>
              </a:rPr>
              <a:t>Clock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000.06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1176629" y="6470855"/>
            <a:ext cx="246379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Rezet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0" name="object 60" descr=""/>
          <p:cNvSpPr/>
          <p:nvPr/>
        </p:nvSpPr>
        <p:spPr>
          <a:xfrm>
            <a:off x="2116810" y="6313195"/>
            <a:ext cx="0" cy="180340"/>
          </a:xfrm>
          <a:custGeom>
            <a:avLst/>
            <a:gdLst/>
            <a:ahLst/>
            <a:cxnLst/>
            <a:rect l="l" t="t" r="r" b="b"/>
            <a:pathLst>
              <a:path w="0" h="180339">
                <a:moveTo>
                  <a:pt x="0" y="0"/>
                </a:moveTo>
                <a:lnTo>
                  <a:pt x="0" y="17994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2206764" y="6313195"/>
            <a:ext cx="0" cy="180340"/>
          </a:xfrm>
          <a:custGeom>
            <a:avLst/>
            <a:gdLst/>
            <a:ahLst/>
            <a:cxnLst/>
            <a:rect l="l" t="t" r="r" b="b"/>
            <a:pathLst>
              <a:path w="0" h="180339">
                <a:moveTo>
                  <a:pt x="0" y="0"/>
                </a:moveTo>
                <a:lnTo>
                  <a:pt x="0" y="17994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 txBox="1"/>
          <p:nvPr/>
        </p:nvSpPr>
        <p:spPr>
          <a:xfrm>
            <a:off x="2004634" y="6170938"/>
            <a:ext cx="31623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HR101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3" name="object 63" descr=""/>
          <p:cNvSpPr/>
          <p:nvPr/>
        </p:nvSpPr>
        <p:spPr>
          <a:xfrm>
            <a:off x="2206764" y="6381534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700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643394" y="6931253"/>
            <a:ext cx="629920" cy="2345690"/>
          </a:xfrm>
          <a:custGeom>
            <a:avLst/>
            <a:gdLst/>
            <a:ahLst/>
            <a:cxnLst/>
            <a:rect l="l" t="t" r="r" b="b"/>
            <a:pathLst>
              <a:path w="629919" h="2345690">
                <a:moveTo>
                  <a:pt x="0" y="0"/>
                </a:moveTo>
                <a:lnTo>
                  <a:pt x="0" y="2345067"/>
                </a:lnTo>
              </a:path>
              <a:path w="629919" h="2345690">
                <a:moveTo>
                  <a:pt x="629843" y="115404"/>
                </a:moveTo>
                <a:lnTo>
                  <a:pt x="629843" y="29574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1363205" y="7046658"/>
            <a:ext cx="720090" cy="180340"/>
          </a:xfrm>
          <a:custGeom>
            <a:avLst/>
            <a:gdLst/>
            <a:ahLst/>
            <a:cxnLst/>
            <a:rect l="l" t="t" r="r" b="b"/>
            <a:pathLst>
              <a:path w="720089" h="180340">
                <a:moveTo>
                  <a:pt x="0" y="0"/>
                </a:moveTo>
                <a:lnTo>
                  <a:pt x="0" y="180339"/>
                </a:lnTo>
              </a:path>
              <a:path w="720089" h="180340">
                <a:moveTo>
                  <a:pt x="719810" y="0"/>
                </a:moveTo>
                <a:lnTo>
                  <a:pt x="719810" y="180339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/>
          <p:nvPr/>
        </p:nvSpPr>
        <p:spPr>
          <a:xfrm>
            <a:off x="2172982" y="7046658"/>
            <a:ext cx="450215" cy="664210"/>
          </a:xfrm>
          <a:custGeom>
            <a:avLst/>
            <a:gdLst/>
            <a:ahLst/>
            <a:cxnLst/>
            <a:rect l="l" t="t" r="r" b="b"/>
            <a:pathLst>
              <a:path w="450214" h="664209">
                <a:moveTo>
                  <a:pt x="0" y="0"/>
                </a:moveTo>
                <a:lnTo>
                  <a:pt x="0" y="180339"/>
                </a:lnTo>
              </a:path>
              <a:path w="450214" h="664209">
                <a:moveTo>
                  <a:pt x="0" y="94919"/>
                </a:moveTo>
                <a:lnTo>
                  <a:pt x="449872" y="94919"/>
                </a:lnTo>
              </a:path>
              <a:path w="450214" h="664209">
                <a:moveTo>
                  <a:pt x="0" y="484047"/>
                </a:moveTo>
                <a:lnTo>
                  <a:pt x="0" y="663625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 txBox="1"/>
          <p:nvPr/>
        </p:nvSpPr>
        <p:spPr>
          <a:xfrm>
            <a:off x="1091968" y="7213061"/>
            <a:ext cx="45339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Sequence1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8" name="object 68" descr=""/>
          <p:cNvSpPr/>
          <p:nvPr/>
        </p:nvSpPr>
        <p:spPr>
          <a:xfrm>
            <a:off x="1363205" y="7141578"/>
            <a:ext cx="720090" cy="0"/>
          </a:xfrm>
          <a:custGeom>
            <a:avLst/>
            <a:gdLst/>
            <a:ahLst/>
            <a:cxnLst/>
            <a:rect l="l" t="t" r="r" b="b"/>
            <a:pathLst>
              <a:path w="720089" h="0">
                <a:moveTo>
                  <a:pt x="0" y="0"/>
                </a:moveTo>
                <a:lnTo>
                  <a:pt x="719810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643394" y="7141578"/>
            <a:ext cx="629920" cy="568960"/>
          </a:xfrm>
          <a:custGeom>
            <a:avLst/>
            <a:gdLst/>
            <a:ahLst/>
            <a:cxnLst/>
            <a:rect l="l" t="t" r="r" b="b"/>
            <a:pathLst>
              <a:path w="629919" h="568959">
                <a:moveTo>
                  <a:pt x="629843" y="0"/>
                </a:moveTo>
                <a:lnTo>
                  <a:pt x="0" y="0"/>
                </a:lnTo>
              </a:path>
              <a:path w="629919" h="568959">
                <a:moveTo>
                  <a:pt x="629843" y="389128"/>
                </a:moveTo>
                <a:lnTo>
                  <a:pt x="629843" y="56870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1363205" y="7530706"/>
            <a:ext cx="720090" cy="179705"/>
          </a:xfrm>
          <a:custGeom>
            <a:avLst/>
            <a:gdLst/>
            <a:ahLst/>
            <a:cxnLst/>
            <a:rect l="l" t="t" r="r" b="b"/>
            <a:pathLst>
              <a:path w="720089" h="179704">
                <a:moveTo>
                  <a:pt x="0" y="0"/>
                </a:moveTo>
                <a:lnTo>
                  <a:pt x="0" y="179577"/>
                </a:lnTo>
              </a:path>
              <a:path w="720089" h="179704">
                <a:moveTo>
                  <a:pt x="719810" y="0"/>
                </a:moveTo>
                <a:lnTo>
                  <a:pt x="719810" y="17957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 txBox="1"/>
          <p:nvPr/>
        </p:nvSpPr>
        <p:spPr>
          <a:xfrm>
            <a:off x="1119682" y="7397565"/>
            <a:ext cx="39941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HR00.01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1974643" y="7176841"/>
            <a:ext cx="307975" cy="3759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74295">
              <a:lnSpc>
                <a:spcPct val="153100"/>
              </a:lnSpc>
              <a:spcBef>
                <a:spcPts val="90"/>
              </a:spcBef>
            </a:pPr>
            <a:r>
              <a:rPr dirty="0" sz="750" spc="-25">
                <a:latin typeface="Times New Roman"/>
                <a:cs typeface="Times New Roman"/>
              </a:rPr>
              <a:t>LS1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000.04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1091968" y="7697105"/>
            <a:ext cx="45339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Sequence2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4" name="object 74" descr=""/>
          <p:cNvSpPr/>
          <p:nvPr/>
        </p:nvSpPr>
        <p:spPr>
          <a:xfrm>
            <a:off x="1363205" y="7625626"/>
            <a:ext cx="720090" cy="0"/>
          </a:xfrm>
          <a:custGeom>
            <a:avLst/>
            <a:gdLst/>
            <a:ahLst/>
            <a:cxnLst/>
            <a:rect l="l" t="t" r="r" b="b"/>
            <a:pathLst>
              <a:path w="720089" h="0">
                <a:moveTo>
                  <a:pt x="0" y="0"/>
                </a:moveTo>
                <a:lnTo>
                  <a:pt x="719810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643394" y="7625626"/>
            <a:ext cx="629920" cy="582930"/>
          </a:xfrm>
          <a:custGeom>
            <a:avLst/>
            <a:gdLst/>
            <a:ahLst/>
            <a:cxnLst/>
            <a:rect l="l" t="t" r="r" b="b"/>
            <a:pathLst>
              <a:path w="629919" h="582929">
                <a:moveTo>
                  <a:pt x="629843" y="0"/>
                </a:moveTo>
                <a:lnTo>
                  <a:pt x="0" y="0"/>
                </a:lnTo>
              </a:path>
              <a:path w="629919" h="582929">
                <a:moveTo>
                  <a:pt x="629843" y="402805"/>
                </a:moveTo>
                <a:lnTo>
                  <a:pt x="629843" y="58275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1363205" y="8028431"/>
            <a:ext cx="720090" cy="180340"/>
          </a:xfrm>
          <a:custGeom>
            <a:avLst/>
            <a:gdLst/>
            <a:ahLst/>
            <a:cxnLst/>
            <a:rect l="l" t="t" r="r" b="b"/>
            <a:pathLst>
              <a:path w="720089" h="180340">
                <a:moveTo>
                  <a:pt x="0" y="0"/>
                </a:moveTo>
                <a:lnTo>
                  <a:pt x="0" y="179946"/>
                </a:lnTo>
              </a:path>
              <a:path w="720089" h="180340">
                <a:moveTo>
                  <a:pt x="719810" y="0"/>
                </a:moveTo>
                <a:lnTo>
                  <a:pt x="719810" y="17994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/>
          <p:nvPr/>
        </p:nvSpPr>
        <p:spPr>
          <a:xfrm>
            <a:off x="2172982" y="7625626"/>
            <a:ext cx="450215" cy="582930"/>
          </a:xfrm>
          <a:custGeom>
            <a:avLst/>
            <a:gdLst/>
            <a:ahLst/>
            <a:cxnLst/>
            <a:rect l="l" t="t" r="r" b="b"/>
            <a:pathLst>
              <a:path w="450214" h="582929">
                <a:moveTo>
                  <a:pt x="0" y="0"/>
                </a:moveTo>
                <a:lnTo>
                  <a:pt x="449872" y="0"/>
                </a:lnTo>
              </a:path>
              <a:path w="450214" h="582929">
                <a:moveTo>
                  <a:pt x="0" y="402805"/>
                </a:moveTo>
                <a:lnTo>
                  <a:pt x="0" y="58275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 txBox="1"/>
          <p:nvPr/>
        </p:nvSpPr>
        <p:spPr>
          <a:xfrm>
            <a:off x="1119682" y="7899835"/>
            <a:ext cx="39941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HR00.02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1974643" y="7650637"/>
            <a:ext cx="307975" cy="3949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53340">
              <a:lnSpc>
                <a:spcPct val="161400"/>
              </a:lnSpc>
              <a:spcBef>
                <a:spcPts val="90"/>
              </a:spcBef>
            </a:pPr>
            <a:r>
              <a:rPr dirty="0" sz="750" spc="-25">
                <a:latin typeface="Times New Roman"/>
                <a:cs typeface="Times New Roman"/>
              </a:rPr>
              <a:t>PH1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000.03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1091968" y="8194819"/>
            <a:ext cx="45339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Sequence3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1" name="object 81" descr=""/>
          <p:cNvSpPr/>
          <p:nvPr/>
        </p:nvSpPr>
        <p:spPr>
          <a:xfrm>
            <a:off x="1363205" y="8123339"/>
            <a:ext cx="720090" cy="0"/>
          </a:xfrm>
          <a:custGeom>
            <a:avLst/>
            <a:gdLst/>
            <a:ahLst/>
            <a:cxnLst/>
            <a:rect l="l" t="t" r="r" b="b"/>
            <a:pathLst>
              <a:path w="720089" h="0">
                <a:moveTo>
                  <a:pt x="0" y="0"/>
                </a:moveTo>
                <a:lnTo>
                  <a:pt x="719810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/>
          <p:nvPr/>
        </p:nvSpPr>
        <p:spPr>
          <a:xfrm>
            <a:off x="643394" y="8123339"/>
            <a:ext cx="629920" cy="583565"/>
          </a:xfrm>
          <a:custGeom>
            <a:avLst/>
            <a:gdLst/>
            <a:ahLst/>
            <a:cxnLst/>
            <a:rect l="l" t="t" r="r" b="b"/>
            <a:pathLst>
              <a:path w="629919" h="583565">
                <a:moveTo>
                  <a:pt x="629843" y="0"/>
                </a:moveTo>
                <a:lnTo>
                  <a:pt x="0" y="0"/>
                </a:lnTo>
              </a:path>
              <a:path w="629919" h="583565">
                <a:moveTo>
                  <a:pt x="629843" y="402793"/>
                </a:moveTo>
                <a:lnTo>
                  <a:pt x="629843" y="58312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/>
          <p:nvPr/>
        </p:nvSpPr>
        <p:spPr>
          <a:xfrm>
            <a:off x="1363205" y="8526132"/>
            <a:ext cx="720090" cy="180340"/>
          </a:xfrm>
          <a:custGeom>
            <a:avLst/>
            <a:gdLst/>
            <a:ahLst/>
            <a:cxnLst/>
            <a:rect l="l" t="t" r="r" b="b"/>
            <a:pathLst>
              <a:path w="720089" h="180340">
                <a:moveTo>
                  <a:pt x="0" y="0"/>
                </a:moveTo>
                <a:lnTo>
                  <a:pt x="0" y="180327"/>
                </a:lnTo>
              </a:path>
              <a:path w="720089" h="180340">
                <a:moveTo>
                  <a:pt x="719810" y="0"/>
                </a:moveTo>
                <a:lnTo>
                  <a:pt x="719810" y="18032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 descr=""/>
          <p:cNvSpPr/>
          <p:nvPr/>
        </p:nvSpPr>
        <p:spPr>
          <a:xfrm>
            <a:off x="2172982" y="8123339"/>
            <a:ext cx="450215" cy="583565"/>
          </a:xfrm>
          <a:custGeom>
            <a:avLst/>
            <a:gdLst/>
            <a:ahLst/>
            <a:cxnLst/>
            <a:rect l="l" t="t" r="r" b="b"/>
            <a:pathLst>
              <a:path w="450214" h="583565">
                <a:moveTo>
                  <a:pt x="0" y="0"/>
                </a:moveTo>
                <a:lnTo>
                  <a:pt x="449872" y="0"/>
                </a:lnTo>
              </a:path>
              <a:path w="450214" h="583565">
                <a:moveTo>
                  <a:pt x="0" y="402793"/>
                </a:moveTo>
                <a:lnTo>
                  <a:pt x="0" y="58312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 descr=""/>
          <p:cNvSpPr txBox="1"/>
          <p:nvPr/>
        </p:nvSpPr>
        <p:spPr>
          <a:xfrm>
            <a:off x="1119682" y="8397929"/>
            <a:ext cx="39878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HR00.03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1974643" y="8149490"/>
            <a:ext cx="307975" cy="3937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74295">
              <a:lnSpc>
                <a:spcPct val="161100"/>
              </a:lnSpc>
              <a:spcBef>
                <a:spcPts val="90"/>
              </a:spcBef>
            </a:pPr>
            <a:r>
              <a:rPr dirty="0" sz="750" spc="-25">
                <a:latin typeface="Times New Roman"/>
                <a:cs typeface="Times New Roman"/>
              </a:rPr>
              <a:t>LS3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000.02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1091968" y="8692532"/>
            <a:ext cx="45339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Sequence4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8" name="object 88" descr=""/>
          <p:cNvSpPr/>
          <p:nvPr/>
        </p:nvSpPr>
        <p:spPr>
          <a:xfrm>
            <a:off x="1363205" y="8621420"/>
            <a:ext cx="720090" cy="0"/>
          </a:xfrm>
          <a:custGeom>
            <a:avLst/>
            <a:gdLst/>
            <a:ahLst/>
            <a:cxnLst/>
            <a:rect l="l" t="t" r="r" b="b"/>
            <a:pathLst>
              <a:path w="720089" h="0">
                <a:moveTo>
                  <a:pt x="0" y="0"/>
                </a:moveTo>
                <a:lnTo>
                  <a:pt x="719810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 descr=""/>
          <p:cNvSpPr/>
          <p:nvPr/>
        </p:nvSpPr>
        <p:spPr>
          <a:xfrm>
            <a:off x="643394" y="8621420"/>
            <a:ext cx="629920" cy="574040"/>
          </a:xfrm>
          <a:custGeom>
            <a:avLst/>
            <a:gdLst/>
            <a:ahLst/>
            <a:cxnLst/>
            <a:rect l="l" t="t" r="r" b="b"/>
            <a:pathLst>
              <a:path w="629919" h="574040">
                <a:moveTo>
                  <a:pt x="629843" y="0"/>
                </a:moveTo>
                <a:lnTo>
                  <a:pt x="0" y="0"/>
                </a:lnTo>
              </a:path>
              <a:path w="629919" h="574040">
                <a:moveTo>
                  <a:pt x="629843" y="393700"/>
                </a:moveTo>
                <a:lnTo>
                  <a:pt x="629843" y="57364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 descr=""/>
          <p:cNvSpPr/>
          <p:nvPr/>
        </p:nvSpPr>
        <p:spPr>
          <a:xfrm>
            <a:off x="1363205" y="8621420"/>
            <a:ext cx="1259840" cy="574040"/>
          </a:xfrm>
          <a:custGeom>
            <a:avLst/>
            <a:gdLst/>
            <a:ahLst/>
            <a:cxnLst/>
            <a:rect l="l" t="t" r="r" b="b"/>
            <a:pathLst>
              <a:path w="1259839" h="574040">
                <a:moveTo>
                  <a:pt x="809777" y="0"/>
                </a:moveTo>
                <a:lnTo>
                  <a:pt x="1259649" y="0"/>
                </a:lnTo>
              </a:path>
              <a:path w="1259839" h="574040">
                <a:moveTo>
                  <a:pt x="0" y="393700"/>
                </a:moveTo>
                <a:lnTo>
                  <a:pt x="0" y="573646"/>
                </a:lnTo>
              </a:path>
              <a:path w="1259839" h="574040">
                <a:moveTo>
                  <a:pt x="719810" y="384200"/>
                </a:moveTo>
                <a:lnTo>
                  <a:pt x="719810" y="564159"/>
                </a:lnTo>
              </a:path>
              <a:path w="1259839" h="574040">
                <a:moveTo>
                  <a:pt x="809777" y="384200"/>
                </a:moveTo>
                <a:lnTo>
                  <a:pt x="809777" y="564159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 descr=""/>
          <p:cNvSpPr txBox="1"/>
          <p:nvPr/>
        </p:nvSpPr>
        <p:spPr>
          <a:xfrm>
            <a:off x="1119682" y="8886530"/>
            <a:ext cx="39878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HR00.04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1974643" y="8656313"/>
            <a:ext cx="307975" cy="3759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74295">
              <a:lnSpc>
                <a:spcPct val="153100"/>
              </a:lnSpc>
              <a:spcBef>
                <a:spcPts val="90"/>
              </a:spcBef>
            </a:pPr>
            <a:r>
              <a:rPr dirty="0" sz="750" spc="-25">
                <a:latin typeface="Times New Roman"/>
                <a:cs typeface="Times New Roman"/>
              </a:rPr>
              <a:t>LS2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000.03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3" name="object 93" descr=""/>
          <p:cNvSpPr txBox="1"/>
          <p:nvPr/>
        </p:nvSpPr>
        <p:spPr>
          <a:xfrm>
            <a:off x="2040319" y="9185688"/>
            <a:ext cx="1917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LS3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4" name="object 94" descr=""/>
          <p:cNvSpPr/>
          <p:nvPr/>
        </p:nvSpPr>
        <p:spPr>
          <a:xfrm>
            <a:off x="643394" y="9100159"/>
            <a:ext cx="629920" cy="0"/>
          </a:xfrm>
          <a:custGeom>
            <a:avLst/>
            <a:gdLst/>
            <a:ahLst/>
            <a:cxnLst/>
            <a:rect l="l" t="t" r="r" b="b"/>
            <a:pathLst>
              <a:path w="629919" h="0">
                <a:moveTo>
                  <a:pt x="629843" y="0"/>
                </a:moveTo>
                <a:lnTo>
                  <a:pt x="0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 descr=""/>
          <p:cNvSpPr/>
          <p:nvPr/>
        </p:nvSpPr>
        <p:spPr>
          <a:xfrm>
            <a:off x="1363205" y="7046658"/>
            <a:ext cx="1793875" cy="2139315"/>
          </a:xfrm>
          <a:custGeom>
            <a:avLst/>
            <a:gdLst/>
            <a:ahLst/>
            <a:cxnLst/>
            <a:rect l="l" t="t" r="r" b="b"/>
            <a:pathLst>
              <a:path w="1793875" h="2139315">
                <a:moveTo>
                  <a:pt x="0" y="2053501"/>
                </a:moveTo>
                <a:lnTo>
                  <a:pt x="719810" y="2053501"/>
                </a:lnTo>
              </a:path>
              <a:path w="1793875" h="2139315">
                <a:moveTo>
                  <a:pt x="809777" y="2053501"/>
                </a:moveTo>
                <a:lnTo>
                  <a:pt x="1259649" y="2053501"/>
                </a:lnTo>
              </a:path>
              <a:path w="1793875" h="2139315">
                <a:moveTo>
                  <a:pt x="796886" y="1960867"/>
                </a:moveTo>
                <a:lnTo>
                  <a:pt x="721334" y="2138921"/>
                </a:lnTo>
              </a:path>
              <a:path w="1793875" h="2139315">
                <a:moveTo>
                  <a:pt x="1703857" y="0"/>
                </a:moveTo>
                <a:lnTo>
                  <a:pt x="1703857" y="180339"/>
                </a:lnTo>
              </a:path>
              <a:path w="1793875" h="2139315">
                <a:moveTo>
                  <a:pt x="1793811" y="0"/>
                </a:moveTo>
                <a:lnTo>
                  <a:pt x="1793811" y="180339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 descr=""/>
          <p:cNvSpPr txBox="1"/>
          <p:nvPr/>
        </p:nvSpPr>
        <p:spPr>
          <a:xfrm>
            <a:off x="2987531" y="7232043"/>
            <a:ext cx="26479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Clock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7" name="object 97" descr=""/>
          <p:cNvSpPr/>
          <p:nvPr/>
        </p:nvSpPr>
        <p:spPr>
          <a:xfrm>
            <a:off x="2609951" y="7046658"/>
            <a:ext cx="1372235" cy="2059939"/>
          </a:xfrm>
          <a:custGeom>
            <a:avLst/>
            <a:gdLst/>
            <a:ahLst/>
            <a:cxnLst/>
            <a:rect l="l" t="t" r="r" b="b"/>
            <a:pathLst>
              <a:path w="1372235" h="2059940">
                <a:moveTo>
                  <a:pt x="547065" y="94919"/>
                </a:moveTo>
                <a:lnTo>
                  <a:pt x="1287386" y="94919"/>
                </a:lnTo>
              </a:path>
              <a:path w="1372235" h="2059940">
                <a:moveTo>
                  <a:pt x="533781" y="1904"/>
                </a:moveTo>
                <a:lnTo>
                  <a:pt x="458990" y="180339"/>
                </a:lnTo>
              </a:path>
              <a:path w="1372235" h="2059940">
                <a:moveTo>
                  <a:pt x="0" y="100990"/>
                </a:moveTo>
                <a:lnTo>
                  <a:pt x="0" y="2059584"/>
                </a:lnTo>
              </a:path>
              <a:path w="1372235" h="2059940">
                <a:moveTo>
                  <a:pt x="12903" y="94919"/>
                </a:moveTo>
                <a:lnTo>
                  <a:pt x="462788" y="94919"/>
                </a:lnTo>
              </a:path>
              <a:path w="1372235" h="2059940">
                <a:moveTo>
                  <a:pt x="1282052" y="0"/>
                </a:moveTo>
                <a:lnTo>
                  <a:pt x="1282052" y="180339"/>
                </a:lnTo>
              </a:path>
              <a:path w="1372235" h="2059940">
                <a:moveTo>
                  <a:pt x="1372044" y="0"/>
                </a:moveTo>
                <a:lnTo>
                  <a:pt x="1372044" y="180339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 descr=""/>
          <p:cNvSpPr txBox="1"/>
          <p:nvPr/>
        </p:nvSpPr>
        <p:spPr>
          <a:xfrm>
            <a:off x="3722522" y="7222931"/>
            <a:ext cx="44386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Stopzignal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9" name="object 99" descr=""/>
          <p:cNvSpPr/>
          <p:nvPr/>
        </p:nvSpPr>
        <p:spPr>
          <a:xfrm>
            <a:off x="3893908" y="7048563"/>
            <a:ext cx="744220" cy="178435"/>
          </a:xfrm>
          <a:custGeom>
            <a:avLst/>
            <a:gdLst/>
            <a:ahLst/>
            <a:cxnLst/>
            <a:rect l="l" t="t" r="r" b="b"/>
            <a:pathLst>
              <a:path w="744220" h="178434">
                <a:moveTo>
                  <a:pt x="88087" y="93014"/>
                </a:moveTo>
                <a:lnTo>
                  <a:pt x="744105" y="93014"/>
                </a:lnTo>
              </a:path>
              <a:path w="744220" h="178434">
                <a:moveTo>
                  <a:pt x="74790" y="0"/>
                </a:moveTo>
                <a:lnTo>
                  <a:pt x="0" y="178435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 descr=""/>
          <p:cNvSpPr/>
          <p:nvPr/>
        </p:nvSpPr>
        <p:spPr>
          <a:xfrm>
            <a:off x="4821758" y="7035647"/>
            <a:ext cx="66040" cy="180340"/>
          </a:xfrm>
          <a:custGeom>
            <a:avLst/>
            <a:gdLst/>
            <a:ahLst/>
            <a:cxnLst/>
            <a:rect l="l" t="t" r="r" b="b"/>
            <a:pathLst>
              <a:path w="66039" h="180340">
                <a:moveTo>
                  <a:pt x="0" y="87706"/>
                </a:moveTo>
                <a:lnTo>
                  <a:pt x="65684" y="87706"/>
                </a:lnTo>
              </a:path>
              <a:path w="66039" h="180340">
                <a:moveTo>
                  <a:pt x="61887" y="0"/>
                </a:moveTo>
                <a:lnTo>
                  <a:pt x="61887" y="17995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 descr=""/>
          <p:cNvSpPr txBox="1"/>
          <p:nvPr/>
        </p:nvSpPr>
        <p:spPr>
          <a:xfrm>
            <a:off x="1119682" y="6908207"/>
            <a:ext cx="375856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67410" algn="l"/>
                <a:tab pos="1851025" algn="l"/>
                <a:tab pos="2630805" algn="l"/>
                <a:tab pos="3463290" algn="l"/>
              </a:tabLst>
            </a:pPr>
            <a:r>
              <a:rPr dirty="0" sz="750" spc="-10">
                <a:latin typeface="Times New Roman"/>
                <a:cs typeface="Times New Roman"/>
              </a:rPr>
              <a:t>HR00.00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000.01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200.01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HR01.01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200.01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3" name="object 10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49</a:t>
            </a:r>
          </a:p>
        </p:txBody>
      </p:sp>
      <p:sp>
        <p:nvSpPr>
          <p:cNvPr id="102" name="object 102" descr=""/>
          <p:cNvSpPr txBox="1"/>
          <p:nvPr/>
        </p:nvSpPr>
        <p:spPr>
          <a:xfrm>
            <a:off x="4599500" y="7241154"/>
            <a:ext cx="26479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Clock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638632" y="1397038"/>
            <a:ext cx="6419850" cy="1059815"/>
            <a:chOff x="638632" y="1397038"/>
            <a:chExt cx="6419850" cy="1059815"/>
          </a:xfrm>
        </p:grpSpPr>
        <p:sp>
          <p:nvSpPr>
            <p:cNvPr id="8" name="object 8" descr=""/>
            <p:cNvSpPr/>
            <p:nvPr/>
          </p:nvSpPr>
          <p:spPr>
            <a:xfrm>
              <a:off x="643966" y="1400213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4">
                  <a:moveTo>
                    <a:pt x="0" y="6464"/>
                  </a:moveTo>
                  <a:lnTo>
                    <a:pt x="0" y="0"/>
                  </a:lnTo>
                </a:path>
                <a:path w="0" h="6984">
                  <a:moveTo>
                    <a:pt x="0" y="6095"/>
                  </a:moveTo>
                  <a:lnTo>
                    <a:pt x="0" y="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46823" y="1400213"/>
              <a:ext cx="6408420" cy="6985"/>
            </a:xfrm>
            <a:custGeom>
              <a:avLst/>
              <a:gdLst/>
              <a:ahLst/>
              <a:cxnLst/>
              <a:rect l="l" t="t" r="r" b="b"/>
              <a:pathLst>
                <a:path w="6408420" h="6984">
                  <a:moveTo>
                    <a:pt x="0" y="3048"/>
                  </a:moveTo>
                  <a:lnTo>
                    <a:pt x="6404978" y="3048"/>
                  </a:lnTo>
                </a:path>
                <a:path w="6408420" h="6984">
                  <a:moveTo>
                    <a:pt x="6408000" y="6464"/>
                  </a:moveTo>
                  <a:lnTo>
                    <a:pt x="6408000" y="0"/>
                  </a:lnTo>
                </a:path>
                <a:path w="6408420" h="6984">
                  <a:moveTo>
                    <a:pt x="6408000" y="6095"/>
                  </a:moveTo>
                  <a:lnTo>
                    <a:pt x="640800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43966" y="1406677"/>
              <a:ext cx="0" cy="125730"/>
            </a:xfrm>
            <a:custGeom>
              <a:avLst/>
              <a:gdLst/>
              <a:ahLst/>
              <a:cxnLst/>
              <a:rect l="l" t="t" r="r" b="b"/>
              <a:pathLst>
                <a:path w="0" h="125730">
                  <a:moveTo>
                    <a:pt x="0" y="119570"/>
                  </a:moveTo>
                  <a:lnTo>
                    <a:pt x="0" y="0"/>
                  </a:lnTo>
                </a:path>
                <a:path w="0" h="125730">
                  <a:moveTo>
                    <a:pt x="0" y="125666"/>
                  </a:moveTo>
                  <a:lnTo>
                    <a:pt x="0" y="119570"/>
                  </a:lnTo>
                </a:path>
                <a:path w="0" h="125730">
                  <a:moveTo>
                    <a:pt x="0" y="125666"/>
                  </a:moveTo>
                  <a:lnTo>
                    <a:pt x="0" y="11957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46823" y="1406677"/>
              <a:ext cx="6408420" cy="125730"/>
            </a:xfrm>
            <a:custGeom>
              <a:avLst/>
              <a:gdLst/>
              <a:ahLst/>
              <a:cxnLst/>
              <a:rect l="l" t="t" r="r" b="b"/>
              <a:pathLst>
                <a:path w="6408420" h="125730">
                  <a:moveTo>
                    <a:pt x="0" y="122618"/>
                  </a:moveTo>
                  <a:lnTo>
                    <a:pt x="6404978" y="122618"/>
                  </a:lnTo>
                </a:path>
                <a:path w="6408420" h="125730">
                  <a:moveTo>
                    <a:pt x="6408000" y="119570"/>
                  </a:moveTo>
                  <a:lnTo>
                    <a:pt x="6408000" y="0"/>
                  </a:lnTo>
                </a:path>
                <a:path w="6408420" h="125730">
                  <a:moveTo>
                    <a:pt x="6408000" y="125666"/>
                  </a:moveTo>
                  <a:lnTo>
                    <a:pt x="6408000" y="119570"/>
                  </a:lnTo>
                </a:path>
                <a:path w="6408420" h="125730">
                  <a:moveTo>
                    <a:pt x="6408000" y="125666"/>
                  </a:moveTo>
                  <a:lnTo>
                    <a:pt x="6408000" y="11957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43394" y="1558899"/>
              <a:ext cx="1350010" cy="892810"/>
            </a:xfrm>
            <a:custGeom>
              <a:avLst/>
              <a:gdLst/>
              <a:ahLst/>
              <a:cxnLst/>
              <a:rect l="l" t="t" r="r" b="b"/>
              <a:pathLst>
                <a:path w="1350010" h="892810">
                  <a:moveTo>
                    <a:pt x="0" y="0"/>
                  </a:moveTo>
                  <a:lnTo>
                    <a:pt x="0" y="892568"/>
                  </a:lnTo>
                </a:path>
                <a:path w="1350010" h="892810">
                  <a:moveTo>
                    <a:pt x="629843" y="151485"/>
                  </a:moveTo>
                  <a:lnTo>
                    <a:pt x="629843" y="312458"/>
                  </a:lnTo>
                </a:path>
                <a:path w="1350010" h="892810">
                  <a:moveTo>
                    <a:pt x="629843" y="605916"/>
                  </a:moveTo>
                  <a:lnTo>
                    <a:pt x="629843" y="767257"/>
                  </a:lnTo>
                </a:path>
                <a:path w="1350010" h="892810">
                  <a:moveTo>
                    <a:pt x="719810" y="611238"/>
                  </a:moveTo>
                  <a:lnTo>
                    <a:pt x="719810" y="772591"/>
                  </a:lnTo>
                </a:path>
                <a:path w="1350010" h="892810">
                  <a:moveTo>
                    <a:pt x="629843" y="236905"/>
                  </a:moveTo>
                  <a:lnTo>
                    <a:pt x="0" y="236905"/>
                  </a:lnTo>
                </a:path>
                <a:path w="1350010" h="892810">
                  <a:moveTo>
                    <a:pt x="629843" y="686790"/>
                  </a:moveTo>
                  <a:lnTo>
                    <a:pt x="0" y="686790"/>
                  </a:lnTo>
                </a:path>
                <a:path w="1350010" h="892810">
                  <a:moveTo>
                    <a:pt x="1349641" y="236905"/>
                  </a:moveTo>
                  <a:lnTo>
                    <a:pt x="719810" y="236905"/>
                  </a:lnTo>
                </a:path>
                <a:path w="1350010" h="892810">
                  <a:moveTo>
                    <a:pt x="1349641" y="691705"/>
                  </a:moveTo>
                  <a:lnTo>
                    <a:pt x="719810" y="691705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643394" y="3990149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9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Crazp</a:t>
            </a:r>
            <a:endParaRPr sz="750">
              <a:latin typeface="Times New Roman"/>
              <a:cs typeface="Times New Roman"/>
            </a:endParaRPr>
          </a:p>
        </p:txBody>
      </p:sp>
      <p:graphicFrame>
        <p:nvGraphicFramePr>
          <p:cNvPr id="14" name="object 14" descr=""/>
          <p:cNvGraphicFramePr>
            <a:graphicFrameLocks noGrp="1"/>
          </p:cNvGraphicFramePr>
          <p:nvPr/>
        </p:nvGraphicFramePr>
        <p:xfrm>
          <a:off x="629354" y="5932049"/>
          <a:ext cx="6506845" cy="790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9920"/>
                <a:gridCol w="482599"/>
                <a:gridCol w="808355"/>
                <a:gridCol w="4498975"/>
              </a:tblGrid>
              <a:tr h="245745">
                <a:tc gridSpan="4">
                  <a:txBody>
                    <a:bodyPr/>
                    <a:lstStyle/>
                    <a:p>
                      <a:pPr marL="76835" marR="5523865">
                        <a:lnSpc>
                          <a:spcPts val="940"/>
                        </a:lnSpc>
                      </a:pPr>
                      <a:r>
                        <a:rPr dirty="0" sz="75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dirty="0" sz="7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11</a:t>
                      </a:r>
                      <a:r>
                        <a:rPr dirty="0" sz="7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–</a:t>
                      </a:r>
                      <a:r>
                        <a:rPr dirty="0" sz="75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Rezet</a:t>
                      </a:r>
                      <a:r>
                        <a:rPr dirty="0" sz="7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Rezet</a:t>
                      </a:r>
                      <a:r>
                        <a:rPr dirty="0" sz="75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dirty="0" sz="75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20">
                          <a:latin typeface="Times New Roman"/>
                          <a:cs typeface="Times New Roman"/>
                        </a:rPr>
                        <a:t>ztop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9550">
                <a:tc gridSpan="2">
                  <a:txBody>
                    <a:bodyPr/>
                    <a:lstStyle/>
                    <a:p>
                      <a:pPr marL="485140">
                        <a:lnSpc>
                          <a:spcPts val="850"/>
                        </a:lnSpc>
                        <a:spcBef>
                          <a:spcPts val="705"/>
                        </a:spcBef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HR00.01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9535">
                    <a:lnL w="952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3975">
                        <a:lnSpc>
                          <a:spcPts val="850"/>
                        </a:lnSpc>
                        <a:spcBef>
                          <a:spcPts val="705"/>
                        </a:spcBef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000.06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953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93370">
                        <a:lnSpc>
                          <a:spcPts val="850"/>
                        </a:lnSpc>
                        <a:spcBef>
                          <a:spcPts val="705"/>
                        </a:spcBef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200.02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953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94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0665">
                <a:tc gridSpan="2">
                  <a:txBody>
                    <a:bodyPr/>
                    <a:lstStyle/>
                    <a:p>
                      <a:pPr marL="46164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Stopzignal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318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Rezet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5" name="object 15" descr=""/>
          <p:cNvSpPr txBox="1"/>
          <p:nvPr/>
        </p:nvSpPr>
        <p:spPr>
          <a:xfrm>
            <a:off x="643394" y="6787756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12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End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993036" y="1676971"/>
            <a:ext cx="990600" cy="24193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395"/>
              </a:spcBef>
            </a:pPr>
            <a:r>
              <a:rPr dirty="0" sz="750" spc="-10">
                <a:latin typeface="Times New Roman"/>
                <a:cs typeface="Times New Roman"/>
              </a:rPr>
              <a:t>HEEP(11)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993036" y="1918817"/>
            <a:ext cx="990600" cy="42037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6350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500"/>
              </a:spcBef>
            </a:pPr>
            <a:r>
              <a:rPr dirty="0" sz="750" spc="-10">
                <a:latin typeface="Times New Roman"/>
                <a:cs typeface="Times New Roman"/>
              </a:rPr>
              <a:t>HR01.01</a:t>
            </a:r>
            <a:endParaRPr sz="7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  <a:spcBef>
                <a:spcPts val="40"/>
              </a:spcBef>
            </a:pPr>
            <a:r>
              <a:rPr dirty="0" sz="750" spc="-10">
                <a:latin typeface="Times New Roman"/>
                <a:cs typeface="Times New Roman"/>
              </a:rPr>
              <a:t>Stopzignal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31082" y="961543"/>
            <a:ext cx="5381625" cy="756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2765" algn="l"/>
              </a:tabLst>
            </a:pPr>
            <a:r>
              <a:rPr dirty="0" sz="1550" spc="40">
                <a:latin typeface="Times New Roman"/>
                <a:cs typeface="Times New Roman"/>
              </a:rPr>
              <a:t>6.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  <a:p>
            <a:pPr marL="546100" marR="4164329" indent="-466725">
              <a:lnSpc>
                <a:spcPct val="159800"/>
              </a:lnSpc>
              <a:spcBef>
                <a:spcPts val="985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6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Stop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condition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000.05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164861" y="1835634"/>
            <a:ext cx="307975" cy="3505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59055">
              <a:lnSpc>
                <a:spcPct val="142200"/>
              </a:lnSpc>
              <a:spcBef>
                <a:spcPts val="90"/>
              </a:spcBef>
            </a:pPr>
            <a:r>
              <a:rPr dirty="0" sz="750" spc="-20">
                <a:latin typeface="Times New Roman"/>
                <a:cs typeface="Times New Roman"/>
              </a:rPr>
              <a:t>Stop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220289" y="2316411"/>
            <a:ext cx="21526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0">
                <a:latin typeface="Times New Roman"/>
                <a:cs typeface="Times New Roman"/>
              </a:rPr>
              <a:t>Start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1376489" y="1710385"/>
            <a:ext cx="0" cy="161290"/>
          </a:xfrm>
          <a:custGeom>
            <a:avLst/>
            <a:gdLst/>
            <a:ahLst/>
            <a:cxnLst/>
            <a:rect l="l" t="t" r="r" b="b"/>
            <a:pathLst>
              <a:path w="0" h="161289">
                <a:moveTo>
                  <a:pt x="0" y="0"/>
                </a:moveTo>
                <a:lnTo>
                  <a:pt x="0" y="16097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2" name="object 2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8462" y="2848755"/>
            <a:ext cx="279031" cy="189433"/>
          </a:xfrm>
          <a:prstGeom prst="rect">
            <a:avLst/>
          </a:prstGeom>
        </p:spPr>
      </p:pic>
      <p:graphicFrame>
        <p:nvGraphicFramePr>
          <p:cNvPr id="23" name="object 23" descr=""/>
          <p:cNvGraphicFramePr>
            <a:graphicFrameLocks noGrp="1"/>
          </p:cNvGraphicFramePr>
          <p:nvPr/>
        </p:nvGraphicFramePr>
        <p:xfrm>
          <a:off x="638841" y="2522467"/>
          <a:ext cx="6497320" cy="67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9920"/>
                <a:gridCol w="5781675"/>
              </a:tblGrid>
              <a:tr h="125730">
                <a:tc gridSpan="2">
                  <a:txBody>
                    <a:bodyPr/>
                    <a:lstStyle/>
                    <a:p>
                      <a:pPr marL="67945">
                        <a:lnSpc>
                          <a:spcPts val="860"/>
                        </a:lnSpc>
                        <a:spcBef>
                          <a:spcPts val="30"/>
                        </a:spcBef>
                      </a:pPr>
                      <a:r>
                        <a:rPr dirty="0" sz="75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dirty="0" sz="7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dirty="0" sz="7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–</a:t>
                      </a:r>
                      <a:r>
                        <a:rPr dirty="0" sz="75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Arm</a:t>
                      </a:r>
                      <a:r>
                        <a:rPr dirty="0" sz="75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clockwize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1295">
                <a:tc gridSpan="2">
                  <a:txBody>
                    <a:bodyPr/>
                    <a:lstStyle/>
                    <a:p>
                      <a:pPr marL="485140">
                        <a:lnSpc>
                          <a:spcPts val="710"/>
                        </a:lnSpc>
                        <a:spcBef>
                          <a:spcPts val="775"/>
                        </a:spcBef>
                        <a:tabLst>
                          <a:tab pos="1390015" algn="l"/>
                        </a:tabLst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HR00.00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3703" sz="1125" spc="-15">
                          <a:latin typeface="Times New Roman"/>
                          <a:cs typeface="Times New Roman"/>
                        </a:rPr>
                        <a:t>010.00</a:t>
                      </a:r>
                      <a:endParaRPr baseline="3703" sz="1125">
                        <a:latin typeface="Times New Roman"/>
                        <a:cs typeface="Times New Roman"/>
                      </a:endParaRPr>
                    </a:p>
                  </a:txBody>
                  <a:tcPr marL="0" marR="0" marB="0" marT="98425">
                    <a:lnL w="952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58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24765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456565">
                        <a:lnSpc>
                          <a:spcPct val="100000"/>
                        </a:lnSpc>
                        <a:tabLst>
                          <a:tab pos="1280795" algn="l"/>
                        </a:tabLst>
                      </a:pPr>
                      <a:r>
                        <a:rPr dirty="0" baseline="22222" sz="1125" spc="-15">
                          <a:latin typeface="Times New Roman"/>
                          <a:cs typeface="Times New Roman"/>
                        </a:rPr>
                        <a:t>Sequence1</a:t>
                      </a:r>
                      <a:r>
                        <a:rPr dirty="0" baseline="22222" sz="1125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Armclkwize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24" name="object 24" descr=""/>
          <p:cNvGrpSpPr/>
          <p:nvPr/>
        </p:nvGrpSpPr>
        <p:grpSpPr>
          <a:xfrm>
            <a:off x="1363205" y="3582600"/>
            <a:ext cx="994410" cy="191135"/>
            <a:chOff x="1363205" y="3582600"/>
            <a:chExt cx="994410" cy="191135"/>
          </a:xfrm>
        </p:grpSpPr>
        <p:pic>
          <p:nvPicPr>
            <p:cNvPr id="25" name="object 2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8462" y="3582600"/>
              <a:ext cx="279031" cy="190773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1363205" y="3676942"/>
              <a:ext cx="720090" cy="0"/>
            </a:xfrm>
            <a:custGeom>
              <a:avLst/>
              <a:gdLst/>
              <a:ahLst/>
              <a:cxnLst/>
              <a:rect l="l" t="t" r="r" b="b"/>
              <a:pathLst>
                <a:path w="720089" h="0">
                  <a:moveTo>
                    <a:pt x="0" y="0"/>
                  </a:moveTo>
                  <a:lnTo>
                    <a:pt x="71981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7" name="object 27" descr=""/>
          <p:cNvGraphicFramePr>
            <a:graphicFrameLocks noGrp="1"/>
          </p:cNvGraphicFramePr>
          <p:nvPr/>
        </p:nvGraphicFramePr>
        <p:xfrm>
          <a:off x="638841" y="3255168"/>
          <a:ext cx="6497320" cy="662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9920"/>
                <a:gridCol w="5781675"/>
              </a:tblGrid>
              <a:tr h="125730">
                <a:tc gridSpan="2">
                  <a:txBody>
                    <a:bodyPr/>
                    <a:lstStyle/>
                    <a:p>
                      <a:pPr marL="67945">
                        <a:lnSpc>
                          <a:spcPts val="865"/>
                        </a:lnSpc>
                        <a:spcBef>
                          <a:spcPts val="30"/>
                        </a:spcBef>
                      </a:pPr>
                      <a:r>
                        <a:rPr dirty="0" sz="75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dirty="0" sz="75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dirty="0" sz="7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–</a:t>
                      </a:r>
                      <a:r>
                        <a:rPr dirty="0" sz="75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Conveyor</a:t>
                      </a:r>
                      <a:r>
                        <a:rPr dirty="0" sz="75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50">
                          <a:latin typeface="Times New Roman"/>
                          <a:cs typeface="Times New Roman"/>
                        </a:rPr>
                        <a:t>A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2565">
                <a:tc gridSpan="2">
                  <a:txBody>
                    <a:bodyPr/>
                    <a:lstStyle/>
                    <a:p>
                      <a:pPr marL="485140">
                        <a:lnSpc>
                          <a:spcPts val="715"/>
                        </a:lnSpc>
                        <a:spcBef>
                          <a:spcPts val="785"/>
                        </a:spcBef>
                        <a:tabLst>
                          <a:tab pos="1390015" algn="l"/>
                        </a:tabLst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HR00.01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3703" sz="1125" spc="-15">
                          <a:latin typeface="Times New Roman"/>
                          <a:cs typeface="Times New Roman"/>
                        </a:rPr>
                        <a:t>010.03</a:t>
                      </a:r>
                      <a:endParaRPr baseline="3703" sz="1125">
                        <a:latin typeface="Times New Roman"/>
                        <a:cs typeface="Times New Roman"/>
                      </a:endParaRPr>
                    </a:p>
                  </a:txBody>
                  <a:tcPr marL="0" marR="0" marB="0" marT="99695">
                    <a:lnL w="952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5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238760">
                <a:tc gridSpan="2">
                  <a:txBody>
                    <a:bodyPr/>
                    <a:lstStyle/>
                    <a:p>
                      <a:pPr marL="456565">
                        <a:lnSpc>
                          <a:spcPct val="100000"/>
                        </a:lnSpc>
                        <a:spcBef>
                          <a:spcPts val="625"/>
                        </a:spcBef>
                        <a:tabLst>
                          <a:tab pos="1290955" algn="l"/>
                        </a:tabLst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Sequence2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-22222" sz="1125" spc="-15">
                          <a:latin typeface="Times New Roman"/>
                          <a:cs typeface="Times New Roman"/>
                        </a:rPr>
                        <a:t>ConveyorA</a:t>
                      </a:r>
                      <a:endParaRPr baseline="-22222" sz="112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9375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8" name="object 28" descr=""/>
          <p:cNvSpPr/>
          <p:nvPr/>
        </p:nvSpPr>
        <p:spPr>
          <a:xfrm>
            <a:off x="643394" y="4148848"/>
            <a:ext cx="629920" cy="975360"/>
          </a:xfrm>
          <a:custGeom>
            <a:avLst/>
            <a:gdLst/>
            <a:ahLst/>
            <a:cxnLst/>
            <a:rect l="l" t="t" r="r" b="b"/>
            <a:pathLst>
              <a:path w="629919" h="975360">
                <a:moveTo>
                  <a:pt x="0" y="0"/>
                </a:moveTo>
                <a:lnTo>
                  <a:pt x="0" y="974915"/>
                </a:lnTo>
              </a:path>
              <a:path w="629919" h="975360">
                <a:moveTo>
                  <a:pt x="629843" y="184873"/>
                </a:moveTo>
                <a:lnTo>
                  <a:pt x="629843" y="364832"/>
                </a:lnTo>
              </a:path>
              <a:path w="629919" h="975360">
                <a:moveTo>
                  <a:pt x="629843" y="693597"/>
                </a:moveTo>
                <a:lnTo>
                  <a:pt x="629843" y="873556"/>
                </a:lnTo>
              </a:path>
              <a:path w="629919" h="975360">
                <a:moveTo>
                  <a:pt x="629843" y="279780"/>
                </a:moveTo>
                <a:lnTo>
                  <a:pt x="0" y="279780"/>
                </a:lnTo>
              </a:path>
              <a:path w="629919" h="975360">
                <a:moveTo>
                  <a:pt x="629843" y="783577"/>
                </a:moveTo>
                <a:lnTo>
                  <a:pt x="0" y="78357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9" name="object 29" descr=""/>
          <p:cNvGrpSpPr/>
          <p:nvPr/>
        </p:nvGrpSpPr>
        <p:grpSpPr>
          <a:xfrm>
            <a:off x="1358442" y="4310449"/>
            <a:ext cx="2481580" cy="716915"/>
            <a:chOff x="1358442" y="4310449"/>
            <a:chExt cx="2481580" cy="716915"/>
          </a:xfrm>
        </p:grpSpPr>
        <p:sp>
          <p:nvSpPr>
            <p:cNvPr id="30" name="object 30" descr=""/>
            <p:cNvSpPr/>
            <p:nvPr/>
          </p:nvSpPr>
          <p:spPr>
            <a:xfrm>
              <a:off x="1363205" y="4333722"/>
              <a:ext cx="1529715" cy="688975"/>
            </a:xfrm>
            <a:custGeom>
              <a:avLst/>
              <a:gdLst/>
              <a:ahLst/>
              <a:cxnLst/>
              <a:rect l="l" t="t" r="r" b="b"/>
              <a:pathLst>
                <a:path w="1529714" h="688975">
                  <a:moveTo>
                    <a:pt x="0" y="0"/>
                  </a:moveTo>
                  <a:lnTo>
                    <a:pt x="0" y="179959"/>
                  </a:lnTo>
                </a:path>
                <a:path w="1529714" h="688975">
                  <a:moveTo>
                    <a:pt x="719810" y="0"/>
                  </a:moveTo>
                  <a:lnTo>
                    <a:pt x="719810" y="179959"/>
                  </a:lnTo>
                </a:path>
                <a:path w="1529714" h="688975">
                  <a:moveTo>
                    <a:pt x="809777" y="0"/>
                  </a:moveTo>
                  <a:lnTo>
                    <a:pt x="809777" y="179959"/>
                  </a:lnTo>
                </a:path>
                <a:path w="1529714" h="688975">
                  <a:moveTo>
                    <a:pt x="1439608" y="0"/>
                  </a:moveTo>
                  <a:lnTo>
                    <a:pt x="1439608" y="179959"/>
                  </a:lnTo>
                </a:path>
                <a:path w="1529714" h="688975">
                  <a:moveTo>
                    <a:pt x="1529588" y="0"/>
                  </a:moveTo>
                  <a:lnTo>
                    <a:pt x="1529588" y="179959"/>
                  </a:lnTo>
                </a:path>
                <a:path w="1529714" h="688975">
                  <a:moveTo>
                    <a:pt x="0" y="508723"/>
                  </a:moveTo>
                  <a:lnTo>
                    <a:pt x="0" y="688682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61225" y="4310449"/>
              <a:ext cx="278790" cy="189566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/>
          <p:nvPr/>
        </p:nvSpPr>
        <p:spPr>
          <a:xfrm>
            <a:off x="3503847" y="4177428"/>
            <a:ext cx="3073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010.02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1363205" y="4428629"/>
            <a:ext cx="2159635" cy="0"/>
          </a:xfrm>
          <a:custGeom>
            <a:avLst/>
            <a:gdLst/>
            <a:ahLst/>
            <a:cxnLst/>
            <a:rect l="l" t="t" r="r" b="b"/>
            <a:pathLst>
              <a:path w="2159635" h="0">
                <a:moveTo>
                  <a:pt x="719810" y="0"/>
                </a:moveTo>
                <a:lnTo>
                  <a:pt x="0" y="0"/>
                </a:lnTo>
              </a:path>
              <a:path w="2159635" h="0">
                <a:moveTo>
                  <a:pt x="1439608" y="0"/>
                </a:moveTo>
                <a:lnTo>
                  <a:pt x="809777" y="0"/>
                </a:lnTo>
              </a:path>
              <a:path w="2159635" h="0">
                <a:moveTo>
                  <a:pt x="2159419" y="0"/>
                </a:moveTo>
                <a:lnTo>
                  <a:pt x="1529588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1091968" y="4195649"/>
            <a:ext cx="1910080" cy="455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0005">
              <a:lnSpc>
                <a:spcPct val="100000"/>
              </a:lnSpc>
              <a:spcBef>
                <a:spcPts val="135"/>
              </a:spcBef>
              <a:tabLst>
                <a:tab pos="840105" algn="l"/>
                <a:tab pos="1614170" algn="l"/>
              </a:tabLst>
            </a:pPr>
            <a:r>
              <a:rPr dirty="0" sz="750" spc="-10">
                <a:latin typeface="Times New Roman"/>
                <a:cs typeface="Times New Roman"/>
              </a:rPr>
              <a:t>HR00.02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HR00.04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200.02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750" spc="-10">
                <a:latin typeface="Times New Roman"/>
                <a:cs typeface="Times New Roman"/>
              </a:rPr>
              <a:t>Sequence3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3522831" y="4505439"/>
            <a:ext cx="26670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Crazp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164861" y="4708928"/>
            <a:ext cx="307340" cy="4591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010.02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75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</a:pPr>
            <a:r>
              <a:rPr dirty="0" sz="750" spc="-10">
                <a:latin typeface="Times New Roman"/>
                <a:cs typeface="Times New Roman"/>
              </a:rPr>
              <a:t>Crazp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1363205" y="4333722"/>
            <a:ext cx="1529715" cy="603885"/>
          </a:xfrm>
          <a:custGeom>
            <a:avLst/>
            <a:gdLst/>
            <a:ahLst/>
            <a:cxnLst/>
            <a:rect l="l" t="t" r="r" b="b"/>
            <a:pathLst>
              <a:path w="1529714" h="603885">
                <a:moveTo>
                  <a:pt x="0" y="603643"/>
                </a:moveTo>
                <a:lnTo>
                  <a:pt x="359905" y="603643"/>
                </a:lnTo>
              </a:path>
              <a:path w="1529714" h="603885">
                <a:moveTo>
                  <a:pt x="359905" y="94907"/>
                </a:moveTo>
                <a:lnTo>
                  <a:pt x="359905" y="597179"/>
                </a:lnTo>
              </a:path>
              <a:path w="1529714" h="603885">
                <a:moveTo>
                  <a:pt x="809777" y="0"/>
                </a:moveTo>
                <a:lnTo>
                  <a:pt x="719810" y="179959"/>
                </a:lnTo>
              </a:path>
              <a:path w="1529714" h="603885">
                <a:moveTo>
                  <a:pt x="1529588" y="0"/>
                </a:moveTo>
                <a:lnTo>
                  <a:pt x="1439608" y="179959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8" name="object 3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78335" y="5526817"/>
            <a:ext cx="279158" cy="189064"/>
          </a:xfrm>
          <a:prstGeom prst="rect">
            <a:avLst/>
          </a:prstGeom>
        </p:spPr>
      </p:pic>
      <p:graphicFrame>
        <p:nvGraphicFramePr>
          <p:cNvPr id="39" name="object 39" descr=""/>
          <p:cNvGraphicFramePr>
            <a:graphicFrameLocks noGrp="1"/>
          </p:cNvGraphicFramePr>
          <p:nvPr/>
        </p:nvGraphicFramePr>
        <p:xfrm>
          <a:off x="638841" y="5199703"/>
          <a:ext cx="6497320" cy="664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9920"/>
                <a:gridCol w="5781675"/>
              </a:tblGrid>
              <a:tr h="125730">
                <a:tc gridSpan="2">
                  <a:txBody>
                    <a:bodyPr/>
                    <a:lstStyle/>
                    <a:p>
                      <a:pPr marL="67945">
                        <a:lnSpc>
                          <a:spcPts val="865"/>
                        </a:lnSpc>
                        <a:spcBef>
                          <a:spcPts val="30"/>
                        </a:spcBef>
                      </a:pPr>
                      <a:r>
                        <a:rPr dirty="0" sz="75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dirty="0" sz="75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dirty="0" sz="7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–</a:t>
                      </a:r>
                      <a:r>
                        <a:rPr dirty="0" sz="75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Arm</a:t>
                      </a:r>
                      <a:r>
                        <a:rPr dirty="0" sz="75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anticlockwize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2565">
                <a:tc gridSpan="2">
                  <a:txBody>
                    <a:bodyPr/>
                    <a:lstStyle/>
                    <a:p>
                      <a:pPr marL="485140">
                        <a:lnSpc>
                          <a:spcPts val="850"/>
                        </a:lnSpc>
                        <a:spcBef>
                          <a:spcPts val="645"/>
                        </a:spcBef>
                        <a:tabLst>
                          <a:tab pos="1390015" algn="l"/>
                        </a:tabLst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HR00.03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010.01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1915">
                    <a:lnL w="952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5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240665">
                <a:tc gridSpan="2">
                  <a:txBody>
                    <a:bodyPr/>
                    <a:lstStyle/>
                    <a:p>
                      <a:pPr marL="456565">
                        <a:lnSpc>
                          <a:spcPct val="100000"/>
                        </a:lnSpc>
                        <a:spcBef>
                          <a:spcPts val="840"/>
                        </a:spcBef>
                        <a:tabLst>
                          <a:tab pos="1297940" algn="l"/>
                        </a:tabLst>
                      </a:pPr>
                      <a:r>
                        <a:rPr dirty="0" baseline="3703" sz="1125" spc="-15">
                          <a:latin typeface="Times New Roman"/>
                          <a:cs typeface="Times New Roman"/>
                        </a:rPr>
                        <a:t>Sequence4</a:t>
                      </a:r>
                      <a:r>
                        <a:rPr dirty="0" baseline="3703" sz="1125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Armanticlk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668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0" name="object 40" descr=""/>
          <p:cNvSpPr/>
          <p:nvPr/>
        </p:nvSpPr>
        <p:spPr>
          <a:xfrm>
            <a:off x="643394" y="6935813"/>
            <a:ext cx="0" cy="387985"/>
          </a:xfrm>
          <a:custGeom>
            <a:avLst/>
            <a:gdLst/>
            <a:ahLst/>
            <a:cxnLst/>
            <a:rect l="l" t="t" r="r" b="b"/>
            <a:pathLst>
              <a:path w="0" h="387984">
                <a:moveTo>
                  <a:pt x="0" y="0"/>
                </a:moveTo>
                <a:lnTo>
                  <a:pt x="0" y="38761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1183258" y="7030339"/>
            <a:ext cx="649605" cy="20891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00"/>
              </a:spcBef>
            </a:pPr>
            <a:r>
              <a:rPr dirty="0" sz="750" spc="-10">
                <a:latin typeface="Times New Roman"/>
                <a:cs typeface="Times New Roman"/>
              </a:rPr>
              <a:t>End(01)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643394" y="7139305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 h="0">
                <a:moveTo>
                  <a:pt x="0" y="0"/>
                </a:moveTo>
                <a:lnTo>
                  <a:pt x="539864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50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1082" y="961543"/>
            <a:ext cx="5381625" cy="6838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32765" indent="-520065">
              <a:lnSpc>
                <a:spcPct val="100000"/>
              </a:lnSpc>
              <a:spcBef>
                <a:spcPts val="125"/>
              </a:spcBef>
              <a:buAutoNum type="arabicPeriod" startAt="6"/>
              <a:tabLst>
                <a:tab pos="532765" algn="l"/>
              </a:tabLst>
            </a:pP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  <a:p>
            <a:pPr lvl="1" marL="237490" indent="-224790">
              <a:lnSpc>
                <a:spcPct val="100000"/>
              </a:lnSpc>
              <a:spcBef>
                <a:spcPts val="1430"/>
              </a:spcBef>
              <a:buSzPct val="48387"/>
              <a:buFont typeface="Segoe UI Symbol"/>
              <a:buChar char="❑"/>
              <a:tabLst>
                <a:tab pos="237490" algn="l"/>
              </a:tabLst>
            </a:pPr>
            <a:r>
              <a:rPr dirty="0" sz="1550">
                <a:latin typeface="Times New Roman"/>
                <a:cs typeface="Times New Roman"/>
              </a:rPr>
              <a:t>Application</a:t>
            </a:r>
            <a:r>
              <a:rPr dirty="0" sz="1550" spc="2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#9:</a:t>
            </a:r>
            <a:r>
              <a:rPr dirty="0" sz="1550" spc="2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</a:t>
            </a:r>
            <a:r>
              <a:rPr dirty="0" sz="1550" spc="2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Simple</a:t>
            </a:r>
            <a:r>
              <a:rPr dirty="0" sz="1550" spc="25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Sequence</a:t>
            </a:r>
            <a:r>
              <a:rPr dirty="0" sz="1550" spc="245">
                <a:latin typeface="Times New Roman"/>
                <a:cs typeface="Times New Roman"/>
              </a:rPr>
              <a:t> </a:t>
            </a:r>
            <a:r>
              <a:rPr dirty="0" sz="1550" spc="60">
                <a:latin typeface="Times New Roman"/>
                <a:cs typeface="Times New Roman"/>
              </a:rPr>
              <a:t>Control</a:t>
            </a:r>
            <a:r>
              <a:rPr dirty="0" sz="1550" spc="245">
                <a:latin typeface="Times New Roman"/>
                <a:cs typeface="Times New Roman"/>
              </a:rPr>
              <a:t> </a:t>
            </a:r>
            <a:r>
              <a:rPr dirty="0" sz="1550" spc="40">
                <a:latin typeface="Times New Roman"/>
                <a:cs typeface="Times New Roman"/>
              </a:rPr>
              <a:t>Concept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80717" y="1772049"/>
            <a:ext cx="5077460" cy="476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3600"/>
              </a:lnSpc>
              <a:spcBef>
                <a:spcPts val="95"/>
              </a:spcBef>
            </a:pP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ztart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button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puzhed,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(M)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will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move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from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left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right.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LS2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ON,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the </a:t>
            </a: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ztopz,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delay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for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5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zecondz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then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movez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back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Home.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LS1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(Home)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ON,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Motor </a:t>
            </a:r>
            <a:r>
              <a:rPr dirty="0" sz="950">
                <a:latin typeface="Times New Roman"/>
                <a:cs typeface="Times New Roman"/>
              </a:rPr>
              <a:t>cutz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off,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zignifying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that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zequence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completed.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31082" y="5692672"/>
            <a:ext cx="1265555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30"/>
              </a:spcBef>
              <a:buFont typeface="Symbol"/>
              <a:buChar char=""/>
              <a:tabLst>
                <a:tab pos="237490" algn="l"/>
              </a:tabLst>
            </a:pPr>
            <a:r>
              <a:rPr dirty="0" sz="1150" spc="65">
                <a:latin typeface="Times New Roman"/>
                <a:cs typeface="Times New Roman"/>
              </a:rPr>
              <a:t>I/O</a:t>
            </a:r>
            <a:r>
              <a:rPr dirty="0" sz="1150" spc="7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Assignment</a:t>
            </a:r>
            <a:endParaRPr sz="1150">
              <a:latin typeface="Times New Roman"/>
              <a:cs typeface="Times New Roman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1984298" y="6041377"/>
          <a:ext cx="1849755" cy="842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2315"/>
                <a:gridCol w="1012190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55">
                          <a:latin typeface="Times New Roman"/>
                          <a:cs typeface="Times New Roman"/>
                        </a:rPr>
                        <a:t>Input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Devices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marL="635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Stop</a:t>
                      </a:r>
                      <a:r>
                        <a:rPr dirty="0" sz="95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5">
                          <a:latin typeface="Times New Roman"/>
                          <a:cs typeface="Times New Roman"/>
                        </a:rPr>
                        <a:t>PB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275">
                <a:tc>
                  <a:txBody>
                    <a:bodyPr/>
                    <a:lstStyle/>
                    <a:p>
                      <a:pPr algn="ctr" marL="635">
                        <a:lnSpc>
                          <a:spcPts val="1110"/>
                        </a:lnSpc>
                        <a:spcBef>
                          <a:spcPts val="114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114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LS1</a:t>
                      </a:r>
                      <a:r>
                        <a:rPr dirty="0" sz="95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(HOME)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 algn="ctr" marL="635">
                        <a:lnSpc>
                          <a:spcPts val="1115"/>
                        </a:lnSpc>
                        <a:spcBef>
                          <a:spcPts val="114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5"/>
                        </a:lnSpc>
                        <a:spcBef>
                          <a:spcPts val="114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LS2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462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Start</a:t>
                      </a:r>
                      <a:r>
                        <a:rPr dirty="0" sz="9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5">
                          <a:latin typeface="Times New Roman"/>
                          <a:cs typeface="Times New Roman"/>
                        </a:rPr>
                        <a:t>PB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3907396" y="6041377"/>
          <a:ext cx="1838325" cy="843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5005"/>
                <a:gridCol w="1068705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55">
                          <a:latin typeface="Times New Roman"/>
                          <a:cs typeface="Times New Roman"/>
                        </a:rPr>
                        <a:t>Output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257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Devices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01000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17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Motor</a:t>
                      </a:r>
                      <a:r>
                        <a:rPr dirty="0" sz="9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(right)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01001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429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Motor</a:t>
                      </a:r>
                      <a:r>
                        <a:rPr dirty="0" sz="9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(Left)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2" name="object 12" descr=""/>
          <p:cNvGrpSpPr/>
          <p:nvPr/>
        </p:nvGrpSpPr>
        <p:grpSpPr>
          <a:xfrm>
            <a:off x="3492639" y="3206953"/>
            <a:ext cx="796925" cy="320040"/>
            <a:chOff x="3492639" y="3206953"/>
            <a:chExt cx="796925" cy="320040"/>
          </a:xfrm>
        </p:grpSpPr>
        <p:sp>
          <p:nvSpPr>
            <p:cNvPr id="13" name="object 13" descr=""/>
            <p:cNvSpPr/>
            <p:nvPr/>
          </p:nvSpPr>
          <p:spPr>
            <a:xfrm>
              <a:off x="3492639" y="3206953"/>
              <a:ext cx="796925" cy="266700"/>
            </a:xfrm>
            <a:custGeom>
              <a:avLst/>
              <a:gdLst/>
              <a:ahLst/>
              <a:cxnLst/>
              <a:rect l="l" t="t" r="r" b="b"/>
              <a:pathLst>
                <a:path w="796925" h="266700">
                  <a:moveTo>
                    <a:pt x="526541" y="266509"/>
                  </a:moveTo>
                  <a:lnTo>
                    <a:pt x="796861" y="266509"/>
                  </a:lnTo>
                </a:path>
                <a:path w="796925" h="266700">
                  <a:moveTo>
                    <a:pt x="403174" y="0"/>
                  </a:moveTo>
                  <a:lnTo>
                    <a:pt x="403174" y="180327"/>
                  </a:lnTo>
                </a:path>
                <a:path w="796925" h="266700">
                  <a:moveTo>
                    <a:pt x="222846" y="180327"/>
                  </a:moveTo>
                  <a:lnTo>
                    <a:pt x="583120" y="180327"/>
                  </a:lnTo>
                </a:path>
                <a:path w="796925" h="266700">
                  <a:moveTo>
                    <a:pt x="0" y="266509"/>
                  </a:moveTo>
                  <a:lnTo>
                    <a:pt x="269900" y="266509"/>
                  </a:lnTo>
                </a:path>
              </a:pathLst>
            </a:custGeom>
            <a:ln w="125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12228" y="3424358"/>
              <a:ext cx="102514" cy="102501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66000" y="3424358"/>
              <a:ext cx="102514" cy="102501"/>
            </a:xfrm>
            <a:prstGeom prst="rect">
              <a:avLst/>
            </a:prstGeom>
          </p:spPr>
        </p:pic>
      </p:grpSp>
      <p:sp>
        <p:nvSpPr>
          <p:cNvPr id="16" name="object 16" descr=""/>
          <p:cNvSpPr/>
          <p:nvPr/>
        </p:nvSpPr>
        <p:spPr>
          <a:xfrm>
            <a:off x="1993036" y="2760865"/>
            <a:ext cx="180340" cy="450850"/>
          </a:xfrm>
          <a:custGeom>
            <a:avLst/>
            <a:gdLst/>
            <a:ahLst/>
            <a:cxnLst/>
            <a:rect l="l" t="t" r="r" b="b"/>
            <a:pathLst>
              <a:path w="180339" h="450850">
                <a:moveTo>
                  <a:pt x="0" y="0"/>
                </a:moveTo>
                <a:lnTo>
                  <a:pt x="180327" y="0"/>
                </a:lnTo>
                <a:lnTo>
                  <a:pt x="180327" y="450265"/>
                </a:lnTo>
                <a:lnTo>
                  <a:pt x="0" y="450265"/>
                </a:lnTo>
                <a:lnTo>
                  <a:pt x="0" y="0"/>
                </a:lnTo>
                <a:close/>
              </a:path>
            </a:pathLst>
          </a:custGeom>
          <a:ln w="125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980716" y="2518045"/>
            <a:ext cx="41719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LS1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(1)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674687" y="2996017"/>
            <a:ext cx="44005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Stop</a:t>
            </a:r>
            <a:r>
              <a:rPr dirty="0" sz="950" spc="65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PB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845147" y="3492589"/>
            <a:ext cx="8826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50">
                <a:latin typeface="Times New Roman"/>
                <a:cs typeface="Times New Roman"/>
              </a:rPr>
              <a:t>0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4542332" y="3206953"/>
            <a:ext cx="796925" cy="320040"/>
            <a:chOff x="4542332" y="3206953"/>
            <a:chExt cx="796925" cy="320040"/>
          </a:xfrm>
        </p:grpSpPr>
        <p:sp>
          <p:nvSpPr>
            <p:cNvPr id="21" name="object 21" descr=""/>
            <p:cNvSpPr/>
            <p:nvPr/>
          </p:nvSpPr>
          <p:spPr>
            <a:xfrm>
              <a:off x="4542332" y="3206953"/>
              <a:ext cx="796925" cy="266700"/>
            </a:xfrm>
            <a:custGeom>
              <a:avLst/>
              <a:gdLst/>
              <a:ahLst/>
              <a:cxnLst/>
              <a:rect l="l" t="t" r="r" b="b"/>
              <a:pathLst>
                <a:path w="796925" h="266700">
                  <a:moveTo>
                    <a:pt x="526961" y="266509"/>
                  </a:moveTo>
                  <a:lnTo>
                    <a:pt x="796886" y="266509"/>
                  </a:lnTo>
                </a:path>
                <a:path w="796925" h="266700">
                  <a:moveTo>
                    <a:pt x="402818" y="0"/>
                  </a:moveTo>
                  <a:lnTo>
                    <a:pt x="402818" y="180327"/>
                  </a:lnTo>
                </a:path>
                <a:path w="796925" h="266700">
                  <a:moveTo>
                    <a:pt x="223240" y="180327"/>
                  </a:moveTo>
                  <a:lnTo>
                    <a:pt x="583158" y="180327"/>
                  </a:lnTo>
                </a:path>
                <a:path w="796925" h="266700">
                  <a:moveTo>
                    <a:pt x="0" y="266509"/>
                  </a:moveTo>
                  <a:lnTo>
                    <a:pt x="269938" y="266509"/>
                  </a:lnTo>
                </a:path>
              </a:pathLst>
            </a:custGeom>
            <a:ln w="125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3026" y="3424104"/>
              <a:ext cx="102133" cy="102501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15338" y="3424358"/>
              <a:ext cx="102501" cy="102501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4718330" y="2996017"/>
            <a:ext cx="45212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Start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PB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4862969" y="3492589"/>
            <a:ext cx="17018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25">
                <a:latin typeface="Times New Roman"/>
                <a:cs typeface="Times New Roman"/>
              </a:rPr>
              <a:t>(3)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6435636" y="2770365"/>
            <a:ext cx="180340" cy="450850"/>
          </a:xfrm>
          <a:custGeom>
            <a:avLst/>
            <a:gdLst/>
            <a:ahLst/>
            <a:cxnLst/>
            <a:rect l="l" t="t" r="r" b="b"/>
            <a:pathLst>
              <a:path w="180340" h="450850">
                <a:moveTo>
                  <a:pt x="0" y="0"/>
                </a:moveTo>
                <a:lnTo>
                  <a:pt x="180327" y="0"/>
                </a:lnTo>
                <a:lnTo>
                  <a:pt x="180327" y="450265"/>
                </a:lnTo>
                <a:lnTo>
                  <a:pt x="0" y="450265"/>
                </a:lnTo>
                <a:lnTo>
                  <a:pt x="0" y="0"/>
                </a:lnTo>
                <a:close/>
              </a:path>
            </a:pathLst>
          </a:custGeom>
          <a:ln w="125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6413818" y="2537029"/>
            <a:ext cx="41719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LS1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(2)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1995868" y="4636865"/>
            <a:ext cx="4771390" cy="274320"/>
            <a:chOff x="1995868" y="4636865"/>
            <a:chExt cx="4771390" cy="274320"/>
          </a:xfrm>
        </p:grpSpPr>
        <p:sp>
          <p:nvSpPr>
            <p:cNvPr id="29" name="object 29" descr=""/>
            <p:cNvSpPr/>
            <p:nvPr/>
          </p:nvSpPr>
          <p:spPr>
            <a:xfrm>
              <a:off x="2000630" y="4816259"/>
              <a:ext cx="4761865" cy="90170"/>
            </a:xfrm>
            <a:custGeom>
              <a:avLst/>
              <a:gdLst/>
              <a:ahLst/>
              <a:cxnLst/>
              <a:rect l="l" t="t" r="r" b="b"/>
              <a:pathLst>
                <a:path w="4761865" h="90170">
                  <a:moveTo>
                    <a:pt x="4761496" y="0"/>
                  </a:moveTo>
                  <a:lnTo>
                    <a:pt x="0" y="0"/>
                  </a:lnTo>
                  <a:lnTo>
                    <a:pt x="0" y="89595"/>
                  </a:lnTo>
                  <a:lnTo>
                    <a:pt x="4761496" y="89595"/>
                  </a:lnTo>
                  <a:lnTo>
                    <a:pt x="47614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000630" y="4816259"/>
              <a:ext cx="4761865" cy="90170"/>
            </a:xfrm>
            <a:custGeom>
              <a:avLst/>
              <a:gdLst/>
              <a:ahLst/>
              <a:cxnLst/>
              <a:rect l="l" t="t" r="r" b="b"/>
              <a:pathLst>
                <a:path w="4761865" h="90170">
                  <a:moveTo>
                    <a:pt x="0" y="0"/>
                  </a:moveTo>
                  <a:lnTo>
                    <a:pt x="4761496" y="0"/>
                  </a:lnTo>
                  <a:lnTo>
                    <a:pt x="4761496" y="89595"/>
                  </a:lnTo>
                  <a:lnTo>
                    <a:pt x="0" y="89595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06312" y="4636865"/>
              <a:ext cx="187528" cy="175031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93445" y="4636865"/>
              <a:ext cx="187566" cy="175031"/>
            </a:xfrm>
            <a:prstGeom prst="rect">
              <a:avLst/>
            </a:prstGeom>
          </p:spPr>
        </p:pic>
      </p:grpSp>
      <p:sp>
        <p:nvSpPr>
          <p:cNvPr id="33" name="object 33" descr=""/>
          <p:cNvSpPr txBox="1"/>
          <p:nvPr/>
        </p:nvSpPr>
        <p:spPr>
          <a:xfrm>
            <a:off x="2875343" y="4205782"/>
            <a:ext cx="1149985" cy="438150"/>
          </a:xfrm>
          <a:prstGeom prst="rect">
            <a:avLst/>
          </a:prstGeom>
          <a:ln w="12534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endParaRPr sz="950">
              <a:latin typeface="Times New Roman"/>
              <a:cs typeface="Times New Roman"/>
            </a:endParaRPr>
          </a:p>
          <a:p>
            <a:pPr algn="ctr" marR="3175">
              <a:lnSpc>
                <a:spcPct val="100000"/>
              </a:lnSpc>
              <a:spcBef>
                <a:spcPts val="5"/>
              </a:spcBef>
            </a:pPr>
            <a:r>
              <a:rPr dirty="0" sz="950" spc="-50">
                <a:latin typeface="Times New Roman"/>
                <a:cs typeface="Times New Roman"/>
              </a:rPr>
              <a:t>M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2022652" y="3328428"/>
            <a:ext cx="2630805" cy="1758314"/>
            <a:chOff x="2022652" y="3328428"/>
            <a:chExt cx="2630805" cy="1758314"/>
          </a:xfrm>
        </p:grpSpPr>
        <p:sp>
          <p:nvSpPr>
            <p:cNvPr id="35" name="object 35" descr=""/>
            <p:cNvSpPr/>
            <p:nvPr/>
          </p:nvSpPr>
          <p:spPr>
            <a:xfrm>
              <a:off x="2075421" y="3328428"/>
              <a:ext cx="0" cy="1635125"/>
            </a:xfrm>
            <a:custGeom>
              <a:avLst/>
              <a:gdLst/>
              <a:ahLst/>
              <a:cxnLst/>
              <a:rect l="l" t="t" r="r" b="b"/>
              <a:pathLst>
                <a:path w="0" h="1635125">
                  <a:moveTo>
                    <a:pt x="0" y="0"/>
                  </a:moveTo>
                  <a:lnTo>
                    <a:pt x="0" y="1635125"/>
                  </a:lnTo>
                </a:path>
              </a:pathLst>
            </a:custGeom>
            <a:ln w="125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2022652" y="4962804"/>
              <a:ext cx="106045" cy="106045"/>
            </a:xfrm>
            <a:custGeom>
              <a:avLst/>
              <a:gdLst/>
              <a:ahLst/>
              <a:cxnLst/>
              <a:rect l="l" t="t" r="r" b="b"/>
              <a:pathLst>
                <a:path w="106044" h="106045">
                  <a:moveTo>
                    <a:pt x="105918" y="0"/>
                  </a:moveTo>
                  <a:lnTo>
                    <a:pt x="0" y="0"/>
                  </a:lnTo>
                  <a:lnTo>
                    <a:pt x="53149" y="105918"/>
                  </a:lnTo>
                  <a:lnTo>
                    <a:pt x="1059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552228" y="5037016"/>
              <a:ext cx="1005840" cy="0"/>
            </a:xfrm>
            <a:custGeom>
              <a:avLst/>
              <a:gdLst/>
              <a:ahLst/>
              <a:cxnLst/>
              <a:rect l="l" t="t" r="r" b="b"/>
              <a:pathLst>
                <a:path w="1005839" h="0">
                  <a:moveTo>
                    <a:pt x="0" y="0"/>
                  </a:moveTo>
                  <a:lnTo>
                    <a:pt x="1005306" y="0"/>
                  </a:lnTo>
                </a:path>
              </a:pathLst>
            </a:custGeom>
            <a:ln w="948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554867" y="4987848"/>
              <a:ext cx="98425" cy="98425"/>
            </a:xfrm>
            <a:custGeom>
              <a:avLst/>
              <a:gdLst/>
              <a:ahLst/>
              <a:cxnLst/>
              <a:rect l="l" t="t" r="r" b="b"/>
              <a:pathLst>
                <a:path w="98425" h="98425">
                  <a:moveTo>
                    <a:pt x="0" y="0"/>
                  </a:moveTo>
                  <a:lnTo>
                    <a:pt x="0" y="98336"/>
                  </a:lnTo>
                  <a:lnTo>
                    <a:pt x="98336" y="489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1869860" y="5107217"/>
            <a:ext cx="40195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20">
                <a:latin typeface="Times New Roman"/>
                <a:cs typeface="Times New Roman"/>
              </a:rPr>
              <a:t>HOME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3556418" y="5137810"/>
            <a:ext cx="1101090" cy="98425"/>
            <a:chOff x="3556418" y="5137810"/>
            <a:chExt cx="1101090" cy="98425"/>
          </a:xfrm>
        </p:grpSpPr>
        <p:sp>
          <p:nvSpPr>
            <p:cNvPr id="41" name="object 41" descr=""/>
            <p:cNvSpPr/>
            <p:nvPr/>
          </p:nvSpPr>
          <p:spPr>
            <a:xfrm>
              <a:off x="3651707" y="5186787"/>
              <a:ext cx="1005840" cy="0"/>
            </a:xfrm>
            <a:custGeom>
              <a:avLst/>
              <a:gdLst/>
              <a:ahLst/>
              <a:cxnLst/>
              <a:rect l="l" t="t" r="r" b="b"/>
              <a:pathLst>
                <a:path w="1005839" h="0">
                  <a:moveTo>
                    <a:pt x="0" y="0"/>
                  </a:moveTo>
                  <a:lnTo>
                    <a:pt x="1005674" y="0"/>
                  </a:lnTo>
                </a:path>
              </a:pathLst>
            </a:custGeom>
            <a:ln w="910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556418" y="5137810"/>
              <a:ext cx="99060" cy="98425"/>
            </a:xfrm>
            <a:custGeom>
              <a:avLst/>
              <a:gdLst/>
              <a:ahLst/>
              <a:cxnLst/>
              <a:rect l="l" t="t" r="r" b="b"/>
              <a:pathLst>
                <a:path w="99060" h="98425">
                  <a:moveTo>
                    <a:pt x="98717" y="0"/>
                  </a:moveTo>
                  <a:lnTo>
                    <a:pt x="0" y="48983"/>
                  </a:lnTo>
                  <a:lnTo>
                    <a:pt x="98717" y="98336"/>
                  </a:lnTo>
                  <a:lnTo>
                    <a:pt x="987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4805648" y="4951183"/>
            <a:ext cx="1031240" cy="325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1000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(Motor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Right)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950">
                <a:latin typeface="Times New Roman"/>
                <a:cs typeface="Times New Roman"/>
              </a:rPr>
              <a:t>1001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(Motor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Left)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1993036" y="6988962"/>
            <a:ext cx="3149600" cy="2339340"/>
          </a:xfrm>
          <a:custGeom>
            <a:avLst/>
            <a:gdLst/>
            <a:ahLst/>
            <a:cxnLst/>
            <a:rect l="l" t="t" r="r" b="b"/>
            <a:pathLst>
              <a:path w="3149600" h="2339340">
                <a:moveTo>
                  <a:pt x="0" y="0"/>
                </a:moveTo>
                <a:lnTo>
                  <a:pt x="0" y="2338984"/>
                </a:lnTo>
              </a:path>
              <a:path w="3149600" h="2339340">
                <a:moveTo>
                  <a:pt x="629818" y="186016"/>
                </a:moveTo>
                <a:lnTo>
                  <a:pt x="629818" y="365975"/>
                </a:lnTo>
              </a:path>
              <a:path w="3149600" h="2339340">
                <a:moveTo>
                  <a:pt x="1259649" y="186016"/>
                </a:moveTo>
                <a:lnTo>
                  <a:pt x="1259649" y="365975"/>
                </a:lnTo>
              </a:path>
              <a:path w="3149600" h="2339340">
                <a:moveTo>
                  <a:pt x="899756" y="673481"/>
                </a:moveTo>
                <a:lnTo>
                  <a:pt x="899756" y="853058"/>
                </a:lnTo>
              </a:path>
              <a:path w="3149600" h="2339340">
                <a:moveTo>
                  <a:pt x="989736" y="673481"/>
                </a:moveTo>
                <a:lnTo>
                  <a:pt x="989736" y="853058"/>
                </a:lnTo>
              </a:path>
              <a:path w="3149600" h="2339340">
                <a:moveTo>
                  <a:pt x="2069426" y="186016"/>
                </a:moveTo>
                <a:lnTo>
                  <a:pt x="2069426" y="365975"/>
                </a:lnTo>
              </a:path>
              <a:path w="3149600" h="2339340">
                <a:moveTo>
                  <a:pt x="2159419" y="186016"/>
                </a:moveTo>
                <a:lnTo>
                  <a:pt x="2159419" y="365975"/>
                </a:lnTo>
              </a:path>
              <a:path w="3149600" h="2339340">
                <a:moveTo>
                  <a:pt x="629818" y="275996"/>
                </a:moveTo>
                <a:lnTo>
                  <a:pt x="0" y="275996"/>
                </a:lnTo>
              </a:path>
              <a:path w="3149600" h="2339340">
                <a:moveTo>
                  <a:pt x="1259649" y="275996"/>
                </a:moveTo>
                <a:lnTo>
                  <a:pt x="2069426" y="275996"/>
                </a:lnTo>
              </a:path>
              <a:path w="3149600" h="2339340">
                <a:moveTo>
                  <a:pt x="1619580" y="275996"/>
                </a:moveTo>
                <a:lnTo>
                  <a:pt x="1619580" y="772579"/>
                </a:lnTo>
              </a:path>
              <a:path w="3149600" h="2339340">
                <a:moveTo>
                  <a:pt x="989736" y="763460"/>
                </a:moveTo>
                <a:lnTo>
                  <a:pt x="1619580" y="763460"/>
                </a:lnTo>
              </a:path>
              <a:path w="3149600" h="2339340">
                <a:moveTo>
                  <a:pt x="899756" y="763460"/>
                </a:moveTo>
                <a:lnTo>
                  <a:pt x="0" y="763460"/>
                </a:lnTo>
              </a:path>
              <a:path w="3149600" h="2339340">
                <a:moveTo>
                  <a:pt x="2159419" y="186016"/>
                </a:moveTo>
                <a:lnTo>
                  <a:pt x="2069426" y="365975"/>
                </a:lnTo>
              </a:path>
              <a:path w="3149600" h="2339340">
                <a:moveTo>
                  <a:pt x="629818" y="1057681"/>
                </a:moveTo>
                <a:lnTo>
                  <a:pt x="629818" y="1237640"/>
                </a:lnTo>
              </a:path>
              <a:path w="3149600" h="2339340">
                <a:moveTo>
                  <a:pt x="719810" y="1057681"/>
                </a:moveTo>
                <a:lnTo>
                  <a:pt x="719810" y="1237640"/>
                </a:lnTo>
              </a:path>
              <a:path w="3149600" h="2339340">
                <a:moveTo>
                  <a:pt x="629818" y="1147660"/>
                </a:moveTo>
                <a:lnTo>
                  <a:pt x="0" y="1147660"/>
                </a:lnTo>
              </a:path>
              <a:path w="3149600" h="2339340">
                <a:moveTo>
                  <a:pt x="629818" y="1563370"/>
                </a:moveTo>
                <a:lnTo>
                  <a:pt x="629818" y="1743709"/>
                </a:lnTo>
              </a:path>
              <a:path w="3149600" h="2339340">
                <a:moveTo>
                  <a:pt x="719810" y="1563370"/>
                </a:moveTo>
                <a:lnTo>
                  <a:pt x="719810" y="1743709"/>
                </a:lnTo>
              </a:path>
              <a:path w="3149600" h="2339340">
                <a:moveTo>
                  <a:pt x="629818" y="1653336"/>
                </a:moveTo>
                <a:lnTo>
                  <a:pt x="0" y="1653336"/>
                </a:lnTo>
              </a:path>
              <a:path w="3149600" h="2339340">
                <a:moveTo>
                  <a:pt x="2069426" y="1563370"/>
                </a:moveTo>
                <a:lnTo>
                  <a:pt x="2069426" y="1743709"/>
                </a:lnTo>
              </a:path>
              <a:path w="3149600" h="2339340">
                <a:moveTo>
                  <a:pt x="2159419" y="1563370"/>
                </a:moveTo>
                <a:lnTo>
                  <a:pt x="2159419" y="1743709"/>
                </a:lnTo>
              </a:path>
              <a:path w="3149600" h="2339340">
                <a:moveTo>
                  <a:pt x="2069426" y="1653336"/>
                </a:moveTo>
                <a:lnTo>
                  <a:pt x="719810" y="1653336"/>
                </a:lnTo>
              </a:path>
              <a:path w="3149600" h="2339340">
                <a:moveTo>
                  <a:pt x="719810" y="2074760"/>
                </a:moveTo>
                <a:lnTo>
                  <a:pt x="719810" y="2254707"/>
                </a:lnTo>
              </a:path>
              <a:path w="3149600" h="2339340">
                <a:moveTo>
                  <a:pt x="809777" y="2074760"/>
                </a:moveTo>
                <a:lnTo>
                  <a:pt x="809777" y="2254707"/>
                </a:lnTo>
              </a:path>
              <a:path w="3149600" h="2339340">
                <a:moveTo>
                  <a:pt x="719810" y="2164727"/>
                </a:moveTo>
                <a:lnTo>
                  <a:pt x="0" y="2164727"/>
                </a:lnTo>
              </a:path>
              <a:path w="3149600" h="2339340">
                <a:moveTo>
                  <a:pt x="1439595" y="1653336"/>
                </a:moveTo>
                <a:lnTo>
                  <a:pt x="1439595" y="2174214"/>
                </a:lnTo>
              </a:path>
              <a:path w="3149600" h="2339340">
                <a:moveTo>
                  <a:pt x="809777" y="2164727"/>
                </a:moveTo>
                <a:lnTo>
                  <a:pt x="1439595" y="2164727"/>
                </a:lnTo>
              </a:path>
              <a:path w="3149600" h="2339340">
                <a:moveTo>
                  <a:pt x="2159419" y="1563370"/>
                </a:moveTo>
                <a:lnTo>
                  <a:pt x="2069426" y="1743709"/>
                </a:lnTo>
              </a:path>
              <a:path w="3149600" h="2339340">
                <a:moveTo>
                  <a:pt x="719810" y="1147660"/>
                </a:moveTo>
                <a:lnTo>
                  <a:pt x="3149142" y="1147660"/>
                </a:lnTo>
              </a:path>
              <a:path w="3149600" h="2339340">
                <a:moveTo>
                  <a:pt x="2159419" y="275996"/>
                </a:moveTo>
                <a:lnTo>
                  <a:pt x="3149142" y="275996"/>
                </a:lnTo>
              </a:path>
              <a:path w="3149600" h="2339340">
                <a:moveTo>
                  <a:pt x="2159419" y="1653336"/>
                </a:moveTo>
                <a:lnTo>
                  <a:pt x="3149142" y="165333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2712847" y="7174979"/>
            <a:ext cx="450215" cy="180340"/>
          </a:xfrm>
          <a:custGeom>
            <a:avLst/>
            <a:gdLst/>
            <a:ahLst/>
            <a:cxnLst/>
            <a:rect l="l" t="t" r="r" b="b"/>
            <a:pathLst>
              <a:path w="450214" h="180340">
                <a:moveTo>
                  <a:pt x="0" y="0"/>
                </a:moveTo>
                <a:lnTo>
                  <a:pt x="0" y="179958"/>
                </a:lnTo>
              </a:path>
              <a:path w="450214" h="180340">
                <a:moveTo>
                  <a:pt x="449884" y="0"/>
                </a:moveTo>
                <a:lnTo>
                  <a:pt x="449884" y="179958"/>
                </a:lnTo>
              </a:path>
              <a:path w="450214" h="180340">
                <a:moveTo>
                  <a:pt x="0" y="89979"/>
                </a:moveTo>
                <a:lnTo>
                  <a:pt x="449884" y="89979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 txBox="1"/>
          <p:nvPr/>
        </p:nvSpPr>
        <p:spPr>
          <a:xfrm>
            <a:off x="5220218" y="7173619"/>
            <a:ext cx="27622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20">
                <a:latin typeface="Times New Roman"/>
                <a:cs typeface="Times New Roman"/>
              </a:rPr>
              <a:t>1000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3" name="object 6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51</a:t>
            </a:r>
          </a:p>
        </p:txBody>
      </p:sp>
      <p:sp>
        <p:nvSpPr>
          <p:cNvPr id="47" name="object 47" descr=""/>
          <p:cNvSpPr txBox="1"/>
          <p:nvPr/>
        </p:nvSpPr>
        <p:spPr>
          <a:xfrm>
            <a:off x="5208454" y="7977709"/>
            <a:ext cx="321945" cy="325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6675" marR="5080" indent="-54610">
              <a:lnSpc>
                <a:spcPct val="103600"/>
              </a:lnSpc>
              <a:spcBef>
                <a:spcPts val="95"/>
              </a:spcBef>
            </a:pPr>
            <a:r>
              <a:rPr dirty="0" sz="950" spc="-20">
                <a:latin typeface="Times New Roman"/>
                <a:cs typeface="Times New Roman"/>
              </a:rPr>
              <a:t>TIM0 </a:t>
            </a:r>
            <a:r>
              <a:rPr dirty="0" sz="950" spc="-25">
                <a:latin typeface="Times New Roman"/>
                <a:cs typeface="Times New Roman"/>
              </a:rPr>
              <a:t>#50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5229326" y="8551355"/>
            <a:ext cx="111696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52755" algn="l"/>
              </a:tabLst>
            </a:pPr>
            <a:r>
              <a:rPr dirty="0" sz="950" spc="-20">
                <a:latin typeface="Times New Roman"/>
                <a:cs typeface="Times New Roman"/>
              </a:rPr>
              <a:t>1001</a:t>
            </a:r>
            <a:r>
              <a:rPr dirty="0" sz="950">
                <a:latin typeface="Times New Roman"/>
                <a:cs typeface="Times New Roman"/>
              </a:rPr>
              <a:t>	Motor</a:t>
            </a:r>
            <a:r>
              <a:rPr dirty="0" sz="950" spc="17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(Left)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5669708" y="7201720"/>
            <a:ext cx="74422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17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(Right)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5686408" y="8011499"/>
            <a:ext cx="62293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5</a:t>
            </a:r>
            <a:r>
              <a:rPr dirty="0" sz="950" spc="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zec</a:t>
            </a:r>
            <a:r>
              <a:rPr dirty="0" sz="950" spc="4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Delay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2796168" y="7490246"/>
            <a:ext cx="21399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25">
                <a:latin typeface="Times New Roman"/>
                <a:cs typeface="Times New Roman"/>
              </a:rPr>
              <a:t>100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3173178" y="7006197"/>
            <a:ext cx="8826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50"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4068757" y="7006197"/>
            <a:ext cx="8826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50"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4078249" y="8380888"/>
            <a:ext cx="8826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50"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2629147" y="7883934"/>
            <a:ext cx="8826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50"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2440085" y="7325476"/>
            <a:ext cx="451484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Start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PB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2624213" y="7009994"/>
            <a:ext cx="8826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50">
                <a:latin typeface="Times New Roman"/>
                <a:cs typeface="Times New Roman"/>
              </a:rPr>
              <a:t>3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4001561" y="7344079"/>
            <a:ext cx="23431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25">
                <a:latin typeface="Times New Roman"/>
                <a:cs typeface="Times New Roman"/>
              </a:rPr>
              <a:t>LS2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3110156" y="7334967"/>
            <a:ext cx="23431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25">
                <a:latin typeface="Times New Roman"/>
                <a:cs typeface="Times New Roman"/>
              </a:rPr>
              <a:t>LS1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2500828" y="8190309"/>
            <a:ext cx="321945" cy="3663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69215">
              <a:lnSpc>
                <a:spcPct val="117700"/>
              </a:lnSpc>
              <a:spcBef>
                <a:spcPts val="90"/>
              </a:spcBef>
            </a:pPr>
            <a:r>
              <a:rPr dirty="0" sz="950" spc="-25">
                <a:latin typeface="Times New Roman"/>
                <a:cs typeface="Times New Roman"/>
              </a:rPr>
              <a:t>LS2 </a:t>
            </a:r>
            <a:r>
              <a:rPr dirty="0" sz="950" spc="-20">
                <a:latin typeface="Times New Roman"/>
                <a:cs typeface="Times New Roman"/>
              </a:rPr>
              <a:t>TIM0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2620410" y="8904796"/>
            <a:ext cx="27622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20">
                <a:latin typeface="Times New Roman"/>
                <a:cs typeface="Times New Roman"/>
              </a:rPr>
              <a:t>1001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4000803" y="8706248"/>
            <a:ext cx="23431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25">
                <a:latin typeface="Times New Roman"/>
                <a:cs typeface="Times New Roman"/>
              </a:rPr>
              <a:t>LS1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1082" y="961543"/>
            <a:ext cx="5381625" cy="6838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32765" indent="-520065">
              <a:lnSpc>
                <a:spcPct val="100000"/>
              </a:lnSpc>
              <a:spcBef>
                <a:spcPts val="125"/>
              </a:spcBef>
              <a:buAutoNum type="arabicPeriod" startAt="6"/>
              <a:tabLst>
                <a:tab pos="532765" algn="l"/>
              </a:tabLst>
            </a:pP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  <a:p>
            <a:pPr lvl="1" marL="237490" indent="-224790">
              <a:lnSpc>
                <a:spcPct val="100000"/>
              </a:lnSpc>
              <a:spcBef>
                <a:spcPts val="1430"/>
              </a:spcBef>
              <a:buSzPct val="48387"/>
              <a:buFont typeface="Segoe UI Symbol"/>
              <a:buChar char="❑"/>
              <a:tabLst>
                <a:tab pos="237490" algn="l"/>
              </a:tabLst>
            </a:pPr>
            <a:r>
              <a:rPr dirty="0" sz="1550" spc="50">
                <a:latin typeface="Times New Roman"/>
                <a:cs typeface="Times New Roman"/>
              </a:rPr>
              <a:t>Example</a:t>
            </a:r>
            <a:r>
              <a:rPr dirty="0" sz="1550" spc="80">
                <a:latin typeface="Times New Roman"/>
                <a:cs typeface="Times New Roman"/>
              </a:rPr>
              <a:t> </a:t>
            </a:r>
            <a:r>
              <a:rPr dirty="0" sz="1550" spc="95">
                <a:latin typeface="Times New Roman"/>
                <a:cs typeface="Times New Roman"/>
              </a:rPr>
              <a:t>:</a:t>
            </a:r>
            <a:r>
              <a:rPr dirty="0" sz="1550" spc="80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PBC</a:t>
            </a:r>
            <a:r>
              <a:rPr dirty="0" sz="1550" spc="85">
                <a:latin typeface="Times New Roman"/>
                <a:cs typeface="Times New Roman"/>
              </a:rPr>
              <a:t> </a:t>
            </a:r>
            <a:r>
              <a:rPr dirty="0" sz="1550" spc="50">
                <a:latin typeface="Times New Roman"/>
                <a:cs typeface="Times New Roman"/>
              </a:rPr>
              <a:t>Packing</a:t>
            </a:r>
            <a:r>
              <a:rPr dirty="0" sz="1550" spc="9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Conveyor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80717" y="6571564"/>
            <a:ext cx="5074920" cy="1376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15875">
              <a:lnSpc>
                <a:spcPct val="103600"/>
              </a:lnSpc>
              <a:spcBef>
                <a:spcPts val="95"/>
              </a:spcBef>
            </a:pPr>
            <a:r>
              <a:rPr dirty="0" sz="950">
                <a:latin typeface="Times New Roman"/>
                <a:cs typeface="Times New Roman"/>
              </a:rPr>
              <a:t>In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thiz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application,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lifter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uzed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lift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tray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PCB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boardz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up,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before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being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puzhed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by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pizton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onto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conveyor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for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packing.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950">
              <a:latin typeface="Times New Roman"/>
              <a:cs typeface="Times New Roman"/>
            </a:endParaRPr>
          </a:p>
          <a:p>
            <a:pPr algn="just" marL="12700" marR="5080">
              <a:lnSpc>
                <a:spcPct val="103400"/>
              </a:lnSpc>
            </a:pP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2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2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ztart</a:t>
            </a:r>
            <a:r>
              <a:rPr dirty="0" sz="950" spc="2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button</a:t>
            </a:r>
            <a:r>
              <a:rPr dirty="0" sz="950" spc="2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2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prezzed,</a:t>
            </a:r>
            <a:r>
              <a:rPr dirty="0" sz="950" spc="2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2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conveyor</a:t>
            </a:r>
            <a:r>
              <a:rPr dirty="0" sz="950" spc="2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2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2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2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lifter</a:t>
            </a:r>
            <a:r>
              <a:rPr dirty="0" sz="950" spc="2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2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will</a:t>
            </a:r>
            <a:r>
              <a:rPr dirty="0" sz="950" spc="2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turn</a:t>
            </a:r>
            <a:r>
              <a:rPr dirty="0" sz="950" spc="2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on.</a:t>
            </a:r>
            <a:r>
              <a:rPr dirty="0" sz="950" spc="29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The </a:t>
            </a:r>
            <a:r>
              <a:rPr dirty="0" sz="950">
                <a:latin typeface="Times New Roman"/>
                <a:cs typeface="Times New Roman"/>
              </a:rPr>
              <a:t>proximity</a:t>
            </a:r>
            <a:r>
              <a:rPr dirty="0" sz="950" spc="20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zwitch</a:t>
            </a:r>
            <a:r>
              <a:rPr dirty="0" sz="950" spc="20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will</a:t>
            </a:r>
            <a:r>
              <a:rPr dirty="0" sz="950" spc="20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temporarily</a:t>
            </a:r>
            <a:r>
              <a:rPr dirty="0" sz="950" spc="20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ztop</a:t>
            </a:r>
            <a:r>
              <a:rPr dirty="0" sz="950" spc="2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20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lifter</a:t>
            </a:r>
            <a:r>
              <a:rPr dirty="0" sz="950" spc="20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2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for</a:t>
            </a:r>
            <a:r>
              <a:rPr dirty="0" sz="950" spc="20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20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pizton</a:t>
            </a:r>
            <a:r>
              <a:rPr dirty="0" sz="950" spc="20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2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puzh</a:t>
            </a:r>
            <a:r>
              <a:rPr dirty="0" sz="950" spc="20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20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PCB</a:t>
            </a:r>
            <a:r>
              <a:rPr dirty="0" sz="950" spc="20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onto</a:t>
            </a:r>
            <a:r>
              <a:rPr dirty="0" sz="950" spc="20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the </a:t>
            </a:r>
            <a:r>
              <a:rPr dirty="0" sz="950">
                <a:latin typeface="Times New Roman"/>
                <a:cs typeface="Times New Roman"/>
              </a:rPr>
              <a:t>conveyor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belt.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950">
              <a:latin typeface="Times New Roman"/>
              <a:cs typeface="Times New Roman"/>
            </a:endParaRPr>
          </a:p>
          <a:p>
            <a:pPr algn="just" marL="12700" marR="5715">
              <a:lnSpc>
                <a:spcPct val="103800"/>
              </a:lnSpc>
              <a:spcBef>
                <a:spcPts val="5"/>
              </a:spcBef>
            </a:pPr>
            <a:r>
              <a:rPr dirty="0" sz="950">
                <a:latin typeface="Times New Roman"/>
                <a:cs typeface="Times New Roman"/>
              </a:rPr>
              <a:t>After</a:t>
            </a:r>
            <a:r>
              <a:rPr dirty="0" sz="950" spc="2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2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PCB</a:t>
            </a:r>
            <a:r>
              <a:rPr dirty="0" sz="950" spc="2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2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puzhed,</a:t>
            </a:r>
            <a:r>
              <a:rPr dirty="0" sz="950" spc="2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2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pizton</a:t>
            </a:r>
            <a:r>
              <a:rPr dirty="0" sz="950" spc="2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will</a:t>
            </a:r>
            <a:r>
              <a:rPr dirty="0" sz="950" spc="2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retract</a:t>
            </a:r>
            <a:r>
              <a:rPr dirty="0" sz="950" spc="2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2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2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lifter</a:t>
            </a:r>
            <a:r>
              <a:rPr dirty="0" sz="950" spc="2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2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ztartz</a:t>
            </a:r>
            <a:r>
              <a:rPr dirty="0" sz="950" spc="2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again.</a:t>
            </a:r>
            <a:r>
              <a:rPr dirty="0" sz="950" spc="2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27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whole </a:t>
            </a:r>
            <a:r>
              <a:rPr dirty="0" sz="950">
                <a:latin typeface="Times New Roman"/>
                <a:cs typeface="Times New Roman"/>
              </a:rPr>
              <a:t>procedure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will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repeat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itzelf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thereafter.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602187" y="3379108"/>
            <a:ext cx="755650" cy="269240"/>
            <a:chOff x="1602187" y="3379108"/>
            <a:chExt cx="755650" cy="269240"/>
          </a:xfrm>
        </p:grpSpPr>
        <p:sp>
          <p:nvSpPr>
            <p:cNvPr id="10" name="object 10" descr=""/>
            <p:cNvSpPr/>
            <p:nvPr/>
          </p:nvSpPr>
          <p:spPr>
            <a:xfrm>
              <a:off x="1608455" y="3385375"/>
              <a:ext cx="743585" cy="229870"/>
            </a:xfrm>
            <a:custGeom>
              <a:avLst/>
              <a:gdLst/>
              <a:ahLst/>
              <a:cxnLst/>
              <a:rect l="l" t="t" r="r" b="b"/>
              <a:pathLst>
                <a:path w="743585" h="229870">
                  <a:moveTo>
                    <a:pt x="527329" y="228549"/>
                  </a:moveTo>
                  <a:lnTo>
                    <a:pt x="742975" y="229311"/>
                  </a:lnTo>
                </a:path>
                <a:path w="743585" h="229870">
                  <a:moveTo>
                    <a:pt x="384581" y="0"/>
                  </a:moveTo>
                  <a:lnTo>
                    <a:pt x="384949" y="143509"/>
                  </a:lnTo>
                </a:path>
                <a:path w="743585" h="229870">
                  <a:moveTo>
                    <a:pt x="232727" y="142379"/>
                  </a:moveTo>
                  <a:lnTo>
                    <a:pt x="520877" y="143128"/>
                  </a:lnTo>
                </a:path>
                <a:path w="743585" h="229870">
                  <a:moveTo>
                    <a:pt x="0" y="219049"/>
                  </a:moveTo>
                  <a:lnTo>
                    <a:pt x="216395" y="219811"/>
                  </a:lnTo>
                </a:path>
              </a:pathLst>
            </a:custGeom>
            <a:ln w="125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63896" y="3564070"/>
              <a:ext cx="84289" cy="84277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816569" y="3570338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5" h="71754">
                  <a:moveTo>
                    <a:pt x="35877" y="0"/>
                  </a:moveTo>
                  <a:lnTo>
                    <a:pt x="21913" y="2817"/>
                  </a:lnTo>
                  <a:lnTo>
                    <a:pt x="10509" y="10502"/>
                  </a:lnTo>
                  <a:lnTo>
                    <a:pt x="2819" y="21902"/>
                  </a:lnTo>
                  <a:lnTo>
                    <a:pt x="0" y="35864"/>
                  </a:lnTo>
                  <a:lnTo>
                    <a:pt x="2819" y="49823"/>
                  </a:lnTo>
                  <a:lnTo>
                    <a:pt x="10509" y="61228"/>
                  </a:lnTo>
                  <a:lnTo>
                    <a:pt x="21913" y="68920"/>
                  </a:lnTo>
                  <a:lnTo>
                    <a:pt x="35877" y="71742"/>
                  </a:lnTo>
                  <a:lnTo>
                    <a:pt x="49834" y="68920"/>
                  </a:lnTo>
                  <a:lnTo>
                    <a:pt x="61234" y="61228"/>
                  </a:lnTo>
                  <a:lnTo>
                    <a:pt x="68922" y="49823"/>
                  </a:lnTo>
                  <a:lnTo>
                    <a:pt x="71742" y="35864"/>
                  </a:lnTo>
                  <a:lnTo>
                    <a:pt x="68922" y="21902"/>
                  </a:lnTo>
                  <a:lnTo>
                    <a:pt x="61234" y="10502"/>
                  </a:lnTo>
                  <a:lnTo>
                    <a:pt x="49834" y="2817"/>
                  </a:lnTo>
                  <a:lnTo>
                    <a:pt x="358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816569" y="3570338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5" h="71754">
                  <a:moveTo>
                    <a:pt x="71742" y="35864"/>
                  </a:moveTo>
                  <a:lnTo>
                    <a:pt x="68922" y="21902"/>
                  </a:lnTo>
                  <a:lnTo>
                    <a:pt x="61234" y="10502"/>
                  </a:lnTo>
                  <a:lnTo>
                    <a:pt x="49834" y="2817"/>
                  </a:lnTo>
                  <a:lnTo>
                    <a:pt x="35877" y="0"/>
                  </a:lnTo>
                  <a:lnTo>
                    <a:pt x="21913" y="2817"/>
                  </a:lnTo>
                  <a:lnTo>
                    <a:pt x="10509" y="10502"/>
                  </a:lnTo>
                  <a:lnTo>
                    <a:pt x="2819" y="21902"/>
                  </a:lnTo>
                  <a:lnTo>
                    <a:pt x="0" y="35864"/>
                  </a:lnTo>
                  <a:lnTo>
                    <a:pt x="2819" y="49823"/>
                  </a:lnTo>
                  <a:lnTo>
                    <a:pt x="10509" y="61228"/>
                  </a:lnTo>
                  <a:lnTo>
                    <a:pt x="21913" y="68920"/>
                  </a:lnTo>
                  <a:lnTo>
                    <a:pt x="35877" y="71742"/>
                  </a:lnTo>
                  <a:lnTo>
                    <a:pt x="49834" y="68920"/>
                  </a:lnTo>
                  <a:lnTo>
                    <a:pt x="61234" y="61228"/>
                  </a:lnTo>
                  <a:lnTo>
                    <a:pt x="68922" y="49823"/>
                  </a:lnTo>
                  <a:lnTo>
                    <a:pt x="71742" y="35864"/>
                  </a:lnTo>
                  <a:close/>
                </a:path>
              </a:pathLst>
            </a:custGeom>
            <a:ln w="125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768114" y="3211654"/>
            <a:ext cx="44767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Start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(0)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593068" y="3997547"/>
            <a:ext cx="765175" cy="270510"/>
            <a:chOff x="1593068" y="3997547"/>
            <a:chExt cx="765175" cy="270510"/>
          </a:xfrm>
        </p:grpSpPr>
        <p:sp>
          <p:nvSpPr>
            <p:cNvPr id="16" name="object 16" descr=""/>
            <p:cNvSpPr/>
            <p:nvPr/>
          </p:nvSpPr>
          <p:spPr>
            <a:xfrm>
              <a:off x="1599336" y="4003814"/>
              <a:ext cx="752475" cy="229870"/>
            </a:xfrm>
            <a:custGeom>
              <a:avLst/>
              <a:gdLst/>
              <a:ahLst/>
              <a:cxnLst/>
              <a:rect l="l" t="t" r="r" b="b"/>
              <a:pathLst>
                <a:path w="752475" h="229870">
                  <a:moveTo>
                    <a:pt x="536447" y="228930"/>
                  </a:moveTo>
                  <a:lnTo>
                    <a:pt x="752093" y="229311"/>
                  </a:lnTo>
                </a:path>
                <a:path w="752475" h="229870">
                  <a:moveTo>
                    <a:pt x="393699" y="0"/>
                  </a:moveTo>
                  <a:lnTo>
                    <a:pt x="394068" y="143510"/>
                  </a:lnTo>
                </a:path>
                <a:path w="752475" h="229870">
                  <a:moveTo>
                    <a:pt x="241846" y="142367"/>
                  </a:moveTo>
                  <a:lnTo>
                    <a:pt x="529996" y="143128"/>
                  </a:lnTo>
                </a:path>
                <a:path w="752475" h="229870">
                  <a:moveTo>
                    <a:pt x="0" y="219430"/>
                  </a:moveTo>
                  <a:lnTo>
                    <a:pt x="216408" y="220192"/>
                  </a:lnTo>
                </a:path>
              </a:pathLst>
            </a:custGeom>
            <a:ln w="125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63642" y="4183195"/>
              <a:ext cx="84289" cy="84670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826183" y="4189463"/>
              <a:ext cx="71755" cy="72390"/>
            </a:xfrm>
            <a:custGeom>
              <a:avLst/>
              <a:gdLst/>
              <a:ahLst/>
              <a:cxnLst/>
              <a:rect l="l" t="t" r="r" b="b"/>
              <a:pathLst>
                <a:path w="71755" h="72389">
                  <a:moveTo>
                    <a:pt x="71742" y="36067"/>
                  </a:moveTo>
                  <a:lnTo>
                    <a:pt x="68924" y="22031"/>
                  </a:lnTo>
                  <a:lnTo>
                    <a:pt x="61239" y="10566"/>
                  </a:lnTo>
                  <a:lnTo>
                    <a:pt x="49839" y="2835"/>
                  </a:lnTo>
                  <a:lnTo>
                    <a:pt x="35877" y="0"/>
                  </a:lnTo>
                  <a:lnTo>
                    <a:pt x="21913" y="2835"/>
                  </a:lnTo>
                  <a:lnTo>
                    <a:pt x="10509" y="10566"/>
                  </a:lnTo>
                  <a:lnTo>
                    <a:pt x="2819" y="22031"/>
                  </a:lnTo>
                  <a:lnTo>
                    <a:pt x="0" y="36067"/>
                  </a:lnTo>
                  <a:lnTo>
                    <a:pt x="2819" y="50099"/>
                  </a:lnTo>
                  <a:lnTo>
                    <a:pt x="10509" y="61564"/>
                  </a:lnTo>
                  <a:lnTo>
                    <a:pt x="21913" y="69298"/>
                  </a:lnTo>
                  <a:lnTo>
                    <a:pt x="35877" y="72136"/>
                  </a:lnTo>
                  <a:lnTo>
                    <a:pt x="49839" y="69298"/>
                  </a:lnTo>
                  <a:lnTo>
                    <a:pt x="61239" y="61564"/>
                  </a:lnTo>
                  <a:lnTo>
                    <a:pt x="68924" y="50099"/>
                  </a:lnTo>
                  <a:lnTo>
                    <a:pt x="71742" y="36067"/>
                  </a:lnTo>
                  <a:close/>
                </a:path>
              </a:pathLst>
            </a:custGeom>
            <a:ln w="125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2164435" y="2064181"/>
            <a:ext cx="4464685" cy="2907030"/>
            <a:chOff x="2164435" y="2064181"/>
            <a:chExt cx="4464685" cy="2907030"/>
          </a:xfrm>
        </p:grpSpPr>
        <p:sp>
          <p:nvSpPr>
            <p:cNvPr id="20" name="object 20" descr=""/>
            <p:cNvSpPr/>
            <p:nvPr/>
          </p:nvSpPr>
          <p:spPr>
            <a:xfrm>
              <a:off x="3258400" y="2410815"/>
              <a:ext cx="1388745" cy="2441575"/>
            </a:xfrm>
            <a:custGeom>
              <a:avLst/>
              <a:gdLst/>
              <a:ahLst/>
              <a:cxnLst/>
              <a:rect l="l" t="t" r="r" b="b"/>
              <a:pathLst>
                <a:path w="1388745" h="2441575">
                  <a:moveTo>
                    <a:pt x="0" y="0"/>
                  </a:moveTo>
                  <a:lnTo>
                    <a:pt x="1388745" y="0"/>
                  </a:lnTo>
                  <a:lnTo>
                    <a:pt x="1388745" y="2441105"/>
                  </a:lnTo>
                  <a:lnTo>
                    <a:pt x="0" y="2441105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656649" y="2123046"/>
              <a:ext cx="3039745" cy="2731135"/>
            </a:xfrm>
            <a:custGeom>
              <a:avLst/>
              <a:gdLst/>
              <a:ahLst/>
              <a:cxnLst/>
              <a:rect l="l" t="t" r="r" b="b"/>
              <a:pathLst>
                <a:path w="3039745" h="2731135">
                  <a:moveTo>
                    <a:pt x="1036434" y="0"/>
                  </a:moveTo>
                  <a:lnTo>
                    <a:pt x="2447201" y="762"/>
                  </a:lnTo>
                </a:path>
                <a:path w="3039745" h="2731135">
                  <a:moveTo>
                    <a:pt x="1987067" y="2730030"/>
                  </a:moveTo>
                  <a:lnTo>
                    <a:pt x="2567914" y="2730792"/>
                  </a:lnTo>
                </a:path>
                <a:path w="3039745" h="2731135">
                  <a:moveTo>
                    <a:pt x="2446058" y="2439606"/>
                  </a:moveTo>
                  <a:lnTo>
                    <a:pt x="3039427" y="2439987"/>
                  </a:lnTo>
                </a:path>
                <a:path w="3039745" h="2731135">
                  <a:moveTo>
                    <a:pt x="608952" y="2730030"/>
                  </a:moveTo>
                  <a:lnTo>
                    <a:pt x="0" y="273003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656649" y="2425636"/>
              <a:ext cx="197485" cy="2540635"/>
            </a:xfrm>
            <a:custGeom>
              <a:avLst/>
              <a:gdLst/>
              <a:ahLst/>
              <a:cxnLst/>
              <a:rect l="l" t="t" r="r" b="b"/>
              <a:pathLst>
                <a:path w="197485" h="2540635">
                  <a:moveTo>
                    <a:pt x="0" y="0"/>
                  </a:moveTo>
                  <a:lnTo>
                    <a:pt x="197053" y="0"/>
                  </a:lnTo>
                  <a:lnTo>
                    <a:pt x="197053" y="2540584"/>
                  </a:lnTo>
                  <a:lnTo>
                    <a:pt x="0" y="2540584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98997" y="4580693"/>
              <a:ext cx="102869" cy="98323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98997" y="4262354"/>
              <a:ext cx="102869" cy="9870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98997" y="4102906"/>
              <a:ext cx="102869" cy="98704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98997" y="3943457"/>
              <a:ext cx="102869" cy="98704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98997" y="4421244"/>
              <a:ext cx="102869" cy="99072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98997" y="3784377"/>
              <a:ext cx="102869" cy="98717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98997" y="3625119"/>
              <a:ext cx="102869" cy="98336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98997" y="3465671"/>
              <a:ext cx="102869" cy="98336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98997" y="3306222"/>
              <a:ext cx="102869" cy="98323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98997" y="3147155"/>
              <a:ext cx="102869" cy="98310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2667660" y="2112416"/>
              <a:ext cx="3010535" cy="2738120"/>
            </a:xfrm>
            <a:custGeom>
              <a:avLst/>
              <a:gdLst/>
              <a:ahLst/>
              <a:cxnLst/>
              <a:rect l="l" t="t" r="r" b="b"/>
              <a:pathLst>
                <a:path w="3010535" h="2738120">
                  <a:moveTo>
                    <a:pt x="1968461" y="301066"/>
                  </a:moveTo>
                  <a:lnTo>
                    <a:pt x="2428963" y="9118"/>
                  </a:lnTo>
                </a:path>
                <a:path w="3010535" h="2738120">
                  <a:moveTo>
                    <a:pt x="2425941" y="1194371"/>
                  </a:moveTo>
                  <a:lnTo>
                    <a:pt x="2425941" y="2459355"/>
                  </a:lnTo>
                </a:path>
                <a:path w="3010535" h="2738120">
                  <a:moveTo>
                    <a:pt x="1987067" y="2728899"/>
                  </a:moveTo>
                  <a:lnTo>
                    <a:pt x="2447582" y="2436952"/>
                  </a:lnTo>
                </a:path>
                <a:path w="3010535" h="2738120">
                  <a:moveTo>
                    <a:pt x="2549690" y="2738005"/>
                  </a:moveTo>
                  <a:lnTo>
                    <a:pt x="3010204" y="2446058"/>
                  </a:lnTo>
                </a:path>
                <a:path w="3010535" h="2738120">
                  <a:moveTo>
                    <a:pt x="590740" y="291960"/>
                  </a:moveTo>
                  <a:lnTo>
                    <a:pt x="1051255" y="0"/>
                  </a:lnTo>
                </a:path>
                <a:path w="3010535" h="2738120">
                  <a:moveTo>
                    <a:pt x="594131" y="442683"/>
                  </a:moveTo>
                  <a:lnTo>
                    <a:pt x="1977961" y="442683"/>
                  </a:lnTo>
                </a:path>
                <a:path w="3010535" h="2738120">
                  <a:moveTo>
                    <a:pt x="0" y="2728899"/>
                  </a:moveTo>
                  <a:lnTo>
                    <a:pt x="460895" y="2436952"/>
                  </a:lnTo>
                </a:path>
                <a:path w="3010535" h="2738120">
                  <a:moveTo>
                    <a:pt x="594131" y="592264"/>
                  </a:moveTo>
                  <a:lnTo>
                    <a:pt x="1977961" y="592264"/>
                  </a:lnTo>
                </a:path>
                <a:path w="3010535" h="2738120">
                  <a:moveTo>
                    <a:pt x="594131" y="742226"/>
                  </a:moveTo>
                  <a:lnTo>
                    <a:pt x="1977961" y="742226"/>
                  </a:lnTo>
                </a:path>
                <a:path w="3010535" h="2738120">
                  <a:moveTo>
                    <a:pt x="594131" y="892568"/>
                  </a:moveTo>
                  <a:lnTo>
                    <a:pt x="1977961" y="892568"/>
                  </a:lnTo>
                </a:path>
                <a:path w="3010535" h="2738120">
                  <a:moveTo>
                    <a:pt x="594131" y="1042149"/>
                  </a:moveTo>
                  <a:lnTo>
                    <a:pt x="1977961" y="1042149"/>
                  </a:lnTo>
                </a:path>
                <a:path w="3010535" h="2738120">
                  <a:moveTo>
                    <a:pt x="594131" y="1192098"/>
                  </a:moveTo>
                  <a:lnTo>
                    <a:pt x="1977961" y="1192098"/>
                  </a:lnTo>
                </a:path>
                <a:path w="3010535" h="2738120">
                  <a:moveTo>
                    <a:pt x="594131" y="1342428"/>
                  </a:moveTo>
                  <a:lnTo>
                    <a:pt x="1977961" y="1342428"/>
                  </a:lnTo>
                </a:path>
                <a:path w="3010535" h="2738120">
                  <a:moveTo>
                    <a:pt x="594131" y="1492008"/>
                  </a:moveTo>
                  <a:lnTo>
                    <a:pt x="1977961" y="1492008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38973" y="3142786"/>
              <a:ext cx="168173" cy="168554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4664214" y="2881198"/>
              <a:ext cx="1865630" cy="282575"/>
            </a:xfrm>
            <a:custGeom>
              <a:avLst/>
              <a:gdLst/>
              <a:ahLst/>
              <a:cxnLst/>
              <a:rect l="l" t="t" r="r" b="b"/>
              <a:pathLst>
                <a:path w="1865629" h="282575">
                  <a:moveTo>
                    <a:pt x="435063" y="11010"/>
                  </a:moveTo>
                  <a:lnTo>
                    <a:pt x="1865185" y="11010"/>
                  </a:lnTo>
                </a:path>
                <a:path w="1865629" h="282575">
                  <a:moveTo>
                    <a:pt x="0" y="282473"/>
                  </a:moveTo>
                  <a:lnTo>
                    <a:pt x="441528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74359" y="3142786"/>
              <a:ext cx="257206" cy="168554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3252685" y="2125713"/>
              <a:ext cx="3371850" cy="2566035"/>
            </a:xfrm>
            <a:custGeom>
              <a:avLst/>
              <a:gdLst/>
              <a:ahLst/>
              <a:cxnLst/>
              <a:rect l="l" t="t" r="r" b="b"/>
              <a:pathLst>
                <a:path w="3371850" h="2566035">
                  <a:moveTo>
                    <a:pt x="2911119" y="1009853"/>
                  </a:moveTo>
                  <a:lnTo>
                    <a:pt x="3315436" y="755484"/>
                  </a:lnTo>
                </a:path>
                <a:path w="3371850" h="2566035">
                  <a:moveTo>
                    <a:pt x="2911119" y="1178432"/>
                  </a:moveTo>
                  <a:lnTo>
                    <a:pt x="3371634" y="886472"/>
                  </a:lnTo>
                </a:path>
                <a:path w="3371850" h="2566035">
                  <a:moveTo>
                    <a:pt x="9105" y="1638173"/>
                  </a:moveTo>
                  <a:lnTo>
                    <a:pt x="1392936" y="1638173"/>
                  </a:lnTo>
                </a:path>
                <a:path w="3371850" h="2566035">
                  <a:moveTo>
                    <a:pt x="9105" y="1788134"/>
                  </a:moveTo>
                  <a:lnTo>
                    <a:pt x="1392936" y="1788134"/>
                  </a:lnTo>
                </a:path>
                <a:path w="3371850" h="2566035">
                  <a:moveTo>
                    <a:pt x="9105" y="1938083"/>
                  </a:moveTo>
                  <a:lnTo>
                    <a:pt x="1392936" y="1938083"/>
                  </a:lnTo>
                </a:path>
                <a:path w="3371850" h="2566035">
                  <a:moveTo>
                    <a:pt x="9105" y="2088045"/>
                  </a:moveTo>
                  <a:lnTo>
                    <a:pt x="1392936" y="2088045"/>
                  </a:lnTo>
                </a:path>
                <a:path w="3371850" h="2566035">
                  <a:moveTo>
                    <a:pt x="9105" y="2247493"/>
                  </a:moveTo>
                  <a:lnTo>
                    <a:pt x="1392936" y="2247493"/>
                  </a:lnTo>
                </a:path>
                <a:path w="3371850" h="2566035">
                  <a:moveTo>
                    <a:pt x="0" y="2406573"/>
                  </a:moveTo>
                  <a:lnTo>
                    <a:pt x="1383436" y="2406573"/>
                  </a:lnTo>
                </a:path>
                <a:path w="3371850" h="2566035">
                  <a:moveTo>
                    <a:pt x="9105" y="2566022"/>
                  </a:moveTo>
                  <a:lnTo>
                    <a:pt x="1392936" y="2566022"/>
                  </a:lnTo>
                </a:path>
                <a:path w="3371850" h="2566035">
                  <a:moveTo>
                    <a:pt x="1840915" y="0"/>
                  </a:moveTo>
                  <a:lnTo>
                    <a:pt x="1840915" y="76840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98997" y="2978410"/>
              <a:ext cx="102869" cy="98679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98997" y="2818961"/>
              <a:ext cx="102869" cy="98679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98997" y="2659513"/>
              <a:ext cx="102869" cy="98679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698997" y="2500242"/>
              <a:ext cx="102869" cy="98310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4645621" y="2262377"/>
              <a:ext cx="460375" cy="2419985"/>
            </a:xfrm>
            <a:custGeom>
              <a:avLst/>
              <a:gdLst/>
              <a:ahLst/>
              <a:cxnLst/>
              <a:rect l="l" t="t" r="r" b="b"/>
              <a:pathLst>
                <a:path w="460375" h="2419985">
                  <a:moveTo>
                    <a:pt x="0" y="291960"/>
                  </a:moveTo>
                  <a:lnTo>
                    <a:pt x="460120" y="0"/>
                  </a:lnTo>
                </a:path>
                <a:path w="460375" h="2419985">
                  <a:moveTo>
                    <a:pt x="0" y="441540"/>
                  </a:moveTo>
                  <a:lnTo>
                    <a:pt x="460120" y="149961"/>
                  </a:lnTo>
                </a:path>
                <a:path w="460375" h="2419985">
                  <a:moveTo>
                    <a:pt x="0" y="591883"/>
                  </a:moveTo>
                  <a:lnTo>
                    <a:pt x="460120" y="299923"/>
                  </a:lnTo>
                </a:path>
                <a:path w="460375" h="2419985">
                  <a:moveTo>
                    <a:pt x="0" y="741845"/>
                  </a:moveTo>
                  <a:lnTo>
                    <a:pt x="460120" y="449884"/>
                  </a:lnTo>
                </a:path>
                <a:path w="460375" h="2419985">
                  <a:moveTo>
                    <a:pt x="0" y="1200835"/>
                  </a:moveTo>
                  <a:lnTo>
                    <a:pt x="272567" y="1040244"/>
                  </a:lnTo>
                </a:path>
                <a:path w="460375" h="2419985">
                  <a:moveTo>
                    <a:pt x="0" y="1351178"/>
                  </a:moveTo>
                  <a:lnTo>
                    <a:pt x="460120" y="1059218"/>
                  </a:lnTo>
                </a:path>
                <a:path w="460375" h="2419985">
                  <a:moveTo>
                    <a:pt x="0" y="1500746"/>
                  </a:moveTo>
                  <a:lnTo>
                    <a:pt x="460120" y="1208798"/>
                  </a:lnTo>
                </a:path>
                <a:path w="460375" h="2419985">
                  <a:moveTo>
                    <a:pt x="0" y="1650707"/>
                  </a:moveTo>
                  <a:lnTo>
                    <a:pt x="460120" y="1359141"/>
                  </a:lnTo>
                </a:path>
                <a:path w="460375" h="2419985">
                  <a:moveTo>
                    <a:pt x="0" y="1801037"/>
                  </a:moveTo>
                  <a:lnTo>
                    <a:pt x="460120" y="1509102"/>
                  </a:lnTo>
                </a:path>
                <a:path w="460375" h="2419985">
                  <a:moveTo>
                    <a:pt x="0" y="1950618"/>
                  </a:moveTo>
                  <a:lnTo>
                    <a:pt x="460120" y="1658683"/>
                  </a:lnTo>
                </a:path>
                <a:path w="460375" h="2419985">
                  <a:moveTo>
                    <a:pt x="0" y="2119566"/>
                  </a:moveTo>
                  <a:lnTo>
                    <a:pt x="460120" y="1827999"/>
                  </a:lnTo>
                </a:path>
                <a:path w="460375" h="2419985">
                  <a:moveTo>
                    <a:pt x="0" y="2269528"/>
                  </a:moveTo>
                  <a:lnTo>
                    <a:pt x="460120" y="1977580"/>
                  </a:lnTo>
                </a:path>
                <a:path w="460375" h="2419985">
                  <a:moveTo>
                    <a:pt x="0" y="2419489"/>
                  </a:moveTo>
                  <a:lnTo>
                    <a:pt x="460120" y="2127542"/>
                  </a:lnTo>
                </a:path>
                <a:path w="460375" h="2419985">
                  <a:moveTo>
                    <a:pt x="9105" y="1050874"/>
                  </a:moveTo>
                  <a:lnTo>
                    <a:pt x="141579" y="984046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4699901" y="3147339"/>
              <a:ext cx="160020" cy="160020"/>
            </a:xfrm>
            <a:custGeom>
              <a:avLst/>
              <a:gdLst/>
              <a:ahLst/>
              <a:cxnLst/>
              <a:rect l="l" t="t" r="r" b="b"/>
              <a:pathLst>
                <a:path w="160020" h="160020">
                  <a:moveTo>
                    <a:pt x="159448" y="0"/>
                  </a:moveTo>
                  <a:lnTo>
                    <a:pt x="0" y="0"/>
                  </a:lnTo>
                  <a:lnTo>
                    <a:pt x="0" y="159448"/>
                  </a:lnTo>
                  <a:lnTo>
                    <a:pt x="159448" y="159448"/>
                  </a:lnTo>
                  <a:lnTo>
                    <a:pt x="159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169198" y="2068944"/>
              <a:ext cx="3966845" cy="1235710"/>
            </a:xfrm>
            <a:custGeom>
              <a:avLst/>
              <a:gdLst/>
              <a:ahLst/>
              <a:cxnLst/>
              <a:rect l="l" t="t" r="r" b="b"/>
              <a:pathLst>
                <a:path w="3966845" h="1235710">
                  <a:moveTo>
                    <a:pt x="2545880" y="1076502"/>
                  </a:moveTo>
                  <a:lnTo>
                    <a:pt x="3957027" y="1076502"/>
                  </a:lnTo>
                </a:path>
                <a:path w="3966845" h="1235710">
                  <a:moveTo>
                    <a:pt x="2583103" y="1235570"/>
                  </a:moveTo>
                  <a:lnTo>
                    <a:pt x="3966514" y="1235570"/>
                  </a:lnTo>
                </a:path>
                <a:path w="3966845" h="1235710">
                  <a:moveTo>
                    <a:pt x="2485529" y="1075740"/>
                  </a:moveTo>
                  <a:lnTo>
                    <a:pt x="2927426" y="793280"/>
                  </a:lnTo>
                </a:path>
                <a:path w="3966845" h="1235710">
                  <a:moveTo>
                    <a:pt x="168554" y="150152"/>
                  </a:moveTo>
                  <a:lnTo>
                    <a:pt x="161927" y="91731"/>
                  </a:lnTo>
                  <a:lnTo>
                    <a:pt x="143860" y="44000"/>
                  </a:lnTo>
                  <a:lnTo>
                    <a:pt x="117071" y="11808"/>
                  </a:lnTo>
                  <a:lnTo>
                    <a:pt x="84277" y="0"/>
                  </a:lnTo>
                  <a:lnTo>
                    <a:pt x="51477" y="11808"/>
                  </a:lnTo>
                  <a:lnTo>
                    <a:pt x="24688" y="44000"/>
                  </a:lnTo>
                  <a:lnTo>
                    <a:pt x="6624" y="91731"/>
                  </a:lnTo>
                  <a:lnTo>
                    <a:pt x="0" y="150152"/>
                  </a:lnTo>
                  <a:lnTo>
                    <a:pt x="6624" y="208589"/>
                  </a:lnTo>
                  <a:lnTo>
                    <a:pt x="24688" y="256317"/>
                  </a:lnTo>
                  <a:lnTo>
                    <a:pt x="51477" y="288501"/>
                  </a:lnTo>
                  <a:lnTo>
                    <a:pt x="84277" y="300304"/>
                  </a:lnTo>
                  <a:lnTo>
                    <a:pt x="117071" y="288501"/>
                  </a:lnTo>
                  <a:lnTo>
                    <a:pt x="143860" y="256317"/>
                  </a:lnTo>
                  <a:lnTo>
                    <a:pt x="161927" y="208589"/>
                  </a:lnTo>
                  <a:lnTo>
                    <a:pt x="168554" y="150152"/>
                  </a:lnTo>
                  <a:close/>
                </a:path>
                <a:path w="3966845" h="1235710">
                  <a:moveTo>
                    <a:pt x="955929" y="150152"/>
                  </a:moveTo>
                  <a:lnTo>
                    <a:pt x="949304" y="91731"/>
                  </a:lnTo>
                  <a:lnTo>
                    <a:pt x="931240" y="44000"/>
                  </a:lnTo>
                  <a:lnTo>
                    <a:pt x="904451" y="11808"/>
                  </a:lnTo>
                  <a:lnTo>
                    <a:pt x="871651" y="0"/>
                  </a:lnTo>
                  <a:lnTo>
                    <a:pt x="838857" y="11808"/>
                  </a:lnTo>
                  <a:lnTo>
                    <a:pt x="812068" y="44000"/>
                  </a:lnTo>
                  <a:lnTo>
                    <a:pt x="794001" y="91731"/>
                  </a:lnTo>
                  <a:lnTo>
                    <a:pt x="787374" y="150152"/>
                  </a:lnTo>
                  <a:lnTo>
                    <a:pt x="794001" y="208589"/>
                  </a:lnTo>
                  <a:lnTo>
                    <a:pt x="812068" y="256317"/>
                  </a:lnTo>
                  <a:lnTo>
                    <a:pt x="838857" y="288501"/>
                  </a:lnTo>
                  <a:lnTo>
                    <a:pt x="871651" y="300304"/>
                  </a:lnTo>
                  <a:lnTo>
                    <a:pt x="904451" y="288501"/>
                  </a:lnTo>
                  <a:lnTo>
                    <a:pt x="931240" y="256317"/>
                  </a:lnTo>
                  <a:lnTo>
                    <a:pt x="949304" y="208589"/>
                  </a:lnTo>
                  <a:lnTo>
                    <a:pt x="955929" y="150152"/>
                  </a:lnTo>
                  <a:close/>
                </a:path>
                <a:path w="3966845" h="1235710">
                  <a:moveTo>
                    <a:pt x="881138" y="300494"/>
                  </a:moveTo>
                  <a:lnTo>
                    <a:pt x="178422" y="300494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243988" y="2069134"/>
              <a:ext cx="272415" cy="300355"/>
            </a:xfrm>
            <a:custGeom>
              <a:avLst/>
              <a:gdLst/>
              <a:ahLst/>
              <a:cxnLst/>
              <a:rect l="l" t="t" r="r" b="b"/>
              <a:pathLst>
                <a:path w="272414" h="300355">
                  <a:moveTo>
                    <a:pt x="272199" y="0"/>
                  </a:moveTo>
                  <a:lnTo>
                    <a:pt x="0" y="0"/>
                  </a:lnTo>
                  <a:lnTo>
                    <a:pt x="0" y="300304"/>
                  </a:lnTo>
                  <a:lnTo>
                    <a:pt x="272199" y="300304"/>
                  </a:lnTo>
                  <a:lnTo>
                    <a:pt x="2721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234869" y="2069134"/>
              <a:ext cx="796925" cy="0"/>
            </a:xfrm>
            <a:custGeom>
              <a:avLst/>
              <a:gdLst/>
              <a:ahLst/>
              <a:cxnLst/>
              <a:rect l="l" t="t" r="r" b="b"/>
              <a:pathLst>
                <a:path w="796925" h="0">
                  <a:moveTo>
                    <a:pt x="796493" y="0"/>
                  </a:move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1783301" y="3811492"/>
            <a:ext cx="435609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Stop</a:t>
            </a:r>
            <a:r>
              <a:rPr dirty="0" sz="950" spc="65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(1)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1602187" y="4625473"/>
            <a:ext cx="746760" cy="269875"/>
            <a:chOff x="1602187" y="4625473"/>
            <a:chExt cx="746760" cy="269875"/>
          </a:xfrm>
        </p:grpSpPr>
        <p:sp>
          <p:nvSpPr>
            <p:cNvPr id="49" name="object 49" descr=""/>
            <p:cNvSpPr/>
            <p:nvPr/>
          </p:nvSpPr>
          <p:spPr>
            <a:xfrm>
              <a:off x="1608455" y="4631740"/>
              <a:ext cx="734060" cy="229870"/>
            </a:xfrm>
            <a:custGeom>
              <a:avLst/>
              <a:gdLst/>
              <a:ahLst/>
              <a:cxnLst/>
              <a:rect l="l" t="t" r="r" b="b"/>
              <a:pathLst>
                <a:path w="734060" h="229870">
                  <a:moveTo>
                    <a:pt x="517461" y="228549"/>
                  </a:moveTo>
                  <a:lnTo>
                    <a:pt x="733856" y="229311"/>
                  </a:lnTo>
                </a:path>
                <a:path w="734060" h="229870">
                  <a:moveTo>
                    <a:pt x="384581" y="0"/>
                  </a:moveTo>
                  <a:lnTo>
                    <a:pt x="384949" y="143890"/>
                  </a:lnTo>
                </a:path>
                <a:path w="734060" h="229870">
                  <a:moveTo>
                    <a:pt x="232727" y="142379"/>
                  </a:moveTo>
                  <a:lnTo>
                    <a:pt x="520877" y="143128"/>
                  </a:lnTo>
                </a:path>
                <a:path w="734060" h="229870">
                  <a:moveTo>
                    <a:pt x="0" y="219443"/>
                  </a:moveTo>
                  <a:lnTo>
                    <a:pt x="216395" y="219824"/>
                  </a:lnTo>
                </a:path>
              </a:pathLst>
            </a:custGeom>
            <a:ln w="125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063896" y="4810817"/>
              <a:ext cx="84289" cy="84277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1825675" y="4817084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5" h="71754">
                  <a:moveTo>
                    <a:pt x="71742" y="35864"/>
                  </a:moveTo>
                  <a:lnTo>
                    <a:pt x="68924" y="21908"/>
                  </a:lnTo>
                  <a:lnTo>
                    <a:pt x="61239" y="10507"/>
                  </a:lnTo>
                  <a:lnTo>
                    <a:pt x="49839" y="2819"/>
                  </a:lnTo>
                  <a:lnTo>
                    <a:pt x="35877" y="0"/>
                  </a:lnTo>
                  <a:lnTo>
                    <a:pt x="21918" y="2819"/>
                  </a:lnTo>
                  <a:lnTo>
                    <a:pt x="10514" y="10507"/>
                  </a:lnTo>
                  <a:lnTo>
                    <a:pt x="2821" y="21908"/>
                  </a:lnTo>
                  <a:lnTo>
                    <a:pt x="0" y="35864"/>
                  </a:lnTo>
                  <a:lnTo>
                    <a:pt x="2821" y="49828"/>
                  </a:lnTo>
                  <a:lnTo>
                    <a:pt x="10514" y="61233"/>
                  </a:lnTo>
                  <a:lnTo>
                    <a:pt x="21918" y="68922"/>
                  </a:lnTo>
                  <a:lnTo>
                    <a:pt x="35877" y="71742"/>
                  </a:lnTo>
                  <a:lnTo>
                    <a:pt x="49839" y="68922"/>
                  </a:lnTo>
                  <a:lnTo>
                    <a:pt x="61239" y="61233"/>
                  </a:lnTo>
                  <a:lnTo>
                    <a:pt x="68924" y="49828"/>
                  </a:lnTo>
                  <a:lnTo>
                    <a:pt x="71742" y="35864"/>
                  </a:lnTo>
                  <a:close/>
                </a:path>
              </a:pathLst>
            </a:custGeom>
            <a:ln w="125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1782542" y="4458025"/>
            <a:ext cx="43751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RST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(5)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2930964" y="2772745"/>
            <a:ext cx="196215" cy="2654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90"/>
              </a:spcBef>
            </a:pPr>
            <a:r>
              <a:rPr dirty="0" sz="750" spc="-25">
                <a:latin typeface="Times New Roman"/>
                <a:cs typeface="Times New Roman"/>
              </a:rPr>
              <a:t>RS2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(3)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4" name="object 54" descr=""/>
          <p:cNvSpPr/>
          <p:nvPr/>
        </p:nvSpPr>
        <p:spPr>
          <a:xfrm>
            <a:off x="2253856" y="2369439"/>
            <a:ext cx="777875" cy="160020"/>
          </a:xfrm>
          <a:custGeom>
            <a:avLst/>
            <a:gdLst/>
            <a:ahLst/>
            <a:cxnLst/>
            <a:rect l="l" t="t" r="r" b="b"/>
            <a:pathLst>
              <a:path w="777875" h="160019">
                <a:moveTo>
                  <a:pt x="0" y="0"/>
                </a:moveTo>
                <a:lnTo>
                  <a:pt x="0" y="112394"/>
                </a:lnTo>
              </a:path>
              <a:path w="777875" h="160019">
                <a:moveTo>
                  <a:pt x="0" y="0"/>
                </a:moveTo>
                <a:lnTo>
                  <a:pt x="111988" y="0"/>
                </a:lnTo>
              </a:path>
              <a:path w="777875" h="160019">
                <a:moveTo>
                  <a:pt x="37198" y="37604"/>
                </a:moveTo>
                <a:lnTo>
                  <a:pt x="37198" y="149580"/>
                </a:lnTo>
              </a:path>
              <a:path w="777875" h="160019">
                <a:moveTo>
                  <a:pt x="37198" y="37604"/>
                </a:moveTo>
                <a:lnTo>
                  <a:pt x="111988" y="37604"/>
                </a:lnTo>
              </a:path>
              <a:path w="777875" h="160019">
                <a:moveTo>
                  <a:pt x="102869" y="0"/>
                </a:moveTo>
                <a:lnTo>
                  <a:pt x="102869" y="37604"/>
                </a:lnTo>
              </a:path>
              <a:path w="777875" h="160019">
                <a:moveTo>
                  <a:pt x="0" y="112394"/>
                </a:moveTo>
                <a:lnTo>
                  <a:pt x="37198" y="159448"/>
                </a:lnTo>
              </a:path>
              <a:path w="777875" h="160019">
                <a:moveTo>
                  <a:pt x="665137" y="0"/>
                </a:moveTo>
                <a:lnTo>
                  <a:pt x="665137" y="112394"/>
                </a:lnTo>
              </a:path>
              <a:path w="777875" h="160019">
                <a:moveTo>
                  <a:pt x="665137" y="0"/>
                </a:moveTo>
                <a:lnTo>
                  <a:pt x="777506" y="0"/>
                </a:lnTo>
              </a:path>
              <a:path w="777875" h="160019">
                <a:moveTo>
                  <a:pt x="702716" y="37604"/>
                </a:moveTo>
                <a:lnTo>
                  <a:pt x="702716" y="149580"/>
                </a:lnTo>
              </a:path>
              <a:path w="777875" h="160019">
                <a:moveTo>
                  <a:pt x="702716" y="37604"/>
                </a:moveTo>
                <a:lnTo>
                  <a:pt x="777506" y="37604"/>
                </a:lnTo>
              </a:path>
              <a:path w="777875" h="160019">
                <a:moveTo>
                  <a:pt x="768400" y="0"/>
                </a:moveTo>
                <a:lnTo>
                  <a:pt x="768400" y="37604"/>
                </a:lnTo>
              </a:path>
              <a:path w="777875" h="160019">
                <a:moveTo>
                  <a:pt x="665137" y="112394"/>
                </a:moveTo>
                <a:lnTo>
                  <a:pt x="702716" y="15944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 txBox="1"/>
          <p:nvPr/>
        </p:nvSpPr>
        <p:spPr>
          <a:xfrm>
            <a:off x="2200149" y="2772745"/>
            <a:ext cx="195580" cy="2654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90"/>
              </a:spcBef>
            </a:pPr>
            <a:r>
              <a:rPr dirty="0" sz="750" spc="-25">
                <a:latin typeface="Times New Roman"/>
                <a:cs typeface="Times New Roman"/>
              </a:rPr>
              <a:t>RS1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(2)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56" name="object 56" descr=""/>
          <p:cNvGrpSpPr/>
          <p:nvPr/>
        </p:nvGrpSpPr>
        <p:grpSpPr>
          <a:xfrm>
            <a:off x="2258199" y="2158174"/>
            <a:ext cx="1884045" cy="3178810"/>
            <a:chOff x="2258199" y="2158174"/>
            <a:chExt cx="1884045" cy="3178810"/>
          </a:xfrm>
        </p:grpSpPr>
        <p:sp>
          <p:nvSpPr>
            <p:cNvPr id="57" name="object 57" descr=""/>
            <p:cNvSpPr/>
            <p:nvPr/>
          </p:nvSpPr>
          <p:spPr>
            <a:xfrm>
              <a:off x="2262962" y="2162936"/>
              <a:ext cx="1874520" cy="3169285"/>
            </a:xfrm>
            <a:custGeom>
              <a:avLst/>
              <a:gdLst/>
              <a:ahLst/>
              <a:cxnLst/>
              <a:rect l="l" t="t" r="r" b="b"/>
              <a:pathLst>
                <a:path w="1874520" h="3169285">
                  <a:moveTo>
                    <a:pt x="0" y="375069"/>
                  </a:moveTo>
                  <a:lnTo>
                    <a:pt x="0" y="581215"/>
                  </a:lnTo>
                </a:path>
                <a:path w="1874520" h="3169285">
                  <a:moveTo>
                    <a:pt x="693610" y="375069"/>
                  </a:moveTo>
                  <a:lnTo>
                    <a:pt x="693610" y="581215"/>
                  </a:lnTo>
                </a:path>
                <a:path w="1874520" h="3169285">
                  <a:moveTo>
                    <a:pt x="1293456" y="9867"/>
                  </a:moveTo>
                  <a:lnTo>
                    <a:pt x="1096403" y="131330"/>
                  </a:lnTo>
                </a:path>
                <a:path w="1874520" h="3169285">
                  <a:moveTo>
                    <a:pt x="243725" y="0"/>
                  </a:moveTo>
                  <a:lnTo>
                    <a:pt x="46697" y="121843"/>
                  </a:lnTo>
                </a:path>
                <a:path w="1874520" h="3169285">
                  <a:moveTo>
                    <a:pt x="1209179" y="56540"/>
                  </a:moveTo>
                  <a:lnTo>
                    <a:pt x="149961" y="56540"/>
                  </a:lnTo>
                </a:path>
                <a:path w="1874520" h="3169285">
                  <a:moveTo>
                    <a:pt x="1771421" y="2905785"/>
                  </a:moveTo>
                  <a:lnTo>
                    <a:pt x="1765397" y="2863410"/>
                  </a:lnTo>
                  <a:lnTo>
                    <a:pt x="1748397" y="2825325"/>
                  </a:lnTo>
                  <a:lnTo>
                    <a:pt x="1722034" y="2793052"/>
                  </a:lnTo>
                  <a:lnTo>
                    <a:pt x="1687917" y="2768114"/>
                  </a:lnTo>
                  <a:lnTo>
                    <a:pt x="1647658" y="2752035"/>
                  </a:lnTo>
                  <a:lnTo>
                    <a:pt x="1602867" y="2746336"/>
                  </a:lnTo>
                  <a:lnTo>
                    <a:pt x="1558071" y="2752035"/>
                  </a:lnTo>
                  <a:lnTo>
                    <a:pt x="1517810" y="2768114"/>
                  </a:lnTo>
                  <a:lnTo>
                    <a:pt x="1483694" y="2793052"/>
                  </a:lnTo>
                  <a:lnTo>
                    <a:pt x="1457333" y="2825325"/>
                  </a:lnTo>
                  <a:lnTo>
                    <a:pt x="1440336" y="2863410"/>
                  </a:lnTo>
                  <a:lnTo>
                    <a:pt x="1434312" y="2905785"/>
                  </a:lnTo>
                  <a:lnTo>
                    <a:pt x="1440336" y="2948155"/>
                  </a:lnTo>
                  <a:lnTo>
                    <a:pt x="1457333" y="2986239"/>
                  </a:lnTo>
                  <a:lnTo>
                    <a:pt x="1483694" y="3018513"/>
                  </a:lnTo>
                  <a:lnTo>
                    <a:pt x="1517810" y="3043453"/>
                  </a:lnTo>
                  <a:lnTo>
                    <a:pt x="1558071" y="3059534"/>
                  </a:lnTo>
                  <a:lnTo>
                    <a:pt x="1602867" y="3065233"/>
                  </a:lnTo>
                  <a:lnTo>
                    <a:pt x="1647658" y="3059534"/>
                  </a:lnTo>
                  <a:lnTo>
                    <a:pt x="1687917" y="3043453"/>
                  </a:lnTo>
                  <a:lnTo>
                    <a:pt x="1722034" y="3018513"/>
                  </a:lnTo>
                  <a:lnTo>
                    <a:pt x="1748397" y="2986239"/>
                  </a:lnTo>
                  <a:lnTo>
                    <a:pt x="1765397" y="2948155"/>
                  </a:lnTo>
                  <a:lnTo>
                    <a:pt x="1771421" y="2905785"/>
                  </a:lnTo>
                  <a:close/>
                </a:path>
                <a:path w="1874520" h="3169285">
                  <a:moveTo>
                    <a:pt x="1443418" y="2981337"/>
                  </a:moveTo>
                  <a:lnTo>
                    <a:pt x="1330642" y="3168878"/>
                  </a:lnTo>
                </a:path>
                <a:path w="1874520" h="3169285">
                  <a:moveTo>
                    <a:pt x="1761934" y="2981337"/>
                  </a:moveTo>
                  <a:lnTo>
                    <a:pt x="1874291" y="3168878"/>
                  </a:lnTo>
                </a:path>
                <a:path w="1874520" h="3169285">
                  <a:moveTo>
                    <a:pt x="1340510" y="3168878"/>
                  </a:moveTo>
                  <a:lnTo>
                    <a:pt x="1874291" y="3168878"/>
                  </a:lnTo>
                </a:path>
                <a:path w="1874520" h="3169285">
                  <a:moveTo>
                    <a:pt x="853058" y="2399715"/>
                  </a:moveTo>
                  <a:lnTo>
                    <a:pt x="993533" y="2399715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802058" y="4651876"/>
              <a:ext cx="290436" cy="140456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083388" y="4848523"/>
              <a:ext cx="290017" cy="187921"/>
            </a:xfrm>
            <a:prstGeom prst="rect">
              <a:avLst/>
            </a:prstGeom>
          </p:spPr>
        </p:pic>
      </p:grpSp>
      <p:sp>
        <p:nvSpPr>
          <p:cNvPr id="60" name="object 60" descr=""/>
          <p:cNvSpPr txBox="1"/>
          <p:nvPr/>
        </p:nvSpPr>
        <p:spPr>
          <a:xfrm>
            <a:off x="2153074" y="5217314"/>
            <a:ext cx="532765" cy="476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95"/>
              </a:spcBef>
            </a:pPr>
            <a:r>
              <a:rPr dirty="0" sz="950" spc="-10">
                <a:latin typeface="Times New Roman"/>
                <a:cs typeface="Times New Roman"/>
              </a:rPr>
              <a:t>Proximity zwitch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950" spc="-25">
                <a:latin typeface="Times New Roman"/>
                <a:cs typeface="Times New Roman"/>
              </a:rPr>
              <a:t>(4)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2790501" y="5278440"/>
            <a:ext cx="370840" cy="476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95"/>
              </a:spcBef>
            </a:pPr>
            <a:r>
              <a:rPr dirty="0" sz="950" spc="-10">
                <a:latin typeface="Times New Roman"/>
                <a:cs typeface="Times New Roman"/>
              </a:rPr>
              <a:t>Limit Switch </a:t>
            </a:r>
            <a:r>
              <a:rPr dirty="0" sz="950" spc="-25">
                <a:latin typeface="Times New Roman"/>
                <a:cs typeface="Times New Roman"/>
              </a:rPr>
              <a:t>(6)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3699366" y="5396131"/>
            <a:ext cx="329565" cy="325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95"/>
              </a:spcBef>
            </a:pPr>
            <a:r>
              <a:rPr dirty="0" sz="950" spc="-10">
                <a:latin typeface="Times New Roman"/>
                <a:cs typeface="Times New Roman"/>
              </a:rPr>
              <a:t>Lifter motor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4711878" y="5527490"/>
            <a:ext cx="70421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Down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(1004)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4720986" y="4711259"/>
            <a:ext cx="1468755" cy="45720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212215">
              <a:lnSpc>
                <a:spcPct val="100000"/>
              </a:lnSpc>
              <a:spcBef>
                <a:spcPts val="650"/>
              </a:spcBef>
            </a:pPr>
            <a:r>
              <a:rPr dirty="0" sz="950" spc="-20">
                <a:latin typeface="Times New Roman"/>
                <a:cs typeface="Times New Roman"/>
              </a:rPr>
              <a:t>Tray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950">
                <a:latin typeface="Times New Roman"/>
                <a:cs typeface="Times New Roman"/>
              </a:rPr>
              <a:t>Up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(1001)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5620743" y="3689250"/>
            <a:ext cx="866775" cy="3263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3800"/>
              </a:lnSpc>
              <a:spcBef>
                <a:spcPts val="90"/>
              </a:spcBef>
            </a:pPr>
            <a:r>
              <a:rPr dirty="0" sz="950">
                <a:latin typeface="Times New Roman"/>
                <a:cs typeface="Times New Roman"/>
              </a:rPr>
              <a:t>Conveyor</a:t>
            </a:r>
            <a:r>
              <a:rPr dirty="0" sz="950" spc="20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motor (1000)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66" name="object 66" descr=""/>
          <p:cNvGrpSpPr/>
          <p:nvPr/>
        </p:nvGrpSpPr>
        <p:grpSpPr>
          <a:xfrm>
            <a:off x="2426963" y="1970817"/>
            <a:ext cx="3669665" cy="3688715"/>
            <a:chOff x="2426963" y="1970817"/>
            <a:chExt cx="3669665" cy="3688715"/>
          </a:xfrm>
        </p:grpSpPr>
        <p:sp>
          <p:nvSpPr>
            <p:cNvPr id="67" name="object 67" descr=""/>
            <p:cNvSpPr/>
            <p:nvPr/>
          </p:nvSpPr>
          <p:spPr>
            <a:xfrm>
              <a:off x="5824397" y="3358794"/>
              <a:ext cx="217804" cy="323215"/>
            </a:xfrm>
            <a:custGeom>
              <a:avLst/>
              <a:gdLst/>
              <a:ahLst/>
              <a:cxnLst/>
              <a:rect l="l" t="t" r="r" b="b"/>
              <a:pathLst>
                <a:path w="217804" h="323214">
                  <a:moveTo>
                    <a:pt x="0" y="322694"/>
                  </a:moveTo>
                  <a:lnTo>
                    <a:pt x="217551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6000940" y="3278695"/>
              <a:ext cx="95885" cy="109220"/>
            </a:xfrm>
            <a:custGeom>
              <a:avLst/>
              <a:gdLst/>
              <a:ahLst/>
              <a:cxnLst/>
              <a:rect l="l" t="t" r="r" b="b"/>
              <a:pathLst>
                <a:path w="95885" h="109220">
                  <a:moveTo>
                    <a:pt x="95288" y="0"/>
                  </a:moveTo>
                  <a:lnTo>
                    <a:pt x="0" y="53911"/>
                  </a:lnTo>
                  <a:lnTo>
                    <a:pt x="80860" y="108966"/>
                  </a:lnTo>
                  <a:lnTo>
                    <a:pt x="952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5597753" y="4744884"/>
              <a:ext cx="255270" cy="89535"/>
            </a:xfrm>
            <a:custGeom>
              <a:avLst/>
              <a:gdLst/>
              <a:ahLst/>
              <a:cxnLst/>
              <a:rect l="l" t="t" r="r" b="b"/>
              <a:pathLst>
                <a:path w="255270" h="89535">
                  <a:moveTo>
                    <a:pt x="255130" y="89217"/>
                  </a:move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5505881" y="4698949"/>
              <a:ext cx="109855" cy="93345"/>
            </a:xfrm>
            <a:custGeom>
              <a:avLst/>
              <a:gdLst/>
              <a:ahLst/>
              <a:cxnLst/>
              <a:rect l="l" t="t" r="r" b="b"/>
              <a:pathLst>
                <a:path w="109854" h="93345">
                  <a:moveTo>
                    <a:pt x="109347" y="0"/>
                  </a:moveTo>
                  <a:lnTo>
                    <a:pt x="0" y="14046"/>
                  </a:lnTo>
                  <a:lnTo>
                    <a:pt x="76695" y="93014"/>
                  </a:lnTo>
                  <a:lnTo>
                    <a:pt x="1093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4606112" y="5081625"/>
              <a:ext cx="0" cy="480059"/>
            </a:xfrm>
            <a:custGeom>
              <a:avLst/>
              <a:gdLst/>
              <a:ahLst/>
              <a:cxnLst/>
              <a:rect l="l" t="t" r="r" b="b"/>
              <a:pathLst>
                <a:path w="0" h="480060">
                  <a:moveTo>
                    <a:pt x="0" y="0"/>
                  </a:moveTo>
                  <a:lnTo>
                    <a:pt x="0" y="479869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4557154" y="4984432"/>
              <a:ext cx="98425" cy="675005"/>
            </a:xfrm>
            <a:custGeom>
              <a:avLst/>
              <a:gdLst/>
              <a:ahLst/>
              <a:cxnLst/>
              <a:rect l="l" t="t" r="r" b="b"/>
              <a:pathLst>
                <a:path w="98425" h="675004">
                  <a:moveTo>
                    <a:pt x="98336" y="576694"/>
                  </a:moveTo>
                  <a:lnTo>
                    <a:pt x="0" y="576694"/>
                  </a:lnTo>
                  <a:lnTo>
                    <a:pt x="48958" y="674624"/>
                  </a:lnTo>
                  <a:lnTo>
                    <a:pt x="98336" y="576694"/>
                  </a:lnTo>
                  <a:close/>
                </a:path>
                <a:path w="98425" h="675004">
                  <a:moveTo>
                    <a:pt x="98336" y="98336"/>
                  </a:moveTo>
                  <a:lnTo>
                    <a:pt x="48958" y="0"/>
                  </a:lnTo>
                  <a:lnTo>
                    <a:pt x="0" y="98336"/>
                  </a:lnTo>
                  <a:lnTo>
                    <a:pt x="98336" y="983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2937598" y="5135918"/>
              <a:ext cx="109855" cy="139065"/>
            </a:xfrm>
            <a:custGeom>
              <a:avLst/>
              <a:gdLst/>
              <a:ahLst/>
              <a:cxnLst/>
              <a:rect l="l" t="t" r="r" b="b"/>
              <a:pathLst>
                <a:path w="109855" h="139064">
                  <a:moveTo>
                    <a:pt x="0" y="138950"/>
                  </a:moveTo>
                  <a:lnTo>
                    <a:pt x="109334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3007436" y="5059603"/>
              <a:ext cx="99695" cy="107950"/>
            </a:xfrm>
            <a:custGeom>
              <a:avLst/>
              <a:gdLst/>
              <a:ahLst/>
              <a:cxnLst/>
              <a:rect l="l" t="t" r="r" b="b"/>
              <a:pathLst>
                <a:path w="99694" h="107950">
                  <a:moveTo>
                    <a:pt x="99479" y="0"/>
                  </a:moveTo>
                  <a:lnTo>
                    <a:pt x="0" y="47078"/>
                  </a:lnTo>
                  <a:lnTo>
                    <a:pt x="77457" y="107823"/>
                  </a:lnTo>
                  <a:lnTo>
                    <a:pt x="994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2431516" y="4827269"/>
              <a:ext cx="399415" cy="391160"/>
            </a:xfrm>
            <a:custGeom>
              <a:avLst/>
              <a:gdLst/>
              <a:ahLst/>
              <a:cxnLst/>
              <a:rect l="l" t="t" r="r" b="b"/>
              <a:pathLst>
                <a:path w="399414" h="391160">
                  <a:moveTo>
                    <a:pt x="0" y="391032"/>
                  </a:moveTo>
                  <a:lnTo>
                    <a:pt x="399402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2795981" y="4759312"/>
              <a:ext cx="104775" cy="104139"/>
            </a:xfrm>
            <a:custGeom>
              <a:avLst/>
              <a:gdLst/>
              <a:ahLst/>
              <a:cxnLst/>
              <a:rect l="l" t="t" r="r" b="b"/>
              <a:pathLst>
                <a:path w="104775" h="104139">
                  <a:moveTo>
                    <a:pt x="104393" y="0"/>
                  </a:moveTo>
                  <a:lnTo>
                    <a:pt x="0" y="34162"/>
                  </a:lnTo>
                  <a:lnTo>
                    <a:pt x="68732" y="104012"/>
                  </a:lnTo>
                  <a:lnTo>
                    <a:pt x="1043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2714752" y="1975370"/>
              <a:ext cx="213995" cy="165735"/>
            </a:xfrm>
            <a:custGeom>
              <a:avLst/>
              <a:gdLst/>
              <a:ahLst/>
              <a:cxnLst/>
              <a:rect l="l" t="t" r="r" b="b"/>
              <a:pathLst>
                <a:path w="213994" h="165735">
                  <a:moveTo>
                    <a:pt x="213741" y="0"/>
                  </a:moveTo>
                  <a:lnTo>
                    <a:pt x="0" y="165163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2638437" y="2101024"/>
              <a:ext cx="107950" cy="99695"/>
            </a:xfrm>
            <a:custGeom>
              <a:avLst/>
              <a:gdLst/>
              <a:ahLst/>
              <a:cxnLst/>
              <a:rect l="l" t="t" r="r" b="b"/>
              <a:pathLst>
                <a:path w="107950" h="99694">
                  <a:moveTo>
                    <a:pt x="47066" y="0"/>
                  </a:moveTo>
                  <a:lnTo>
                    <a:pt x="0" y="99479"/>
                  </a:lnTo>
                  <a:lnTo>
                    <a:pt x="107442" y="77457"/>
                  </a:lnTo>
                  <a:lnTo>
                    <a:pt x="470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 descr=""/>
          <p:cNvSpPr txBox="1"/>
          <p:nvPr/>
        </p:nvSpPr>
        <p:spPr>
          <a:xfrm>
            <a:off x="2955641" y="1824435"/>
            <a:ext cx="34099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Times New Roman"/>
                <a:cs typeface="Times New Roman"/>
              </a:rPr>
              <a:t>Pizton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0" name="object 8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52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92875" cy="12065"/>
          </a:xfrm>
          <a:custGeom>
            <a:avLst/>
            <a:gdLst/>
            <a:ahLst/>
            <a:cxnLst/>
            <a:rect l="l" t="t" r="r" b="b"/>
            <a:pathLst>
              <a:path w="6492875" h="12065">
                <a:moveTo>
                  <a:pt x="0" y="0"/>
                </a:moveTo>
                <a:lnTo>
                  <a:pt x="6492671" y="0"/>
                </a:lnTo>
              </a:path>
              <a:path w="6492875" h="12065">
                <a:moveTo>
                  <a:pt x="0" y="11772"/>
                </a:moveTo>
                <a:lnTo>
                  <a:pt x="6492671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92875" cy="74930"/>
            <a:chOff x="625563" y="1234687"/>
            <a:chExt cx="649287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1006" y="961543"/>
            <a:ext cx="6415405" cy="7467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2765" algn="l"/>
              </a:tabLst>
            </a:pPr>
            <a:r>
              <a:rPr dirty="0" sz="1550" spc="40">
                <a:latin typeface="Times New Roman"/>
                <a:cs typeface="Times New Roman"/>
              </a:rPr>
              <a:t>6.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  <a:p>
            <a:pPr marL="12700" marR="5080">
              <a:lnSpc>
                <a:spcPct val="103600"/>
              </a:lnSpc>
              <a:spcBef>
                <a:spcPts val="1420"/>
              </a:spcBef>
            </a:pP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all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PCBz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have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been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puzhed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onto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conveyor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belt,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lifter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will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move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down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until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limit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zwitch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(LSW)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iz </a:t>
            </a:r>
            <a:r>
              <a:rPr dirty="0" sz="950">
                <a:latin typeface="Times New Roman"/>
                <a:cs typeface="Times New Roman"/>
              </a:rPr>
              <a:t>being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activated.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Thereafter,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whole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procedure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can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only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ztarted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by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ztart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zwitch.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53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631082" y="2137685"/>
            <a:ext cx="126492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30"/>
              </a:spcBef>
              <a:buFont typeface="Symbol"/>
              <a:buChar char=""/>
              <a:tabLst>
                <a:tab pos="237490" algn="l"/>
              </a:tabLst>
            </a:pPr>
            <a:r>
              <a:rPr dirty="0" sz="1150" spc="65">
                <a:latin typeface="Times New Roman"/>
                <a:cs typeface="Times New Roman"/>
              </a:rPr>
              <a:t>I/O</a:t>
            </a:r>
            <a:r>
              <a:rPr dirty="0" sz="1150" spc="7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Assignment</a:t>
            </a:r>
            <a:endParaRPr sz="1150">
              <a:latin typeface="Times New Roman"/>
              <a:cs typeface="Times New Roman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1984298" y="2516581"/>
          <a:ext cx="1894839" cy="12852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/>
                <a:gridCol w="1113155"/>
              </a:tblGrid>
              <a:tr h="1689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55">
                          <a:latin typeface="Times New Roman"/>
                          <a:cs typeface="Times New Roman"/>
                        </a:rPr>
                        <a:t>Input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Device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Start</a:t>
                      </a:r>
                      <a:r>
                        <a:rPr dirty="0" sz="9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Puzh</a:t>
                      </a:r>
                      <a:r>
                        <a:rPr dirty="0" sz="9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Button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Stop</a:t>
                      </a:r>
                      <a:r>
                        <a:rPr dirty="0" sz="95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Puzh</a:t>
                      </a:r>
                      <a:r>
                        <a:rPr dirty="0" sz="95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Button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RS1</a:t>
                      </a:r>
                      <a:r>
                        <a:rPr dirty="0" sz="95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(Left</a:t>
                      </a:r>
                      <a:r>
                        <a:rPr dirty="0" sz="9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Limit)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RS2</a:t>
                      </a:r>
                      <a:r>
                        <a:rPr dirty="0" sz="9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(Right</a:t>
                      </a:r>
                      <a:r>
                        <a:rPr dirty="0" sz="9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Limit)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Proximity</a:t>
                      </a:r>
                      <a:r>
                        <a:rPr dirty="0" sz="95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Switch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114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114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Rezet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00006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Limit</a:t>
                      </a:r>
                      <a:r>
                        <a:rPr dirty="0" sz="9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Switch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3952392" y="2516771"/>
          <a:ext cx="2007235" cy="9607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400"/>
                <a:gridCol w="1125220"/>
              </a:tblGrid>
              <a:tr h="1689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55">
                          <a:latin typeface="Times New Roman"/>
                          <a:cs typeface="Times New Roman"/>
                        </a:rPr>
                        <a:t>Output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Device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01000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Conveyor</a:t>
                      </a:r>
                      <a:r>
                        <a:rPr dirty="0" sz="9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motor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01001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dirty="0" sz="9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Lifter</a:t>
                      </a:r>
                      <a:r>
                        <a:rPr dirty="0" sz="9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motor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01002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Right</a:t>
                      </a:r>
                      <a:r>
                        <a:rPr dirty="0" sz="9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pizton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01003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Left</a:t>
                      </a:r>
                      <a:r>
                        <a:rPr dirty="0" sz="9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pizton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01004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Down</a:t>
                      </a:r>
                      <a:r>
                        <a:rPr dirty="0" sz="9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lifter</a:t>
                      </a:r>
                      <a:r>
                        <a:rPr dirty="0" sz="9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motor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1082" y="961543"/>
            <a:ext cx="537972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2130" algn="l"/>
              </a:tabLst>
            </a:pPr>
            <a:r>
              <a:rPr dirty="0" sz="1550" spc="40">
                <a:latin typeface="Times New Roman"/>
                <a:cs typeface="Times New Roman"/>
              </a:rPr>
              <a:t>6.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5563" y="953376"/>
            <a:ext cx="6492875" cy="12065"/>
          </a:xfrm>
          <a:custGeom>
            <a:avLst/>
            <a:gdLst/>
            <a:ahLst/>
            <a:cxnLst/>
            <a:rect l="l" t="t" r="r" b="b"/>
            <a:pathLst>
              <a:path w="6492875" h="12065">
                <a:moveTo>
                  <a:pt x="0" y="0"/>
                </a:moveTo>
                <a:lnTo>
                  <a:pt x="6492671" y="0"/>
                </a:lnTo>
              </a:path>
              <a:path w="6492875" h="12065">
                <a:moveTo>
                  <a:pt x="0" y="11772"/>
                </a:moveTo>
                <a:lnTo>
                  <a:pt x="6492671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5563" y="1234687"/>
            <a:ext cx="6492875" cy="74930"/>
            <a:chOff x="625563" y="1234687"/>
            <a:chExt cx="6492875" cy="74930"/>
          </a:xfrm>
        </p:grpSpPr>
        <p:sp>
          <p:nvSpPr>
            <p:cNvPr id="5" name="object 5" descr=""/>
            <p:cNvSpPr/>
            <p:nvPr/>
          </p:nvSpPr>
          <p:spPr>
            <a:xfrm>
              <a:off x="625563" y="1304543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71892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5563" y="1239431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43966" y="1403261"/>
            <a:ext cx="6410960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Ladder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diagram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: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Main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 spc="-50">
                <a:latin typeface="Times New Roman"/>
                <a:cs typeface="Times New Roman"/>
              </a:rPr>
              <a:t>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43966" y="1580730"/>
            <a:ext cx="6410960" cy="246379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Main1</a:t>
            </a:r>
            <a:r>
              <a:rPr dirty="0" sz="750" spc="120">
                <a:latin typeface="Times New Roman"/>
                <a:cs typeface="Times New Roman"/>
              </a:rPr>
              <a:t> </a:t>
            </a:r>
            <a:r>
              <a:rPr dirty="0" sz="750">
                <a:latin typeface="Franklin Gothic Demi Cond"/>
                <a:cs typeface="Franklin Gothic Demi Cond"/>
              </a:rPr>
              <a:t>–</a:t>
            </a:r>
            <a:endParaRPr sz="750">
              <a:latin typeface="Franklin Gothic Demi Cond"/>
              <a:cs typeface="Franklin Gothic Demi Cond"/>
            </a:endParaRPr>
          </a:p>
          <a:p>
            <a:pPr marL="67310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Times New Roman"/>
                <a:cs typeface="Times New Roman"/>
              </a:rPr>
              <a:t>PCB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packing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conveyor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program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utilizing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(Conventional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method)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98657" y="1864635"/>
            <a:ext cx="799465" cy="2654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125">
                <a:latin typeface="Times New Roman"/>
                <a:cs typeface="Times New Roman"/>
              </a:rPr>
              <a:t> </a:t>
            </a:r>
            <a:r>
              <a:rPr dirty="0" sz="750">
                <a:latin typeface="Franklin Gothic Demi Cond"/>
                <a:cs typeface="Franklin Gothic Demi Cond"/>
              </a:rPr>
              <a:t>–</a:t>
            </a:r>
            <a:endParaRPr sz="750">
              <a:latin typeface="Franklin Gothic Demi Cond"/>
              <a:cs typeface="Franklin Gothic Demi Cond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Times New Roman"/>
                <a:cs typeface="Times New Roman"/>
              </a:rPr>
              <a:t>Start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/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Stop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control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638841" y="1875148"/>
            <a:ext cx="6419215" cy="1160780"/>
            <a:chOff x="638841" y="1875148"/>
            <a:chExt cx="6419215" cy="1160780"/>
          </a:xfrm>
        </p:grpSpPr>
        <p:sp>
          <p:nvSpPr>
            <p:cNvPr id="12" name="object 12" descr=""/>
            <p:cNvSpPr/>
            <p:nvPr/>
          </p:nvSpPr>
          <p:spPr>
            <a:xfrm>
              <a:off x="643966" y="1875167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5">
                  <a:moveTo>
                    <a:pt x="0" y="6438"/>
                  </a:moveTo>
                  <a:lnTo>
                    <a:pt x="0" y="0"/>
                  </a:lnTo>
                </a:path>
                <a:path w="0" h="6985">
                  <a:moveTo>
                    <a:pt x="0" y="6057"/>
                  </a:moveTo>
                  <a:lnTo>
                    <a:pt x="0" y="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46823" y="1875167"/>
              <a:ext cx="6408420" cy="6985"/>
            </a:xfrm>
            <a:custGeom>
              <a:avLst/>
              <a:gdLst/>
              <a:ahLst/>
              <a:cxnLst/>
              <a:rect l="l" t="t" r="r" b="b"/>
              <a:pathLst>
                <a:path w="6408420" h="6985">
                  <a:moveTo>
                    <a:pt x="0" y="3009"/>
                  </a:moveTo>
                  <a:lnTo>
                    <a:pt x="6404978" y="3009"/>
                  </a:lnTo>
                </a:path>
                <a:path w="6408420" h="6985">
                  <a:moveTo>
                    <a:pt x="6408000" y="6438"/>
                  </a:moveTo>
                  <a:lnTo>
                    <a:pt x="6408000" y="0"/>
                  </a:lnTo>
                </a:path>
                <a:path w="6408420" h="6985">
                  <a:moveTo>
                    <a:pt x="6408000" y="6057"/>
                  </a:moveTo>
                  <a:lnTo>
                    <a:pt x="640800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43966" y="1881606"/>
              <a:ext cx="0" cy="245745"/>
            </a:xfrm>
            <a:custGeom>
              <a:avLst/>
              <a:gdLst/>
              <a:ahLst/>
              <a:cxnLst/>
              <a:rect l="l" t="t" r="r" b="b"/>
              <a:pathLst>
                <a:path w="0" h="245744">
                  <a:moveTo>
                    <a:pt x="0" y="239560"/>
                  </a:moveTo>
                  <a:lnTo>
                    <a:pt x="0" y="0"/>
                  </a:lnTo>
                </a:path>
                <a:path w="0" h="245744">
                  <a:moveTo>
                    <a:pt x="0" y="245630"/>
                  </a:moveTo>
                  <a:lnTo>
                    <a:pt x="0" y="239560"/>
                  </a:lnTo>
                </a:path>
                <a:path w="0" h="245744">
                  <a:moveTo>
                    <a:pt x="0" y="245630"/>
                  </a:moveTo>
                  <a:lnTo>
                    <a:pt x="0" y="23956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46823" y="1881606"/>
              <a:ext cx="6408420" cy="245745"/>
            </a:xfrm>
            <a:custGeom>
              <a:avLst/>
              <a:gdLst/>
              <a:ahLst/>
              <a:cxnLst/>
              <a:rect l="l" t="t" r="r" b="b"/>
              <a:pathLst>
                <a:path w="6408420" h="245744">
                  <a:moveTo>
                    <a:pt x="0" y="242582"/>
                  </a:moveTo>
                  <a:lnTo>
                    <a:pt x="6404978" y="242582"/>
                  </a:lnTo>
                </a:path>
                <a:path w="6408420" h="245744">
                  <a:moveTo>
                    <a:pt x="6408000" y="239560"/>
                  </a:moveTo>
                  <a:lnTo>
                    <a:pt x="6408000" y="0"/>
                  </a:lnTo>
                </a:path>
                <a:path w="6408420" h="245744">
                  <a:moveTo>
                    <a:pt x="6408000" y="245630"/>
                  </a:moveTo>
                  <a:lnTo>
                    <a:pt x="6408000" y="239560"/>
                  </a:lnTo>
                </a:path>
                <a:path w="6408420" h="245744">
                  <a:moveTo>
                    <a:pt x="6408000" y="245630"/>
                  </a:moveTo>
                  <a:lnTo>
                    <a:pt x="6408000" y="23956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43394" y="2166327"/>
              <a:ext cx="2249805" cy="869950"/>
            </a:xfrm>
            <a:custGeom>
              <a:avLst/>
              <a:gdLst/>
              <a:ahLst/>
              <a:cxnLst/>
              <a:rect l="l" t="t" r="r" b="b"/>
              <a:pathLst>
                <a:path w="2249805" h="869950">
                  <a:moveTo>
                    <a:pt x="0" y="0"/>
                  </a:moveTo>
                  <a:lnTo>
                    <a:pt x="0" y="869403"/>
                  </a:lnTo>
                </a:path>
                <a:path w="2249805" h="869950">
                  <a:moveTo>
                    <a:pt x="629843" y="128320"/>
                  </a:moveTo>
                  <a:lnTo>
                    <a:pt x="629843" y="308648"/>
                  </a:lnTo>
                </a:path>
                <a:path w="2249805" h="869950">
                  <a:moveTo>
                    <a:pt x="719810" y="128320"/>
                  </a:moveTo>
                  <a:lnTo>
                    <a:pt x="719810" y="308648"/>
                  </a:lnTo>
                </a:path>
                <a:path w="2249805" h="869950">
                  <a:moveTo>
                    <a:pt x="639330" y="587311"/>
                  </a:moveTo>
                  <a:lnTo>
                    <a:pt x="639330" y="767270"/>
                  </a:lnTo>
                </a:path>
                <a:path w="2249805" h="869950">
                  <a:moveTo>
                    <a:pt x="728929" y="587311"/>
                  </a:moveTo>
                  <a:lnTo>
                    <a:pt x="728929" y="767270"/>
                  </a:lnTo>
                </a:path>
                <a:path w="2249805" h="869950">
                  <a:moveTo>
                    <a:pt x="1439621" y="128320"/>
                  </a:moveTo>
                  <a:lnTo>
                    <a:pt x="1439621" y="308648"/>
                  </a:lnTo>
                </a:path>
                <a:path w="2249805" h="869950">
                  <a:moveTo>
                    <a:pt x="1529588" y="128320"/>
                  </a:moveTo>
                  <a:lnTo>
                    <a:pt x="1529588" y="308648"/>
                  </a:lnTo>
                </a:path>
                <a:path w="2249805" h="869950">
                  <a:moveTo>
                    <a:pt x="2159419" y="128320"/>
                  </a:moveTo>
                  <a:lnTo>
                    <a:pt x="2159419" y="308648"/>
                  </a:lnTo>
                </a:path>
                <a:path w="2249805" h="869950">
                  <a:moveTo>
                    <a:pt x="2249398" y="128320"/>
                  </a:moveTo>
                  <a:lnTo>
                    <a:pt x="2249398" y="308648"/>
                  </a:lnTo>
                </a:path>
                <a:path w="2249805" h="869950">
                  <a:moveTo>
                    <a:pt x="1529588" y="128320"/>
                  </a:moveTo>
                  <a:lnTo>
                    <a:pt x="1439621" y="308648"/>
                  </a:lnTo>
                </a:path>
                <a:path w="2249805" h="869950">
                  <a:moveTo>
                    <a:pt x="2249398" y="128320"/>
                  </a:moveTo>
                  <a:lnTo>
                    <a:pt x="2159419" y="308648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28079" y="2289905"/>
              <a:ext cx="279044" cy="189433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643394" y="2389936"/>
              <a:ext cx="2789555" cy="471170"/>
            </a:xfrm>
            <a:custGeom>
              <a:avLst/>
              <a:gdLst/>
              <a:ahLst/>
              <a:cxnLst/>
              <a:rect l="l" t="t" r="r" b="b"/>
              <a:pathLst>
                <a:path w="2789554" h="471169">
                  <a:moveTo>
                    <a:pt x="0" y="0"/>
                  </a:moveTo>
                  <a:lnTo>
                    <a:pt x="629843" y="0"/>
                  </a:lnTo>
                </a:path>
                <a:path w="2789554" h="471169">
                  <a:moveTo>
                    <a:pt x="719810" y="0"/>
                  </a:moveTo>
                  <a:lnTo>
                    <a:pt x="1439621" y="0"/>
                  </a:lnTo>
                </a:path>
                <a:path w="2789554" h="471169">
                  <a:moveTo>
                    <a:pt x="1529588" y="0"/>
                  </a:moveTo>
                  <a:lnTo>
                    <a:pt x="2159419" y="0"/>
                  </a:lnTo>
                </a:path>
                <a:path w="2789554" h="471169">
                  <a:moveTo>
                    <a:pt x="2249398" y="0"/>
                  </a:moveTo>
                  <a:lnTo>
                    <a:pt x="2789237" y="0"/>
                  </a:lnTo>
                </a:path>
                <a:path w="2789554" h="471169">
                  <a:moveTo>
                    <a:pt x="639330" y="458990"/>
                  </a:moveTo>
                  <a:lnTo>
                    <a:pt x="9499" y="458990"/>
                  </a:lnTo>
                </a:path>
                <a:path w="2789554" h="471169">
                  <a:moveTo>
                    <a:pt x="1079715" y="0"/>
                  </a:moveTo>
                  <a:lnTo>
                    <a:pt x="1079715" y="470763"/>
                  </a:lnTo>
                </a:path>
                <a:path w="2789554" h="471169">
                  <a:moveTo>
                    <a:pt x="728929" y="458990"/>
                  </a:moveTo>
                  <a:lnTo>
                    <a:pt x="1089215" y="45899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638651" y="3105569"/>
            <a:ext cx="6416675" cy="246379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239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2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30">
                <a:latin typeface="Franklin Gothic Demi Cond"/>
                <a:cs typeface="Franklin Gothic Demi Cond"/>
              </a:rPr>
              <a:t> </a:t>
            </a:r>
            <a:r>
              <a:rPr dirty="0" sz="750">
                <a:latin typeface="Times New Roman"/>
                <a:cs typeface="Times New Roman"/>
              </a:rPr>
              <a:t>Left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limit</a:t>
            </a:r>
            <a:endParaRPr sz="750">
              <a:latin typeface="Times New Roman"/>
              <a:cs typeface="Times New Roman"/>
            </a:endParaRPr>
          </a:p>
          <a:p>
            <a:pPr marL="72390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Times New Roman"/>
                <a:cs typeface="Times New Roman"/>
              </a:rPr>
              <a:t>Left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limit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reached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for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pizton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38651" y="4077652"/>
            <a:ext cx="6416675" cy="247015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72390" marR="5434330">
              <a:lnSpc>
                <a:spcPts val="950"/>
              </a:lnSpc>
              <a:spcBef>
                <a:spcPts val="2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3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35">
                <a:latin typeface="Franklin Gothic Demi Cond"/>
                <a:cs typeface="Franklin Gothic Demi Cond"/>
              </a:rPr>
              <a:t> </a:t>
            </a:r>
            <a:r>
              <a:rPr dirty="0" sz="750">
                <a:latin typeface="Times New Roman"/>
                <a:cs typeface="Times New Roman"/>
              </a:rPr>
              <a:t>Lifter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up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Lifter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motor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up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38651" y="5605157"/>
            <a:ext cx="6416675" cy="246379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239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4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30">
                <a:latin typeface="Franklin Gothic Demi Cond"/>
                <a:cs typeface="Franklin Gothic Demi Cond"/>
              </a:rPr>
              <a:t> </a:t>
            </a:r>
            <a:r>
              <a:rPr dirty="0" sz="750">
                <a:latin typeface="Times New Roman"/>
                <a:cs typeface="Times New Roman"/>
              </a:rPr>
              <a:t>Index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zwitch</a:t>
            </a:r>
            <a:endParaRPr sz="750">
              <a:latin typeface="Times New Roman"/>
              <a:cs typeface="Times New Roman"/>
            </a:endParaRPr>
          </a:p>
          <a:p>
            <a:pPr marL="72390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Times New Roman"/>
                <a:cs typeface="Times New Roman"/>
              </a:rPr>
              <a:t>Proximity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zwitch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detect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the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next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index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of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PCB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38651" y="6577609"/>
            <a:ext cx="6416675" cy="246379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239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5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35">
                <a:latin typeface="Franklin Gothic Demi Cond"/>
                <a:cs typeface="Franklin Gothic Demi Cond"/>
              </a:rPr>
              <a:t> </a:t>
            </a:r>
            <a:r>
              <a:rPr dirty="0" sz="750">
                <a:latin typeface="Times New Roman"/>
                <a:cs typeface="Times New Roman"/>
              </a:rPr>
              <a:t>Lifter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up</a:t>
            </a:r>
            <a:endParaRPr sz="750">
              <a:latin typeface="Times New Roman"/>
              <a:cs typeface="Times New Roman"/>
            </a:endParaRPr>
          </a:p>
          <a:p>
            <a:pPr marL="72390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Times New Roman"/>
                <a:cs typeface="Times New Roman"/>
              </a:rPr>
              <a:t>Lift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the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PCB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up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one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after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another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38651" y="8104923"/>
            <a:ext cx="641667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239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6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35">
                <a:latin typeface="Franklin Gothic Demi Cond"/>
                <a:cs typeface="Franklin Gothic Demi Cond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Piztonright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020199" y="2480039"/>
            <a:ext cx="2057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0">
                <a:latin typeface="Times New Roman"/>
                <a:cs typeface="Times New Roman"/>
              </a:rPr>
              <a:t>Stop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114748" y="2910175"/>
            <a:ext cx="42227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Conveyor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292762" y="2480039"/>
            <a:ext cx="42227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Conveyor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172074" y="2156961"/>
            <a:ext cx="3073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981855" y="2156961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665975" y="2156961"/>
            <a:ext cx="37846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CNT001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172074" y="2482924"/>
            <a:ext cx="306070" cy="2787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38100">
              <a:lnSpc>
                <a:spcPct val="110600"/>
              </a:lnSpc>
              <a:spcBef>
                <a:spcPts val="90"/>
              </a:spcBef>
            </a:pPr>
            <a:r>
              <a:rPr dirty="0" sz="750" spc="-10">
                <a:latin typeface="Times New Roman"/>
                <a:cs typeface="Times New Roman"/>
              </a:rPr>
              <a:t>Start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010.00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643394" y="3386137"/>
            <a:ext cx="629920" cy="654050"/>
          </a:xfrm>
          <a:custGeom>
            <a:avLst/>
            <a:gdLst/>
            <a:ahLst/>
            <a:cxnLst/>
            <a:rect l="l" t="t" r="r" b="b"/>
            <a:pathLst>
              <a:path w="629919" h="654050">
                <a:moveTo>
                  <a:pt x="0" y="0"/>
                </a:moveTo>
                <a:lnTo>
                  <a:pt x="0" y="653745"/>
                </a:lnTo>
              </a:path>
              <a:path w="629919" h="654050">
                <a:moveTo>
                  <a:pt x="629843" y="129082"/>
                </a:moveTo>
                <a:lnTo>
                  <a:pt x="629843" y="309410"/>
                </a:lnTo>
              </a:path>
              <a:path w="629919" h="654050">
                <a:moveTo>
                  <a:pt x="629843" y="214883"/>
                </a:moveTo>
                <a:lnTo>
                  <a:pt x="0" y="214883"/>
                </a:lnTo>
              </a:path>
              <a:path w="629919" h="654050">
                <a:moveTo>
                  <a:pt x="0" y="537578"/>
                </a:moveTo>
                <a:lnTo>
                  <a:pt x="359905" y="53757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1363205" y="3515220"/>
            <a:ext cx="629920" cy="180340"/>
          </a:xfrm>
          <a:custGeom>
            <a:avLst/>
            <a:gdLst/>
            <a:ahLst/>
            <a:cxnLst/>
            <a:rect l="l" t="t" r="r" b="b"/>
            <a:pathLst>
              <a:path w="629919" h="180339">
                <a:moveTo>
                  <a:pt x="0" y="0"/>
                </a:moveTo>
                <a:lnTo>
                  <a:pt x="0" y="180327"/>
                </a:lnTo>
              </a:path>
              <a:path w="629919" h="180339">
                <a:moveTo>
                  <a:pt x="629831" y="0"/>
                </a:moveTo>
                <a:lnTo>
                  <a:pt x="629831" y="180327"/>
                </a:lnTo>
              </a:path>
              <a:path w="629919" h="180339">
                <a:moveTo>
                  <a:pt x="0" y="85801"/>
                </a:moveTo>
                <a:lnTo>
                  <a:pt x="629831" y="85801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3" name="object 33" descr=""/>
          <p:cNvGrpSpPr/>
          <p:nvPr/>
        </p:nvGrpSpPr>
        <p:grpSpPr>
          <a:xfrm>
            <a:off x="2078253" y="3414026"/>
            <a:ext cx="1539875" cy="460375"/>
            <a:chOff x="2078253" y="3414026"/>
            <a:chExt cx="1539875" cy="460375"/>
          </a:xfrm>
        </p:grpSpPr>
        <p:sp>
          <p:nvSpPr>
            <p:cNvPr id="34" name="object 34" descr=""/>
            <p:cNvSpPr/>
            <p:nvPr/>
          </p:nvSpPr>
          <p:spPr>
            <a:xfrm>
              <a:off x="2083015" y="3515220"/>
              <a:ext cx="629920" cy="180340"/>
            </a:xfrm>
            <a:custGeom>
              <a:avLst/>
              <a:gdLst/>
              <a:ahLst/>
              <a:cxnLst/>
              <a:rect l="l" t="t" r="r" b="b"/>
              <a:pathLst>
                <a:path w="629919" h="180339">
                  <a:moveTo>
                    <a:pt x="0" y="0"/>
                  </a:moveTo>
                  <a:lnTo>
                    <a:pt x="0" y="180327"/>
                  </a:lnTo>
                </a:path>
                <a:path w="629919" h="180339">
                  <a:moveTo>
                    <a:pt x="0" y="85801"/>
                  </a:moveTo>
                  <a:lnTo>
                    <a:pt x="629831" y="85801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712846" y="3418789"/>
              <a:ext cx="900430" cy="450850"/>
            </a:xfrm>
            <a:custGeom>
              <a:avLst/>
              <a:gdLst/>
              <a:ahLst/>
              <a:cxnLst/>
              <a:rect l="l" t="t" r="r" b="b"/>
              <a:pathLst>
                <a:path w="900429" h="450850">
                  <a:moveTo>
                    <a:pt x="0" y="0"/>
                  </a:moveTo>
                  <a:lnTo>
                    <a:pt x="900150" y="0"/>
                  </a:lnTo>
                  <a:lnTo>
                    <a:pt x="900150" y="450265"/>
                  </a:lnTo>
                  <a:lnTo>
                    <a:pt x="0" y="450265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2795431" y="3452306"/>
            <a:ext cx="429259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DIFU(13)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2795431" y="3707426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200.00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172074" y="3395739"/>
            <a:ext cx="103568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41680" algn="l"/>
              </a:tabLst>
            </a:pPr>
            <a:r>
              <a:rPr dirty="0" sz="750" spc="-10">
                <a:latin typeface="Times New Roman"/>
                <a:cs typeface="Times New Roman"/>
              </a:rPr>
              <a:t>010.00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000.06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915797" y="3709704"/>
            <a:ext cx="23558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LSW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1080964" y="3672501"/>
            <a:ext cx="42227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Conveyor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2712847" y="3662895"/>
            <a:ext cx="899794" cy="0"/>
          </a:xfrm>
          <a:custGeom>
            <a:avLst/>
            <a:gdLst/>
            <a:ahLst/>
            <a:cxnLst/>
            <a:rect l="l" t="t" r="r" b="b"/>
            <a:pathLst>
              <a:path w="899795" h="0">
                <a:moveTo>
                  <a:pt x="0" y="0"/>
                </a:moveTo>
                <a:lnTo>
                  <a:pt x="899769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633907" y="4365612"/>
            <a:ext cx="630555" cy="1217295"/>
          </a:xfrm>
          <a:custGeom>
            <a:avLst/>
            <a:gdLst/>
            <a:ahLst/>
            <a:cxnLst/>
            <a:rect l="l" t="t" r="r" b="b"/>
            <a:pathLst>
              <a:path w="630555" h="1217295">
                <a:moveTo>
                  <a:pt x="0" y="0"/>
                </a:moveTo>
                <a:lnTo>
                  <a:pt x="0" y="1216761"/>
                </a:lnTo>
              </a:path>
              <a:path w="630555" h="1217295">
                <a:moveTo>
                  <a:pt x="630212" y="119595"/>
                </a:moveTo>
                <a:lnTo>
                  <a:pt x="630212" y="299161"/>
                </a:lnTo>
              </a:path>
              <a:path w="630555" h="1217295">
                <a:moveTo>
                  <a:pt x="630212" y="492404"/>
                </a:moveTo>
                <a:lnTo>
                  <a:pt x="630212" y="672350"/>
                </a:lnTo>
              </a:path>
              <a:path w="630555" h="1217295">
                <a:moveTo>
                  <a:pt x="0" y="214502"/>
                </a:moveTo>
                <a:lnTo>
                  <a:pt x="630212" y="214502"/>
                </a:lnTo>
              </a:path>
              <a:path w="630555" h="1217295">
                <a:moveTo>
                  <a:pt x="630212" y="587311"/>
                </a:moveTo>
                <a:lnTo>
                  <a:pt x="0" y="587311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3" name="object 43" descr=""/>
          <p:cNvGrpSpPr/>
          <p:nvPr/>
        </p:nvGrpSpPr>
        <p:grpSpPr>
          <a:xfrm>
            <a:off x="1349324" y="4480445"/>
            <a:ext cx="2348865" cy="940435"/>
            <a:chOff x="1349324" y="4480445"/>
            <a:chExt cx="2348865" cy="940435"/>
          </a:xfrm>
        </p:grpSpPr>
        <p:sp>
          <p:nvSpPr>
            <p:cNvPr id="44" name="object 44" descr=""/>
            <p:cNvSpPr/>
            <p:nvPr/>
          </p:nvSpPr>
          <p:spPr>
            <a:xfrm>
              <a:off x="1354086" y="4485208"/>
              <a:ext cx="1529715" cy="553085"/>
            </a:xfrm>
            <a:custGeom>
              <a:avLst/>
              <a:gdLst/>
              <a:ahLst/>
              <a:cxnLst/>
              <a:rect l="l" t="t" r="r" b="b"/>
              <a:pathLst>
                <a:path w="1529714" h="553085">
                  <a:moveTo>
                    <a:pt x="0" y="0"/>
                  </a:moveTo>
                  <a:lnTo>
                    <a:pt x="0" y="179565"/>
                  </a:lnTo>
                </a:path>
                <a:path w="1529714" h="553085">
                  <a:moveTo>
                    <a:pt x="0" y="372808"/>
                  </a:moveTo>
                  <a:lnTo>
                    <a:pt x="0" y="552754"/>
                  </a:lnTo>
                </a:path>
                <a:path w="1529714" h="553085">
                  <a:moveTo>
                    <a:pt x="719442" y="0"/>
                  </a:moveTo>
                  <a:lnTo>
                    <a:pt x="719442" y="179565"/>
                  </a:lnTo>
                </a:path>
                <a:path w="1529714" h="553085">
                  <a:moveTo>
                    <a:pt x="809777" y="0"/>
                  </a:moveTo>
                  <a:lnTo>
                    <a:pt x="809777" y="179565"/>
                  </a:lnTo>
                </a:path>
                <a:path w="1529714" h="553085">
                  <a:moveTo>
                    <a:pt x="1439227" y="0"/>
                  </a:moveTo>
                  <a:lnTo>
                    <a:pt x="1439227" y="179565"/>
                  </a:lnTo>
                </a:path>
                <a:path w="1529714" h="553085">
                  <a:moveTo>
                    <a:pt x="1529219" y="0"/>
                  </a:moveTo>
                  <a:lnTo>
                    <a:pt x="1529219" y="179565"/>
                  </a:lnTo>
                </a:path>
                <a:path w="1529714" h="553085">
                  <a:moveTo>
                    <a:pt x="809777" y="0"/>
                  </a:moveTo>
                  <a:lnTo>
                    <a:pt x="719442" y="179565"/>
                  </a:lnTo>
                </a:path>
                <a:path w="1529714" h="553085">
                  <a:moveTo>
                    <a:pt x="1529219" y="0"/>
                  </a:moveTo>
                  <a:lnTo>
                    <a:pt x="1439227" y="179565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8401" y="4480464"/>
              <a:ext cx="279234" cy="188671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1354086" y="4580115"/>
              <a:ext cx="2069464" cy="836294"/>
            </a:xfrm>
            <a:custGeom>
              <a:avLst/>
              <a:gdLst/>
              <a:ahLst/>
              <a:cxnLst/>
              <a:rect l="l" t="t" r="r" b="b"/>
              <a:pathLst>
                <a:path w="2069464" h="836295">
                  <a:moveTo>
                    <a:pt x="0" y="0"/>
                  </a:moveTo>
                  <a:lnTo>
                    <a:pt x="719442" y="0"/>
                  </a:lnTo>
                </a:path>
                <a:path w="2069464" h="836295">
                  <a:moveTo>
                    <a:pt x="809777" y="0"/>
                  </a:moveTo>
                  <a:lnTo>
                    <a:pt x="1439227" y="0"/>
                  </a:lnTo>
                </a:path>
                <a:path w="2069464" h="836295">
                  <a:moveTo>
                    <a:pt x="1529219" y="0"/>
                  </a:moveTo>
                  <a:lnTo>
                    <a:pt x="2069058" y="0"/>
                  </a:lnTo>
                </a:path>
                <a:path w="2069464" h="836295">
                  <a:moveTo>
                    <a:pt x="359905" y="0"/>
                  </a:moveTo>
                  <a:lnTo>
                    <a:pt x="359905" y="835977"/>
                  </a:lnTo>
                </a:path>
                <a:path w="2069464" h="836295">
                  <a:moveTo>
                    <a:pt x="0" y="372808"/>
                  </a:moveTo>
                  <a:lnTo>
                    <a:pt x="359905" y="372808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1907064" y="4651602"/>
            <a:ext cx="42227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Lifterztop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3455629" y="4669824"/>
            <a:ext cx="14859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Up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1153469" y="4727150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010.01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1172074" y="4356619"/>
            <a:ext cx="248983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12800" algn="l"/>
                <a:tab pos="1496695" algn="l"/>
                <a:tab pos="2195830" algn="l"/>
              </a:tabLst>
            </a:pPr>
            <a:r>
              <a:rPr dirty="0" sz="750" spc="-10">
                <a:latin typeface="Times New Roman"/>
                <a:cs typeface="Times New Roman"/>
              </a:rPr>
              <a:t>200.00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200.02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CNT001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010.01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633907" y="5318518"/>
            <a:ext cx="630555" cy="180340"/>
          </a:xfrm>
          <a:custGeom>
            <a:avLst/>
            <a:gdLst/>
            <a:ahLst/>
            <a:cxnLst/>
            <a:rect l="l" t="t" r="r" b="b"/>
            <a:pathLst>
              <a:path w="630555" h="180339">
                <a:moveTo>
                  <a:pt x="630212" y="0"/>
                </a:moveTo>
                <a:lnTo>
                  <a:pt x="630212" y="179959"/>
                </a:lnTo>
              </a:path>
              <a:path w="630555" h="180339">
                <a:moveTo>
                  <a:pt x="630212" y="97574"/>
                </a:moveTo>
                <a:lnTo>
                  <a:pt x="0" y="9757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1354086" y="5318518"/>
            <a:ext cx="360045" cy="180340"/>
          </a:xfrm>
          <a:custGeom>
            <a:avLst/>
            <a:gdLst/>
            <a:ahLst/>
            <a:cxnLst/>
            <a:rect l="l" t="t" r="r" b="b"/>
            <a:pathLst>
              <a:path w="360044" h="180339">
                <a:moveTo>
                  <a:pt x="0" y="0"/>
                </a:moveTo>
                <a:lnTo>
                  <a:pt x="0" y="179959"/>
                </a:lnTo>
              </a:path>
              <a:path w="360044" h="180339">
                <a:moveTo>
                  <a:pt x="0" y="97574"/>
                </a:moveTo>
                <a:lnTo>
                  <a:pt x="359905" y="9757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 txBox="1"/>
          <p:nvPr/>
        </p:nvSpPr>
        <p:spPr>
          <a:xfrm>
            <a:off x="1153469" y="4969583"/>
            <a:ext cx="306070" cy="3733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81915">
              <a:lnSpc>
                <a:spcPct val="152100"/>
              </a:lnSpc>
              <a:spcBef>
                <a:spcPts val="90"/>
              </a:spcBef>
            </a:pPr>
            <a:r>
              <a:rPr dirty="0" sz="750" spc="-25">
                <a:latin typeface="Times New Roman"/>
                <a:cs typeface="Times New Roman"/>
              </a:rPr>
              <a:t>Up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200.03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4" name="object 54" descr=""/>
          <p:cNvSpPr/>
          <p:nvPr/>
        </p:nvSpPr>
        <p:spPr>
          <a:xfrm>
            <a:off x="643394" y="5886475"/>
            <a:ext cx="629920" cy="673100"/>
          </a:xfrm>
          <a:custGeom>
            <a:avLst/>
            <a:gdLst/>
            <a:ahLst/>
            <a:cxnLst/>
            <a:rect l="l" t="t" r="r" b="b"/>
            <a:pathLst>
              <a:path w="629919" h="673100">
                <a:moveTo>
                  <a:pt x="0" y="0"/>
                </a:moveTo>
                <a:lnTo>
                  <a:pt x="0" y="673100"/>
                </a:lnTo>
              </a:path>
              <a:path w="629919" h="673100">
                <a:moveTo>
                  <a:pt x="629843" y="128701"/>
                </a:moveTo>
                <a:lnTo>
                  <a:pt x="629843" y="309029"/>
                </a:lnTo>
              </a:path>
              <a:path w="629919" h="673100">
                <a:moveTo>
                  <a:pt x="629843" y="214490"/>
                </a:moveTo>
                <a:lnTo>
                  <a:pt x="0" y="214490"/>
                </a:lnTo>
              </a:path>
              <a:path w="629919" h="673100">
                <a:moveTo>
                  <a:pt x="0" y="537197"/>
                </a:moveTo>
                <a:lnTo>
                  <a:pt x="359905" y="53719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5" name="object 55" descr=""/>
          <p:cNvGrpSpPr/>
          <p:nvPr/>
        </p:nvGrpSpPr>
        <p:grpSpPr>
          <a:xfrm>
            <a:off x="1358442" y="5924994"/>
            <a:ext cx="1538605" cy="460375"/>
            <a:chOff x="1358442" y="5924994"/>
            <a:chExt cx="1538605" cy="460375"/>
          </a:xfrm>
        </p:grpSpPr>
        <p:sp>
          <p:nvSpPr>
            <p:cNvPr id="56" name="object 56" descr=""/>
            <p:cNvSpPr/>
            <p:nvPr/>
          </p:nvSpPr>
          <p:spPr>
            <a:xfrm>
              <a:off x="1363205" y="6015177"/>
              <a:ext cx="629920" cy="180340"/>
            </a:xfrm>
            <a:custGeom>
              <a:avLst/>
              <a:gdLst/>
              <a:ahLst/>
              <a:cxnLst/>
              <a:rect l="l" t="t" r="r" b="b"/>
              <a:pathLst>
                <a:path w="629919" h="180339">
                  <a:moveTo>
                    <a:pt x="0" y="0"/>
                  </a:moveTo>
                  <a:lnTo>
                    <a:pt x="0" y="180327"/>
                  </a:lnTo>
                </a:path>
                <a:path w="629919" h="180339">
                  <a:moveTo>
                    <a:pt x="0" y="85788"/>
                  </a:moveTo>
                  <a:lnTo>
                    <a:pt x="629831" y="85788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991512" y="5929757"/>
              <a:ext cx="900430" cy="450850"/>
            </a:xfrm>
            <a:custGeom>
              <a:avLst/>
              <a:gdLst/>
              <a:ahLst/>
              <a:cxnLst/>
              <a:rect l="l" t="t" r="r" b="b"/>
              <a:pathLst>
                <a:path w="900430" h="450850">
                  <a:moveTo>
                    <a:pt x="0" y="0"/>
                  </a:moveTo>
                  <a:lnTo>
                    <a:pt x="900150" y="0"/>
                  </a:lnTo>
                  <a:lnTo>
                    <a:pt x="900150" y="450265"/>
                  </a:lnTo>
                  <a:lnTo>
                    <a:pt x="0" y="450265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2073729" y="5962892"/>
            <a:ext cx="429259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DIFU(13)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2073729" y="6218015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200.01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1172074" y="5895695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000.04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1043374" y="6172457"/>
            <a:ext cx="53848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Proximityzw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2" name="object 62" descr=""/>
          <p:cNvSpPr/>
          <p:nvPr/>
        </p:nvSpPr>
        <p:spPr>
          <a:xfrm>
            <a:off x="1991512" y="6171958"/>
            <a:ext cx="899794" cy="0"/>
          </a:xfrm>
          <a:custGeom>
            <a:avLst/>
            <a:gdLst/>
            <a:ahLst/>
            <a:cxnLst/>
            <a:rect l="l" t="t" r="r" b="b"/>
            <a:pathLst>
              <a:path w="899794" h="0">
                <a:moveTo>
                  <a:pt x="0" y="0"/>
                </a:moveTo>
                <a:lnTo>
                  <a:pt x="899756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643394" y="6856463"/>
            <a:ext cx="629920" cy="1235075"/>
          </a:xfrm>
          <a:custGeom>
            <a:avLst/>
            <a:gdLst/>
            <a:ahLst/>
            <a:cxnLst/>
            <a:rect l="l" t="t" r="r" b="b"/>
            <a:pathLst>
              <a:path w="629919" h="1235075">
                <a:moveTo>
                  <a:pt x="0" y="0"/>
                </a:moveTo>
                <a:lnTo>
                  <a:pt x="0" y="1234986"/>
                </a:lnTo>
              </a:path>
              <a:path w="629919" h="1235075">
                <a:moveTo>
                  <a:pt x="629843" y="160591"/>
                </a:moveTo>
                <a:lnTo>
                  <a:pt x="629843" y="340156"/>
                </a:lnTo>
              </a:path>
              <a:path w="629919" h="1235075">
                <a:moveTo>
                  <a:pt x="629843" y="583895"/>
                </a:moveTo>
                <a:lnTo>
                  <a:pt x="629843" y="763841"/>
                </a:lnTo>
              </a:path>
              <a:path w="629919" h="1235075">
                <a:moveTo>
                  <a:pt x="629843" y="255117"/>
                </a:moveTo>
                <a:lnTo>
                  <a:pt x="0" y="255117"/>
                </a:lnTo>
              </a:path>
              <a:path w="629919" h="1235075">
                <a:moveTo>
                  <a:pt x="629843" y="674242"/>
                </a:moveTo>
                <a:lnTo>
                  <a:pt x="0" y="674242"/>
                </a:lnTo>
              </a:path>
              <a:path w="629919" h="1235075">
                <a:moveTo>
                  <a:pt x="0" y="958976"/>
                </a:moveTo>
                <a:lnTo>
                  <a:pt x="359905" y="958976"/>
                </a:lnTo>
              </a:path>
              <a:path w="629919" h="1235075">
                <a:moveTo>
                  <a:pt x="0" y="1143863"/>
                </a:moveTo>
                <a:lnTo>
                  <a:pt x="359905" y="1143863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1363205" y="7017054"/>
            <a:ext cx="2069464" cy="603250"/>
          </a:xfrm>
          <a:custGeom>
            <a:avLst/>
            <a:gdLst/>
            <a:ahLst/>
            <a:cxnLst/>
            <a:rect l="l" t="t" r="r" b="b"/>
            <a:pathLst>
              <a:path w="2069464" h="603250">
                <a:moveTo>
                  <a:pt x="0" y="0"/>
                </a:moveTo>
                <a:lnTo>
                  <a:pt x="0" y="179565"/>
                </a:lnTo>
              </a:path>
              <a:path w="2069464" h="603250">
                <a:moveTo>
                  <a:pt x="0" y="423303"/>
                </a:moveTo>
                <a:lnTo>
                  <a:pt x="0" y="603250"/>
                </a:lnTo>
              </a:path>
              <a:path w="2069464" h="603250">
                <a:moveTo>
                  <a:pt x="809777" y="0"/>
                </a:moveTo>
                <a:lnTo>
                  <a:pt x="809777" y="179565"/>
                </a:lnTo>
              </a:path>
              <a:path w="2069464" h="603250">
                <a:moveTo>
                  <a:pt x="899756" y="0"/>
                </a:moveTo>
                <a:lnTo>
                  <a:pt x="899756" y="179565"/>
                </a:lnTo>
              </a:path>
              <a:path w="2069464" h="603250">
                <a:moveTo>
                  <a:pt x="899756" y="0"/>
                </a:moveTo>
                <a:lnTo>
                  <a:pt x="809777" y="179565"/>
                </a:lnTo>
              </a:path>
              <a:path w="2069464" h="603250">
                <a:moveTo>
                  <a:pt x="899756" y="94526"/>
                </a:moveTo>
                <a:lnTo>
                  <a:pt x="1619567" y="94526"/>
                </a:lnTo>
              </a:path>
              <a:path w="2069464" h="603250">
                <a:moveTo>
                  <a:pt x="1259649" y="94526"/>
                </a:moveTo>
                <a:lnTo>
                  <a:pt x="1259649" y="364832"/>
                </a:lnTo>
              </a:path>
              <a:path w="2069464" h="603250">
                <a:moveTo>
                  <a:pt x="1259649" y="356870"/>
                </a:moveTo>
                <a:lnTo>
                  <a:pt x="2069426" y="356870"/>
                </a:lnTo>
              </a:path>
              <a:path w="2069464" h="603250">
                <a:moveTo>
                  <a:pt x="809777" y="94526"/>
                </a:moveTo>
                <a:lnTo>
                  <a:pt x="0" y="94526"/>
                </a:lnTo>
              </a:path>
              <a:path w="2069464" h="603250">
                <a:moveTo>
                  <a:pt x="359905" y="94526"/>
                </a:moveTo>
                <a:lnTo>
                  <a:pt x="359905" y="516318"/>
                </a:lnTo>
              </a:path>
              <a:path w="2069464" h="603250">
                <a:moveTo>
                  <a:pt x="359905" y="513651"/>
                </a:moveTo>
                <a:lnTo>
                  <a:pt x="0" y="513651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3162731" y="7017054"/>
            <a:ext cx="90170" cy="179705"/>
          </a:xfrm>
          <a:custGeom>
            <a:avLst/>
            <a:gdLst/>
            <a:ahLst/>
            <a:cxnLst/>
            <a:rect l="l" t="t" r="r" b="b"/>
            <a:pathLst>
              <a:path w="90170" h="179704">
                <a:moveTo>
                  <a:pt x="0" y="94526"/>
                </a:moveTo>
                <a:lnTo>
                  <a:pt x="89954" y="94526"/>
                </a:lnTo>
              </a:path>
              <a:path w="90170" h="179704">
                <a:moveTo>
                  <a:pt x="89954" y="0"/>
                </a:moveTo>
                <a:lnTo>
                  <a:pt x="89954" y="179565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 txBox="1"/>
          <p:nvPr/>
        </p:nvSpPr>
        <p:spPr>
          <a:xfrm>
            <a:off x="3432632" y="7247876"/>
            <a:ext cx="900430" cy="20955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00"/>
              </a:spcBef>
            </a:pPr>
            <a:r>
              <a:rPr dirty="0" sz="750" spc="-25">
                <a:latin typeface="Times New Roman"/>
                <a:cs typeface="Times New Roman"/>
              </a:rPr>
              <a:t>TIM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3432632" y="7457058"/>
            <a:ext cx="900430" cy="36258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143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05"/>
              </a:spcBef>
            </a:pPr>
            <a:r>
              <a:rPr dirty="0" sz="750" spc="-25">
                <a:latin typeface="Times New Roman"/>
                <a:cs typeface="Times New Roman"/>
              </a:rPr>
              <a:t>000</a:t>
            </a:r>
            <a:endParaRPr sz="7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  <a:spcBef>
                <a:spcPts val="45"/>
              </a:spcBef>
            </a:pPr>
            <a:r>
              <a:rPr dirty="0" sz="750" spc="-10">
                <a:latin typeface="Times New Roman"/>
                <a:cs typeface="Times New Roman"/>
              </a:rPr>
              <a:t>delay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3432632" y="7819237"/>
            <a:ext cx="900430" cy="18288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385"/>
              </a:spcBef>
            </a:pPr>
            <a:r>
              <a:rPr dirty="0" sz="750" spc="-10">
                <a:latin typeface="Times New Roman"/>
                <a:cs typeface="Times New Roman"/>
              </a:rPr>
              <a:t>#0010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1181564" y="7325057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200.02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1099562" y="7597259"/>
            <a:ext cx="42100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Lifterztop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1166759" y="6888464"/>
            <a:ext cx="2097405" cy="4451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911860" algn="l"/>
                <a:tab pos="1770380" algn="l"/>
              </a:tabLst>
            </a:pPr>
            <a:r>
              <a:rPr dirty="0" sz="750" spc="-10">
                <a:latin typeface="Times New Roman"/>
                <a:cs typeface="Times New Roman"/>
              </a:rPr>
              <a:t>200.01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010.02</a:t>
            </a:r>
            <a:r>
              <a:rPr dirty="0" baseline="3703" sz="1125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200.02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750">
              <a:latin typeface="Times New Roman"/>
              <a:cs typeface="Times New Roman"/>
            </a:endParaRPr>
          </a:p>
          <a:p>
            <a:pPr marL="934719">
              <a:lnSpc>
                <a:spcPct val="100000"/>
              </a:lnSpc>
              <a:tabLst>
                <a:tab pos="1687830" algn="l"/>
              </a:tabLst>
            </a:pPr>
            <a:r>
              <a:rPr dirty="0" sz="750" spc="-10">
                <a:latin typeface="Times New Roman"/>
                <a:cs typeface="Times New Roman"/>
              </a:rPr>
              <a:t>Right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Lifterztop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2" name="object 72" descr=""/>
          <p:cNvSpPr/>
          <p:nvPr/>
        </p:nvSpPr>
        <p:spPr>
          <a:xfrm>
            <a:off x="652894" y="8402751"/>
            <a:ext cx="629920" cy="669925"/>
          </a:xfrm>
          <a:custGeom>
            <a:avLst/>
            <a:gdLst/>
            <a:ahLst/>
            <a:cxnLst/>
            <a:rect l="l" t="t" r="r" b="b"/>
            <a:pathLst>
              <a:path w="629919" h="669925">
                <a:moveTo>
                  <a:pt x="629831" y="0"/>
                </a:moveTo>
                <a:lnTo>
                  <a:pt x="629831" y="179958"/>
                </a:lnTo>
              </a:path>
              <a:path w="629919" h="669925">
                <a:moveTo>
                  <a:pt x="629831" y="489750"/>
                </a:moveTo>
                <a:lnTo>
                  <a:pt x="629831" y="669696"/>
                </a:lnTo>
              </a:path>
              <a:path w="629919" h="669925">
                <a:moveTo>
                  <a:pt x="0" y="94919"/>
                </a:moveTo>
                <a:lnTo>
                  <a:pt x="629831" y="94919"/>
                </a:lnTo>
              </a:path>
              <a:path w="629919" h="669925">
                <a:moveTo>
                  <a:pt x="629831" y="585038"/>
                </a:moveTo>
                <a:lnTo>
                  <a:pt x="0" y="58503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1372323" y="8402751"/>
            <a:ext cx="720725" cy="180340"/>
          </a:xfrm>
          <a:custGeom>
            <a:avLst/>
            <a:gdLst/>
            <a:ahLst/>
            <a:cxnLst/>
            <a:rect l="l" t="t" r="r" b="b"/>
            <a:pathLst>
              <a:path w="720725" h="180340">
                <a:moveTo>
                  <a:pt x="0" y="0"/>
                </a:moveTo>
                <a:lnTo>
                  <a:pt x="0" y="179958"/>
                </a:lnTo>
              </a:path>
              <a:path w="720725" h="180340">
                <a:moveTo>
                  <a:pt x="720178" y="0"/>
                </a:moveTo>
                <a:lnTo>
                  <a:pt x="720178" y="179958"/>
                </a:lnTo>
              </a:path>
              <a:path w="720725" h="180340">
                <a:moveTo>
                  <a:pt x="0" y="94919"/>
                </a:moveTo>
                <a:lnTo>
                  <a:pt x="720178" y="94919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1372323" y="8402751"/>
            <a:ext cx="2557145" cy="675005"/>
          </a:xfrm>
          <a:custGeom>
            <a:avLst/>
            <a:gdLst/>
            <a:ahLst/>
            <a:cxnLst/>
            <a:rect l="l" t="t" r="r" b="b"/>
            <a:pathLst>
              <a:path w="2557145" h="675004">
                <a:moveTo>
                  <a:pt x="0" y="494677"/>
                </a:moveTo>
                <a:lnTo>
                  <a:pt x="0" y="675004"/>
                </a:lnTo>
              </a:path>
              <a:path w="2557145" h="675004">
                <a:moveTo>
                  <a:pt x="810158" y="0"/>
                </a:moveTo>
                <a:lnTo>
                  <a:pt x="810158" y="179958"/>
                </a:lnTo>
              </a:path>
              <a:path w="2557145" h="675004">
                <a:moveTo>
                  <a:pt x="1758518" y="0"/>
                </a:moveTo>
                <a:lnTo>
                  <a:pt x="1758518" y="179958"/>
                </a:lnTo>
              </a:path>
              <a:path w="2557145" h="675004">
                <a:moveTo>
                  <a:pt x="1848472" y="0"/>
                </a:moveTo>
                <a:lnTo>
                  <a:pt x="1848472" y="179958"/>
                </a:lnTo>
              </a:path>
              <a:path w="2557145" h="675004">
                <a:moveTo>
                  <a:pt x="1848472" y="0"/>
                </a:moveTo>
                <a:lnTo>
                  <a:pt x="1758518" y="179958"/>
                </a:lnTo>
              </a:path>
              <a:path w="2557145" h="675004">
                <a:moveTo>
                  <a:pt x="810158" y="94919"/>
                </a:moveTo>
                <a:lnTo>
                  <a:pt x="1758518" y="94919"/>
                </a:lnTo>
              </a:path>
              <a:path w="2557145" h="675004">
                <a:moveTo>
                  <a:pt x="1848472" y="94919"/>
                </a:moveTo>
                <a:lnTo>
                  <a:pt x="2556903" y="94919"/>
                </a:lnTo>
              </a:path>
              <a:path w="2557145" h="675004">
                <a:moveTo>
                  <a:pt x="0" y="579716"/>
                </a:moveTo>
                <a:lnTo>
                  <a:pt x="1307109" y="57971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4100067" y="8393265"/>
            <a:ext cx="90170" cy="180340"/>
          </a:xfrm>
          <a:custGeom>
            <a:avLst/>
            <a:gdLst/>
            <a:ahLst/>
            <a:cxnLst/>
            <a:rect l="l" t="t" r="r" b="b"/>
            <a:pathLst>
              <a:path w="90170" h="180340">
                <a:moveTo>
                  <a:pt x="0" y="94907"/>
                </a:moveTo>
                <a:lnTo>
                  <a:pt x="89573" y="94907"/>
                </a:lnTo>
              </a:path>
              <a:path w="90170" h="180340">
                <a:moveTo>
                  <a:pt x="89573" y="0"/>
                </a:moveTo>
                <a:lnTo>
                  <a:pt x="89573" y="17994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 txBox="1"/>
          <p:nvPr/>
        </p:nvSpPr>
        <p:spPr>
          <a:xfrm>
            <a:off x="2000836" y="8578640"/>
            <a:ext cx="26416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Delay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3894493" y="8587756"/>
            <a:ext cx="24574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Right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1191056" y="8265054"/>
            <a:ext cx="214503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86130" algn="l"/>
                <a:tab pos="1851025" algn="l"/>
              </a:tabLst>
            </a:pPr>
            <a:r>
              <a:rPr dirty="0" sz="750" spc="-10">
                <a:latin typeface="Times New Roman"/>
                <a:cs typeface="Times New Roman"/>
              </a:rPr>
              <a:t>000.02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TIM000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000.03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3852740" y="8248729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010.02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0" name="object 80" descr=""/>
          <p:cNvSpPr/>
          <p:nvPr/>
        </p:nvSpPr>
        <p:spPr>
          <a:xfrm>
            <a:off x="641883" y="8264562"/>
            <a:ext cx="0" cy="937260"/>
          </a:xfrm>
          <a:custGeom>
            <a:avLst/>
            <a:gdLst/>
            <a:ahLst/>
            <a:cxnLst/>
            <a:rect l="l" t="t" r="r" b="b"/>
            <a:pathLst>
              <a:path w="0" h="937259">
                <a:moveTo>
                  <a:pt x="0" y="0"/>
                </a:moveTo>
                <a:lnTo>
                  <a:pt x="0" y="93696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 txBox="1"/>
          <p:nvPr/>
        </p:nvSpPr>
        <p:spPr>
          <a:xfrm>
            <a:off x="2757848" y="8597243"/>
            <a:ext cx="84836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RS2(RICHTLIMIT)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2" name="object 82" descr=""/>
          <p:cNvSpPr/>
          <p:nvPr/>
        </p:nvSpPr>
        <p:spPr>
          <a:xfrm>
            <a:off x="2675254" y="8499182"/>
            <a:ext cx="0" cy="488315"/>
          </a:xfrm>
          <a:custGeom>
            <a:avLst/>
            <a:gdLst/>
            <a:ahLst/>
            <a:cxnLst/>
            <a:rect l="l" t="t" r="r" b="b"/>
            <a:pathLst>
              <a:path w="0" h="488315">
                <a:moveTo>
                  <a:pt x="0" y="0"/>
                </a:moveTo>
                <a:lnTo>
                  <a:pt x="0" y="487845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 txBox="1"/>
          <p:nvPr/>
        </p:nvSpPr>
        <p:spPr>
          <a:xfrm>
            <a:off x="907082" y="8533310"/>
            <a:ext cx="838200" cy="3740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77495" marR="5080" indent="-265430">
              <a:lnSpc>
                <a:spcPct val="152500"/>
              </a:lnSpc>
              <a:spcBef>
                <a:spcPts val="90"/>
              </a:spcBef>
            </a:pPr>
            <a:r>
              <a:rPr dirty="0" sz="750">
                <a:latin typeface="Times New Roman"/>
                <a:cs typeface="Times New Roman"/>
              </a:rPr>
              <a:t>RS1(LEFT</a:t>
            </a:r>
            <a:r>
              <a:rPr dirty="0" sz="750" spc="36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LIMIT)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010.02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6" name="object 8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54</a:t>
            </a:r>
          </a:p>
        </p:txBody>
      </p:sp>
      <p:sp>
        <p:nvSpPr>
          <p:cNvPr id="84" name="object 84" descr=""/>
          <p:cNvSpPr txBox="1"/>
          <p:nvPr/>
        </p:nvSpPr>
        <p:spPr>
          <a:xfrm>
            <a:off x="1208519" y="9061541"/>
            <a:ext cx="24574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Right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3365658" y="2156961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010.00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1082" y="961543"/>
            <a:ext cx="537972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2130" algn="l"/>
              </a:tabLst>
            </a:pPr>
            <a:r>
              <a:rPr dirty="0" sz="1550" spc="40">
                <a:latin typeface="Times New Roman"/>
                <a:cs typeface="Times New Roman"/>
              </a:rPr>
              <a:t>6.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5563" y="953376"/>
            <a:ext cx="6492875" cy="12065"/>
          </a:xfrm>
          <a:custGeom>
            <a:avLst/>
            <a:gdLst/>
            <a:ahLst/>
            <a:cxnLst/>
            <a:rect l="l" t="t" r="r" b="b"/>
            <a:pathLst>
              <a:path w="6492875" h="12065">
                <a:moveTo>
                  <a:pt x="0" y="0"/>
                </a:moveTo>
                <a:lnTo>
                  <a:pt x="6492671" y="0"/>
                </a:lnTo>
              </a:path>
              <a:path w="6492875" h="12065">
                <a:moveTo>
                  <a:pt x="0" y="11772"/>
                </a:moveTo>
                <a:lnTo>
                  <a:pt x="6492671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5563" y="1234687"/>
            <a:ext cx="6492875" cy="74930"/>
            <a:chOff x="625563" y="1234687"/>
            <a:chExt cx="6492875" cy="74930"/>
          </a:xfrm>
        </p:grpSpPr>
        <p:sp>
          <p:nvSpPr>
            <p:cNvPr id="5" name="object 5" descr=""/>
            <p:cNvSpPr/>
            <p:nvPr/>
          </p:nvSpPr>
          <p:spPr>
            <a:xfrm>
              <a:off x="625563" y="1304543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71892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5563" y="1239431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43394" y="1403261"/>
            <a:ext cx="6411595" cy="246379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7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35">
                <a:latin typeface="Franklin Gothic Demi Cond"/>
                <a:cs typeface="Franklin Gothic Demi Cond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Piztonleft</a:t>
            </a:r>
            <a:endParaRPr sz="7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Times New Roman"/>
                <a:cs typeface="Times New Roman"/>
              </a:rPr>
              <a:t>Move</a:t>
            </a:r>
            <a:r>
              <a:rPr dirty="0" sz="750" spc="5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pizton</a:t>
            </a:r>
            <a:r>
              <a:rPr dirty="0" sz="750" spc="6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after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right</a:t>
            </a:r>
            <a:r>
              <a:rPr dirty="0" sz="750" spc="6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limit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iz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reached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43394" y="2225382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8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35">
                <a:latin typeface="Franklin Gothic Demi Cond"/>
                <a:cs typeface="Franklin Gothic Demi Cond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Piztonleft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43394" y="3062858"/>
            <a:ext cx="6411595" cy="247015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67945" marR="5469890">
              <a:lnSpc>
                <a:spcPts val="950"/>
              </a:lnSpc>
              <a:spcBef>
                <a:spcPts val="2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9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30">
                <a:latin typeface="Franklin Gothic Demi Cond"/>
                <a:cs typeface="Franklin Gothic Demi Cond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Counter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Counter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prezet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at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20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43394" y="4275454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10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20">
                <a:latin typeface="Franklin Gothic Demi Cond"/>
                <a:cs typeface="Franklin Gothic Demi Cond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Delay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of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zec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43394" y="5367502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11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35">
                <a:latin typeface="Franklin Gothic Demi Cond"/>
                <a:cs typeface="Franklin Gothic Demi Cond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Liftdown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21436" y="5962382"/>
            <a:ext cx="50165" cy="850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00" spc="-50">
                <a:latin typeface="Times New Roman"/>
                <a:cs typeface="Times New Roman"/>
              </a:rPr>
              <a:t>3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43394" y="6040043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12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35">
                <a:latin typeface="Franklin Gothic Demi Cond"/>
                <a:cs typeface="Franklin Gothic Demi Cond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End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643394" y="1678876"/>
            <a:ext cx="720090" cy="500380"/>
          </a:xfrm>
          <a:custGeom>
            <a:avLst/>
            <a:gdLst/>
            <a:ahLst/>
            <a:cxnLst/>
            <a:rect l="l" t="t" r="r" b="b"/>
            <a:pathLst>
              <a:path w="720090" h="500380">
                <a:moveTo>
                  <a:pt x="0" y="0"/>
                </a:moveTo>
                <a:lnTo>
                  <a:pt x="0" y="500367"/>
                </a:lnTo>
              </a:path>
              <a:path w="720090" h="500380">
                <a:moveTo>
                  <a:pt x="719810" y="132511"/>
                </a:moveTo>
                <a:lnTo>
                  <a:pt x="719810" y="312458"/>
                </a:lnTo>
              </a:path>
              <a:path w="720090" h="500380">
                <a:moveTo>
                  <a:pt x="719810" y="227418"/>
                </a:moveTo>
                <a:lnTo>
                  <a:pt x="0" y="22741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6" name="object 16" descr=""/>
          <p:cNvGrpSpPr/>
          <p:nvPr/>
        </p:nvGrpSpPr>
        <p:grpSpPr>
          <a:xfrm>
            <a:off x="1448631" y="1797500"/>
            <a:ext cx="909319" cy="194310"/>
            <a:chOff x="1448631" y="1797500"/>
            <a:chExt cx="909319" cy="194310"/>
          </a:xfrm>
        </p:grpSpPr>
        <p:sp>
          <p:nvSpPr>
            <p:cNvPr id="17" name="object 17" descr=""/>
            <p:cNvSpPr/>
            <p:nvPr/>
          </p:nvSpPr>
          <p:spPr>
            <a:xfrm>
              <a:off x="1453184" y="1811388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w="0" h="180339">
                  <a:moveTo>
                    <a:pt x="0" y="0"/>
                  </a:moveTo>
                  <a:lnTo>
                    <a:pt x="0" y="179946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78462" y="1797500"/>
              <a:ext cx="279031" cy="193833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453184" y="1906295"/>
              <a:ext cx="629920" cy="0"/>
            </a:xfrm>
            <a:custGeom>
              <a:avLst/>
              <a:gdLst/>
              <a:ahLst/>
              <a:cxnLst/>
              <a:rect l="l" t="t" r="r" b="b"/>
              <a:pathLst>
                <a:path w="629919" h="0">
                  <a:moveTo>
                    <a:pt x="0" y="0"/>
                  </a:moveTo>
                  <a:lnTo>
                    <a:pt x="629831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960233" y="1672913"/>
            <a:ext cx="1369060" cy="478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07975">
              <a:lnSpc>
                <a:spcPct val="100000"/>
              </a:lnSpc>
              <a:spcBef>
                <a:spcPts val="135"/>
              </a:spcBef>
              <a:tabLst>
                <a:tab pos="1075055" algn="l"/>
              </a:tabLst>
            </a:pPr>
            <a:r>
              <a:rPr dirty="0" sz="750" spc="-10">
                <a:latin typeface="Times New Roman"/>
                <a:cs typeface="Times New Roman"/>
              </a:rPr>
              <a:t>000.03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010.03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132840" algn="l"/>
              </a:tabLst>
            </a:pPr>
            <a:r>
              <a:rPr dirty="0" sz="750">
                <a:latin typeface="Times New Roman"/>
                <a:cs typeface="Times New Roman"/>
              </a:rPr>
              <a:t>RS2(RICHT</a:t>
            </a:r>
            <a:r>
              <a:rPr dirty="0" sz="750" spc="36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LIMIT)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3703" sz="1125" spc="-30">
                <a:latin typeface="Times New Roman"/>
                <a:cs typeface="Times New Roman"/>
              </a:rPr>
              <a:t>Left</a:t>
            </a:r>
            <a:endParaRPr baseline="3703" sz="1125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643394" y="2376297"/>
            <a:ext cx="629920" cy="654685"/>
          </a:xfrm>
          <a:custGeom>
            <a:avLst/>
            <a:gdLst/>
            <a:ahLst/>
            <a:cxnLst/>
            <a:rect l="l" t="t" r="r" b="b"/>
            <a:pathLst>
              <a:path w="629919" h="654685">
                <a:moveTo>
                  <a:pt x="0" y="0"/>
                </a:moveTo>
                <a:lnTo>
                  <a:pt x="0" y="654100"/>
                </a:lnTo>
              </a:path>
              <a:path w="629919" h="654685">
                <a:moveTo>
                  <a:pt x="629843" y="156781"/>
                </a:moveTo>
                <a:lnTo>
                  <a:pt x="629843" y="336727"/>
                </a:lnTo>
              </a:path>
              <a:path w="629919" h="654685">
                <a:moveTo>
                  <a:pt x="629843" y="242201"/>
                </a:moveTo>
                <a:lnTo>
                  <a:pt x="0" y="242201"/>
                </a:lnTo>
              </a:path>
              <a:path w="629919" h="654685">
                <a:moveTo>
                  <a:pt x="0" y="565276"/>
                </a:moveTo>
                <a:lnTo>
                  <a:pt x="359905" y="56527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1363205" y="2533078"/>
            <a:ext cx="629920" cy="180340"/>
          </a:xfrm>
          <a:custGeom>
            <a:avLst/>
            <a:gdLst/>
            <a:ahLst/>
            <a:cxnLst/>
            <a:rect l="l" t="t" r="r" b="b"/>
            <a:pathLst>
              <a:path w="629919" h="180339">
                <a:moveTo>
                  <a:pt x="0" y="0"/>
                </a:moveTo>
                <a:lnTo>
                  <a:pt x="0" y="179946"/>
                </a:lnTo>
              </a:path>
              <a:path w="629919" h="180339">
                <a:moveTo>
                  <a:pt x="629831" y="0"/>
                </a:moveTo>
                <a:lnTo>
                  <a:pt x="629831" y="179946"/>
                </a:lnTo>
              </a:path>
              <a:path w="629919" h="180339">
                <a:moveTo>
                  <a:pt x="0" y="85420"/>
                </a:moveTo>
                <a:lnTo>
                  <a:pt x="629831" y="8542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1172074" y="2394997"/>
            <a:ext cx="89408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32155" algn="l"/>
              </a:tabLst>
            </a:pPr>
            <a:r>
              <a:rPr dirty="0" sz="750" spc="-10">
                <a:latin typeface="Times New Roman"/>
                <a:cs typeface="Times New Roman"/>
              </a:rPr>
              <a:t>010.03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25">
                <a:latin typeface="Times New Roman"/>
                <a:cs typeface="Times New Roman"/>
              </a:rPr>
              <a:t>000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215354" y="2718077"/>
            <a:ext cx="1917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0">
                <a:latin typeface="Times New Roman"/>
                <a:cs typeface="Times New Roman"/>
              </a:rPr>
              <a:t>Left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613980" y="2714279"/>
            <a:ext cx="47434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RS1(LEFT</a:t>
            </a:r>
            <a:endParaRPr sz="750">
              <a:latin typeface="Times New Roman"/>
              <a:cs typeface="Times New Roman"/>
            </a:endParaRPr>
          </a:p>
        </p:txBody>
      </p:sp>
      <p:graphicFrame>
        <p:nvGraphicFramePr>
          <p:cNvPr id="26" name="object 26" descr=""/>
          <p:cNvGraphicFramePr>
            <a:graphicFrameLocks noGrp="1"/>
          </p:cNvGraphicFramePr>
          <p:nvPr/>
        </p:nvGraphicFramePr>
        <p:xfrm>
          <a:off x="2078462" y="2443105"/>
          <a:ext cx="1615440" cy="449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9920"/>
                <a:gridCol w="900430"/>
              </a:tblGrid>
              <a:tr h="170815">
                <a:tc>
                  <a:txBody>
                    <a:bodyPr/>
                    <a:lstStyle/>
                    <a:p>
                      <a:pPr>
                        <a:lnSpc>
                          <a:spcPts val="620"/>
                        </a:lnSpc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.02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DIFU(13)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112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41275">
                        <a:lnSpc>
                          <a:spcPct val="100000"/>
                        </a:lnSpc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LIMIT)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01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76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17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200.03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8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7" name="object 27" descr=""/>
          <p:cNvSpPr/>
          <p:nvPr/>
        </p:nvSpPr>
        <p:spPr>
          <a:xfrm>
            <a:off x="643394" y="3343237"/>
            <a:ext cx="629920" cy="908050"/>
          </a:xfrm>
          <a:custGeom>
            <a:avLst/>
            <a:gdLst/>
            <a:ahLst/>
            <a:cxnLst/>
            <a:rect l="l" t="t" r="r" b="b"/>
            <a:pathLst>
              <a:path w="629919" h="908050">
                <a:moveTo>
                  <a:pt x="0" y="0"/>
                </a:moveTo>
                <a:lnTo>
                  <a:pt x="0" y="907732"/>
                </a:lnTo>
              </a:path>
              <a:path w="629919" h="908050">
                <a:moveTo>
                  <a:pt x="629843" y="148437"/>
                </a:moveTo>
                <a:lnTo>
                  <a:pt x="629843" y="328002"/>
                </a:lnTo>
              </a:path>
              <a:path w="629919" h="908050">
                <a:moveTo>
                  <a:pt x="629843" y="233857"/>
                </a:moveTo>
                <a:lnTo>
                  <a:pt x="0" y="233857"/>
                </a:lnTo>
              </a:path>
              <a:path w="629919" h="908050">
                <a:moveTo>
                  <a:pt x="0" y="599465"/>
                </a:moveTo>
                <a:lnTo>
                  <a:pt x="603643" y="599465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363205" y="3491674"/>
            <a:ext cx="1351915" cy="179705"/>
          </a:xfrm>
          <a:custGeom>
            <a:avLst/>
            <a:gdLst/>
            <a:ahLst/>
            <a:cxnLst/>
            <a:rect l="l" t="t" r="r" b="b"/>
            <a:pathLst>
              <a:path w="1351914" h="179704">
                <a:moveTo>
                  <a:pt x="0" y="0"/>
                </a:moveTo>
                <a:lnTo>
                  <a:pt x="0" y="179565"/>
                </a:lnTo>
              </a:path>
              <a:path w="1351914" h="179704">
                <a:moveTo>
                  <a:pt x="0" y="85420"/>
                </a:moveTo>
                <a:lnTo>
                  <a:pt x="1351546" y="8542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964944" y="3862590"/>
            <a:ext cx="0" cy="180340"/>
          </a:xfrm>
          <a:custGeom>
            <a:avLst/>
            <a:gdLst/>
            <a:ahLst/>
            <a:cxnLst/>
            <a:rect l="l" t="t" r="r" b="b"/>
            <a:pathLst>
              <a:path w="0" h="180339">
                <a:moveTo>
                  <a:pt x="0" y="0"/>
                </a:moveTo>
                <a:lnTo>
                  <a:pt x="0" y="17994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2054923" y="3862590"/>
            <a:ext cx="658495" cy="180340"/>
          </a:xfrm>
          <a:custGeom>
            <a:avLst/>
            <a:gdLst/>
            <a:ahLst/>
            <a:cxnLst/>
            <a:rect l="l" t="t" r="r" b="b"/>
            <a:pathLst>
              <a:path w="658494" h="180339">
                <a:moveTo>
                  <a:pt x="0" y="0"/>
                </a:moveTo>
                <a:lnTo>
                  <a:pt x="0" y="179946"/>
                </a:lnTo>
              </a:path>
              <a:path w="658494" h="180339">
                <a:moveTo>
                  <a:pt x="0" y="85420"/>
                </a:moveTo>
                <a:lnTo>
                  <a:pt x="657923" y="8542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2712847" y="3414610"/>
            <a:ext cx="900430" cy="22479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00"/>
              </a:spcBef>
            </a:pPr>
            <a:r>
              <a:rPr dirty="0" sz="750" spc="-25">
                <a:latin typeface="Times New Roman"/>
                <a:cs typeface="Times New Roman"/>
              </a:rPr>
              <a:t>CNT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2712847" y="3638968"/>
            <a:ext cx="900430" cy="25400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8128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640"/>
              </a:spcBef>
            </a:pPr>
            <a:r>
              <a:rPr dirty="0" sz="750" spc="-25">
                <a:latin typeface="Times New Roman"/>
                <a:cs typeface="Times New Roman"/>
              </a:rPr>
              <a:t>001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2712847" y="3892956"/>
            <a:ext cx="900430" cy="21590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6667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525"/>
              </a:spcBef>
            </a:pPr>
            <a:r>
              <a:rPr dirty="0" sz="750" spc="-10">
                <a:latin typeface="Times New Roman"/>
                <a:cs typeface="Times New Roman"/>
              </a:rPr>
              <a:t>#0020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172074" y="3353220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200.03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828098" y="3743492"/>
            <a:ext cx="37846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CNT001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1262227" y="3853472"/>
            <a:ext cx="0" cy="180340"/>
          </a:xfrm>
          <a:custGeom>
            <a:avLst/>
            <a:gdLst/>
            <a:ahLst/>
            <a:cxnLst/>
            <a:rect l="l" t="t" r="r" b="b"/>
            <a:pathLst>
              <a:path w="0" h="180339">
                <a:moveTo>
                  <a:pt x="0" y="0"/>
                </a:moveTo>
                <a:lnTo>
                  <a:pt x="0" y="17995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1352194" y="3853472"/>
            <a:ext cx="0" cy="180340"/>
          </a:xfrm>
          <a:custGeom>
            <a:avLst/>
            <a:gdLst/>
            <a:ahLst/>
            <a:cxnLst/>
            <a:rect l="l" t="t" r="r" b="b"/>
            <a:pathLst>
              <a:path w="0" h="180339">
                <a:moveTo>
                  <a:pt x="0" y="0"/>
                </a:moveTo>
                <a:lnTo>
                  <a:pt x="0" y="17995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1160686" y="3734003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000.05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1354086" y="3956354"/>
            <a:ext cx="608965" cy="0"/>
          </a:xfrm>
          <a:custGeom>
            <a:avLst/>
            <a:gdLst/>
            <a:ahLst/>
            <a:cxnLst/>
            <a:rect l="l" t="t" r="r" b="b"/>
            <a:pathLst>
              <a:path w="608964" h="0">
                <a:moveTo>
                  <a:pt x="0" y="0"/>
                </a:moveTo>
                <a:lnTo>
                  <a:pt x="608952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1198269" y="4038476"/>
            <a:ext cx="20764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RST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643394" y="4159097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4" h="0">
                <a:moveTo>
                  <a:pt x="0" y="0"/>
                </a:moveTo>
                <a:lnTo>
                  <a:pt x="359905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643394" y="4433951"/>
            <a:ext cx="629920" cy="907415"/>
          </a:xfrm>
          <a:custGeom>
            <a:avLst/>
            <a:gdLst/>
            <a:ahLst/>
            <a:cxnLst/>
            <a:rect l="l" t="t" r="r" b="b"/>
            <a:pathLst>
              <a:path w="629919" h="907414">
                <a:moveTo>
                  <a:pt x="0" y="0"/>
                </a:moveTo>
                <a:lnTo>
                  <a:pt x="0" y="906970"/>
                </a:lnTo>
              </a:path>
              <a:path w="629919" h="907414">
                <a:moveTo>
                  <a:pt x="629843" y="128701"/>
                </a:moveTo>
                <a:lnTo>
                  <a:pt x="629843" y="308279"/>
                </a:lnTo>
              </a:path>
              <a:path w="629919" h="907414">
                <a:moveTo>
                  <a:pt x="629843" y="214502"/>
                </a:moveTo>
                <a:lnTo>
                  <a:pt x="0" y="214502"/>
                </a:lnTo>
              </a:path>
              <a:path w="629919" h="907414">
                <a:moveTo>
                  <a:pt x="0" y="537197"/>
                </a:moveTo>
                <a:lnTo>
                  <a:pt x="359905" y="53719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3" name="object 43" descr=""/>
          <p:cNvGrpSpPr/>
          <p:nvPr/>
        </p:nvGrpSpPr>
        <p:grpSpPr>
          <a:xfrm>
            <a:off x="1358442" y="4500181"/>
            <a:ext cx="1538605" cy="685165"/>
            <a:chOff x="1358442" y="4500181"/>
            <a:chExt cx="1538605" cy="685165"/>
          </a:xfrm>
        </p:grpSpPr>
        <p:sp>
          <p:nvSpPr>
            <p:cNvPr id="44" name="object 44" descr=""/>
            <p:cNvSpPr/>
            <p:nvPr/>
          </p:nvSpPr>
          <p:spPr>
            <a:xfrm>
              <a:off x="1363205" y="4562652"/>
              <a:ext cx="629920" cy="179705"/>
            </a:xfrm>
            <a:custGeom>
              <a:avLst/>
              <a:gdLst/>
              <a:ahLst/>
              <a:cxnLst/>
              <a:rect l="l" t="t" r="r" b="b"/>
              <a:pathLst>
                <a:path w="629919" h="179704">
                  <a:moveTo>
                    <a:pt x="0" y="0"/>
                  </a:moveTo>
                  <a:lnTo>
                    <a:pt x="0" y="179577"/>
                  </a:lnTo>
                </a:path>
                <a:path w="629919" h="179704">
                  <a:moveTo>
                    <a:pt x="0" y="85801"/>
                  </a:moveTo>
                  <a:lnTo>
                    <a:pt x="629831" y="85801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991512" y="4504944"/>
              <a:ext cx="900430" cy="675640"/>
            </a:xfrm>
            <a:custGeom>
              <a:avLst/>
              <a:gdLst/>
              <a:ahLst/>
              <a:cxnLst/>
              <a:rect l="l" t="t" r="r" b="b"/>
              <a:pathLst>
                <a:path w="900430" h="675639">
                  <a:moveTo>
                    <a:pt x="0" y="0"/>
                  </a:moveTo>
                  <a:lnTo>
                    <a:pt x="900150" y="0"/>
                  </a:lnTo>
                  <a:lnTo>
                    <a:pt x="900150" y="675017"/>
                  </a:lnTo>
                  <a:lnTo>
                    <a:pt x="0" y="675017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1136387" y="4438242"/>
            <a:ext cx="1211580" cy="740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844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CNT001</a:t>
            </a:r>
            <a:endParaRPr sz="750">
              <a:latin typeface="Times New Roman"/>
              <a:cs typeface="Times New Roman"/>
            </a:endParaRPr>
          </a:p>
          <a:p>
            <a:pPr marL="949960">
              <a:lnSpc>
                <a:spcPts val="844"/>
              </a:lnSpc>
            </a:pPr>
            <a:r>
              <a:rPr dirty="0" sz="750" spc="-25">
                <a:latin typeface="Times New Roman"/>
                <a:cs typeface="Times New Roman"/>
              </a:rPr>
              <a:t>TIM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750">
              <a:latin typeface="Times New Roman"/>
              <a:cs typeface="Times New Roman"/>
            </a:endParaRPr>
          </a:p>
          <a:p>
            <a:pPr marL="949960">
              <a:lnSpc>
                <a:spcPct val="100000"/>
              </a:lnSpc>
            </a:pPr>
            <a:r>
              <a:rPr dirty="0" sz="750" spc="-25">
                <a:latin typeface="Times New Roman"/>
                <a:cs typeface="Times New Roman"/>
              </a:rPr>
              <a:t>002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50">
              <a:latin typeface="Times New Roman"/>
              <a:cs typeface="Times New Roman"/>
            </a:endParaRPr>
          </a:p>
          <a:p>
            <a:pPr marL="949960">
              <a:lnSpc>
                <a:spcPct val="100000"/>
              </a:lnSpc>
              <a:spcBef>
                <a:spcPts val="5"/>
              </a:spcBef>
            </a:pPr>
            <a:r>
              <a:rPr dirty="0" sz="750" spc="-10">
                <a:latin typeface="Times New Roman"/>
                <a:cs typeface="Times New Roman"/>
              </a:rPr>
              <a:t>#0010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7" name="object 47" descr=""/>
          <p:cNvSpPr/>
          <p:nvPr/>
        </p:nvSpPr>
        <p:spPr>
          <a:xfrm>
            <a:off x="652894" y="5187924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4" h="0">
                <a:moveTo>
                  <a:pt x="0" y="0"/>
                </a:moveTo>
                <a:lnTo>
                  <a:pt x="359524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1991512" y="4728552"/>
            <a:ext cx="899794" cy="254000"/>
          </a:xfrm>
          <a:custGeom>
            <a:avLst/>
            <a:gdLst/>
            <a:ahLst/>
            <a:cxnLst/>
            <a:rect l="l" t="t" r="r" b="b"/>
            <a:pathLst>
              <a:path w="899794" h="254000">
                <a:moveTo>
                  <a:pt x="0" y="0"/>
                </a:moveTo>
                <a:lnTo>
                  <a:pt x="899756" y="0"/>
                </a:lnTo>
              </a:path>
              <a:path w="899794" h="254000">
                <a:moveTo>
                  <a:pt x="0" y="253606"/>
                </a:moveTo>
                <a:lnTo>
                  <a:pt x="899756" y="25360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9" name="object 49" descr=""/>
          <p:cNvGrpSpPr/>
          <p:nvPr/>
        </p:nvGrpSpPr>
        <p:grpSpPr>
          <a:xfrm>
            <a:off x="2249303" y="5649576"/>
            <a:ext cx="998855" cy="189230"/>
            <a:chOff x="2249303" y="5649576"/>
            <a:chExt cx="998855" cy="189230"/>
          </a:xfrm>
        </p:grpSpPr>
        <p:sp>
          <p:nvSpPr>
            <p:cNvPr id="50" name="object 50" descr=""/>
            <p:cNvSpPr/>
            <p:nvPr/>
          </p:nvSpPr>
          <p:spPr>
            <a:xfrm>
              <a:off x="2253856" y="5654129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w="0" h="180339">
                  <a:moveTo>
                    <a:pt x="0" y="0"/>
                  </a:moveTo>
                  <a:lnTo>
                    <a:pt x="0" y="179946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68529" y="5649576"/>
              <a:ext cx="279222" cy="189052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2253856" y="5749036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5" h="0">
                  <a:moveTo>
                    <a:pt x="0" y="0"/>
                  </a:moveTo>
                  <a:lnTo>
                    <a:pt x="719416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/>
          <p:nvPr/>
        </p:nvSpPr>
        <p:spPr>
          <a:xfrm>
            <a:off x="1354086" y="5654128"/>
            <a:ext cx="810260" cy="180340"/>
          </a:xfrm>
          <a:custGeom>
            <a:avLst/>
            <a:gdLst/>
            <a:ahLst/>
            <a:cxnLst/>
            <a:rect l="l" t="t" r="r" b="b"/>
            <a:pathLst>
              <a:path w="810260" h="180339">
                <a:moveTo>
                  <a:pt x="0" y="0"/>
                </a:moveTo>
                <a:lnTo>
                  <a:pt x="0" y="179946"/>
                </a:lnTo>
              </a:path>
              <a:path w="810260" h="180339">
                <a:moveTo>
                  <a:pt x="809777" y="0"/>
                </a:moveTo>
                <a:lnTo>
                  <a:pt x="809777" y="179946"/>
                </a:lnTo>
              </a:path>
              <a:path w="810260" h="180339">
                <a:moveTo>
                  <a:pt x="809777" y="94907"/>
                </a:moveTo>
                <a:lnTo>
                  <a:pt x="0" y="9490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633907" y="5521629"/>
            <a:ext cx="630555" cy="497205"/>
          </a:xfrm>
          <a:custGeom>
            <a:avLst/>
            <a:gdLst/>
            <a:ahLst/>
            <a:cxnLst/>
            <a:rect l="l" t="t" r="r" b="b"/>
            <a:pathLst>
              <a:path w="630555" h="497204">
                <a:moveTo>
                  <a:pt x="630212" y="132499"/>
                </a:moveTo>
                <a:lnTo>
                  <a:pt x="630212" y="312445"/>
                </a:lnTo>
              </a:path>
              <a:path w="630555" h="497204">
                <a:moveTo>
                  <a:pt x="630212" y="227406"/>
                </a:moveTo>
                <a:lnTo>
                  <a:pt x="0" y="227406"/>
                </a:lnTo>
              </a:path>
              <a:path w="630555" h="497204">
                <a:moveTo>
                  <a:pt x="7975" y="0"/>
                </a:moveTo>
                <a:lnTo>
                  <a:pt x="7975" y="49658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 txBox="1"/>
          <p:nvPr/>
        </p:nvSpPr>
        <p:spPr>
          <a:xfrm>
            <a:off x="901767" y="5525542"/>
            <a:ext cx="2319655" cy="46418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67970">
              <a:lnSpc>
                <a:spcPct val="100000"/>
              </a:lnSpc>
              <a:spcBef>
                <a:spcPts val="135"/>
              </a:spcBef>
              <a:tabLst>
                <a:tab pos="1141095" algn="l"/>
                <a:tab pos="2025650" algn="l"/>
              </a:tabLst>
            </a:pPr>
            <a:r>
              <a:rPr dirty="0" sz="750" spc="-10">
                <a:latin typeface="Times New Roman"/>
                <a:cs typeface="Times New Roman"/>
              </a:rPr>
              <a:t>200.02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TIM002</a:t>
            </a:r>
            <a:r>
              <a:rPr dirty="0" baseline="3703" sz="1125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010.04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044064" algn="l"/>
              </a:tabLst>
            </a:pPr>
            <a:r>
              <a:rPr dirty="0" sz="750">
                <a:latin typeface="Times New Roman"/>
                <a:cs typeface="Times New Roman"/>
              </a:rPr>
              <a:t>RS1(LEFT</a:t>
            </a:r>
            <a:r>
              <a:rPr dirty="0" sz="750" spc="36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LIMIT)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3703" sz="1125" spc="-30">
                <a:latin typeface="Times New Roman"/>
                <a:cs typeface="Times New Roman"/>
              </a:rPr>
              <a:t>Down</a:t>
            </a:r>
            <a:endParaRPr baseline="3703" sz="1125">
              <a:latin typeface="Times New Roman"/>
              <a:cs typeface="Times New Roman"/>
            </a:endParaRPr>
          </a:p>
        </p:txBody>
      </p:sp>
      <p:sp>
        <p:nvSpPr>
          <p:cNvPr id="56" name="object 56" descr=""/>
          <p:cNvSpPr/>
          <p:nvPr/>
        </p:nvSpPr>
        <p:spPr>
          <a:xfrm>
            <a:off x="643394" y="6189433"/>
            <a:ext cx="0" cy="270510"/>
          </a:xfrm>
          <a:custGeom>
            <a:avLst/>
            <a:gdLst/>
            <a:ahLst/>
            <a:cxnLst/>
            <a:rect l="l" t="t" r="r" b="b"/>
            <a:pathLst>
              <a:path w="0" h="270510">
                <a:moveTo>
                  <a:pt x="0" y="0"/>
                </a:moveTo>
                <a:lnTo>
                  <a:pt x="0" y="27029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 txBox="1"/>
          <p:nvPr/>
        </p:nvSpPr>
        <p:spPr>
          <a:xfrm>
            <a:off x="1269883" y="6232715"/>
            <a:ext cx="680720" cy="20891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98425">
              <a:lnSpc>
                <a:spcPct val="100000"/>
              </a:lnSpc>
              <a:spcBef>
                <a:spcPts val="400"/>
              </a:spcBef>
            </a:pPr>
            <a:r>
              <a:rPr dirty="0" sz="750">
                <a:latin typeface="Times New Roman"/>
                <a:cs typeface="Times New Roman"/>
              </a:rPr>
              <a:t>End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(01)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8" name="object 58" descr=""/>
          <p:cNvSpPr/>
          <p:nvPr/>
        </p:nvSpPr>
        <p:spPr>
          <a:xfrm>
            <a:off x="643394" y="6327622"/>
            <a:ext cx="629920" cy="0"/>
          </a:xfrm>
          <a:custGeom>
            <a:avLst/>
            <a:gdLst/>
            <a:ahLst/>
            <a:cxnLst/>
            <a:rect l="l" t="t" r="r" b="b"/>
            <a:pathLst>
              <a:path w="629919" h="0">
                <a:moveTo>
                  <a:pt x="629843" y="0"/>
                </a:moveTo>
                <a:lnTo>
                  <a:pt x="0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55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92875" cy="12065"/>
          </a:xfrm>
          <a:custGeom>
            <a:avLst/>
            <a:gdLst/>
            <a:ahLst/>
            <a:cxnLst/>
            <a:rect l="l" t="t" r="r" b="b"/>
            <a:pathLst>
              <a:path w="6492875" h="12065">
                <a:moveTo>
                  <a:pt x="0" y="0"/>
                </a:moveTo>
                <a:lnTo>
                  <a:pt x="6492671" y="0"/>
                </a:lnTo>
              </a:path>
              <a:path w="6492875" h="12065">
                <a:moveTo>
                  <a:pt x="0" y="11772"/>
                </a:moveTo>
                <a:lnTo>
                  <a:pt x="6492671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92875" cy="74930"/>
            <a:chOff x="625563" y="1234687"/>
            <a:chExt cx="649287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641127" y="1400213"/>
            <a:ext cx="6417310" cy="132715"/>
            <a:chOff x="641127" y="1400213"/>
            <a:chExt cx="6417310" cy="132715"/>
          </a:xfrm>
        </p:grpSpPr>
        <p:sp>
          <p:nvSpPr>
            <p:cNvPr id="8" name="object 8" descr=""/>
            <p:cNvSpPr/>
            <p:nvPr/>
          </p:nvSpPr>
          <p:spPr>
            <a:xfrm>
              <a:off x="643966" y="1400213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4">
                  <a:moveTo>
                    <a:pt x="0" y="6464"/>
                  </a:moveTo>
                  <a:lnTo>
                    <a:pt x="0" y="0"/>
                  </a:lnTo>
                </a:path>
                <a:path w="0" h="6984">
                  <a:moveTo>
                    <a:pt x="0" y="6095"/>
                  </a:moveTo>
                  <a:lnTo>
                    <a:pt x="0" y="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46823" y="1400213"/>
              <a:ext cx="6408420" cy="6985"/>
            </a:xfrm>
            <a:custGeom>
              <a:avLst/>
              <a:gdLst/>
              <a:ahLst/>
              <a:cxnLst/>
              <a:rect l="l" t="t" r="r" b="b"/>
              <a:pathLst>
                <a:path w="6408420" h="6984">
                  <a:moveTo>
                    <a:pt x="0" y="3048"/>
                  </a:moveTo>
                  <a:lnTo>
                    <a:pt x="6404978" y="3048"/>
                  </a:lnTo>
                </a:path>
                <a:path w="6408420" h="6984">
                  <a:moveTo>
                    <a:pt x="6408000" y="6464"/>
                  </a:moveTo>
                  <a:lnTo>
                    <a:pt x="6408000" y="0"/>
                  </a:lnTo>
                </a:path>
                <a:path w="6408420" h="6984">
                  <a:moveTo>
                    <a:pt x="6408000" y="6095"/>
                  </a:moveTo>
                  <a:lnTo>
                    <a:pt x="640800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43966" y="1406677"/>
              <a:ext cx="0" cy="125730"/>
            </a:xfrm>
            <a:custGeom>
              <a:avLst/>
              <a:gdLst/>
              <a:ahLst/>
              <a:cxnLst/>
              <a:rect l="l" t="t" r="r" b="b"/>
              <a:pathLst>
                <a:path w="0" h="125730">
                  <a:moveTo>
                    <a:pt x="0" y="119570"/>
                  </a:moveTo>
                  <a:lnTo>
                    <a:pt x="0" y="0"/>
                  </a:lnTo>
                </a:path>
                <a:path w="0" h="125730">
                  <a:moveTo>
                    <a:pt x="0" y="125666"/>
                  </a:moveTo>
                  <a:lnTo>
                    <a:pt x="0" y="119570"/>
                  </a:lnTo>
                </a:path>
                <a:path w="0" h="125730">
                  <a:moveTo>
                    <a:pt x="0" y="125666"/>
                  </a:moveTo>
                  <a:lnTo>
                    <a:pt x="0" y="11957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46823" y="1406677"/>
              <a:ext cx="6408420" cy="125730"/>
            </a:xfrm>
            <a:custGeom>
              <a:avLst/>
              <a:gdLst/>
              <a:ahLst/>
              <a:cxnLst/>
              <a:rect l="l" t="t" r="r" b="b"/>
              <a:pathLst>
                <a:path w="6408420" h="125730">
                  <a:moveTo>
                    <a:pt x="0" y="122618"/>
                  </a:moveTo>
                  <a:lnTo>
                    <a:pt x="6404978" y="122618"/>
                  </a:lnTo>
                </a:path>
                <a:path w="6408420" h="125730">
                  <a:moveTo>
                    <a:pt x="6408000" y="119570"/>
                  </a:moveTo>
                  <a:lnTo>
                    <a:pt x="6408000" y="0"/>
                  </a:lnTo>
                </a:path>
                <a:path w="6408420" h="125730">
                  <a:moveTo>
                    <a:pt x="6408000" y="125666"/>
                  </a:moveTo>
                  <a:lnTo>
                    <a:pt x="6408000" y="119570"/>
                  </a:lnTo>
                </a:path>
                <a:path w="6408420" h="125730">
                  <a:moveTo>
                    <a:pt x="6408000" y="125666"/>
                  </a:moveTo>
                  <a:lnTo>
                    <a:pt x="6408000" y="11957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641127" y="1577886"/>
            <a:ext cx="6417310" cy="252095"/>
            <a:chOff x="641127" y="1577886"/>
            <a:chExt cx="6417310" cy="252095"/>
          </a:xfrm>
        </p:grpSpPr>
        <p:sp>
          <p:nvSpPr>
            <p:cNvPr id="13" name="object 13" descr=""/>
            <p:cNvSpPr/>
            <p:nvPr/>
          </p:nvSpPr>
          <p:spPr>
            <a:xfrm>
              <a:off x="643966" y="1577886"/>
              <a:ext cx="6408420" cy="6350"/>
            </a:xfrm>
            <a:custGeom>
              <a:avLst/>
              <a:gdLst/>
              <a:ahLst/>
              <a:cxnLst/>
              <a:rect l="l" t="t" r="r" b="b"/>
              <a:pathLst>
                <a:path w="6408420" h="6350">
                  <a:moveTo>
                    <a:pt x="0" y="6083"/>
                  </a:moveTo>
                  <a:lnTo>
                    <a:pt x="0" y="0"/>
                  </a:lnTo>
                </a:path>
                <a:path w="6408420" h="6350">
                  <a:moveTo>
                    <a:pt x="0" y="5702"/>
                  </a:moveTo>
                  <a:lnTo>
                    <a:pt x="0" y="0"/>
                  </a:lnTo>
                </a:path>
                <a:path w="6408420" h="6350">
                  <a:moveTo>
                    <a:pt x="2857" y="2844"/>
                  </a:moveTo>
                  <a:lnTo>
                    <a:pt x="6407835" y="2844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054824" y="1577886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w="0" h="6350">
                  <a:moveTo>
                    <a:pt x="0" y="6083"/>
                  </a:moveTo>
                  <a:lnTo>
                    <a:pt x="0" y="0"/>
                  </a:lnTo>
                </a:path>
                <a:path w="0" h="6350">
                  <a:moveTo>
                    <a:pt x="0" y="5702"/>
                  </a:moveTo>
                  <a:lnTo>
                    <a:pt x="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43966" y="1583969"/>
              <a:ext cx="0" cy="246379"/>
            </a:xfrm>
            <a:custGeom>
              <a:avLst/>
              <a:gdLst/>
              <a:ahLst/>
              <a:cxnLst/>
              <a:rect l="l" t="t" r="r" b="b"/>
              <a:pathLst>
                <a:path w="0" h="246380">
                  <a:moveTo>
                    <a:pt x="0" y="239928"/>
                  </a:moveTo>
                  <a:lnTo>
                    <a:pt x="0" y="0"/>
                  </a:lnTo>
                </a:path>
                <a:path w="0" h="246380">
                  <a:moveTo>
                    <a:pt x="0" y="246011"/>
                  </a:moveTo>
                  <a:lnTo>
                    <a:pt x="0" y="239915"/>
                  </a:lnTo>
                </a:path>
                <a:path w="0" h="246380">
                  <a:moveTo>
                    <a:pt x="0" y="246011"/>
                  </a:moveTo>
                  <a:lnTo>
                    <a:pt x="0" y="239915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46823" y="1583969"/>
              <a:ext cx="6408420" cy="246379"/>
            </a:xfrm>
            <a:custGeom>
              <a:avLst/>
              <a:gdLst/>
              <a:ahLst/>
              <a:cxnLst/>
              <a:rect l="l" t="t" r="r" b="b"/>
              <a:pathLst>
                <a:path w="6408420" h="246380">
                  <a:moveTo>
                    <a:pt x="0" y="242963"/>
                  </a:moveTo>
                  <a:lnTo>
                    <a:pt x="6404978" y="242963"/>
                  </a:lnTo>
                </a:path>
                <a:path w="6408420" h="246380">
                  <a:moveTo>
                    <a:pt x="6408000" y="239928"/>
                  </a:moveTo>
                  <a:lnTo>
                    <a:pt x="6408000" y="0"/>
                  </a:lnTo>
                </a:path>
                <a:path w="6408420" h="246380">
                  <a:moveTo>
                    <a:pt x="6408000" y="246011"/>
                  </a:moveTo>
                  <a:lnTo>
                    <a:pt x="6408000" y="239915"/>
                  </a:lnTo>
                </a:path>
                <a:path w="6408420" h="246380">
                  <a:moveTo>
                    <a:pt x="6408000" y="246011"/>
                  </a:moveTo>
                  <a:lnTo>
                    <a:pt x="6408000" y="239915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631082" y="961543"/>
            <a:ext cx="5379720" cy="1048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2130" algn="l"/>
              </a:tabLst>
            </a:pPr>
            <a:r>
              <a:rPr dirty="0" sz="1550" spc="40">
                <a:latin typeface="Times New Roman"/>
                <a:cs typeface="Times New Roman"/>
              </a:rPr>
              <a:t>6.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  <a:p>
            <a:pPr marL="80010" marR="3780154">
              <a:lnSpc>
                <a:spcPct val="155400"/>
              </a:lnSpc>
              <a:spcBef>
                <a:spcPts val="1019"/>
              </a:spcBef>
            </a:pPr>
            <a:r>
              <a:rPr dirty="0" sz="750">
                <a:latin typeface="Times New Roman"/>
                <a:cs typeface="Times New Roman"/>
              </a:rPr>
              <a:t>Ladder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Diagram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: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Main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 spc="-50">
                <a:latin typeface="Times New Roman"/>
                <a:cs typeface="Times New Roman"/>
              </a:rPr>
              <a:t>1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Main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20">
                <a:latin typeface="Franklin Gothic Demi Cond"/>
                <a:cs typeface="Franklin Gothic Demi Cond"/>
              </a:rPr>
              <a:t> </a:t>
            </a:r>
            <a:r>
              <a:rPr dirty="0" sz="750">
                <a:latin typeface="Times New Roman"/>
                <a:cs typeface="Times New Roman"/>
              </a:rPr>
              <a:t>SFT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(10)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method</a:t>
            </a:r>
            <a:endParaRPr sz="750">
              <a:latin typeface="Times New Roman"/>
              <a:cs typeface="Times New Roman"/>
            </a:endParaRPr>
          </a:p>
          <a:p>
            <a:pPr marL="80010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Times New Roman"/>
                <a:cs typeface="Times New Roman"/>
              </a:rPr>
              <a:t>PCB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packing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conveyor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program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utilizing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(zhift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regizter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method)</a:t>
            </a:r>
            <a:endParaRPr sz="750">
              <a:latin typeface="Times New Roman"/>
              <a:cs typeface="Times New Roman"/>
            </a:endParaRPr>
          </a:p>
          <a:p>
            <a:pPr marL="80010">
              <a:lnSpc>
                <a:spcPct val="100000"/>
              </a:lnSpc>
              <a:spcBef>
                <a:spcPts val="50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30">
                <a:latin typeface="Franklin Gothic Demi Cond"/>
                <a:cs typeface="Franklin Gothic Demi Cond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Conveyor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41108" y="1871992"/>
            <a:ext cx="6417310" cy="1276350"/>
            <a:chOff x="641108" y="1871992"/>
            <a:chExt cx="6417310" cy="1276350"/>
          </a:xfrm>
        </p:grpSpPr>
        <p:sp>
          <p:nvSpPr>
            <p:cNvPr id="19" name="object 19" descr=""/>
            <p:cNvSpPr/>
            <p:nvPr/>
          </p:nvSpPr>
          <p:spPr>
            <a:xfrm>
              <a:off x="643966" y="1875167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5">
                  <a:moveTo>
                    <a:pt x="0" y="6438"/>
                  </a:moveTo>
                  <a:lnTo>
                    <a:pt x="0" y="0"/>
                  </a:lnTo>
                </a:path>
                <a:path w="0" h="6985">
                  <a:moveTo>
                    <a:pt x="0" y="6057"/>
                  </a:moveTo>
                  <a:lnTo>
                    <a:pt x="0" y="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46823" y="1875167"/>
              <a:ext cx="6408420" cy="6985"/>
            </a:xfrm>
            <a:custGeom>
              <a:avLst/>
              <a:gdLst/>
              <a:ahLst/>
              <a:cxnLst/>
              <a:rect l="l" t="t" r="r" b="b"/>
              <a:pathLst>
                <a:path w="6408420" h="6985">
                  <a:moveTo>
                    <a:pt x="0" y="3009"/>
                  </a:moveTo>
                  <a:lnTo>
                    <a:pt x="6404978" y="3009"/>
                  </a:lnTo>
                </a:path>
                <a:path w="6408420" h="6985">
                  <a:moveTo>
                    <a:pt x="6408000" y="6438"/>
                  </a:moveTo>
                  <a:lnTo>
                    <a:pt x="6408000" y="0"/>
                  </a:lnTo>
                </a:path>
                <a:path w="6408420" h="6985">
                  <a:moveTo>
                    <a:pt x="6408000" y="6057"/>
                  </a:moveTo>
                  <a:lnTo>
                    <a:pt x="640800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43966" y="1881606"/>
              <a:ext cx="6408420" cy="125730"/>
            </a:xfrm>
            <a:custGeom>
              <a:avLst/>
              <a:gdLst/>
              <a:ahLst/>
              <a:cxnLst/>
              <a:rect l="l" t="t" r="r" b="b"/>
              <a:pathLst>
                <a:path w="6408420" h="125730">
                  <a:moveTo>
                    <a:pt x="0" y="119976"/>
                  </a:moveTo>
                  <a:lnTo>
                    <a:pt x="0" y="0"/>
                  </a:lnTo>
                </a:path>
                <a:path w="6408420" h="125730">
                  <a:moveTo>
                    <a:pt x="0" y="125653"/>
                  </a:moveTo>
                  <a:lnTo>
                    <a:pt x="0" y="119976"/>
                  </a:lnTo>
                </a:path>
                <a:path w="6408420" h="125730">
                  <a:moveTo>
                    <a:pt x="0" y="125653"/>
                  </a:moveTo>
                  <a:lnTo>
                    <a:pt x="0" y="119976"/>
                  </a:lnTo>
                </a:path>
                <a:path w="6408420" h="125730">
                  <a:moveTo>
                    <a:pt x="2857" y="122834"/>
                  </a:moveTo>
                  <a:lnTo>
                    <a:pt x="6407835" y="122834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054824" y="1881606"/>
              <a:ext cx="0" cy="125730"/>
            </a:xfrm>
            <a:custGeom>
              <a:avLst/>
              <a:gdLst/>
              <a:ahLst/>
              <a:cxnLst/>
              <a:rect l="l" t="t" r="r" b="b"/>
              <a:pathLst>
                <a:path w="0" h="125730">
                  <a:moveTo>
                    <a:pt x="0" y="119976"/>
                  </a:moveTo>
                  <a:lnTo>
                    <a:pt x="0" y="0"/>
                  </a:lnTo>
                </a:path>
                <a:path w="0" h="125730">
                  <a:moveTo>
                    <a:pt x="0" y="125653"/>
                  </a:moveTo>
                  <a:lnTo>
                    <a:pt x="0" y="119976"/>
                  </a:lnTo>
                </a:path>
                <a:path w="0" h="125730">
                  <a:moveTo>
                    <a:pt x="0" y="125653"/>
                  </a:moveTo>
                  <a:lnTo>
                    <a:pt x="0" y="119976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43966" y="3012566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5">
                  <a:moveTo>
                    <a:pt x="0" y="6438"/>
                  </a:moveTo>
                  <a:lnTo>
                    <a:pt x="0" y="0"/>
                  </a:lnTo>
                </a:path>
                <a:path w="0" h="6985">
                  <a:moveTo>
                    <a:pt x="0" y="6070"/>
                  </a:moveTo>
                  <a:lnTo>
                    <a:pt x="0" y="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46823" y="3012566"/>
              <a:ext cx="6408420" cy="6985"/>
            </a:xfrm>
            <a:custGeom>
              <a:avLst/>
              <a:gdLst/>
              <a:ahLst/>
              <a:cxnLst/>
              <a:rect l="l" t="t" r="r" b="b"/>
              <a:pathLst>
                <a:path w="6408420" h="6985">
                  <a:moveTo>
                    <a:pt x="0" y="3035"/>
                  </a:moveTo>
                  <a:lnTo>
                    <a:pt x="6404978" y="3035"/>
                  </a:lnTo>
                </a:path>
                <a:path w="6408420" h="6985">
                  <a:moveTo>
                    <a:pt x="6408000" y="6438"/>
                  </a:moveTo>
                  <a:lnTo>
                    <a:pt x="6408000" y="0"/>
                  </a:lnTo>
                </a:path>
                <a:path w="6408420" h="6985">
                  <a:moveTo>
                    <a:pt x="6408000" y="6070"/>
                  </a:moveTo>
                  <a:lnTo>
                    <a:pt x="640800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43966" y="3019005"/>
              <a:ext cx="6408420" cy="125730"/>
            </a:xfrm>
            <a:custGeom>
              <a:avLst/>
              <a:gdLst/>
              <a:ahLst/>
              <a:cxnLst/>
              <a:rect l="l" t="t" r="r" b="b"/>
              <a:pathLst>
                <a:path w="6408420" h="125730">
                  <a:moveTo>
                    <a:pt x="0" y="119976"/>
                  </a:moveTo>
                  <a:lnTo>
                    <a:pt x="0" y="0"/>
                  </a:lnTo>
                </a:path>
                <a:path w="6408420" h="125730">
                  <a:moveTo>
                    <a:pt x="0" y="125679"/>
                  </a:moveTo>
                  <a:lnTo>
                    <a:pt x="0" y="119976"/>
                  </a:lnTo>
                </a:path>
                <a:path w="6408420" h="125730">
                  <a:moveTo>
                    <a:pt x="0" y="125679"/>
                  </a:moveTo>
                  <a:lnTo>
                    <a:pt x="0" y="119976"/>
                  </a:lnTo>
                </a:path>
                <a:path w="6408420" h="125730">
                  <a:moveTo>
                    <a:pt x="2857" y="122834"/>
                  </a:moveTo>
                  <a:lnTo>
                    <a:pt x="6407835" y="122834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054824" y="3019005"/>
              <a:ext cx="0" cy="125730"/>
            </a:xfrm>
            <a:custGeom>
              <a:avLst/>
              <a:gdLst/>
              <a:ahLst/>
              <a:cxnLst/>
              <a:rect l="l" t="t" r="r" b="b"/>
              <a:pathLst>
                <a:path w="0" h="125730">
                  <a:moveTo>
                    <a:pt x="0" y="119976"/>
                  </a:moveTo>
                  <a:lnTo>
                    <a:pt x="0" y="0"/>
                  </a:lnTo>
                </a:path>
                <a:path w="0" h="125730">
                  <a:moveTo>
                    <a:pt x="0" y="125679"/>
                  </a:moveTo>
                  <a:lnTo>
                    <a:pt x="0" y="119976"/>
                  </a:lnTo>
                </a:path>
                <a:path w="0" h="125730">
                  <a:moveTo>
                    <a:pt x="0" y="125679"/>
                  </a:moveTo>
                  <a:lnTo>
                    <a:pt x="0" y="119976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698651" y="3854341"/>
            <a:ext cx="1015365" cy="26606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5300"/>
              </a:lnSpc>
              <a:spcBef>
                <a:spcPts val="85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6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3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10">
                <a:latin typeface="Franklin Gothic Demi Cond"/>
                <a:cs typeface="Franklin Gothic Demi Cond"/>
              </a:rPr>
              <a:t> </a:t>
            </a:r>
            <a:r>
              <a:rPr dirty="0" sz="750">
                <a:latin typeface="Times New Roman"/>
                <a:cs typeface="Times New Roman"/>
              </a:rPr>
              <a:t>Set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1zt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bit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Set</a:t>
            </a:r>
            <a:r>
              <a:rPr dirty="0" sz="750" spc="6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firzt</a:t>
            </a:r>
            <a:r>
              <a:rPr dirty="0" sz="750" spc="6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bit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of</a:t>
            </a:r>
            <a:r>
              <a:rPr dirty="0" sz="750" spc="5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HR</a:t>
            </a:r>
            <a:r>
              <a:rPr dirty="0" sz="750" spc="6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00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on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641108" y="3861689"/>
            <a:ext cx="6417310" cy="259079"/>
            <a:chOff x="641108" y="3861689"/>
            <a:chExt cx="6417310" cy="259079"/>
          </a:xfrm>
        </p:grpSpPr>
        <p:sp>
          <p:nvSpPr>
            <p:cNvPr id="29" name="object 29" descr=""/>
            <p:cNvSpPr/>
            <p:nvPr/>
          </p:nvSpPr>
          <p:spPr>
            <a:xfrm>
              <a:off x="643966" y="3864864"/>
              <a:ext cx="6408420" cy="6350"/>
            </a:xfrm>
            <a:custGeom>
              <a:avLst/>
              <a:gdLst/>
              <a:ahLst/>
              <a:cxnLst/>
              <a:rect l="l" t="t" r="r" b="b"/>
              <a:pathLst>
                <a:path w="6408420" h="6350">
                  <a:moveTo>
                    <a:pt x="0" y="6083"/>
                  </a:moveTo>
                  <a:lnTo>
                    <a:pt x="0" y="0"/>
                  </a:lnTo>
                </a:path>
                <a:path w="6408420" h="6350">
                  <a:moveTo>
                    <a:pt x="0" y="5702"/>
                  </a:moveTo>
                  <a:lnTo>
                    <a:pt x="0" y="0"/>
                  </a:lnTo>
                </a:path>
                <a:path w="6408420" h="6350">
                  <a:moveTo>
                    <a:pt x="2857" y="2857"/>
                  </a:moveTo>
                  <a:lnTo>
                    <a:pt x="6407835" y="2857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054824" y="3864864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w="0" h="6350">
                  <a:moveTo>
                    <a:pt x="0" y="6083"/>
                  </a:moveTo>
                  <a:lnTo>
                    <a:pt x="0" y="0"/>
                  </a:lnTo>
                </a:path>
                <a:path w="0" h="6350">
                  <a:moveTo>
                    <a:pt x="0" y="5702"/>
                  </a:moveTo>
                  <a:lnTo>
                    <a:pt x="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43966" y="3870947"/>
              <a:ext cx="0" cy="246379"/>
            </a:xfrm>
            <a:custGeom>
              <a:avLst/>
              <a:gdLst/>
              <a:ahLst/>
              <a:cxnLst/>
              <a:rect l="l" t="t" r="r" b="b"/>
              <a:pathLst>
                <a:path w="0" h="246379">
                  <a:moveTo>
                    <a:pt x="0" y="240309"/>
                  </a:moveTo>
                  <a:lnTo>
                    <a:pt x="0" y="0"/>
                  </a:lnTo>
                </a:path>
                <a:path w="0" h="246379">
                  <a:moveTo>
                    <a:pt x="0" y="246379"/>
                  </a:moveTo>
                  <a:lnTo>
                    <a:pt x="0" y="240309"/>
                  </a:lnTo>
                </a:path>
                <a:path w="0" h="246379">
                  <a:moveTo>
                    <a:pt x="0" y="246379"/>
                  </a:moveTo>
                  <a:lnTo>
                    <a:pt x="0" y="240309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46823" y="3870947"/>
              <a:ext cx="6408420" cy="246379"/>
            </a:xfrm>
            <a:custGeom>
              <a:avLst/>
              <a:gdLst/>
              <a:ahLst/>
              <a:cxnLst/>
              <a:rect l="l" t="t" r="r" b="b"/>
              <a:pathLst>
                <a:path w="6408420" h="246379">
                  <a:moveTo>
                    <a:pt x="0" y="243344"/>
                  </a:moveTo>
                  <a:lnTo>
                    <a:pt x="6404978" y="243344"/>
                  </a:lnTo>
                </a:path>
                <a:path w="6408420" h="246379">
                  <a:moveTo>
                    <a:pt x="6408000" y="240309"/>
                  </a:moveTo>
                  <a:lnTo>
                    <a:pt x="6408000" y="0"/>
                  </a:lnTo>
                </a:path>
                <a:path w="6408420" h="246379">
                  <a:moveTo>
                    <a:pt x="6408000" y="246379"/>
                  </a:moveTo>
                  <a:lnTo>
                    <a:pt x="6408000" y="240309"/>
                  </a:lnTo>
                </a:path>
                <a:path w="6408420" h="246379">
                  <a:moveTo>
                    <a:pt x="6408000" y="246379"/>
                  </a:moveTo>
                  <a:lnTo>
                    <a:pt x="6408000" y="240309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698661" y="5066920"/>
            <a:ext cx="109156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4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25">
                <a:latin typeface="Franklin Gothic Demi Cond"/>
                <a:cs typeface="Franklin Gothic Demi Cond"/>
              </a:rPr>
              <a:t> </a:t>
            </a:r>
            <a:r>
              <a:rPr dirty="0" sz="750">
                <a:latin typeface="Times New Roman"/>
                <a:cs typeface="Times New Roman"/>
              </a:rPr>
              <a:t>Shift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regizter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643966" y="9364776"/>
            <a:ext cx="6410960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6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35">
                <a:latin typeface="Franklin Gothic Demi Cond"/>
                <a:cs typeface="Franklin Gothic Demi Cond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Counter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1372323" y="2168232"/>
            <a:ext cx="720725" cy="179705"/>
          </a:xfrm>
          <a:custGeom>
            <a:avLst/>
            <a:gdLst/>
            <a:ahLst/>
            <a:cxnLst/>
            <a:rect l="l" t="t" r="r" b="b"/>
            <a:pathLst>
              <a:path w="720725" h="179705">
                <a:moveTo>
                  <a:pt x="0" y="0"/>
                </a:moveTo>
                <a:lnTo>
                  <a:pt x="0" y="179565"/>
                </a:lnTo>
              </a:path>
              <a:path w="720725" h="179705">
                <a:moveTo>
                  <a:pt x="720178" y="0"/>
                </a:moveTo>
                <a:lnTo>
                  <a:pt x="720178" y="179565"/>
                </a:lnTo>
              </a:path>
              <a:path w="720725" h="179705">
                <a:moveTo>
                  <a:pt x="0" y="94907"/>
                </a:moveTo>
                <a:lnTo>
                  <a:pt x="720178" y="9490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6" name="object 36" descr=""/>
          <p:cNvGrpSpPr/>
          <p:nvPr/>
        </p:nvGrpSpPr>
        <p:grpSpPr>
          <a:xfrm>
            <a:off x="641108" y="2163470"/>
            <a:ext cx="6529705" cy="4501515"/>
            <a:chOff x="641108" y="2163470"/>
            <a:chExt cx="6529705" cy="4501515"/>
          </a:xfrm>
        </p:grpSpPr>
        <p:sp>
          <p:nvSpPr>
            <p:cNvPr id="37" name="object 37" descr=""/>
            <p:cNvSpPr/>
            <p:nvPr/>
          </p:nvSpPr>
          <p:spPr>
            <a:xfrm>
              <a:off x="643966" y="5077447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5">
                  <a:moveTo>
                    <a:pt x="0" y="6451"/>
                  </a:moveTo>
                  <a:lnTo>
                    <a:pt x="0" y="0"/>
                  </a:lnTo>
                </a:path>
                <a:path w="0" h="6985">
                  <a:moveTo>
                    <a:pt x="0" y="6083"/>
                  </a:moveTo>
                  <a:lnTo>
                    <a:pt x="0" y="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46823" y="5080482"/>
              <a:ext cx="6518275" cy="0"/>
            </a:xfrm>
            <a:custGeom>
              <a:avLst/>
              <a:gdLst/>
              <a:ahLst/>
              <a:cxnLst/>
              <a:rect l="l" t="t" r="r" b="b"/>
              <a:pathLst>
                <a:path w="6518275" h="0">
                  <a:moveTo>
                    <a:pt x="0" y="0"/>
                  </a:moveTo>
                  <a:lnTo>
                    <a:pt x="6517728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43966" y="5077447"/>
              <a:ext cx="6523990" cy="1339215"/>
            </a:xfrm>
            <a:custGeom>
              <a:avLst/>
              <a:gdLst/>
              <a:ahLst/>
              <a:cxnLst/>
              <a:rect l="l" t="t" r="r" b="b"/>
              <a:pathLst>
                <a:path w="6523990" h="1339214">
                  <a:moveTo>
                    <a:pt x="6523431" y="6451"/>
                  </a:moveTo>
                  <a:lnTo>
                    <a:pt x="6523431" y="0"/>
                  </a:lnTo>
                </a:path>
                <a:path w="6523990" h="1339214">
                  <a:moveTo>
                    <a:pt x="6523431" y="6083"/>
                  </a:moveTo>
                  <a:lnTo>
                    <a:pt x="6523431" y="0"/>
                  </a:lnTo>
                </a:path>
                <a:path w="6523990" h="1339214">
                  <a:moveTo>
                    <a:pt x="0" y="126428"/>
                  </a:moveTo>
                  <a:lnTo>
                    <a:pt x="0" y="6451"/>
                  </a:lnTo>
                </a:path>
                <a:path w="6523990" h="1339214">
                  <a:moveTo>
                    <a:pt x="0" y="132118"/>
                  </a:moveTo>
                  <a:lnTo>
                    <a:pt x="0" y="126428"/>
                  </a:lnTo>
                </a:path>
                <a:path w="6523990" h="1339214">
                  <a:moveTo>
                    <a:pt x="0" y="132118"/>
                  </a:moveTo>
                  <a:lnTo>
                    <a:pt x="0" y="126428"/>
                  </a:lnTo>
                </a:path>
                <a:path w="6523990" h="1339214">
                  <a:moveTo>
                    <a:pt x="2857" y="129273"/>
                  </a:moveTo>
                  <a:lnTo>
                    <a:pt x="6520586" y="129273"/>
                  </a:lnTo>
                </a:path>
                <a:path w="6523990" h="1339214">
                  <a:moveTo>
                    <a:pt x="6523431" y="126428"/>
                  </a:moveTo>
                  <a:lnTo>
                    <a:pt x="6523431" y="6451"/>
                  </a:lnTo>
                </a:path>
                <a:path w="6523990" h="1339214">
                  <a:moveTo>
                    <a:pt x="6523431" y="132118"/>
                  </a:moveTo>
                  <a:lnTo>
                    <a:pt x="6523431" y="126428"/>
                  </a:lnTo>
                </a:path>
                <a:path w="6523990" h="1339214">
                  <a:moveTo>
                    <a:pt x="6523431" y="132118"/>
                  </a:moveTo>
                  <a:lnTo>
                    <a:pt x="6523431" y="126428"/>
                  </a:lnTo>
                </a:path>
                <a:path w="6523990" h="1339214">
                  <a:moveTo>
                    <a:pt x="0" y="1338618"/>
                  </a:moveTo>
                  <a:lnTo>
                    <a:pt x="0" y="1332179"/>
                  </a:lnTo>
                </a:path>
                <a:path w="6523990" h="1339214">
                  <a:moveTo>
                    <a:pt x="0" y="1338237"/>
                  </a:moveTo>
                  <a:lnTo>
                    <a:pt x="0" y="1332179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46823" y="6409626"/>
              <a:ext cx="6408420" cy="6985"/>
            </a:xfrm>
            <a:custGeom>
              <a:avLst/>
              <a:gdLst/>
              <a:ahLst/>
              <a:cxnLst/>
              <a:rect l="l" t="t" r="r" b="b"/>
              <a:pathLst>
                <a:path w="6408420" h="6985">
                  <a:moveTo>
                    <a:pt x="0" y="3035"/>
                  </a:moveTo>
                  <a:lnTo>
                    <a:pt x="6404978" y="3035"/>
                  </a:lnTo>
                </a:path>
                <a:path w="6408420" h="6985">
                  <a:moveTo>
                    <a:pt x="6408000" y="6438"/>
                  </a:moveTo>
                  <a:lnTo>
                    <a:pt x="6408000" y="0"/>
                  </a:lnTo>
                </a:path>
                <a:path w="6408420" h="6985">
                  <a:moveTo>
                    <a:pt x="6408000" y="6057"/>
                  </a:moveTo>
                  <a:lnTo>
                    <a:pt x="640800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43966" y="6416065"/>
              <a:ext cx="6408420" cy="245745"/>
            </a:xfrm>
            <a:custGeom>
              <a:avLst/>
              <a:gdLst/>
              <a:ahLst/>
              <a:cxnLst/>
              <a:rect l="l" t="t" r="r" b="b"/>
              <a:pathLst>
                <a:path w="6408420" h="245745">
                  <a:moveTo>
                    <a:pt x="0" y="239941"/>
                  </a:moveTo>
                  <a:lnTo>
                    <a:pt x="0" y="0"/>
                  </a:lnTo>
                </a:path>
                <a:path w="6408420" h="245745">
                  <a:moveTo>
                    <a:pt x="0" y="245630"/>
                  </a:moveTo>
                  <a:lnTo>
                    <a:pt x="0" y="239941"/>
                  </a:lnTo>
                </a:path>
                <a:path w="6408420" h="245745">
                  <a:moveTo>
                    <a:pt x="0" y="245630"/>
                  </a:moveTo>
                  <a:lnTo>
                    <a:pt x="0" y="239941"/>
                  </a:lnTo>
                </a:path>
                <a:path w="6408420" h="245745">
                  <a:moveTo>
                    <a:pt x="2857" y="242798"/>
                  </a:moveTo>
                  <a:lnTo>
                    <a:pt x="6407835" y="242798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7054824" y="6416065"/>
              <a:ext cx="0" cy="245745"/>
            </a:xfrm>
            <a:custGeom>
              <a:avLst/>
              <a:gdLst/>
              <a:ahLst/>
              <a:cxnLst/>
              <a:rect l="l" t="t" r="r" b="b"/>
              <a:pathLst>
                <a:path w="0" h="245745">
                  <a:moveTo>
                    <a:pt x="0" y="239941"/>
                  </a:moveTo>
                  <a:lnTo>
                    <a:pt x="0" y="0"/>
                  </a:lnTo>
                </a:path>
                <a:path w="0" h="245745">
                  <a:moveTo>
                    <a:pt x="0" y="245630"/>
                  </a:moveTo>
                  <a:lnTo>
                    <a:pt x="0" y="239941"/>
                  </a:lnTo>
                </a:path>
                <a:path w="0" h="245745">
                  <a:moveTo>
                    <a:pt x="0" y="245630"/>
                  </a:moveTo>
                  <a:lnTo>
                    <a:pt x="0" y="239941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282725" y="2168232"/>
              <a:ext cx="1713864" cy="669925"/>
            </a:xfrm>
            <a:custGeom>
              <a:avLst/>
              <a:gdLst/>
              <a:ahLst/>
              <a:cxnLst/>
              <a:rect l="l" t="t" r="r" b="b"/>
              <a:pathLst>
                <a:path w="1713864" h="669925">
                  <a:moveTo>
                    <a:pt x="0" y="0"/>
                  </a:moveTo>
                  <a:lnTo>
                    <a:pt x="0" y="179565"/>
                  </a:lnTo>
                </a:path>
                <a:path w="1713864" h="669925">
                  <a:moveTo>
                    <a:pt x="0" y="489737"/>
                  </a:moveTo>
                  <a:lnTo>
                    <a:pt x="0" y="669683"/>
                  </a:lnTo>
                </a:path>
                <a:path w="1713864" h="669925">
                  <a:moveTo>
                    <a:pt x="89598" y="489737"/>
                  </a:moveTo>
                  <a:lnTo>
                    <a:pt x="89598" y="669683"/>
                  </a:lnTo>
                </a:path>
                <a:path w="1713864" h="669925">
                  <a:moveTo>
                    <a:pt x="899756" y="0"/>
                  </a:moveTo>
                  <a:lnTo>
                    <a:pt x="899756" y="179565"/>
                  </a:lnTo>
                </a:path>
                <a:path w="1713864" h="669925">
                  <a:moveTo>
                    <a:pt x="1622983" y="0"/>
                  </a:moveTo>
                  <a:lnTo>
                    <a:pt x="1622983" y="179565"/>
                  </a:lnTo>
                </a:path>
                <a:path w="1713864" h="669925">
                  <a:moveTo>
                    <a:pt x="1713318" y="0"/>
                  </a:moveTo>
                  <a:lnTo>
                    <a:pt x="1713318" y="179565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61820" y="2163489"/>
              <a:ext cx="279984" cy="188861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652894" y="2263140"/>
              <a:ext cx="3248660" cy="490220"/>
            </a:xfrm>
            <a:custGeom>
              <a:avLst/>
              <a:gdLst/>
              <a:ahLst/>
              <a:cxnLst/>
              <a:rect l="l" t="t" r="r" b="b"/>
              <a:pathLst>
                <a:path w="3248660" h="490219">
                  <a:moveTo>
                    <a:pt x="0" y="0"/>
                  </a:moveTo>
                  <a:lnTo>
                    <a:pt x="629831" y="0"/>
                  </a:lnTo>
                </a:path>
                <a:path w="3248660" h="490219">
                  <a:moveTo>
                    <a:pt x="2352268" y="0"/>
                  </a:moveTo>
                  <a:lnTo>
                    <a:pt x="3248215" y="0"/>
                  </a:lnTo>
                </a:path>
                <a:path w="3248660" h="490219">
                  <a:moveTo>
                    <a:pt x="629831" y="489737"/>
                  </a:moveTo>
                  <a:lnTo>
                    <a:pt x="0" y="489737"/>
                  </a:lnTo>
                </a:path>
                <a:path w="3248660" h="490219">
                  <a:moveTo>
                    <a:pt x="719429" y="489737"/>
                  </a:moveTo>
                  <a:lnTo>
                    <a:pt x="2804045" y="489737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1883526" y="2353618"/>
            <a:ext cx="505459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Limitzwitch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4729331" y="2334637"/>
            <a:ext cx="42227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Conveyor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191056" y="2044208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1991346" y="2044208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000.06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2804922" y="2044208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000.02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4799194" y="2041928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010.00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2" name="object 52" descr=""/>
          <p:cNvSpPr/>
          <p:nvPr/>
        </p:nvSpPr>
        <p:spPr>
          <a:xfrm>
            <a:off x="641883" y="2039531"/>
            <a:ext cx="3340735" cy="937894"/>
          </a:xfrm>
          <a:custGeom>
            <a:avLst/>
            <a:gdLst/>
            <a:ahLst/>
            <a:cxnLst/>
            <a:rect l="l" t="t" r="r" b="b"/>
            <a:pathLst>
              <a:path w="3340735" h="937894">
                <a:moveTo>
                  <a:pt x="0" y="0"/>
                </a:moveTo>
                <a:lnTo>
                  <a:pt x="0" y="937336"/>
                </a:lnTo>
              </a:path>
              <a:path w="3340735" h="937894">
                <a:moveTo>
                  <a:pt x="2802140" y="225513"/>
                </a:moveTo>
                <a:lnTo>
                  <a:pt x="2802140" y="712965"/>
                </a:lnTo>
              </a:path>
              <a:path w="3340735" h="937894">
                <a:moveTo>
                  <a:pt x="3250120" y="128701"/>
                </a:moveTo>
                <a:lnTo>
                  <a:pt x="3250120" y="308267"/>
                </a:lnTo>
              </a:path>
              <a:path w="3340735" h="937894">
                <a:moveTo>
                  <a:pt x="3340112" y="128701"/>
                </a:moveTo>
                <a:lnTo>
                  <a:pt x="3340112" y="308267"/>
                </a:lnTo>
              </a:path>
              <a:path w="3340735" h="937894">
                <a:moveTo>
                  <a:pt x="3340112" y="128701"/>
                </a:moveTo>
                <a:lnTo>
                  <a:pt x="3250120" y="30826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 txBox="1"/>
          <p:nvPr/>
        </p:nvSpPr>
        <p:spPr>
          <a:xfrm>
            <a:off x="1228641" y="2353618"/>
            <a:ext cx="214629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0">
                <a:latin typeface="Times New Roman"/>
                <a:cs typeface="Times New Roman"/>
              </a:rPr>
              <a:t>Start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698661" y="2536987"/>
            <a:ext cx="835025" cy="6108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85775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010.00</a:t>
            </a:r>
            <a:endParaRPr sz="750">
              <a:latin typeface="Times New Roman"/>
              <a:cs typeface="Times New Roman"/>
            </a:endParaRPr>
          </a:p>
          <a:p>
            <a:pPr marL="12700" marR="5080" indent="412115">
              <a:lnSpc>
                <a:spcPct val="162100"/>
              </a:lnSpc>
              <a:spcBef>
                <a:spcPts val="745"/>
              </a:spcBef>
            </a:pPr>
            <a:r>
              <a:rPr dirty="0" sz="750" spc="-10">
                <a:latin typeface="Times New Roman"/>
                <a:cs typeface="Times New Roman"/>
              </a:rPr>
              <a:t>Conveyor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2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20">
                <a:latin typeface="Franklin Gothic Demi Cond"/>
                <a:cs typeface="Franklin Gothic Demi Cond"/>
              </a:rPr>
              <a:t> </a:t>
            </a:r>
            <a:r>
              <a:rPr dirty="0" sz="750">
                <a:latin typeface="Times New Roman"/>
                <a:cs typeface="Times New Roman"/>
              </a:rPr>
              <a:t>Set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bit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3838693" y="2335771"/>
            <a:ext cx="2057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0">
                <a:latin typeface="Times New Roman"/>
                <a:cs typeface="Times New Roman"/>
              </a:rPr>
              <a:t>Stop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3790858" y="2044208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000.01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638632" y="2248890"/>
            <a:ext cx="4242435" cy="1596390"/>
            <a:chOff x="638632" y="2248890"/>
            <a:chExt cx="4242435" cy="1596390"/>
          </a:xfrm>
        </p:grpSpPr>
        <p:sp>
          <p:nvSpPr>
            <p:cNvPr id="58" name="object 58" descr=""/>
            <p:cNvSpPr/>
            <p:nvPr/>
          </p:nvSpPr>
          <p:spPr>
            <a:xfrm>
              <a:off x="643394" y="2253653"/>
              <a:ext cx="4232910" cy="1586865"/>
            </a:xfrm>
            <a:custGeom>
              <a:avLst/>
              <a:gdLst/>
              <a:ahLst/>
              <a:cxnLst/>
              <a:rect l="l" t="t" r="r" b="b"/>
              <a:pathLst>
                <a:path w="4232910" h="1586864">
                  <a:moveTo>
                    <a:pt x="1544777" y="9486"/>
                  </a:moveTo>
                  <a:lnTo>
                    <a:pt x="2264219" y="9486"/>
                  </a:lnTo>
                </a:path>
                <a:path w="4232910" h="1586864">
                  <a:moveTo>
                    <a:pt x="3346183" y="0"/>
                  </a:moveTo>
                  <a:lnTo>
                    <a:pt x="4232656" y="0"/>
                  </a:lnTo>
                </a:path>
                <a:path w="4232910" h="1586864">
                  <a:moveTo>
                    <a:pt x="0" y="904303"/>
                  </a:moveTo>
                  <a:lnTo>
                    <a:pt x="0" y="1586534"/>
                  </a:lnTo>
                </a:path>
                <a:path w="4232910" h="1586864">
                  <a:moveTo>
                    <a:pt x="629843" y="1051623"/>
                  </a:moveTo>
                  <a:lnTo>
                    <a:pt x="629843" y="1231569"/>
                  </a:lnTo>
                </a:path>
                <a:path w="4232910" h="1586864">
                  <a:moveTo>
                    <a:pt x="719810" y="1051623"/>
                  </a:moveTo>
                  <a:lnTo>
                    <a:pt x="719810" y="1231569"/>
                  </a:lnTo>
                </a:path>
                <a:path w="4232910" h="1586864">
                  <a:moveTo>
                    <a:pt x="629843" y="1137793"/>
                  </a:moveTo>
                  <a:lnTo>
                    <a:pt x="0" y="1137793"/>
                  </a:lnTo>
                </a:path>
                <a:path w="4232910" h="1586864">
                  <a:moveTo>
                    <a:pt x="719810" y="1137793"/>
                  </a:moveTo>
                  <a:lnTo>
                    <a:pt x="1349641" y="1137793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2000631" y="3219475"/>
              <a:ext cx="900430" cy="450850"/>
            </a:xfrm>
            <a:custGeom>
              <a:avLst/>
              <a:gdLst/>
              <a:ahLst/>
              <a:cxnLst/>
              <a:rect l="l" t="t" r="r" b="b"/>
              <a:pathLst>
                <a:path w="900430" h="450850">
                  <a:moveTo>
                    <a:pt x="0" y="0"/>
                  </a:moveTo>
                  <a:lnTo>
                    <a:pt x="900150" y="0"/>
                  </a:lnTo>
                  <a:lnTo>
                    <a:pt x="900150" y="450265"/>
                  </a:lnTo>
                  <a:lnTo>
                    <a:pt x="0" y="450265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2864906" y="2343746"/>
            <a:ext cx="19558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RS1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2083220" y="3253373"/>
            <a:ext cx="429259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DIFU(13)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2083220" y="3508114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200.00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63" name="object 63" descr=""/>
          <p:cNvGrpSpPr/>
          <p:nvPr/>
        </p:nvGrpSpPr>
        <p:grpSpPr>
          <a:xfrm>
            <a:off x="629145" y="3467176"/>
            <a:ext cx="3167380" cy="1599565"/>
            <a:chOff x="629145" y="3467176"/>
            <a:chExt cx="3167380" cy="1599565"/>
          </a:xfrm>
        </p:grpSpPr>
        <p:sp>
          <p:nvSpPr>
            <p:cNvPr id="64" name="object 64" descr=""/>
            <p:cNvSpPr/>
            <p:nvPr/>
          </p:nvSpPr>
          <p:spPr>
            <a:xfrm>
              <a:off x="633907" y="3471938"/>
              <a:ext cx="2266950" cy="1590040"/>
            </a:xfrm>
            <a:custGeom>
              <a:avLst/>
              <a:gdLst/>
              <a:ahLst/>
              <a:cxnLst/>
              <a:rect l="l" t="t" r="r" b="b"/>
              <a:pathLst>
                <a:path w="2266950" h="1590039">
                  <a:moveTo>
                    <a:pt x="9486" y="242582"/>
                  </a:moveTo>
                  <a:lnTo>
                    <a:pt x="369392" y="242582"/>
                  </a:lnTo>
                </a:path>
                <a:path w="2266950" h="1590039">
                  <a:moveTo>
                    <a:pt x="1366723" y="0"/>
                  </a:moveTo>
                  <a:lnTo>
                    <a:pt x="2266467" y="0"/>
                  </a:lnTo>
                </a:path>
                <a:path w="2266950" h="1590039">
                  <a:moveTo>
                    <a:pt x="0" y="663625"/>
                  </a:moveTo>
                  <a:lnTo>
                    <a:pt x="0" y="1589570"/>
                  </a:lnTo>
                </a:path>
                <a:path w="2266950" h="1590039">
                  <a:moveTo>
                    <a:pt x="630212" y="811301"/>
                  </a:moveTo>
                  <a:lnTo>
                    <a:pt x="630212" y="991247"/>
                  </a:lnTo>
                </a:path>
                <a:path w="2266950" h="1590039">
                  <a:moveTo>
                    <a:pt x="720178" y="811301"/>
                  </a:moveTo>
                  <a:lnTo>
                    <a:pt x="720178" y="991247"/>
                  </a:lnTo>
                </a:path>
                <a:path w="2266950" h="1590039">
                  <a:moveTo>
                    <a:pt x="1537182" y="811301"/>
                  </a:moveTo>
                  <a:lnTo>
                    <a:pt x="1537182" y="991247"/>
                  </a:lnTo>
                </a:path>
                <a:path w="2266950" h="1590039">
                  <a:moveTo>
                    <a:pt x="1627149" y="811301"/>
                  </a:moveTo>
                  <a:lnTo>
                    <a:pt x="1627149" y="991247"/>
                  </a:lnTo>
                </a:path>
                <a:path w="2266950" h="1590039">
                  <a:moveTo>
                    <a:pt x="630212" y="897102"/>
                  </a:moveTo>
                  <a:lnTo>
                    <a:pt x="0" y="897102"/>
                  </a:lnTo>
                </a:path>
                <a:path w="2266950" h="1590039">
                  <a:moveTo>
                    <a:pt x="720178" y="897102"/>
                  </a:moveTo>
                  <a:lnTo>
                    <a:pt x="1546682" y="897102"/>
                  </a:lnTo>
                </a:path>
                <a:path w="2266950" h="1590039">
                  <a:moveTo>
                    <a:pt x="1627149" y="897102"/>
                  </a:moveTo>
                  <a:lnTo>
                    <a:pt x="2257361" y="897102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2891269" y="4197820"/>
              <a:ext cx="900430" cy="591185"/>
            </a:xfrm>
            <a:custGeom>
              <a:avLst/>
              <a:gdLst/>
              <a:ahLst/>
              <a:cxnLst/>
              <a:rect l="l" t="t" r="r" b="b"/>
              <a:pathLst>
                <a:path w="900429" h="591185">
                  <a:moveTo>
                    <a:pt x="0" y="0"/>
                  </a:moveTo>
                  <a:lnTo>
                    <a:pt x="900150" y="0"/>
                  </a:lnTo>
                  <a:lnTo>
                    <a:pt x="900150" y="590740"/>
                  </a:lnTo>
                  <a:lnTo>
                    <a:pt x="0" y="59074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 txBox="1"/>
          <p:nvPr/>
        </p:nvSpPr>
        <p:spPr>
          <a:xfrm>
            <a:off x="1162583" y="3181239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010.00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1100701" y="3462937"/>
            <a:ext cx="42227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Conveyor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2973484" y="4230955"/>
            <a:ext cx="42481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MOV(21)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2973484" y="4426096"/>
            <a:ext cx="27368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#0001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2973484" y="4620851"/>
            <a:ext cx="26606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0">
                <a:latin typeface="Times New Roman"/>
                <a:cs typeface="Times New Roman"/>
              </a:rPr>
              <a:t>HR00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1" name="object 71" descr=""/>
          <p:cNvSpPr/>
          <p:nvPr/>
        </p:nvSpPr>
        <p:spPr>
          <a:xfrm>
            <a:off x="633907" y="4725136"/>
            <a:ext cx="641350" cy="0"/>
          </a:xfrm>
          <a:custGeom>
            <a:avLst/>
            <a:gdLst/>
            <a:ahLst/>
            <a:cxnLst/>
            <a:rect l="l" t="t" r="r" b="b"/>
            <a:pathLst>
              <a:path w="641350" h="0">
                <a:moveTo>
                  <a:pt x="0" y="0"/>
                </a:moveTo>
                <a:lnTo>
                  <a:pt x="641222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 txBox="1"/>
          <p:nvPr/>
        </p:nvSpPr>
        <p:spPr>
          <a:xfrm>
            <a:off x="1153469" y="4163381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200.00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2034246" y="4153889"/>
            <a:ext cx="37846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CNT001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4" name="object 74" descr=""/>
          <p:cNvSpPr/>
          <p:nvPr/>
        </p:nvSpPr>
        <p:spPr>
          <a:xfrm>
            <a:off x="1273238" y="4411941"/>
            <a:ext cx="2518410" cy="413384"/>
          </a:xfrm>
          <a:custGeom>
            <a:avLst/>
            <a:gdLst/>
            <a:ahLst/>
            <a:cxnLst/>
            <a:rect l="l" t="t" r="r" b="b"/>
            <a:pathLst>
              <a:path w="2518410" h="413385">
                <a:moveTo>
                  <a:pt x="1618030" y="0"/>
                </a:moveTo>
                <a:lnTo>
                  <a:pt x="2517800" y="0"/>
                </a:lnTo>
              </a:path>
              <a:path w="2518410" h="413385">
                <a:moveTo>
                  <a:pt x="0" y="233095"/>
                </a:moveTo>
                <a:lnTo>
                  <a:pt x="0" y="413042"/>
                </a:lnTo>
              </a:path>
              <a:path w="2518410" h="413385">
                <a:moveTo>
                  <a:pt x="89966" y="233095"/>
                </a:moveTo>
                <a:lnTo>
                  <a:pt x="89966" y="41304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 txBox="1"/>
          <p:nvPr/>
        </p:nvSpPr>
        <p:spPr>
          <a:xfrm>
            <a:off x="1127276" y="4525558"/>
            <a:ext cx="39687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HR00.03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6" name="object 76" descr=""/>
          <p:cNvSpPr/>
          <p:nvPr/>
        </p:nvSpPr>
        <p:spPr>
          <a:xfrm>
            <a:off x="643394" y="4296905"/>
            <a:ext cx="3157220" cy="1499235"/>
          </a:xfrm>
          <a:custGeom>
            <a:avLst/>
            <a:gdLst/>
            <a:ahLst/>
            <a:cxnLst/>
            <a:rect l="l" t="t" r="r" b="b"/>
            <a:pathLst>
              <a:path w="3157220" h="1499235">
                <a:moveTo>
                  <a:pt x="1619567" y="0"/>
                </a:moveTo>
                <a:lnTo>
                  <a:pt x="1525803" y="168567"/>
                </a:lnTo>
              </a:path>
              <a:path w="3157220" h="1499235">
                <a:moveTo>
                  <a:pt x="1160576" y="80098"/>
                </a:moveTo>
                <a:lnTo>
                  <a:pt x="1160576" y="445325"/>
                </a:lnTo>
              </a:path>
              <a:path w="3157220" h="1499235">
                <a:moveTo>
                  <a:pt x="728929" y="451015"/>
                </a:moveTo>
                <a:lnTo>
                  <a:pt x="1160576" y="451015"/>
                </a:lnTo>
              </a:path>
              <a:path w="3157220" h="1499235">
                <a:moveTo>
                  <a:pt x="2256980" y="302958"/>
                </a:moveTo>
                <a:lnTo>
                  <a:pt x="3156750" y="302958"/>
                </a:lnTo>
              </a:path>
              <a:path w="3157220" h="1499235">
                <a:moveTo>
                  <a:pt x="0" y="629831"/>
                </a:moveTo>
                <a:lnTo>
                  <a:pt x="359905" y="629831"/>
                </a:lnTo>
              </a:path>
              <a:path w="3157220" h="1499235">
                <a:moveTo>
                  <a:pt x="639330" y="1072108"/>
                </a:moveTo>
                <a:lnTo>
                  <a:pt x="639330" y="1252067"/>
                </a:lnTo>
              </a:path>
              <a:path w="3157220" h="1499235">
                <a:moveTo>
                  <a:pt x="728929" y="1072108"/>
                </a:moveTo>
                <a:lnTo>
                  <a:pt x="728929" y="1252067"/>
                </a:lnTo>
              </a:path>
              <a:path w="3157220" h="1499235">
                <a:moveTo>
                  <a:pt x="639330" y="1172717"/>
                </a:moveTo>
                <a:lnTo>
                  <a:pt x="9499" y="1172717"/>
                </a:lnTo>
              </a:path>
              <a:path w="3157220" h="1499235">
                <a:moveTo>
                  <a:pt x="9499" y="1499222"/>
                </a:moveTo>
                <a:lnTo>
                  <a:pt x="650341" y="149922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 txBox="1"/>
          <p:nvPr/>
        </p:nvSpPr>
        <p:spPr>
          <a:xfrm>
            <a:off x="1181564" y="5244986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253.14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8" name="object 78" descr=""/>
          <p:cNvSpPr/>
          <p:nvPr/>
        </p:nvSpPr>
        <p:spPr>
          <a:xfrm>
            <a:off x="1291831" y="5731205"/>
            <a:ext cx="0" cy="179705"/>
          </a:xfrm>
          <a:custGeom>
            <a:avLst/>
            <a:gdLst/>
            <a:ahLst/>
            <a:cxnLst/>
            <a:rect l="l" t="t" r="r" b="b"/>
            <a:pathLst>
              <a:path w="0" h="179704">
                <a:moveTo>
                  <a:pt x="0" y="0"/>
                </a:moveTo>
                <a:lnTo>
                  <a:pt x="0" y="179565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1382191" y="5731205"/>
            <a:ext cx="0" cy="179705"/>
          </a:xfrm>
          <a:custGeom>
            <a:avLst/>
            <a:gdLst/>
            <a:ahLst/>
            <a:cxnLst/>
            <a:rect l="l" t="t" r="r" b="b"/>
            <a:pathLst>
              <a:path w="0" h="179704">
                <a:moveTo>
                  <a:pt x="0" y="0"/>
                </a:moveTo>
                <a:lnTo>
                  <a:pt x="0" y="179565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 txBox="1"/>
          <p:nvPr/>
        </p:nvSpPr>
        <p:spPr>
          <a:xfrm>
            <a:off x="1181945" y="5606786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200.01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1" name="object 81" descr=""/>
          <p:cNvSpPr/>
          <p:nvPr/>
        </p:nvSpPr>
        <p:spPr>
          <a:xfrm>
            <a:off x="1391297" y="5824969"/>
            <a:ext cx="1509395" cy="0"/>
          </a:xfrm>
          <a:custGeom>
            <a:avLst/>
            <a:gdLst/>
            <a:ahLst/>
            <a:cxnLst/>
            <a:rect l="l" t="t" r="r" b="b"/>
            <a:pathLst>
              <a:path w="1509395" h="0">
                <a:moveTo>
                  <a:pt x="0" y="0"/>
                </a:moveTo>
                <a:lnTo>
                  <a:pt x="1509077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/>
          <p:nvPr/>
        </p:nvSpPr>
        <p:spPr>
          <a:xfrm>
            <a:off x="643394" y="5240693"/>
            <a:ext cx="739140" cy="1141730"/>
          </a:xfrm>
          <a:custGeom>
            <a:avLst/>
            <a:gdLst/>
            <a:ahLst/>
            <a:cxnLst/>
            <a:rect l="l" t="t" r="r" b="b"/>
            <a:pathLst>
              <a:path w="739140" h="1141729">
                <a:moveTo>
                  <a:pt x="0" y="0"/>
                </a:moveTo>
                <a:lnTo>
                  <a:pt x="0" y="1141221"/>
                </a:lnTo>
              </a:path>
              <a:path w="739140" h="1141729">
                <a:moveTo>
                  <a:pt x="648436" y="861415"/>
                </a:moveTo>
                <a:lnTo>
                  <a:pt x="648436" y="1041361"/>
                </a:lnTo>
              </a:path>
              <a:path w="739140" h="1141729">
                <a:moveTo>
                  <a:pt x="738797" y="861415"/>
                </a:moveTo>
                <a:lnTo>
                  <a:pt x="738797" y="1041361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 txBox="1"/>
          <p:nvPr/>
        </p:nvSpPr>
        <p:spPr>
          <a:xfrm>
            <a:off x="1136387" y="5973523"/>
            <a:ext cx="39687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HR00.05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4" name="object 84" descr=""/>
          <p:cNvSpPr/>
          <p:nvPr/>
        </p:nvSpPr>
        <p:spPr>
          <a:xfrm>
            <a:off x="652894" y="6191338"/>
            <a:ext cx="641350" cy="0"/>
          </a:xfrm>
          <a:custGeom>
            <a:avLst/>
            <a:gdLst/>
            <a:ahLst/>
            <a:cxnLst/>
            <a:rect l="l" t="t" r="r" b="b"/>
            <a:pathLst>
              <a:path w="641350" h="0">
                <a:moveTo>
                  <a:pt x="0" y="0"/>
                </a:moveTo>
                <a:lnTo>
                  <a:pt x="640842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 descr=""/>
          <p:cNvSpPr txBox="1"/>
          <p:nvPr/>
        </p:nvSpPr>
        <p:spPr>
          <a:xfrm>
            <a:off x="2900375" y="5302199"/>
            <a:ext cx="900430" cy="34163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endParaRPr sz="7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  <a:spcBef>
                <a:spcPts val="5"/>
              </a:spcBef>
            </a:pPr>
            <a:r>
              <a:rPr dirty="0" sz="750" spc="-10">
                <a:latin typeface="Times New Roman"/>
                <a:cs typeface="Times New Roman"/>
              </a:rPr>
              <a:t>SFT(10)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2900375" y="5643498"/>
            <a:ext cx="900430" cy="31559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9906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780"/>
              </a:spcBef>
            </a:pPr>
            <a:r>
              <a:rPr dirty="0" sz="750" spc="-20">
                <a:latin typeface="Times New Roman"/>
                <a:cs typeface="Times New Roman"/>
              </a:rPr>
              <a:t>HR00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2900375" y="5958598"/>
            <a:ext cx="900430" cy="31877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9906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780"/>
              </a:spcBef>
            </a:pPr>
            <a:r>
              <a:rPr dirty="0" sz="750" spc="-20">
                <a:latin typeface="Times New Roman"/>
                <a:cs typeface="Times New Roman"/>
              </a:rPr>
              <a:t>HR00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8" name="object 88" descr=""/>
          <p:cNvSpPr/>
          <p:nvPr/>
        </p:nvSpPr>
        <p:spPr>
          <a:xfrm>
            <a:off x="1391297" y="6822287"/>
            <a:ext cx="720090" cy="180340"/>
          </a:xfrm>
          <a:custGeom>
            <a:avLst/>
            <a:gdLst/>
            <a:ahLst/>
            <a:cxnLst/>
            <a:rect l="l" t="t" r="r" b="b"/>
            <a:pathLst>
              <a:path w="720089" h="180340">
                <a:moveTo>
                  <a:pt x="0" y="0"/>
                </a:moveTo>
                <a:lnTo>
                  <a:pt x="0" y="180339"/>
                </a:lnTo>
              </a:path>
              <a:path w="720089" h="180340">
                <a:moveTo>
                  <a:pt x="719797" y="0"/>
                </a:moveTo>
                <a:lnTo>
                  <a:pt x="719797" y="180339"/>
                </a:lnTo>
              </a:path>
              <a:path w="720089" h="180340">
                <a:moveTo>
                  <a:pt x="0" y="95288"/>
                </a:moveTo>
                <a:lnTo>
                  <a:pt x="719797" y="9528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 descr=""/>
          <p:cNvSpPr/>
          <p:nvPr/>
        </p:nvSpPr>
        <p:spPr>
          <a:xfrm>
            <a:off x="643394" y="5462790"/>
            <a:ext cx="2257425" cy="2010410"/>
          </a:xfrm>
          <a:custGeom>
            <a:avLst/>
            <a:gdLst/>
            <a:ahLst/>
            <a:cxnLst/>
            <a:rect l="l" t="t" r="r" b="b"/>
            <a:pathLst>
              <a:path w="2257425" h="2010409">
                <a:moveTo>
                  <a:pt x="728929" y="0"/>
                </a:moveTo>
                <a:lnTo>
                  <a:pt x="2256980" y="0"/>
                </a:lnTo>
              </a:path>
              <a:path w="2257425" h="2010409">
                <a:moveTo>
                  <a:pt x="738797" y="742581"/>
                </a:moveTo>
                <a:lnTo>
                  <a:pt x="2256980" y="742581"/>
                </a:lnTo>
              </a:path>
              <a:path w="2257425" h="2010409">
                <a:moveTo>
                  <a:pt x="657923" y="1359496"/>
                </a:moveTo>
                <a:lnTo>
                  <a:pt x="657923" y="1539836"/>
                </a:lnTo>
              </a:path>
              <a:path w="2257425" h="2010409">
                <a:moveTo>
                  <a:pt x="1557693" y="1359496"/>
                </a:moveTo>
                <a:lnTo>
                  <a:pt x="1557693" y="1539836"/>
                </a:lnTo>
              </a:path>
              <a:path w="2257425" h="2010409">
                <a:moveTo>
                  <a:pt x="0" y="1454784"/>
                </a:moveTo>
                <a:lnTo>
                  <a:pt x="657923" y="1454784"/>
                </a:lnTo>
              </a:path>
              <a:path w="2257425" h="2010409">
                <a:moveTo>
                  <a:pt x="1553883" y="1456689"/>
                </a:moveTo>
                <a:lnTo>
                  <a:pt x="1994662" y="1456689"/>
                </a:lnTo>
              </a:path>
              <a:path w="2257425" h="2010409">
                <a:moveTo>
                  <a:pt x="657923" y="1830260"/>
                </a:moveTo>
                <a:lnTo>
                  <a:pt x="657923" y="2010219"/>
                </a:lnTo>
              </a:path>
              <a:path w="2257425" h="2010409">
                <a:moveTo>
                  <a:pt x="1557693" y="1830260"/>
                </a:moveTo>
                <a:lnTo>
                  <a:pt x="1557693" y="2010219"/>
                </a:lnTo>
              </a:path>
              <a:path w="2257425" h="2010409">
                <a:moveTo>
                  <a:pt x="9499" y="1925167"/>
                </a:moveTo>
                <a:lnTo>
                  <a:pt x="657923" y="192516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 descr=""/>
          <p:cNvSpPr/>
          <p:nvPr/>
        </p:nvSpPr>
        <p:spPr>
          <a:xfrm>
            <a:off x="1391297" y="7293050"/>
            <a:ext cx="720090" cy="180340"/>
          </a:xfrm>
          <a:custGeom>
            <a:avLst/>
            <a:gdLst/>
            <a:ahLst/>
            <a:cxnLst/>
            <a:rect l="l" t="t" r="r" b="b"/>
            <a:pathLst>
              <a:path w="720089" h="180340">
                <a:moveTo>
                  <a:pt x="0" y="0"/>
                </a:moveTo>
                <a:lnTo>
                  <a:pt x="0" y="179959"/>
                </a:lnTo>
              </a:path>
              <a:path w="720089" h="180340">
                <a:moveTo>
                  <a:pt x="719797" y="0"/>
                </a:moveTo>
                <a:lnTo>
                  <a:pt x="719797" y="179959"/>
                </a:lnTo>
              </a:path>
              <a:path w="720089" h="180340">
                <a:moveTo>
                  <a:pt x="0" y="94907"/>
                </a:moveTo>
                <a:lnTo>
                  <a:pt x="719797" y="9490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 descr=""/>
          <p:cNvSpPr txBox="1"/>
          <p:nvPr/>
        </p:nvSpPr>
        <p:spPr>
          <a:xfrm>
            <a:off x="1145879" y="7158771"/>
            <a:ext cx="39687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HR00.01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1886184" y="6938422"/>
            <a:ext cx="538480" cy="3657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35890" marR="5080" indent="-123825">
              <a:lnSpc>
                <a:spcPct val="148800"/>
              </a:lnSpc>
              <a:spcBef>
                <a:spcPts val="90"/>
              </a:spcBef>
            </a:pPr>
            <a:r>
              <a:rPr dirty="0" sz="750" spc="-10">
                <a:latin typeface="Times New Roman"/>
                <a:cs typeface="Times New Roman"/>
              </a:rPr>
              <a:t>Proximityzw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000.03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3" name="object 93" descr=""/>
          <p:cNvSpPr/>
          <p:nvPr/>
        </p:nvSpPr>
        <p:spPr>
          <a:xfrm>
            <a:off x="652894" y="7389863"/>
            <a:ext cx="1985645" cy="553720"/>
          </a:xfrm>
          <a:custGeom>
            <a:avLst/>
            <a:gdLst/>
            <a:ahLst/>
            <a:cxnLst/>
            <a:rect l="l" t="t" r="r" b="b"/>
            <a:pathLst>
              <a:path w="1985645" h="553720">
                <a:moveTo>
                  <a:pt x="1544383" y="0"/>
                </a:moveTo>
                <a:lnTo>
                  <a:pt x="1985162" y="0"/>
                </a:lnTo>
              </a:path>
              <a:path w="1985645" h="553720">
                <a:moveTo>
                  <a:pt x="648423" y="372808"/>
                </a:moveTo>
                <a:lnTo>
                  <a:pt x="648423" y="553148"/>
                </a:lnTo>
              </a:path>
              <a:path w="1985645" h="553720">
                <a:moveTo>
                  <a:pt x="1548193" y="372808"/>
                </a:moveTo>
                <a:lnTo>
                  <a:pt x="1548193" y="553148"/>
                </a:lnTo>
              </a:path>
              <a:path w="1985645" h="553720">
                <a:moveTo>
                  <a:pt x="0" y="468096"/>
                </a:moveTo>
                <a:lnTo>
                  <a:pt x="648423" y="46809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 descr=""/>
          <p:cNvSpPr/>
          <p:nvPr/>
        </p:nvSpPr>
        <p:spPr>
          <a:xfrm>
            <a:off x="1391297" y="7762671"/>
            <a:ext cx="720090" cy="180340"/>
          </a:xfrm>
          <a:custGeom>
            <a:avLst/>
            <a:gdLst/>
            <a:ahLst/>
            <a:cxnLst/>
            <a:rect l="l" t="t" r="r" b="b"/>
            <a:pathLst>
              <a:path w="720089" h="180340">
                <a:moveTo>
                  <a:pt x="0" y="0"/>
                </a:moveTo>
                <a:lnTo>
                  <a:pt x="0" y="180339"/>
                </a:lnTo>
              </a:path>
              <a:path w="720089" h="180340">
                <a:moveTo>
                  <a:pt x="719797" y="0"/>
                </a:moveTo>
                <a:lnTo>
                  <a:pt x="719797" y="180339"/>
                </a:lnTo>
              </a:path>
              <a:path w="720089" h="180340">
                <a:moveTo>
                  <a:pt x="0" y="95288"/>
                </a:moveTo>
                <a:lnTo>
                  <a:pt x="719797" y="9528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 descr=""/>
          <p:cNvSpPr txBox="1"/>
          <p:nvPr/>
        </p:nvSpPr>
        <p:spPr>
          <a:xfrm>
            <a:off x="1145879" y="7620039"/>
            <a:ext cx="39687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HR00.02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6" name="object 96" descr=""/>
          <p:cNvSpPr txBox="1"/>
          <p:nvPr/>
        </p:nvSpPr>
        <p:spPr>
          <a:xfrm>
            <a:off x="2009947" y="7446389"/>
            <a:ext cx="306070" cy="3289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53340">
              <a:lnSpc>
                <a:spcPct val="132500"/>
              </a:lnSpc>
              <a:spcBef>
                <a:spcPts val="90"/>
              </a:spcBef>
            </a:pPr>
            <a:r>
              <a:rPr dirty="0" sz="750" spc="-25">
                <a:latin typeface="Times New Roman"/>
                <a:cs typeface="Times New Roman"/>
              </a:rPr>
              <a:t>RS2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000.02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7" name="object 97" descr=""/>
          <p:cNvSpPr/>
          <p:nvPr/>
        </p:nvSpPr>
        <p:spPr>
          <a:xfrm>
            <a:off x="643394" y="7854543"/>
            <a:ext cx="1995170" cy="552450"/>
          </a:xfrm>
          <a:custGeom>
            <a:avLst/>
            <a:gdLst/>
            <a:ahLst/>
            <a:cxnLst/>
            <a:rect l="l" t="t" r="r" b="b"/>
            <a:pathLst>
              <a:path w="1995170" h="552450">
                <a:moveTo>
                  <a:pt x="1553883" y="0"/>
                </a:moveTo>
                <a:lnTo>
                  <a:pt x="1994662" y="0"/>
                </a:lnTo>
              </a:path>
              <a:path w="1995170" h="552450">
                <a:moveTo>
                  <a:pt x="648436" y="372427"/>
                </a:moveTo>
                <a:lnTo>
                  <a:pt x="648436" y="552386"/>
                </a:lnTo>
              </a:path>
              <a:path w="1995170" h="552450">
                <a:moveTo>
                  <a:pt x="1548206" y="372427"/>
                </a:moveTo>
                <a:lnTo>
                  <a:pt x="1548206" y="552386"/>
                </a:lnTo>
              </a:path>
              <a:path w="1995170" h="552450">
                <a:moveTo>
                  <a:pt x="0" y="462407"/>
                </a:moveTo>
                <a:lnTo>
                  <a:pt x="648436" y="46240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 descr=""/>
          <p:cNvSpPr/>
          <p:nvPr/>
        </p:nvSpPr>
        <p:spPr>
          <a:xfrm>
            <a:off x="1382191" y="8226971"/>
            <a:ext cx="719455" cy="180340"/>
          </a:xfrm>
          <a:custGeom>
            <a:avLst/>
            <a:gdLst/>
            <a:ahLst/>
            <a:cxnLst/>
            <a:rect l="l" t="t" r="r" b="b"/>
            <a:pathLst>
              <a:path w="719455" h="180340">
                <a:moveTo>
                  <a:pt x="0" y="0"/>
                </a:moveTo>
                <a:lnTo>
                  <a:pt x="0" y="179958"/>
                </a:lnTo>
              </a:path>
              <a:path w="719455" h="180340">
                <a:moveTo>
                  <a:pt x="719416" y="0"/>
                </a:moveTo>
                <a:lnTo>
                  <a:pt x="719416" y="179958"/>
                </a:lnTo>
              </a:path>
              <a:path w="719455" h="180340">
                <a:moveTo>
                  <a:pt x="0" y="89979"/>
                </a:moveTo>
                <a:lnTo>
                  <a:pt x="719416" y="89979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 descr=""/>
          <p:cNvSpPr txBox="1"/>
          <p:nvPr/>
        </p:nvSpPr>
        <p:spPr>
          <a:xfrm>
            <a:off x="1136387" y="8094214"/>
            <a:ext cx="39687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HR00.03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0" name="object 100" descr=""/>
          <p:cNvSpPr txBox="1"/>
          <p:nvPr/>
        </p:nvSpPr>
        <p:spPr>
          <a:xfrm>
            <a:off x="1965150" y="7921703"/>
            <a:ext cx="378460" cy="3181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97790">
              <a:lnSpc>
                <a:spcPct val="127899"/>
              </a:lnSpc>
              <a:spcBef>
                <a:spcPts val="90"/>
              </a:spcBef>
            </a:pPr>
            <a:r>
              <a:rPr dirty="0" sz="750" spc="-25">
                <a:latin typeface="Times New Roman"/>
                <a:cs typeface="Times New Roman"/>
              </a:rPr>
              <a:t>RS1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CNT001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1" name="object 101" descr=""/>
          <p:cNvSpPr/>
          <p:nvPr/>
        </p:nvSpPr>
        <p:spPr>
          <a:xfrm>
            <a:off x="643394" y="8318855"/>
            <a:ext cx="1985010" cy="510540"/>
          </a:xfrm>
          <a:custGeom>
            <a:avLst/>
            <a:gdLst/>
            <a:ahLst/>
            <a:cxnLst/>
            <a:rect l="l" t="t" r="r" b="b"/>
            <a:pathLst>
              <a:path w="1985010" h="510540">
                <a:moveTo>
                  <a:pt x="1544777" y="0"/>
                </a:moveTo>
                <a:lnTo>
                  <a:pt x="1984794" y="0"/>
                </a:lnTo>
              </a:path>
              <a:path w="1985010" h="510540">
                <a:moveTo>
                  <a:pt x="629843" y="329907"/>
                </a:moveTo>
                <a:lnTo>
                  <a:pt x="629843" y="510247"/>
                </a:lnTo>
              </a:path>
              <a:path w="1985010" h="510540">
                <a:moveTo>
                  <a:pt x="1529588" y="329907"/>
                </a:moveTo>
                <a:lnTo>
                  <a:pt x="1529588" y="510247"/>
                </a:lnTo>
              </a:path>
              <a:path w="1985010" h="510540">
                <a:moveTo>
                  <a:pt x="0" y="410768"/>
                </a:moveTo>
                <a:lnTo>
                  <a:pt x="629843" y="41076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 descr=""/>
          <p:cNvSpPr/>
          <p:nvPr/>
        </p:nvSpPr>
        <p:spPr>
          <a:xfrm>
            <a:off x="1363205" y="8648763"/>
            <a:ext cx="720090" cy="180340"/>
          </a:xfrm>
          <a:custGeom>
            <a:avLst/>
            <a:gdLst/>
            <a:ahLst/>
            <a:cxnLst/>
            <a:rect l="l" t="t" r="r" b="b"/>
            <a:pathLst>
              <a:path w="720089" h="180340">
                <a:moveTo>
                  <a:pt x="0" y="0"/>
                </a:moveTo>
                <a:lnTo>
                  <a:pt x="0" y="180340"/>
                </a:lnTo>
              </a:path>
              <a:path w="720089" h="180340">
                <a:moveTo>
                  <a:pt x="719810" y="0"/>
                </a:moveTo>
                <a:lnTo>
                  <a:pt x="719810" y="180340"/>
                </a:lnTo>
              </a:path>
              <a:path w="720089" h="180340">
                <a:moveTo>
                  <a:pt x="0" y="89966"/>
                </a:moveTo>
                <a:lnTo>
                  <a:pt x="719810" y="8996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 descr=""/>
          <p:cNvSpPr txBox="1"/>
          <p:nvPr/>
        </p:nvSpPr>
        <p:spPr>
          <a:xfrm>
            <a:off x="1118166" y="8516000"/>
            <a:ext cx="39687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HR00.04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4" name="object 104" descr=""/>
          <p:cNvSpPr txBox="1"/>
          <p:nvPr/>
        </p:nvSpPr>
        <p:spPr>
          <a:xfrm>
            <a:off x="1981855" y="8525491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000.06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5" name="object 105" descr=""/>
          <p:cNvSpPr txBox="1"/>
          <p:nvPr/>
        </p:nvSpPr>
        <p:spPr>
          <a:xfrm>
            <a:off x="1874036" y="8819714"/>
            <a:ext cx="505459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Limitzwitch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6" name="object 106" descr=""/>
          <p:cNvSpPr/>
          <p:nvPr/>
        </p:nvSpPr>
        <p:spPr>
          <a:xfrm>
            <a:off x="643394" y="6691706"/>
            <a:ext cx="2513965" cy="2249805"/>
          </a:xfrm>
          <a:custGeom>
            <a:avLst/>
            <a:gdLst/>
            <a:ahLst/>
            <a:cxnLst/>
            <a:rect l="l" t="t" r="r" b="b"/>
            <a:pathLst>
              <a:path w="2513965" h="2249804">
                <a:moveTo>
                  <a:pt x="1525803" y="2048929"/>
                </a:moveTo>
                <a:lnTo>
                  <a:pt x="1984794" y="2048929"/>
                </a:lnTo>
              </a:path>
              <a:path w="2513965" h="2249804">
                <a:moveTo>
                  <a:pt x="1988959" y="227774"/>
                </a:moveTo>
                <a:lnTo>
                  <a:pt x="1988959" y="2045893"/>
                </a:lnTo>
              </a:path>
              <a:path w="2513965" h="2249804">
                <a:moveTo>
                  <a:pt x="0" y="0"/>
                </a:moveTo>
                <a:lnTo>
                  <a:pt x="0" y="2249373"/>
                </a:lnTo>
              </a:path>
              <a:path w="2513965" h="2249804">
                <a:moveTo>
                  <a:pt x="2423668" y="140081"/>
                </a:moveTo>
                <a:lnTo>
                  <a:pt x="2423668" y="320040"/>
                </a:lnTo>
              </a:path>
              <a:path w="2513965" h="2249804">
                <a:moveTo>
                  <a:pt x="2513622" y="140081"/>
                </a:moveTo>
                <a:lnTo>
                  <a:pt x="2513622" y="320040"/>
                </a:lnTo>
              </a:path>
              <a:path w="2513965" h="2249804">
                <a:moveTo>
                  <a:pt x="2513622" y="140081"/>
                </a:moveTo>
                <a:lnTo>
                  <a:pt x="2423668" y="32004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 descr=""/>
          <p:cNvSpPr txBox="1"/>
          <p:nvPr/>
        </p:nvSpPr>
        <p:spPr>
          <a:xfrm>
            <a:off x="698661" y="6399465"/>
            <a:ext cx="2573655" cy="4495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5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30">
                <a:latin typeface="Franklin Gothic Demi Cond"/>
                <a:cs typeface="Franklin Gothic Demi Cond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Clock</a:t>
            </a:r>
            <a:endParaRPr sz="750">
              <a:latin typeface="Times New Roman"/>
              <a:cs typeface="Times New Roman"/>
            </a:endParaRPr>
          </a:p>
          <a:p>
            <a:pPr algn="r" marR="66675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Times New Roman"/>
                <a:cs typeface="Times New Roman"/>
              </a:rPr>
              <a:t>Clock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input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to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zhift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regizter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to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control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zequence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of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operationz</a:t>
            </a:r>
            <a:endParaRPr sz="7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550"/>
              </a:spcBef>
              <a:tabLst>
                <a:tab pos="863600" algn="l"/>
                <a:tab pos="1819910" algn="l"/>
              </a:tabLst>
            </a:pPr>
            <a:r>
              <a:rPr dirty="0" baseline="7407" sz="1125" spc="-15">
                <a:latin typeface="Times New Roman"/>
                <a:cs typeface="Times New Roman"/>
              </a:rPr>
              <a:t>HR00.00</a:t>
            </a:r>
            <a:r>
              <a:rPr dirty="0" baseline="7407" sz="1125">
                <a:latin typeface="Times New Roman"/>
                <a:cs typeface="Times New Roman"/>
              </a:rPr>
              <a:t>	</a:t>
            </a:r>
            <a:r>
              <a:rPr dirty="0" baseline="7407" sz="1125" spc="-15">
                <a:latin typeface="Times New Roman"/>
                <a:cs typeface="Times New Roman"/>
              </a:rPr>
              <a:t>000.04</a:t>
            </a:r>
            <a:r>
              <a:rPr dirty="0" baseline="7407" sz="1125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200.01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8" name="object 108" descr=""/>
          <p:cNvSpPr/>
          <p:nvPr/>
        </p:nvSpPr>
        <p:spPr>
          <a:xfrm>
            <a:off x="2628188" y="6831786"/>
            <a:ext cx="1525270" cy="180340"/>
          </a:xfrm>
          <a:custGeom>
            <a:avLst/>
            <a:gdLst/>
            <a:ahLst/>
            <a:cxnLst/>
            <a:rect l="l" t="t" r="r" b="b"/>
            <a:pathLst>
              <a:path w="1525270" h="180340">
                <a:moveTo>
                  <a:pt x="0" y="87693"/>
                </a:moveTo>
                <a:lnTo>
                  <a:pt x="440753" y="87693"/>
                </a:lnTo>
              </a:path>
              <a:path w="1525270" h="180340">
                <a:moveTo>
                  <a:pt x="1434274" y="94907"/>
                </a:moveTo>
                <a:lnTo>
                  <a:pt x="1524266" y="95669"/>
                </a:lnTo>
              </a:path>
              <a:path w="1525270" h="180340">
                <a:moveTo>
                  <a:pt x="1524266" y="0"/>
                </a:moveTo>
                <a:lnTo>
                  <a:pt x="1524647" y="179959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 descr=""/>
          <p:cNvSpPr txBox="1"/>
          <p:nvPr/>
        </p:nvSpPr>
        <p:spPr>
          <a:xfrm>
            <a:off x="3815155" y="6692187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200.01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10" name="object 110" descr=""/>
          <p:cNvSpPr/>
          <p:nvPr/>
        </p:nvSpPr>
        <p:spPr>
          <a:xfrm>
            <a:off x="3162731" y="6926694"/>
            <a:ext cx="720090" cy="0"/>
          </a:xfrm>
          <a:custGeom>
            <a:avLst/>
            <a:gdLst/>
            <a:ahLst/>
            <a:cxnLst/>
            <a:rect l="l" t="t" r="r" b="b"/>
            <a:pathLst>
              <a:path w="720089" h="0">
                <a:moveTo>
                  <a:pt x="0" y="0"/>
                </a:moveTo>
                <a:lnTo>
                  <a:pt x="719785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 descr=""/>
          <p:cNvSpPr txBox="1"/>
          <p:nvPr/>
        </p:nvSpPr>
        <p:spPr>
          <a:xfrm>
            <a:off x="1145879" y="9649236"/>
            <a:ext cx="39687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HR00.02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12" name="object 1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56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1082" y="961543"/>
            <a:ext cx="537972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2130" algn="l"/>
              </a:tabLst>
            </a:pPr>
            <a:r>
              <a:rPr dirty="0" sz="1550" spc="40">
                <a:latin typeface="Times New Roman"/>
                <a:cs typeface="Times New Roman"/>
              </a:rPr>
              <a:t>6.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5563" y="953376"/>
            <a:ext cx="6492875" cy="12065"/>
          </a:xfrm>
          <a:custGeom>
            <a:avLst/>
            <a:gdLst/>
            <a:ahLst/>
            <a:cxnLst/>
            <a:rect l="l" t="t" r="r" b="b"/>
            <a:pathLst>
              <a:path w="6492875" h="12065">
                <a:moveTo>
                  <a:pt x="0" y="0"/>
                </a:moveTo>
                <a:lnTo>
                  <a:pt x="6492671" y="0"/>
                </a:lnTo>
              </a:path>
              <a:path w="6492875" h="12065">
                <a:moveTo>
                  <a:pt x="0" y="11772"/>
                </a:moveTo>
                <a:lnTo>
                  <a:pt x="6492671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5563" y="1234687"/>
            <a:ext cx="6492875" cy="74930"/>
            <a:chOff x="625563" y="1234687"/>
            <a:chExt cx="6492875" cy="74930"/>
          </a:xfrm>
        </p:grpSpPr>
        <p:sp>
          <p:nvSpPr>
            <p:cNvPr id="5" name="object 5" descr=""/>
            <p:cNvSpPr/>
            <p:nvPr/>
          </p:nvSpPr>
          <p:spPr>
            <a:xfrm>
              <a:off x="625563" y="1304543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71892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5563" y="1239431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36949" y="1403261"/>
            <a:ext cx="641794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Counter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prezet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at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20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36949" y="2735427"/>
            <a:ext cx="641794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7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35">
                <a:latin typeface="Franklin Gothic Demi Cond"/>
                <a:cs typeface="Franklin Gothic Demi Cond"/>
              </a:rPr>
              <a:t> </a:t>
            </a:r>
            <a:r>
              <a:rPr dirty="0" sz="750">
                <a:latin typeface="Times New Roman"/>
                <a:cs typeface="Times New Roman"/>
              </a:rPr>
              <a:t>Lifter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up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36949" y="3393147"/>
            <a:ext cx="641794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8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20">
                <a:latin typeface="Franklin Gothic Demi Cond"/>
                <a:cs typeface="Franklin Gothic Demi Cond"/>
              </a:rPr>
              <a:t> </a:t>
            </a:r>
            <a:r>
              <a:rPr dirty="0" sz="750">
                <a:latin typeface="Times New Roman"/>
                <a:cs typeface="Times New Roman"/>
              </a:rPr>
              <a:t>Pizton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right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36949" y="4095496"/>
            <a:ext cx="641794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9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20">
                <a:latin typeface="Franklin Gothic Demi Cond"/>
                <a:cs typeface="Franklin Gothic Demi Cond"/>
              </a:rPr>
              <a:t> </a:t>
            </a:r>
            <a:r>
              <a:rPr dirty="0" sz="750">
                <a:latin typeface="Times New Roman"/>
                <a:cs typeface="Times New Roman"/>
              </a:rPr>
              <a:t>Pizton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left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36949" y="4797653"/>
            <a:ext cx="641794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12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10</a:t>
            </a:r>
            <a:r>
              <a:rPr dirty="0" sz="750" spc="145">
                <a:latin typeface="Times New Roman"/>
                <a:cs typeface="Times New Roman"/>
              </a:rPr>
              <a:t> </a:t>
            </a:r>
            <a:r>
              <a:rPr dirty="0" sz="750">
                <a:latin typeface="Franklin Gothic Demi Cond"/>
                <a:cs typeface="Franklin Gothic Demi Cond"/>
              </a:rPr>
              <a:t>–</a:t>
            </a:r>
            <a:r>
              <a:rPr dirty="0" sz="750">
                <a:latin typeface="Times New Roman"/>
                <a:cs typeface="Times New Roman"/>
              </a:rPr>
              <a:t>Lifter</a:t>
            </a:r>
            <a:r>
              <a:rPr dirty="0" sz="750" spc="130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down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36949" y="5499989"/>
            <a:ext cx="641794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11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35">
                <a:latin typeface="Franklin Gothic Demi Cond"/>
                <a:cs typeface="Franklin Gothic Demi Cond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End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643394" y="1688744"/>
            <a:ext cx="658495" cy="558165"/>
          </a:xfrm>
          <a:custGeom>
            <a:avLst/>
            <a:gdLst/>
            <a:ahLst/>
            <a:cxnLst/>
            <a:rect l="l" t="t" r="r" b="b"/>
            <a:pathLst>
              <a:path w="658494" h="558164">
                <a:moveTo>
                  <a:pt x="657923" y="0"/>
                </a:moveTo>
                <a:lnTo>
                  <a:pt x="657923" y="180327"/>
                </a:lnTo>
              </a:path>
              <a:path w="658494" h="558164">
                <a:moveTo>
                  <a:pt x="0" y="89992"/>
                </a:moveTo>
                <a:lnTo>
                  <a:pt x="657923" y="89992"/>
                </a:lnTo>
              </a:path>
              <a:path w="658494" h="558164">
                <a:moveTo>
                  <a:pt x="639330" y="378142"/>
                </a:moveTo>
                <a:lnTo>
                  <a:pt x="639330" y="558088"/>
                </a:lnTo>
              </a:path>
              <a:path w="658494" h="558164">
                <a:moveTo>
                  <a:pt x="0" y="465061"/>
                </a:moveTo>
                <a:lnTo>
                  <a:pt x="648436" y="465061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391297" y="1688744"/>
            <a:ext cx="0" cy="180340"/>
          </a:xfrm>
          <a:custGeom>
            <a:avLst/>
            <a:gdLst/>
            <a:ahLst/>
            <a:cxnLst/>
            <a:rect l="l" t="t" r="r" b="b"/>
            <a:pathLst>
              <a:path w="0" h="180339">
                <a:moveTo>
                  <a:pt x="0" y="0"/>
                </a:moveTo>
                <a:lnTo>
                  <a:pt x="0" y="18032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372323" y="2066886"/>
            <a:ext cx="0" cy="180340"/>
          </a:xfrm>
          <a:custGeom>
            <a:avLst/>
            <a:gdLst/>
            <a:ahLst/>
            <a:cxnLst/>
            <a:rect l="l" t="t" r="r" b="b"/>
            <a:pathLst>
              <a:path w="0" h="180339">
                <a:moveTo>
                  <a:pt x="0" y="0"/>
                </a:moveTo>
                <a:lnTo>
                  <a:pt x="0" y="17994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172074" y="1946260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000.05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881401" y="1614716"/>
            <a:ext cx="900430" cy="32194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9525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750"/>
              </a:spcBef>
            </a:pPr>
            <a:r>
              <a:rPr dirty="0" sz="750" spc="-25">
                <a:latin typeface="Times New Roman"/>
                <a:cs typeface="Times New Roman"/>
              </a:rPr>
              <a:t>CNT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881401" y="1936661"/>
            <a:ext cx="900430" cy="30353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8890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700"/>
              </a:spcBef>
            </a:pPr>
            <a:r>
              <a:rPr dirty="0" sz="750" spc="-25">
                <a:latin typeface="Times New Roman"/>
                <a:cs typeface="Times New Roman"/>
              </a:rPr>
              <a:t>001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881401" y="2239975"/>
            <a:ext cx="900430" cy="23749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461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30"/>
              </a:spcBef>
            </a:pPr>
            <a:r>
              <a:rPr dirty="0" sz="750" spc="-10">
                <a:latin typeface="Times New Roman"/>
                <a:cs typeface="Times New Roman"/>
              </a:rPr>
              <a:t>#0020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207761" y="2249595"/>
            <a:ext cx="24511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Rezet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2172982" y="2085479"/>
            <a:ext cx="0" cy="180340"/>
          </a:xfrm>
          <a:custGeom>
            <a:avLst/>
            <a:gdLst/>
            <a:ahLst/>
            <a:cxnLst/>
            <a:rect l="l" t="t" r="r" b="b"/>
            <a:pathLst>
              <a:path w="0" h="180339">
                <a:moveTo>
                  <a:pt x="0" y="0"/>
                </a:moveTo>
                <a:lnTo>
                  <a:pt x="0" y="18032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2262962" y="2085479"/>
            <a:ext cx="0" cy="180340"/>
          </a:xfrm>
          <a:custGeom>
            <a:avLst/>
            <a:gdLst/>
            <a:ahLst/>
            <a:cxnLst/>
            <a:rect l="l" t="t" r="r" b="b"/>
            <a:pathLst>
              <a:path w="0" h="180339">
                <a:moveTo>
                  <a:pt x="0" y="0"/>
                </a:moveTo>
                <a:lnTo>
                  <a:pt x="0" y="18032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2027033" y="1965241"/>
            <a:ext cx="37846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CNT001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1383703" y="2162936"/>
            <a:ext cx="789305" cy="0"/>
          </a:xfrm>
          <a:custGeom>
            <a:avLst/>
            <a:gdLst/>
            <a:ahLst/>
            <a:cxnLst/>
            <a:rect l="l" t="t" r="r" b="b"/>
            <a:pathLst>
              <a:path w="789305" h="0">
                <a:moveTo>
                  <a:pt x="0" y="0"/>
                </a:moveTo>
                <a:lnTo>
                  <a:pt x="789279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2264867" y="2153805"/>
            <a:ext cx="629920" cy="0"/>
          </a:xfrm>
          <a:custGeom>
            <a:avLst/>
            <a:gdLst/>
            <a:ahLst/>
            <a:cxnLst/>
            <a:rect l="l" t="t" r="r" b="b"/>
            <a:pathLst>
              <a:path w="629919" h="0">
                <a:moveTo>
                  <a:pt x="0" y="0"/>
                </a:moveTo>
                <a:lnTo>
                  <a:pt x="629831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1391297" y="1771497"/>
            <a:ext cx="1500505" cy="0"/>
          </a:xfrm>
          <a:custGeom>
            <a:avLst/>
            <a:gdLst/>
            <a:ahLst/>
            <a:cxnLst/>
            <a:rect l="l" t="t" r="r" b="b"/>
            <a:pathLst>
              <a:path w="1500505" h="0">
                <a:moveTo>
                  <a:pt x="0" y="0"/>
                </a:moveTo>
                <a:lnTo>
                  <a:pt x="1499971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632015" y="1558899"/>
            <a:ext cx="441325" cy="1134110"/>
          </a:xfrm>
          <a:custGeom>
            <a:avLst/>
            <a:gdLst/>
            <a:ahLst/>
            <a:cxnLst/>
            <a:rect l="l" t="t" r="r" b="b"/>
            <a:pathLst>
              <a:path w="441325" h="1134110">
                <a:moveTo>
                  <a:pt x="9867" y="974559"/>
                </a:moveTo>
                <a:lnTo>
                  <a:pt x="440766" y="974559"/>
                </a:lnTo>
              </a:path>
              <a:path w="441325" h="1134110">
                <a:moveTo>
                  <a:pt x="0" y="0"/>
                </a:moveTo>
                <a:lnTo>
                  <a:pt x="0" y="113400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643394" y="3024720"/>
            <a:ext cx="629920" cy="180340"/>
          </a:xfrm>
          <a:custGeom>
            <a:avLst/>
            <a:gdLst/>
            <a:ahLst/>
            <a:cxnLst/>
            <a:rect l="l" t="t" r="r" b="b"/>
            <a:pathLst>
              <a:path w="629919" h="180339">
                <a:moveTo>
                  <a:pt x="629843" y="0"/>
                </a:moveTo>
                <a:lnTo>
                  <a:pt x="629843" y="180327"/>
                </a:lnTo>
              </a:path>
              <a:path w="629919" h="180339">
                <a:moveTo>
                  <a:pt x="629843" y="94907"/>
                </a:moveTo>
                <a:lnTo>
                  <a:pt x="0" y="9490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0" name="object 30" descr=""/>
          <p:cNvGrpSpPr/>
          <p:nvPr/>
        </p:nvGrpSpPr>
        <p:grpSpPr>
          <a:xfrm>
            <a:off x="1358652" y="3019977"/>
            <a:ext cx="998855" cy="189865"/>
            <a:chOff x="1358652" y="3019977"/>
            <a:chExt cx="998855" cy="189865"/>
          </a:xfrm>
        </p:grpSpPr>
        <p:sp>
          <p:nvSpPr>
            <p:cNvPr id="31" name="object 31" descr=""/>
            <p:cNvSpPr/>
            <p:nvPr/>
          </p:nvSpPr>
          <p:spPr>
            <a:xfrm>
              <a:off x="1363205" y="3024720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w="0" h="180339">
                  <a:moveTo>
                    <a:pt x="0" y="0"/>
                  </a:moveTo>
                  <a:lnTo>
                    <a:pt x="0" y="180327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78462" y="3019977"/>
              <a:ext cx="279031" cy="189433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1363205" y="3119628"/>
              <a:ext cx="720090" cy="0"/>
            </a:xfrm>
            <a:custGeom>
              <a:avLst/>
              <a:gdLst/>
              <a:ahLst/>
              <a:cxnLst/>
              <a:rect l="l" t="t" r="r" b="b"/>
              <a:pathLst>
                <a:path w="720089" h="0">
                  <a:moveTo>
                    <a:pt x="0" y="0"/>
                  </a:moveTo>
                  <a:lnTo>
                    <a:pt x="71981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1118166" y="2900685"/>
            <a:ext cx="1231900" cy="4451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10160">
              <a:lnSpc>
                <a:spcPct val="100000"/>
              </a:lnSpc>
              <a:spcBef>
                <a:spcPts val="135"/>
              </a:spcBef>
              <a:tabLst>
                <a:tab pos="920115" algn="l"/>
              </a:tabLst>
            </a:pPr>
            <a:r>
              <a:rPr dirty="0" sz="750" spc="-10">
                <a:latin typeface="Times New Roman"/>
                <a:cs typeface="Times New Roman"/>
              </a:rPr>
              <a:t>HR00.00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010.01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7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sz="750" spc="-10">
                <a:latin typeface="Times New Roman"/>
                <a:cs typeface="Times New Roman"/>
              </a:rPr>
              <a:t>Lifterup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641883" y="2888805"/>
            <a:ext cx="0" cy="468630"/>
          </a:xfrm>
          <a:custGeom>
            <a:avLst/>
            <a:gdLst/>
            <a:ahLst/>
            <a:cxnLst/>
            <a:rect l="l" t="t" r="r" b="b"/>
            <a:pathLst>
              <a:path w="0" h="468629">
                <a:moveTo>
                  <a:pt x="0" y="0"/>
                </a:moveTo>
                <a:lnTo>
                  <a:pt x="0" y="46849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633907" y="3704653"/>
            <a:ext cx="630555" cy="180340"/>
          </a:xfrm>
          <a:custGeom>
            <a:avLst/>
            <a:gdLst/>
            <a:ahLst/>
            <a:cxnLst/>
            <a:rect l="l" t="t" r="r" b="b"/>
            <a:pathLst>
              <a:path w="630555" h="180339">
                <a:moveTo>
                  <a:pt x="630212" y="0"/>
                </a:moveTo>
                <a:lnTo>
                  <a:pt x="630212" y="179958"/>
                </a:lnTo>
              </a:path>
              <a:path w="630555" h="180339">
                <a:moveTo>
                  <a:pt x="630212" y="94907"/>
                </a:moveTo>
                <a:lnTo>
                  <a:pt x="0" y="9490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7" name="object 37" descr=""/>
          <p:cNvGrpSpPr/>
          <p:nvPr/>
        </p:nvGrpSpPr>
        <p:grpSpPr>
          <a:xfrm>
            <a:off x="1349533" y="3700100"/>
            <a:ext cx="998855" cy="189230"/>
            <a:chOff x="1349533" y="3700100"/>
            <a:chExt cx="998855" cy="189230"/>
          </a:xfrm>
        </p:grpSpPr>
        <p:sp>
          <p:nvSpPr>
            <p:cNvPr id="38" name="object 38" descr=""/>
            <p:cNvSpPr/>
            <p:nvPr/>
          </p:nvSpPr>
          <p:spPr>
            <a:xfrm>
              <a:off x="1354086" y="3704653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w="0" h="180339">
                  <a:moveTo>
                    <a:pt x="0" y="0"/>
                  </a:moveTo>
                  <a:lnTo>
                    <a:pt x="0" y="179958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68785" y="3700100"/>
              <a:ext cx="279209" cy="189064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1354086" y="3799560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5" h="0">
                  <a:moveTo>
                    <a:pt x="0" y="0"/>
                  </a:moveTo>
                  <a:lnTo>
                    <a:pt x="719442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1108294" y="3585184"/>
            <a:ext cx="1270000" cy="4502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66675">
              <a:lnSpc>
                <a:spcPct val="100000"/>
              </a:lnSpc>
              <a:spcBef>
                <a:spcPts val="135"/>
              </a:spcBef>
              <a:tabLst>
                <a:tab pos="901065" algn="l"/>
              </a:tabLst>
            </a:pPr>
            <a:r>
              <a:rPr dirty="0" sz="750" spc="-10">
                <a:latin typeface="Times New Roman"/>
                <a:cs typeface="Times New Roman"/>
              </a:rPr>
              <a:t>HR00.01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010.02</a:t>
            </a:r>
            <a:endParaRPr baseline="3703" sz="112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7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sz="750" spc="-10">
                <a:latin typeface="Times New Roman"/>
                <a:cs typeface="Times New Roman"/>
              </a:rPr>
              <a:t>Piztonright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632015" y="3549764"/>
            <a:ext cx="0" cy="525145"/>
          </a:xfrm>
          <a:custGeom>
            <a:avLst/>
            <a:gdLst/>
            <a:ahLst/>
            <a:cxnLst/>
            <a:rect l="l" t="t" r="r" b="b"/>
            <a:pathLst>
              <a:path w="0" h="525145">
                <a:moveTo>
                  <a:pt x="0" y="0"/>
                </a:moveTo>
                <a:lnTo>
                  <a:pt x="0" y="52466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633907" y="4404347"/>
            <a:ext cx="630555" cy="180340"/>
          </a:xfrm>
          <a:custGeom>
            <a:avLst/>
            <a:gdLst/>
            <a:ahLst/>
            <a:cxnLst/>
            <a:rect l="l" t="t" r="r" b="b"/>
            <a:pathLst>
              <a:path w="630555" h="180339">
                <a:moveTo>
                  <a:pt x="630212" y="0"/>
                </a:moveTo>
                <a:lnTo>
                  <a:pt x="630212" y="179946"/>
                </a:lnTo>
              </a:path>
              <a:path w="630555" h="180339">
                <a:moveTo>
                  <a:pt x="630212" y="95288"/>
                </a:moveTo>
                <a:lnTo>
                  <a:pt x="0" y="9528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4" name="object 44" descr=""/>
          <p:cNvGrpSpPr/>
          <p:nvPr/>
        </p:nvGrpSpPr>
        <p:grpSpPr>
          <a:xfrm>
            <a:off x="1349533" y="4399794"/>
            <a:ext cx="998855" cy="189230"/>
            <a:chOff x="1349533" y="4399794"/>
            <a:chExt cx="998855" cy="189230"/>
          </a:xfrm>
        </p:grpSpPr>
        <p:sp>
          <p:nvSpPr>
            <p:cNvPr id="45" name="object 45" descr=""/>
            <p:cNvSpPr/>
            <p:nvPr/>
          </p:nvSpPr>
          <p:spPr>
            <a:xfrm>
              <a:off x="1354086" y="4404347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w="0" h="180339">
                  <a:moveTo>
                    <a:pt x="0" y="0"/>
                  </a:moveTo>
                  <a:lnTo>
                    <a:pt x="0" y="179946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68785" y="4399794"/>
              <a:ext cx="279209" cy="189052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1354086" y="4499635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5" h="0">
                  <a:moveTo>
                    <a:pt x="0" y="0"/>
                  </a:moveTo>
                  <a:lnTo>
                    <a:pt x="719442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1108294" y="4280311"/>
            <a:ext cx="1266190" cy="45465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904875" algn="l"/>
              </a:tabLst>
            </a:pPr>
            <a:r>
              <a:rPr dirty="0" sz="750" spc="-10">
                <a:latin typeface="Times New Roman"/>
                <a:cs typeface="Times New Roman"/>
              </a:rPr>
              <a:t>HR00.02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010.03</a:t>
            </a:r>
            <a:endParaRPr baseline="3703" sz="112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7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sz="750" spc="-10">
                <a:latin typeface="Times New Roman"/>
                <a:cs typeface="Times New Roman"/>
              </a:rPr>
              <a:t>Piztonleft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9" name="object 49" descr=""/>
          <p:cNvSpPr/>
          <p:nvPr/>
        </p:nvSpPr>
        <p:spPr>
          <a:xfrm>
            <a:off x="632015" y="4249445"/>
            <a:ext cx="0" cy="515620"/>
          </a:xfrm>
          <a:custGeom>
            <a:avLst/>
            <a:gdLst/>
            <a:ahLst/>
            <a:cxnLst/>
            <a:rect l="l" t="t" r="r" b="b"/>
            <a:pathLst>
              <a:path w="0" h="515620">
                <a:moveTo>
                  <a:pt x="0" y="0"/>
                </a:moveTo>
                <a:lnTo>
                  <a:pt x="0" y="51555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633907" y="5104790"/>
            <a:ext cx="630555" cy="180340"/>
          </a:xfrm>
          <a:custGeom>
            <a:avLst/>
            <a:gdLst/>
            <a:ahLst/>
            <a:cxnLst/>
            <a:rect l="l" t="t" r="r" b="b"/>
            <a:pathLst>
              <a:path w="630555" h="180339">
                <a:moveTo>
                  <a:pt x="630212" y="0"/>
                </a:moveTo>
                <a:lnTo>
                  <a:pt x="630212" y="179946"/>
                </a:lnTo>
              </a:path>
              <a:path w="630555" h="180339">
                <a:moveTo>
                  <a:pt x="630212" y="94907"/>
                </a:moveTo>
                <a:lnTo>
                  <a:pt x="0" y="9490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1" name="object 51" descr=""/>
          <p:cNvGrpSpPr/>
          <p:nvPr/>
        </p:nvGrpSpPr>
        <p:grpSpPr>
          <a:xfrm>
            <a:off x="1349533" y="5100237"/>
            <a:ext cx="998855" cy="189230"/>
            <a:chOff x="1349533" y="5100237"/>
            <a:chExt cx="998855" cy="189230"/>
          </a:xfrm>
        </p:grpSpPr>
        <p:sp>
          <p:nvSpPr>
            <p:cNvPr id="52" name="object 52" descr=""/>
            <p:cNvSpPr/>
            <p:nvPr/>
          </p:nvSpPr>
          <p:spPr>
            <a:xfrm>
              <a:off x="1354086" y="5104790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w="0" h="180339">
                  <a:moveTo>
                    <a:pt x="0" y="0"/>
                  </a:moveTo>
                  <a:lnTo>
                    <a:pt x="0" y="179946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68785" y="5100237"/>
              <a:ext cx="279209" cy="189052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1354086" y="5199697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5" h="0">
                  <a:moveTo>
                    <a:pt x="0" y="0"/>
                  </a:moveTo>
                  <a:lnTo>
                    <a:pt x="719442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 txBox="1"/>
          <p:nvPr/>
        </p:nvSpPr>
        <p:spPr>
          <a:xfrm>
            <a:off x="1108294" y="4979993"/>
            <a:ext cx="1283335" cy="4464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904875" algn="l"/>
              </a:tabLst>
            </a:pPr>
            <a:r>
              <a:rPr dirty="0" sz="750" spc="-10">
                <a:latin typeface="Times New Roman"/>
                <a:cs typeface="Times New Roman"/>
              </a:rPr>
              <a:t>HR00.04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010.04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750">
              <a:latin typeface="Times New Roman"/>
              <a:cs typeface="Times New Roman"/>
            </a:endParaRPr>
          </a:p>
          <a:p>
            <a:pPr marL="819150">
              <a:lnSpc>
                <a:spcPct val="100000"/>
              </a:lnSpc>
            </a:pPr>
            <a:r>
              <a:rPr dirty="0" sz="750" spc="-10">
                <a:latin typeface="Times New Roman"/>
                <a:cs typeface="Times New Roman"/>
              </a:rPr>
              <a:t>Lifterdown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6" name="object 56" descr=""/>
          <p:cNvSpPr/>
          <p:nvPr/>
        </p:nvSpPr>
        <p:spPr>
          <a:xfrm>
            <a:off x="632015" y="4958626"/>
            <a:ext cx="0" cy="525145"/>
          </a:xfrm>
          <a:custGeom>
            <a:avLst/>
            <a:gdLst/>
            <a:ahLst/>
            <a:cxnLst/>
            <a:rect l="l" t="t" r="r" b="b"/>
            <a:pathLst>
              <a:path w="0" h="525145">
                <a:moveTo>
                  <a:pt x="0" y="0"/>
                </a:moveTo>
                <a:lnTo>
                  <a:pt x="0" y="52466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633907" y="5660961"/>
            <a:ext cx="630555" cy="270510"/>
          </a:xfrm>
          <a:custGeom>
            <a:avLst/>
            <a:gdLst/>
            <a:ahLst/>
            <a:cxnLst/>
            <a:rect l="l" t="t" r="r" b="b"/>
            <a:pathLst>
              <a:path w="630555" h="270510">
                <a:moveTo>
                  <a:pt x="0" y="0"/>
                </a:moveTo>
                <a:lnTo>
                  <a:pt x="0" y="269925"/>
                </a:lnTo>
              </a:path>
              <a:path w="630555" h="270510">
                <a:moveTo>
                  <a:pt x="630212" y="138188"/>
                </a:moveTo>
                <a:lnTo>
                  <a:pt x="0" y="13818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 txBox="1"/>
          <p:nvPr/>
        </p:nvSpPr>
        <p:spPr>
          <a:xfrm>
            <a:off x="1273394" y="5704243"/>
            <a:ext cx="667385" cy="19939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395"/>
              </a:spcBef>
            </a:pPr>
            <a:r>
              <a:rPr dirty="0" sz="750">
                <a:latin typeface="Times New Roman"/>
                <a:cs typeface="Times New Roman"/>
              </a:rPr>
              <a:t>End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(01)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9" name="object 5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57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92875" cy="12065"/>
          </a:xfrm>
          <a:custGeom>
            <a:avLst/>
            <a:gdLst/>
            <a:ahLst/>
            <a:cxnLst/>
            <a:rect l="l" t="t" r="r" b="b"/>
            <a:pathLst>
              <a:path w="6492875" h="12065">
                <a:moveTo>
                  <a:pt x="0" y="0"/>
                </a:moveTo>
                <a:lnTo>
                  <a:pt x="6492671" y="0"/>
                </a:lnTo>
              </a:path>
              <a:path w="6492875" h="12065">
                <a:moveTo>
                  <a:pt x="0" y="11772"/>
                </a:moveTo>
                <a:lnTo>
                  <a:pt x="6492671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92875" cy="74930"/>
            <a:chOff x="625563" y="1234687"/>
            <a:chExt cx="649287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1082" y="961543"/>
            <a:ext cx="5379720" cy="6838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32130" indent="-519430">
              <a:lnSpc>
                <a:spcPct val="100000"/>
              </a:lnSpc>
              <a:spcBef>
                <a:spcPts val="125"/>
              </a:spcBef>
              <a:buAutoNum type="arabicPeriod" startAt="6"/>
              <a:tabLst>
                <a:tab pos="532130" algn="l"/>
              </a:tabLst>
            </a:pP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  <a:p>
            <a:pPr lvl="1" marL="237490" indent="-224790">
              <a:lnSpc>
                <a:spcPct val="100000"/>
              </a:lnSpc>
              <a:spcBef>
                <a:spcPts val="1430"/>
              </a:spcBef>
              <a:buSzPct val="48387"/>
              <a:buFont typeface="Segoe UI Symbol"/>
              <a:buChar char="❑"/>
              <a:tabLst>
                <a:tab pos="237490" algn="l"/>
              </a:tabLst>
            </a:pPr>
            <a:r>
              <a:rPr dirty="0" sz="1550">
                <a:latin typeface="Times New Roman"/>
                <a:cs typeface="Times New Roman"/>
              </a:rPr>
              <a:t>Application</a:t>
            </a:r>
            <a:r>
              <a:rPr dirty="0" sz="1550" spc="18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#10:</a:t>
            </a:r>
            <a:r>
              <a:rPr dirty="0" sz="1550" spc="180">
                <a:latin typeface="Times New Roman"/>
                <a:cs typeface="Times New Roman"/>
              </a:rPr>
              <a:t> </a:t>
            </a:r>
            <a:r>
              <a:rPr dirty="0" sz="1550" spc="50">
                <a:latin typeface="Times New Roman"/>
                <a:cs typeface="Times New Roman"/>
              </a:rPr>
              <a:t>Automatic</a:t>
            </a:r>
            <a:r>
              <a:rPr dirty="0" sz="1550" spc="180">
                <a:latin typeface="Times New Roman"/>
                <a:cs typeface="Times New Roman"/>
              </a:rPr>
              <a:t> </a:t>
            </a:r>
            <a:r>
              <a:rPr dirty="0" sz="1550" spc="60">
                <a:latin typeface="Times New Roman"/>
                <a:cs typeface="Times New Roman"/>
              </a:rPr>
              <a:t>Control</a:t>
            </a:r>
            <a:r>
              <a:rPr dirty="0" sz="1550" spc="180">
                <a:latin typeface="Times New Roman"/>
                <a:cs typeface="Times New Roman"/>
              </a:rPr>
              <a:t> </a:t>
            </a:r>
            <a:r>
              <a:rPr dirty="0" sz="1550" spc="65">
                <a:latin typeface="Times New Roman"/>
                <a:cs typeface="Times New Roman"/>
              </a:rPr>
              <a:t>Of</a:t>
            </a:r>
            <a:r>
              <a:rPr dirty="0" sz="1550" spc="180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Warehouse</a:t>
            </a:r>
            <a:r>
              <a:rPr dirty="0" sz="1550" spc="180">
                <a:latin typeface="Times New Roman"/>
                <a:cs typeface="Times New Roman"/>
              </a:rPr>
              <a:t> </a:t>
            </a:r>
            <a:r>
              <a:rPr dirty="0" sz="1550" spc="-20">
                <a:latin typeface="Times New Roman"/>
                <a:cs typeface="Times New Roman"/>
              </a:rPr>
              <a:t>Door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80716" y="1772049"/>
            <a:ext cx="5130800" cy="6261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3600"/>
              </a:lnSpc>
              <a:spcBef>
                <a:spcPts val="95"/>
              </a:spcBef>
            </a:pP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3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input</a:t>
            </a:r>
            <a:r>
              <a:rPr dirty="0" sz="950" spc="3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ultrazonic</a:t>
            </a:r>
            <a:r>
              <a:rPr dirty="0" sz="950" spc="3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zwitch</a:t>
            </a:r>
            <a:r>
              <a:rPr dirty="0" sz="950" spc="3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3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employed</a:t>
            </a:r>
            <a:r>
              <a:rPr dirty="0" sz="950" spc="3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3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detect</a:t>
            </a:r>
            <a:r>
              <a:rPr dirty="0" sz="950" spc="3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3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prezence</a:t>
            </a:r>
            <a:r>
              <a:rPr dirty="0" sz="950" spc="3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3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</a:t>
            </a:r>
            <a:r>
              <a:rPr dirty="0" sz="950" spc="3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approaching</a:t>
            </a:r>
            <a:r>
              <a:rPr dirty="0" sz="950" spc="3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vehicle.</a:t>
            </a:r>
            <a:r>
              <a:rPr dirty="0" sz="950" spc="330">
                <a:latin typeface="Times New Roman"/>
                <a:cs typeface="Times New Roman"/>
              </a:rPr>
              <a:t> </a:t>
            </a:r>
            <a:r>
              <a:rPr dirty="0" sz="950" spc="-50">
                <a:latin typeface="Times New Roman"/>
                <a:cs typeface="Times New Roman"/>
              </a:rPr>
              <a:t>A</a:t>
            </a:r>
            <a:r>
              <a:rPr dirty="0" sz="950">
                <a:latin typeface="Times New Roman"/>
                <a:cs typeface="Times New Roman"/>
              </a:rPr>
              <a:t> zeparate</a:t>
            </a:r>
            <a:r>
              <a:rPr dirty="0" sz="950" spc="2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photozenzor</a:t>
            </a:r>
            <a:r>
              <a:rPr dirty="0" sz="950" spc="2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detectz</a:t>
            </a:r>
            <a:r>
              <a:rPr dirty="0" sz="950" spc="2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2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pazzing</a:t>
            </a:r>
            <a:r>
              <a:rPr dirty="0" sz="950" spc="2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2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2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vehicle</a:t>
            </a:r>
            <a:r>
              <a:rPr dirty="0" sz="950" spc="2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via</a:t>
            </a:r>
            <a:r>
              <a:rPr dirty="0" sz="950" spc="2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2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interruption</a:t>
            </a:r>
            <a:r>
              <a:rPr dirty="0" sz="950" spc="2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2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2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light</a:t>
            </a:r>
            <a:r>
              <a:rPr dirty="0" sz="950" spc="2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beam.</a:t>
            </a:r>
            <a:r>
              <a:rPr dirty="0" sz="950" spc="27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In </a:t>
            </a:r>
            <a:r>
              <a:rPr dirty="0" sz="950">
                <a:latin typeface="Times New Roman"/>
                <a:cs typeface="Times New Roman"/>
              </a:rPr>
              <a:t>rezponze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theze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zignalz,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control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circuit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controlz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outputz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that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drive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door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for </a:t>
            </a:r>
            <a:r>
              <a:rPr dirty="0" sz="950">
                <a:latin typeface="Times New Roman"/>
                <a:cs typeface="Times New Roman"/>
              </a:rPr>
              <a:t>opening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clozing.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08683" y="7027502"/>
            <a:ext cx="1287145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30"/>
              </a:spcBef>
              <a:buFont typeface="Symbol"/>
              <a:buChar char=""/>
              <a:tabLst>
                <a:tab pos="259715" algn="l"/>
              </a:tabLst>
            </a:pPr>
            <a:r>
              <a:rPr dirty="0" sz="1150" spc="65">
                <a:latin typeface="Times New Roman"/>
                <a:cs typeface="Times New Roman"/>
              </a:rPr>
              <a:t>I/O</a:t>
            </a:r>
            <a:r>
              <a:rPr dirty="0" sz="1150" spc="7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Assignment</a:t>
            </a:r>
            <a:endParaRPr sz="1150">
              <a:latin typeface="Times New Roman"/>
              <a:cs typeface="Times New Roman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1984298" y="7406195"/>
          <a:ext cx="2288540" cy="8051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2315"/>
                <a:gridCol w="1450974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55">
                          <a:latin typeface="Times New Roman"/>
                          <a:cs typeface="Times New Roman"/>
                        </a:rPr>
                        <a:t>Input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Devices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Ultrazonic</a:t>
                      </a:r>
                      <a:r>
                        <a:rPr dirty="0" sz="9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zwitch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Photoelectric</a:t>
                      </a:r>
                      <a:r>
                        <a:rPr dirty="0" sz="95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zwitch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Door</a:t>
                      </a:r>
                      <a:r>
                        <a:rPr dirty="0" sz="9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upper</a:t>
                      </a:r>
                      <a:r>
                        <a:rPr dirty="0" sz="9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limit</a:t>
                      </a:r>
                      <a:r>
                        <a:rPr dirty="0" sz="9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zwitch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Door</a:t>
                      </a:r>
                      <a:r>
                        <a:rPr dirty="0" sz="9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lower</a:t>
                      </a:r>
                      <a:r>
                        <a:rPr dirty="0" sz="9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limit</a:t>
                      </a:r>
                      <a:r>
                        <a:rPr dirty="0" sz="9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zwitch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4346079" y="7406195"/>
          <a:ext cx="2063114" cy="8051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0885"/>
                <a:gridCol w="1236980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55">
                          <a:latin typeface="Times New Roman"/>
                          <a:cs typeface="Times New Roman"/>
                        </a:rPr>
                        <a:t>Output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Devices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01000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Motor</a:t>
                      </a:r>
                      <a:r>
                        <a:rPr dirty="0" sz="9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95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raize</a:t>
                      </a:r>
                      <a:r>
                        <a:rPr dirty="0" sz="95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0">
                          <a:latin typeface="Times New Roman"/>
                          <a:cs typeface="Times New Roman"/>
                        </a:rPr>
                        <a:t>door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01001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Motor</a:t>
                      </a:r>
                      <a:r>
                        <a:rPr dirty="0" sz="9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9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lower</a:t>
                      </a:r>
                      <a:r>
                        <a:rPr dirty="0" sz="9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0">
                          <a:latin typeface="Times New Roman"/>
                          <a:cs typeface="Times New Roman"/>
                        </a:rPr>
                        <a:t>door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 descr=""/>
          <p:cNvSpPr txBox="1"/>
          <p:nvPr/>
        </p:nvSpPr>
        <p:spPr>
          <a:xfrm>
            <a:off x="5315888" y="2907203"/>
            <a:ext cx="440690" cy="1155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>
                <a:latin typeface="Times New Roman"/>
                <a:cs typeface="Times New Roman"/>
              </a:rPr>
              <a:t>Door</a:t>
            </a:r>
            <a:r>
              <a:rPr dirty="0" sz="550" spc="70">
                <a:latin typeface="Times New Roman"/>
                <a:cs typeface="Times New Roman"/>
              </a:rPr>
              <a:t> </a:t>
            </a:r>
            <a:r>
              <a:rPr dirty="0" sz="550" spc="-10">
                <a:latin typeface="Times New Roman"/>
                <a:cs typeface="Times New Roman"/>
              </a:rPr>
              <a:t>position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307917" y="3036282"/>
            <a:ext cx="213360" cy="1155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spc="-10">
                <a:latin typeface="Times New Roman"/>
                <a:cs typeface="Times New Roman"/>
              </a:rPr>
              <a:t>Motor</a:t>
            </a:r>
            <a:endParaRPr sz="550">
              <a:latin typeface="Times New Roman"/>
              <a:cs typeface="Times New Roman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666426" y="2907410"/>
            <a:ext cx="1632585" cy="2339975"/>
            <a:chOff x="3666426" y="2907410"/>
            <a:chExt cx="1632585" cy="2339975"/>
          </a:xfrm>
        </p:grpSpPr>
        <p:sp>
          <p:nvSpPr>
            <p:cNvPr id="15" name="object 15" descr=""/>
            <p:cNvSpPr/>
            <p:nvPr/>
          </p:nvSpPr>
          <p:spPr>
            <a:xfrm>
              <a:off x="3675634" y="2926765"/>
              <a:ext cx="1440180" cy="2311400"/>
            </a:xfrm>
            <a:custGeom>
              <a:avLst/>
              <a:gdLst/>
              <a:ahLst/>
              <a:cxnLst/>
              <a:rect l="l" t="t" r="r" b="b"/>
              <a:pathLst>
                <a:path w="1440179" h="2311400">
                  <a:moveTo>
                    <a:pt x="4152" y="2667"/>
                  </a:moveTo>
                  <a:lnTo>
                    <a:pt x="1439608" y="294601"/>
                  </a:lnTo>
                  <a:lnTo>
                    <a:pt x="1439608" y="2310892"/>
                  </a:lnTo>
                  <a:lnTo>
                    <a:pt x="1438465" y="2310892"/>
                  </a:lnTo>
                  <a:lnTo>
                    <a:pt x="1225486" y="2234209"/>
                  </a:lnTo>
                  <a:lnTo>
                    <a:pt x="1225486" y="450265"/>
                  </a:lnTo>
                  <a:lnTo>
                    <a:pt x="167411" y="239560"/>
                  </a:lnTo>
                  <a:lnTo>
                    <a:pt x="167411" y="1960486"/>
                  </a:lnTo>
                  <a:lnTo>
                    <a:pt x="124129" y="1973389"/>
                  </a:lnTo>
                  <a:lnTo>
                    <a:pt x="102488" y="1973389"/>
                  </a:lnTo>
                  <a:lnTo>
                    <a:pt x="58064" y="1984781"/>
                  </a:lnTo>
                  <a:lnTo>
                    <a:pt x="48577" y="1994649"/>
                  </a:lnTo>
                  <a:lnTo>
                    <a:pt x="4152" y="2007565"/>
                  </a:lnTo>
                  <a:lnTo>
                    <a:pt x="0" y="0"/>
                  </a:lnTo>
                  <a:lnTo>
                    <a:pt x="4152" y="2667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4488" y="2907410"/>
              <a:ext cx="273913" cy="238963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42587" y="3091548"/>
              <a:ext cx="124891" cy="151828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3815917" y="2996419"/>
            <a:ext cx="338455" cy="1155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spc="-10">
                <a:latin typeface="Times New Roman"/>
                <a:cs typeface="Times New Roman"/>
              </a:rPr>
              <a:t>Ultrasonic</a:t>
            </a:r>
            <a:endParaRPr sz="550">
              <a:latin typeface="Times New Roman"/>
              <a:cs typeface="Times New Roman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552181" y="2618016"/>
            <a:ext cx="5439410" cy="3910965"/>
            <a:chOff x="1552181" y="2618016"/>
            <a:chExt cx="5439410" cy="3910965"/>
          </a:xfrm>
        </p:grpSpPr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06797" y="3738067"/>
              <a:ext cx="200063" cy="243725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31486" y="4926355"/>
              <a:ext cx="122986" cy="152615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5120919" y="3405111"/>
              <a:ext cx="1861185" cy="2292350"/>
            </a:xfrm>
            <a:custGeom>
              <a:avLst/>
              <a:gdLst/>
              <a:ahLst/>
              <a:cxnLst/>
              <a:rect l="l" t="t" r="r" b="b"/>
              <a:pathLst>
                <a:path w="1861184" h="2292350">
                  <a:moveTo>
                    <a:pt x="0" y="0"/>
                  </a:moveTo>
                  <a:lnTo>
                    <a:pt x="1861019" y="446087"/>
                  </a:lnTo>
                  <a:lnTo>
                    <a:pt x="1861019" y="2292299"/>
                  </a:lnTo>
                  <a:lnTo>
                    <a:pt x="0" y="1825332"/>
                  </a:lnTo>
                  <a:lnTo>
                    <a:pt x="0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817649" y="2627223"/>
              <a:ext cx="1861185" cy="2291715"/>
            </a:xfrm>
            <a:custGeom>
              <a:avLst/>
              <a:gdLst/>
              <a:ahLst/>
              <a:cxnLst/>
              <a:rect l="l" t="t" r="r" b="b"/>
              <a:pathLst>
                <a:path w="1861185" h="2291715">
                  <a:moveTo>
                    <a:pt x="0" y="0"/>
                  </a:moveTo>
                  <a:lnTo>
                    <a:pt x="0" y="1823808"/>
                  </a:lnTo>
                  <a:lnTo>
                    <a:pt x="1860994" y="2291156"/>
                  </a:lnTo>
                  <a:lnTo>
                    <a:pt x="1860994" y="444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817649" y="2627223"/>
              <a:ext cx="1861185" cy="2291715"/>
            </a:xfrm>
            <a:custGeom>
              <a:avLst/>
              <a:gdLst/>
              <a:ahLst/>
              <a:cxnLst/>
              <a:rect l="l" t="t" r="r" b="b"/>
              <a:pathLst>
                <a:path w="1861185" h="2291715">
                  <a:moveTo>
                    <a:pt x="0" y="0"/>
                  </a:moveTo>
                  <a:lnTo>
                    <a:pt x="1860994" y="444944"/>
                  </a:lnTo>
                  <a:lnTo>
                    <a:pt x="1860994" y="2291156"/>
                  </a:lnTo>
                  <a:lnTo>
                    <a:pt x="0" y="1823808"/>
                  </a:lnTo>
                  <a:lnTo>
                    <a:pt x="0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07142" y="4673892"/>
              <a:ext cx="225132" cy="152603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3980853" y="4764620"/>
              <a:ext cx="920115" cy="234315"/>
            </a:xfrm>
            <a:custGeom>
              <a:avLst/>
              <a:gdLst/>
              <a:ahLst/>
              <a:cxnLst/>
              <a:rect l="l" t="t" r="r" b="b"/>
              <a:pathLst>
                <a:path w="920114" h="234314">
                  <a:moveTo>
                    <a:pt x="145008" y="33032"/>
                  </a:moveTo>
                  <a:lnTo>
                    <a:pt x="4191" y="0"/>
                  </a:lnTo>
                  <a:lnTo>
                    <a:pt x="0" y="17462"/>
                  </a:lnTo>
                  <a:lnTo>
                    <a:pt x="141236" y="50876"/>
                  </a:lnTo>
                  <a:lnTo>
                    <a:pt x="145008" y="33032"/>
                  </a:lnTo>
                  <a:close/>
                </a:path>
                <a:path w="920114" h="234314">
                  <a:moveTo>
                    <a:pt x="338632" y="78968"/>
                  </a:moveTo>
                  <a:lnTo>
                    <a:pt x="197789" y="45554"/>
                  </a:lnTo>
                  <a:lnTo>
                    <a:pt x="194005" y="63398"/>
                  </a:lnTo>
                  <a:lnTo>
                    <a:pt x="334479" y="96431"/>
                  </a:lnTo>
                  <a:lnTo>
                    <a:pt x="338632" y="78968"/>
                  </a:lnTo>
                  <a:close/>
                </a:path>
                <a:path w="920114" h="234314">
                  <a:moveTo>
                    <a:pt x="532257" y="124523"/>
                  </a:moveTo>
                  <a:lnTo>
                    <a:pt x="391401" y="91490"/>
                  </a:lnTo>
                  <a:lnTo>
                    <a:pt x="387248" y="108966"/>
                  </a:lnTo>
                  <a:lnTo>
                    <a:pt x="528091" y="142367"/>
                  </a:lnTo>
                  <a:lnTo>
                    <a:pt x="532257" y="124523"/>
                  </a:lnTo>
                  <a:close/>
                </a:path>
                <a:path w="920114" h="234314">
                  <a:moveTo>
                    <a:pt x="725500" y="170459"/>
                  </a:moveTo>
                  <a:lnTo>
                    <a:pt x="585025" y="137058"/>
                  </a:lnTo>
                  <a:lnTo>
                    <a:pt x="580859" y="154901"/>
                  </a:lnTo>
                  <a:lnTo>
                    <a:pt x="721690" y="188302"/>
                  </a:lnTo>
                  <a:lnTo>
                    <a:pt x="725500" y="170459"/>
                  </a:lnTo>
                  <a:close/>
                </a:path>
                <a:path w="920114" h="234314">
                  <a:moveTo>
                    <a:pt x="919505" y="216027"/>
                  </a:moveTo>
                  <a:lnTo>
                    <a:pt x="778268" y="182994"/>
                  </a:lnTo>
                  <a:lnTo>
                    <a:pt x="774471" y="200837"/>
                  </a:lnTo>
                  <a:lnTo>
                    <a:pt x="915314" y="233857"/>
                  </a:lnTo>
                  <a:lnTo>
                    <a:pt x="919505" y="2160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41902" y="4233126"/>
              <a:ext cx="1061872" cy="414947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41979" y="3254768"/>
              <a:ext cx="1370901" cy="1566037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94546" y="6267272"/>
              <a:ext cx="155282" cy="100584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1685137" y="5179199"/>
              <a:ext cx="986155" cy="1179830"/>
            </a:xfrm>
            <a:custGeom>
              <a:avLst/>
              <a:gdLst/>
              <a:ahLst/>
              <a:cxnLst/>
              <a:rect l="l" t="t" r="r" b="b"/>
              <a:pathLst>
                <a:path w="986155" h="1179829">
                  <a:moveTo>
                    <a:pt x="970749" y="904697"/>
                  </a:moveTo>
                  <a:lnTo>
                    <a:pt x="972273" y="1094130"/>
                  </a:lnTo>
                  <a:lnTo>
                    <a:pt x="974940" y="1096797"/>
                  </a:lnTo>
                  <a:lnTo>
                    <a:pt x="976464" y="1096797"/>
                  </a:lnTo>
                  <a:lnTo>
                    <a:pt x="976464" y="1098296"/>
                  </a:lnTo>
                  <a:lnTo>
                    <a:pt x="977595" y="1100963"/>
                  </a:lnTo>
                  <a:lnTo>
                    <a:pt x="979106" y="1102487"/>
                  </a:lnTo>
                  <a:lnTo>
                    <a:pt x="979106" y="1103998"/>
                  </a:lnTo>
                  <a:lnTo>
                    <a:pt x="980617" y="1105522"/>
                  </a:lnTo>
                  <a:lnTo>
                    <a:pt x="980617" y="1108544"/>
                  </a:lnTo>
                  <a:lnTo>
                    <a:pt x="981379" y="1110830"/>
                  </a:lnTo>
                  <a:lnTo>
                    <a:pt x="984427" y="1113866"/>
                  </a:lnTo>
                  <a:lnTo>
                    <a:pt x="984427" y="1118438"/>
                  </a:lnTo>
                  <a:lnTo>
                    <a:pt x="985570" y="1119936"/>
                  </a:lnTo>
                  <a:lnTo>
                    <a:pt x="985570" y="1148422"/>
                  </a:lnTo>
                  <a:lnTo>
                    <a:pt x="984427" y="1152207"/>
                  </a:lnTo>
                  <a:lnTo>
                    <a:pt x="984427" y="1153731"/>
                  </a:lnTo>
                  <a:lnTo>
                    <a:pt x="981379" y="1155255"/>
                  </a:lnTo>
                  <a:lnTo>
                    <a:pt x="980617" y="1159814"/>
                  </a:lnTo>
                  <a:lnTo>
                    <a:pt x="979106" y="1160957"/>
                  </a:lnTo>
                  <a:lnTo>
                    <a:pt x="979106" y="1163599"/>
                  </a:lnTo>
                  <a:lnTo>
                    <a:pt x="977595" y="1166647"/>
                  </a:lnTo>
                  <a:lnTo>
                    <a:pt x="976464" y="1168158"/>
                  </a:lnTo>
                  <a:lnTo>
                    <a:pt x="974940" y="1170825"/>
                  </a:lnTo>
                  <a:lnTo>
                    <a:pt x="972273" y="1170825"/>
                  </a:lnTo>
                  <a:lnTo>
                    <a:pt x="970749" y="1175372"/>
                  </a:lnTo>
                  <a:lnTo>
                    <a:pt x="969225" y="1175372"/>
                  </a:lnTo>
                  <a:lnTo>
                    <a:pt x="969225" y="1176515"/>
                  </a:lnTo>
                  <a:lnTo>
                    <a:pt x="968095" y="1176515"/>
                  </a:lnTo>
                  <a:lnTo>
                    <a:pt x="965454" y="1179550"/>
                  </a:lnTo>
                  <a:lnTo>
                    <a:pt x="954824" y="1179550"/>
                  </a:lnTo>
                  <a:lnTo>
                    <a:pt x="951776" y="1176515"/>
                  </a:lnTo>
                  <a:lnTo>
                    <a:pt x="949109" y="1175372"/>
                  </a:lnTo>
                  <a:lnTo>
                    <a:pt x="947585" y="1175372"/>
                  </a:lnTo>
                  <a:lnTo>
                    <a:pt x="947585" y="1170825"/>
                  </a:lnTo>
                  <a:lnTo>
                    <a:pt x="944943" y="1170825"/>
                  </a:lnTo>
                  <a:lnTo>
                    <a:pt x="944943" y="1168158"/>
                  </a:lnTo>
                  <a:lnTo>
                    <a:pt x="942289" y="1168158"/>
                  </a:lnTo>
                  <a:lnTo>
                    <a:pt x="941146" y="1163599"/>
                  </a:lnTo>
                  <a:lnTo>
                    <a:pt x="939622" y="1163599"/>
                  </a:lnTo>
                  <a:lnTo>
                    <a:pt x="938479" y="1160957"/>
                  </a:lnTo>
                  <a:lnTo>
                    <a:pt x="938479" y="1159814"/>
                  </a:lnTo>
                  <a:lnTo>
                    <a:pt x="936967" y="1155255"/>
                  </a:lnTo>
                  <a:lnTo>
                    <a:pt x="935456" y="1152207"/>
                  </a:lnTo>
                  <a:lnTo>
                    <a:pt x="935456" y="1146898"/>
                  </a:lnTo>
                  <a:lnTo>
                    <a:pt x="932802" y="1145387"/>
                  </a:lnTo>
                  <a:lnTo>
                    <a:pt x="932802" y="1142339"/>
                  </a:lnTo>
                  <a:lnTo>
                    <a:pt x="931278" y="1138174"/>
                  </a:lnTo>
                  <a:lnTo>
                    <a:pt x="932802" y="1138174"/>
                  </a:lnTo>
                  <a:lnTo>
                    <a:pt x="931278" y="1135507"/>
                  </a:lnTo>
                  <a:lnTo>
                    <a:pt x="932802" y="1130947"/>
                  </a:lnTo>
                  <a:lnTo>
                    <a:pt x="932802" y="1122603"/>
                  </a:lnTo>
                  <a:lnTo>
                    <a:pt x="935456" y="1119936"/>
                  </a:lnTo>
                  <a:lnTo>
                    <a:pt x="935456" y="1115390"/>
                  </a:lnTo>
                  <a:lnTo>
                    <a:pt x="936967" y="1110830"/>
                  </a:lnTo>
                  <a:lnTo>
                    <a:pt x="938479" y="1107046"/>
                  </a:lnTo>
                  <a:lnTo>
                    <a:pt x="938479" y="1105522"/>
                  </a:lnTo>
                  <a:lnTo>
                    <a:pt x="939622" y="1103998"/>
                  </a:lnTo>
                  <a:lnTo>
                    <a:pt x="941146" y="1102487"/>
                  </a:lnTo>
                  <a:lnTo>
                    <a:pt x="942289" y="1100963"/>
                  </a:lnTo>
                  <a:lnTo>
                    <a:pt x="942289" y="1096797"/>
                  </a:lnTo>
                  <a:lnTo>
                    <a:pt x="944943" y="1096797"/>
                  </a:lnTo>
                  <a:lnTo>
                    <a:pt x="944943" y="904697"/>
                  </a:lnTo>
                  <a:lnTo>
                    <a:pt x="970749" y="904697"/>
                  </a:lnTo>
                </a:path>
                <a:path w="986155" h="1179829">
                  <a:moveTo>
                    <a:pt x="944943" y="904316"/>
                  </a:moveTo>
                  <a:lnTo>
                    <a:pt x="944943" y="1096797"/>
                  </a:lnTo>
                  <a:lnTo>
                    <a:pt x="915327" y="1096797"/>
                  </a:lnTo>
                  <a:lnTo>
                    <a:pt x="916457" y="901649"/>
                  </a:lnTo>
                  <a:lnTo>
                    <a:pt x="944943" y="904316"/>
                  </a:lnTo>
                </a:path>
                <a:path w="986155" h="1179829">
                  <a:moveTo>
                    <a:pt x="703859" y="0"/>
                  </a:moveTo>
                  <a:lnTo>
                    <a:pt x="0" y="41376"/>
                  </a:lnTo>
                  <a:lnTo>
                    <a:pt x="3810" y="82765"/>
                  </a:lnTo>
                  <a:lnTo>
                    <a:pt x="1524" y="552767"/>
                  </a:lnTo>
                  <a:lnTo>
                    <a:pt x="12153" y="552767"/>
                  </a:lnTo>
                  <a:lnTo>
                    <a:pt x="12153" y="450253"/>
                  </a:lnTo>
                  <a:lnTo>
                    <a:pt x="13296" y="443039"/>
                  </a:lnTo>
                  <a:lnTo>
                    <a:pt x="17094" y="437337"/>
                  </a:lnTo>
                  <a:lnTo>
                    <a:pt x="20129" y="431647"/>
                  </a:lnTo>
                  <a:lnTo>
                    <a:pt x="24307" y="424446"/>
                  </a:lnTo>
                  <a:lnTo>
                    <a:pt x="60375" y="403174"/>
                  </a:lnTo>
                  <a:lnTo>
                    <a:pt x="76695" y="400138"/>
                  </a:lnTo>
                  <a:lnTo>
                    <a:pt x="76695" y="141224"/>
                  </a:lnTo>
                  <a:lnTo>
                    <a:pt x="93014" y="99847"/>
                  </a:lnTo>
                  <a:lnTo>
                    <a:pt x="99479" y="96799"/>
                  </a:lnTo>
                  <a:lnTo>
                    <a:pt x="107823" y="91109"/>
                  </a:lnTo>
                  <a:lnTo>
                    <a:pt x="115798" y="89966"/>
                  </a:lnTo>
                  <a:lnTo>
                    <a:pt x="525818" y="85420"/>
                  </a:lnTo>
                  <a:lnTo>
                    <a:pt x="674255" y="85420"/>
                  </a:lnTo>
                  <a:lnTo>
                    <a:pt x="685266" y="86931"/>
                  </a:lnTo>
                  <a:lnTo>
                    <a:pt x="691718" y="91109"/>
                  </a:lnTo>
                  <a:lnTo>
                    <a:pt x="700074" y="96799"/>
                  </a:lnTo>
                  <a:lnTo>
                    <a:pt x="703859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479342" y="5917222"/>
              <a:ext cx="144780" cy="270510"/>
            </a:xfrm>
            <a:custGeom>
              <a:avLst/>
              <a:gdLst/>
              <a:ahLst/>
              <a:cxnLst/>
              <a:rect l="l" t="t" r="r" b="b"/>
              <a:pathLst>
                <a:path w="144779" h="270510">
                  <a:moveTo>
                    <a:pt x="144246" y="135153"/>
                  </a:moveTo>
                  <a:lnTo>
                    <a:pt x="138579" y="82563"/>
                  </a:lnTo>
                  <a:lnTo>
                    <a:pt x="123124" y="39601"/>
                  </a:lnTo>
                  <a:lnTo>
                    <a:pt x="100200" y="10627"/>
                  </a:lnTo>
                  <a:lnTo>
                    <a:pt x="72123" y="0"/>
                  </a:lnTo>
                  <a:lnTo>
                    <a:pt x="44062" y="10627"/>
                  </a:lnTo>
                  <a:lnTo>
                    <a:pt x="21135" y="39601"/>
                  </a:lnTo>
                  <a:lnTo>
                    <a:pt x="5672" y="82563"/>
                  </a:lnTo>
                  <a:lnTo>
                    <a:pt x="0" y="135153"/>
                  </a:lnTo>
                  <a:lnTo>
                    <a:pt x="5672" y="187748"/>
                  </a:lnTo>
                  <a:lnTo>
                    <a:pt x="21135" y="230709"/>
                  </a:lnTo>
                  <a:lnTo>
                    <a:pt x="44062" y="259681"/>
                  </a:lnTo>
                  <a:lnTo>
                    <a:pt x="72123" y="270306"/>
                  </a:lnTo>
                  <a:lnTo>
                    <a:pt x="100200" y="259681"/>
                  </a:lnTo>
                  <a:lnTo>
                    <a:pt x="123124" y="230709"/>
                  </a:lnTo>
                  <a:lnTo>
                    <a:pt x="138579" y="187748"/>
                  </a:lnTo>
                  <a:lnTo>
                    <a:pt x="144246" y="135153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420503" y="5912675"/>
              <a:ext cx="147955" cy="271145"/>
            </a:xfrm>
            <a:custGeom>
              <a:avLst/>
              <a:gdLst/>
              <a:ahLst/>
              <a:cxnLst/>
              <a:rect l="l" t="t" r="r" b="b"/>
              <a:pathLst>
                <a:path w="147954" h="271145">
                  <a:moveTo>
                    <a:pt x="73659" y="271056"/>
                  </a:moveTo>
                  <a:lnTo>
                    <a:pt x="60363" y="271056"/>
                  </a:lnTo>
                  <a:lnTo>
                    <a:pt x="54648" y="266890"/>
                  </a:lnTo>
                  <a:lnTo>
                    <a:pt x="48209" y="263842"/>
                  </a:lnTo>
                  <a:lnTo>
                    <a:pt x="42532" y="261188"/>
                  </a:lnTo>
                  <a:lnTo>
                    <a:pt x="37579" y="253974"/>
                  </a:lnTo>
                  <a:lnTo>
                    <a:pt x="31902" y="248272"/>
                  </a:lnTo>
                  <a:lnTo>
                    <a:pt x="26568" y="238404"/>
                  </a:lnTo>
                  <a:lnTo>
                    <a:pt x="19748" y="229679"/>
                  </a:lnTo>
                  <a:lnTo>
                    <a:pt x="17081" y="222465"/>
                  </a:lnTo>
                  <a:lnTo>
                    <a:pt x="13271" y="215620"/>
                  </a:lnTo>
                  <a:lnTo>
                    <a:pt x="10629" y="204241"/>
                  </a:lnTo>
                  <a:lnTo>
                    <a:pt x="9118" y="195503"/>
                  </a:lnTo>
                  <a:lnTo>
                    <a:pt x="4927" y="181089"/>
                  </a:lnTo>
                  <a:lnTo>
                    <a:pt x="2260" y="171221"/>
                  </a:lnTo>
                  <a:lnTo>
                    <a:pt x="749" y="162852"/>
                  </a:lnTo>
                  <a:lnTo>
                    <a:pt x="0" y="148437"/>
                  </a:lnTo>
                  <a:lnTo>
                    <a:pt x="0" y="113880"/>
                  </a:lnTo>
                  <a:lnTo>
                    <a:pt x="749" y="101358"/>
                  </a:lnTo>
                  <a:lnTo>
                    <a:pt x="4927" y="89966"/>
                  </a:lnTo>
                  <a:lnTo>
                    <a:pt x="6451" y="80098"/>
                  </a:lnTo>
                  <a:lnTo>
                    <a:pt x="9118" y="68707"/>
                  </a:lnTo>
                  <a:lnTo>
                    <a:pt x="13271" y="57315"/>
                  </a:lnTo>
                  <a:lnTo>
                    <a:pt x="15557" y="48590"/>
                  </a:lnTo>
                  <a:lnTo>
                    <a:pt x="19748" y="41376"/>
                  </a:lnTo>
                  <a:lnTo>
                    <a:pt x="26568" y="31508"/>
                  </a:lnTo>
                  <a:lnTo>
                    <a:pt x="30378" y="24282"/>
                  </a:lnTo>
                  <a:lnTo>
                    <a:pt x="36055" y="18592"/>
                  </a:lnTo>
                  <a:lnTo>
                    <a:pt x="42532" y="11391"/>
                  </a:lnTo>
                  <a:lnTo>
                    <a:pt x="46685" y="7200"/>
                  </a:lnTo>
                  <a:lnTo>
                    <a:pt x="52400" y="4546"/>
                  </a:lnTo>
                  <a:lnTo>
                    <a:pt x="60363" y="1511"/>
                  </a:lnTo>
                  <a:lnTo>
                    <a:pt x="65658" y="0"/>
                  </a:lnTo>
                  <a:lnTo>
                    <a:pt x="147688" y="0"/>
                  </a:lnTo>
                  <a:lnTo>
                    <a:pt x="135534" y="0"/>
                  </a:lnTo>
                  <a:lnTo>
                    <a:pt x="131724" y="1511"/>
                  </a:lnTo>
                  <a:lnTo>
                    <a:pt x="120713" y="4546"/>
                  </a:lnTo>
                  <a:lnTo>
                    <a:pt x="116941" y="7200"/>
                  </a:lnTo>
                  <a:lnTo>
                    <a:pt x="111226" y="11391"/>
                  </a:lnTo>
                  <a:lnTo>
                    <a:pt x="104787" y="18592"/>
                  </a:lnTo>
                  <a:lnTo>
                    <a:pt x="100596" y="24282"/>
                  </a:lnTo>
                  <a:lnTo>
                    <a:pt x="96418" y="31508"/>
                  </a:lnTo>
                  <a:lnTo>
                    <a:pt x="89966" y="41376"/>
                  </a:lnTo>
                  <a:lnTo>
                    <a:pt x="85775" y="48590"/>
                  </a:lnTo>
                  <a:lnTo>
                    <a:pt x="84289" y="57315"/>
                  </a:lnTo>
                  <a:lnTo>
                    <a:pt x="79336" y="68707"/>
                  </a:lnTo>
                  <a:lnTo>
                    <a:pt x="75158" y="80098"/>
                  </a:lnTo>
                  <a:lnTo>
                    <a:pt x="75158" y="89966"/>
                  </a:lnTo>
                  <a:lnTo>
                    <a:pt x="73659" y="101358"/>
                  </a:lnTo>
                  <a:lnTo>
                    <a:pt x="69468" y="113880"/>
                  </a:lnTo>
                  <a:lnTo>
                    <a:pt x="69468" y="148437"/>
                  </a:lnTo>
                  <a:lnTo>
                    <a:pt x="73659" y="162852"/>
                  </a:lnTo>
                  <a:lnTo>
                    <a:pt x="73659" y="171221"/>
                  </a:lnTo>
                  <a:lnTo>
                    <a:pt x="75158" y="181089"/>
                  </a:lnTo>
                  <a:lnTo>
                    <a:pt x="77812" y="195503"/>
                  </a:lnTo>
                  <a:lnTo>
                    <a:pt x="81622" y="204241"/>
                  </a:lnTo>
                  <a:lnTo>
                    <a:pt x="84289" y="215620"/>
                  </a:lnTo>
                  <a:lnTo>
                    <a:pt x="88442" y="222465"/>
                  </a:lnTo>
                  <a:lnTo>
                    <a:pt x="92633" y="229679"/>
                  </a:lnTo>
                  <a:lnTo>
                    <a:pt x="96418" y="238404"/>
                  </a:lnTo>
                  <a:lnTo>
                    <a:pt x="100596" y="248272"/>
                  </a:lnTo>
                  <a:lnTo>
                    <a:pt x="107061" y="253974"/>
                  </a:lnTo>
                  <a:lnTo>
                    <a:pt x="113893" y="261188"/>
                  </a:lnTo>
                  <a:lnTo>
                    <a:pt x="118046" y="263842"/>
                  </a:lnTo>
                  <a:lnTo>
                    <a:pt x="124904" y="266890"/>
                  </a:lnTo>
                  <a:lnTo>
                    <a:pt x="131724" y="271056"/>
                  </a:lnTo>
                  <a:lnTo>
                    <a:pt x="143878" y="271056"/>
                  </a:lnTo>
                  <a:lnTo>
                    <a:pt x="73659" y="271056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25291" y="5996952"/>
              <a:ext cx="68313" cy="111607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2844584" y="5910008"/>
              <a:ext cx="651510" cy="276225"/>
            </a:xfrm>
            <a:custGeom>
              <a:avLst/>
              <a:gdLst/>
              <a:ahLst/>
              <a:cxnLst/>
              <a:rect l="l" t="t" r="r" b="b"/>
              <a:pathLst>
                <a:path w="651510" h="276225">
                  <a:moveTo>
                    <a:pt x="549719" y="273723"/>
                  </a:moveTo>
                  <a:lnTo>
                    <a:pt x="537565" y="273723"/>
                  </a:lnTo>
                  <a:lnTo>
                    <a:pt x="531126" y="269557"/>
                  </a:lnTo>
                  <a:lnTo>
                    <a:pt x="526935" y="266509"/>
                  </a:lnTo>
                  <a:lnTo>
                    <a:pt x="522020" y="263855"/>
                  </a:lnTo>
                  <a:lnTo>
                    <a:pt x="516305" y="256641"/>
                  </a:lnTo>
                  <a:lnTo>
                    <a:pt x="510628" y="250939"/>
                  </a:lnTo>
                  <a:lnTo>
                    <a:pt x="504151" y="241071"/>
                  </a:lnTo>
                  <a:lnTo>
                    <a:pt x="499999" y="232346"/>
                  </a:lnTo>
                  <a:lnTo>
                    <a:pt x="496188" y="225132"/>
                  </a:lnTo>
                  <a:lnTo>
                    <a:pt x="490880" y="218287"/>
                  </a:lnTo>
                  <a:lnTo>
                    <a:pt x="487845" y="206908"/>
                  </a:lnTo>
                  <a:lnTo>
                    <a:pt x="487845" y="198170"/>
                  </a:lnTo>
                  <a:lnTo>
                    <a:pt x="483654" y="183756"/>
                  </a:lnTo>
                  <a:lnTo>
                    <a:pt x="483654" y="173888"/>
                  </a:lnTo>
                  <a:lnTo>
                    <a:pt x="481368" y="165519"/>
                  </a:lnTo>
                  <a:lnTo>
                    <a:pt x="480250" y="151104"/>
                  </a:lnTo>
                  <a:lnTo>
                    <a:pt x="480250" y="116547"/>
                  </a:lnTo>
                  <a:lnTo>
                    <a:pt x="481368" y="104025"/>
                  </a:lnTo>
                  <a:lnTo>
                    <a:pt x="483654" y="92633"/>
                  </a:lnTo>
                  <a:lnTo>
                    <a:pt x="483654" y="82765"/>
                  </a:lnTo>
                  <a:lnTo>
                    <a:pt x="487845" y="71374"/>
                  </a:lnTo>
                  <a:lnTo>
                    <a:pt x="490880" y="59982"/>
                  </a:lnTo>
                  <a:lnTo>
                    <a:pt x="495046" y="51257"/>
                  </a:lnTo>
                  <a:lnTo>
                    <a:pt x="520496" y="14058"/>
                  </a:lnTo>
                  <a:lnTo>
                    <a:pt x="543280" y="2666"/>
                  </a:lnTo>
                  <a:lnTo>
                    <a:pt x="627938" y="2666"/>
                  </a:lnTo>
                  <a:lnTo>
                    <a:pt x="614641" y="2666"/>
                  </a:lnTo>
                  <a:lnTo>
                    <a:pt x="607822" y="4178"/>
                  </a:lnTo>
                  <a:lnTo>
                    <a:pt x="602488" y="7213"/>
                  </a:lnTo>
                  <a:lnTo>
                    <a:pt x="595668" y="9867"/>
                  </a:lnTo>
                  <a:lnTo>
                    <a:pt x="589191" y="14058"/>
                  </a:lnTo>
                  <a:lnTo>
                    <a:pt x="585038" y="21259"/>
                  </a:lnTo>
                  <a:lnTo>
                    <a:pt x="578180" y="26949"/>
                  </a:lnTo>
                  <a:lnTo>
                    <a:pt x="574408" y="34175"/>
                  </a:lnTo>
                  <a:lnTo>
                    <a:pt x="568693" y="44043"/>
                  </a:lnTo>
                  <a:lnTo>
                    <a:pt x="564540" y="51257"/>
                  </a:lnTo>
                  <a:lnTo>
                    <a:pt x="562254" y="59982"/>
                  </a:lnTo>
                  <a:lnTo>
                    <a:pt x="559587" y="71374"/>
                  </a:lnTo>
                  <a:lnTo>
                    <a:pt x="556539" y="82765"/>
                  </a:lnTo>
                  <a:lnTo>
                    <a:pt x="552386" y="92633"/>
                  </a:lnTo>
                  <a:lnTo>
                    <a:pt x="549719" y="104025"/>
                  </a:lnTo>
                  <a:lnTo>
                    <a:pt x="549719" y="165519"/>
                  </a:lnTo>
                  <a:lnTo>
                    <a:pt x="552386" y="173888"/>
                  </a:lnTo>
                  <a:lnTo>
                    <a:pt x="552386" y="183756"/>
                  </a:lnTo>
                  <a:lnTo>
                    <a:pt x="556539" y="198170"/>
                  </a:lnTo>
                  <a:lnTo>
                    <a:pt x="559587" y="206908"/>
                  </a:lnTo>
                  <a:lnTo>
                    <a:pt x="562254" y="218287"/>
                  </a:lnTo>
                  <a:lnTo>
                    <a:pt x="566026" y="225132"/>
                  </a:lnTo>
                  <a:lnTo>
                    <a:pt x="571360" y="232346"/>
                  </a:lnTo>
                  <a:lnTo>
                    <a:pt x="574408" y="241071"/>
                  </a:lnTo>
                  <a:lnTo>
                    <a:pt x="580847" y="250939"/>
                  </a:lnTo>
                  <a:lnTo>
                    <a:pt x="586181" y="256641"/>
                  </a:lnTo>
                  <a:lnTo>
                    <a:pt x="591477" y="263855"/>
                  </a:lnTo>
                  <a:lnTo>
                    <a:pt x="595668" y="266509"/>
                  </a:lnTo>
                  <a:lnTo>
                    <a:pt x="602488" y="269557"/>
                  </a:lnTo>
                  <a:lnTo>
                    <a:pt x="607822" y="273723"/>
                  </a:lnTo>
                  <a:lnTo>
                    <a:pt x="621080" y="273723"/>
                  </a:lnTo>
                  <a:lnTo>
                    <a:pt x="549719" y="273723"/>
                  </a:lnTo>
                </a:path>
                <a:path w="651510" h="276225">
                  <a:moveTo>
                    <a:pt x="645769" y="273723"/>
                  </a:moveTo>
                  <a:lnTo>
                    <a:pt x="633615" y="273723"/>
                  </a:lnTo>
                  <a:lnTo>
                    <a:pt x="628319" y="269557"/>
                  </a:lnTo>
                  <a:lnTo>
                    <a:pt x="621461" y="266509"/>
                  </a:lnTo>
                  <a:lnTo>
                    <a:pt x="614641" y="263855"/>
                  </a:lnTo>
                  <a:lnTo>
                    <a:pt x="610831" y="256641"/>
                  </a:lnTo>
                  <a:lnTo>
                    <a:pt x="606678" y="250939"/>
                  </a:lnTo>
                  <a:lnTo>
                    <a:pt x="599821" y="241071"/>
                  </a:lnTo>
                  <a:lnTo>
                    <a:pt x="595668" y="232346"/>
                  </a:lnTo>
                  <a:lnTo>
                    <a:pt x="589191" y="225132"/>
                  </a:lnTo>
                  <a:lnTo>
                    <a:pt x="586549" y="218287"/>
                  </a:lnTo>
                  <a:lnTo>
                    <a:pt x="585038" y="206908"/>
                  </a:lnTo>
                  <a:lnTo>
                    <a:pt x="580847" y="198170"/>
                  </a:lnTo>
                  <a:lnTo>
                    <a:pt x="576668" y="183756"/>
                  </a:lnTo>
                  <a:lnTo>
                    <a:pt x="575919" y="173888"/>
                  </a:lnTo>
                  <a:lnTo>
                    <a:pt x="574408" y="165519"/>
                  </a:lnTo>
                  <a:lnTo>
                    <a:pt x="574408" y="104025"/>
                  </a:lnTo>
                  <a:lnTo>
                    <a:pt x="576668" y="92633"/>
                  </a:lnTo>
                  <a:lnTo>
                    <a:pt x="578180" y="82765"/>
                  </a:lnTo>
                  <a:lnTo>
                    <a:pt x="586549" y="59982"/>
                  </a:lnTo>
                  <a:lnTo>
                    <a:pt x="589191" y="51257"/>
                  </a:lnTo>
                  <a:lnTo>
                    <a:pt x="593001" y="44043"/>
                  </a:lnTo>
                  <a:lnTo>
                    <a:pt x="599821" y="34175"/>
                  </a:lnTo>
                  <a:lnTo>
                    <a:pt x="602488" y="26949"/>
                  </a:lnTo>
                  <a:lnTo>
                    <a:pt x="607822" y="21259"/>
                  </a:lnTo>
                  <a:lnTo>
                    <a:pt x="614641" y="14058"/>
                  </a:lnTo>
                  <a:lnTo>
                    <a:pt x="621461" y="9867"/>
                  </a:lnTo>
                  <a:lnTo>
                    <a:pt x="625652" y="7213"/>
                  </a:lnTo>
                  <a:lnTo>
                    <a:pt x="633615" y="4178"/>
                  </a:lnTo>
                  <a:lnTo>
                    <a:pt x="638949" y="2666"/>
                  </a:lnTo>
                  <a:lnTo>
                    <a:pt x="651078" y="2666"/>
                  </a:lnTo>
                  <a:lnTo>
                    <a:pt x="614641" y="2666"/>
                  </a:lnTo>
                  <a:lnTo>
                    <a:pt x="607822" y="4178"/>
                  </a:lnTo>
                  <a:lnTo>
                    <a:pt x="602488" y="7213"/>
                  </a:lnTo>
                  <a:lnTo>
                    <a:pt x="595668" y="9867"/>
                  </a:lnTo>
                  <a:lnTo>
                    <a:pt x="589191" y="14058"/>
                  </a:lnTo>
                  <a:lnTo>
                    <a:pt x="585038" y="21259"/>
                  </a:lnTo>
                  <a:lnTo>
                    <a:pt x="578180" y="26949"/>
                  </a:lnTo>
                  <a:lnTo>
                    <a:pt x="574408" y="34175"/>
                  </a:lnTo>
                  <a:lnTo>
                    <a:pt x="568693" y="44043"/>
                  </a:lnTo>
                  <a:lnTo>
                    <a:pt x="564540" y="51257"/>
                  </a:lnTo>
                  <a:lnTo>
                    <a:pt x="562254" y="59982"/>
                  </a:lnTo>
                  <a:lnTo>
                    <a:pt x="559587" y="71374"/>
                  </a:lnTo>
                  <a:lnTo>
                    <a:pt x="556539" y="82765"/>
                  </a:lnTo>
                  <a:lnTo>
                    <a:pt x="552386" y="92633"/>
                  </a:lnTo>
                  <a:lnTo>
                    <a:pt x="549719" y="104025"/>
                  </a:lnTo>
                  <a:lnTo>
                    <a:pt x="549719" y="165519"/>
                  </a:lnTo>
                  <a:lnTo>
                    <a:pt x="552386" y="173888"/>
                  </a:lnTo>
                  <a:lnTo>
                    <a:pt x="552386" y="183756"/>
                  </a:lnTo>
                  <a:lnTo>
                    <a:pt x="556539" y="198170"/>
                  </a:lnTo>
                  <a:lnTo>
                    <a:pt x="559587" y="206908"/>
                  </a:lnTo>
                  <a:lnTo>
                    <a:pt x="562254" y="218287"/>
                  </a:lnTo>
                  <a:lnTo>
                    <a:pt x="566026" y="225132"/>
                  </a:lnTo>
                  <a:lnTo>
                    <a:pt x="571741" y="232346"/>
                  </a:lnTo>
                  <a:lnTo>
                    <a:pt x="574408" y="241071"/>
                  </a:lnTo>
                  <a:lnTo>
                    <a:pt x="580847" y="250939"/>
                  </a:lnTo>
                  <a:lnTo>
                    <a:pt x="586549" y="256641"/>
                  </a:lnTo>
                  <a:lnTo>
                    <a:pt x="591477" y="263855"/>
                  </a:lnTo>
                  <a:lnTo>
                    <a:pt x="595668" y="266509"/>
                  </a:lnTo>
                  <a:lnTo>
                    <a:pt x="602488" y="269557"/>
                  </a:lnTo>
                  <a:lnTo>
                    <a:pt x="607822" y="273723"/>
                  </a:lnTo>
                  <a:lnTo>
                    <a:pt x="645769" y="273723"/>
                  </a:lnTo>
                </a:path>
                <a:path w="651510" h="276225">
                  <a:moveTo>
                    <a:pt x="168567" y="276009"/>
                  </a:moveTo>
                  <a:lnTo>
                    <a:pt x="156413" y="276009"/>
                  </a:lnTo>
                  <a:lnTo>
                    <a:pt x="151079" y="272199"/>
                  </a:lnTo>
                  <a:lnTo>
                    <a:pt x="144259" y="269176"/>
                  </a:lnTo>
                  <a:lnTo>
                    <a:pt x="138950" y="264617"/>
                  </a:lnTo>
                  <a:lnTo>
                    <a:pt x="133248" y="259308"/>
                  </a:lnTo>
                  <a:lnTo>
                    <a:pt x="127939" y="252082"/>
                  </a:lnTo>
                  <a:lnTo>
                    <a:pt x="121475" y="243738"/>
                  </a:lnTo>
                  <a:lnTo>
                    <a:pt x="117309" y="235000"/>
                  </a:lnTo>
                  <a:lnTo>
                    <a:pt x="113131" y="227799"/>
                  </a:lnTo>
                  <a:lnTo>
                    <a:pt x="110464" y="219430"/>
                  </a:lnTo>
                  <a:lnTo>
                    <a:pt x="106299" y="209181"/>
                  </a:lnTo>
                  <a:lnTo>
                    <a:pt x="103644" y="199313"/>
                  </a:lnTo>
                  <a:lnTo>
                    <a:pt x="100977" y="186397"/>
                  </a:lnTo>
                  <a:lnTo>
                    <a:pt x="98310" y="176529"/>
                  </a:lnTo>
                  <a:lnTo>
                    <a:pt x="97180" y="166662"/>
                  </a:lnTo>
                  <a:lnTo>
                    <a:pt x="97180" y="106679"/>
                  </a:lnTo>
                  <a:lnTo>
                    <a:pt x="100977" y="95669"/>
                  </a:lnTo>
                  <a:lnTo>
                    <a:pt x="102120" y="85801"/>
                  </a:lnTo>
                  <a:lnTo>
                    <a:pt x="105168" y="74409"/>
                  </a:lnTo>
                  <a:lnTo>
                    <a:pt x="110464" y="62636"/>
                  </a:lnTo>
                  <a:lnTo>
                    <a:pt x="111988" y="54292"/>
                  </a:lnTo>
                  <a:lnTo>
                    <a:pt x="117309" y="47447"/>
                  </a:lnTo>
                  <a:lnTo>
                    <a:pt x="121475" y="35687"/>
                  </a:lnTo>
                  <a:lnTo>
                    <a:pt x="125666" y="29997"/>
                  </a:lnTo>
                  <a:lnTo>
                    <a:pt x="132105" y="22783"/>
                  </a:lnTo>
                  <a:lnTo>
                    <a:pt x="138950" y="17462"/>
                  </a:lnTo>
                  <a:lnTo>
                    <a:pt x="142735" y="14427"/>
                  </a:lnTo>
                  <a:lnTo>
                    <a:pt x="149580" y="9867"/>
                  </a:lnTo>
                  <a:lnTo>
                    <a:pt x="156413" y="6070"/>
                  </a:lnTo>
                  <a:lnTo>
                    <a:pt x="245249" y="6070"/>
                  </a:lnTo>
                  <a:lnTo>
                    <a:pt x="225107" y="6070"/>
                  </a:lnTo>
                  <a:lnTo>
                    <a:pt x="218668" y="9867"/>
                  </a:lnTo>
                  <a:lnTo>
                    <a:pt x="214477" y="14427"/>
                  </a:lnTo>
                  <a:lnTo>
                    <a:pt x="207657" y="17462"/>
                  </a:lnTo>
                  <a:lnTo>
                    <a:pt x="202349" y="22783"/>
                  </a:lnTo>
                  <a:lnTo>
                    <a:pt x="195503" y="29997"/>
                  </a:lnTo>
                  <a:lnTo>
                    <a:pt x="192849" y="35687"/>
                  </a:lnTo>
                  <a:lnTo>
                    <a:pt x="186016" y="47447"/>
                  </a:lnTo>
                  <a:lnTo>
                    <a:pt x="183349" y="54292"/>
                  </a:lnTo>
                  <a:lnTo>
                    <a:pt x="179196" y="62636"/>
                  </a:lnTo>
                  <a:lnTo>
                    <a:pt x="175387" y="74409"/>
                  </a:lnTo>
                  <a:lnTo>
                    <a:pt x="172719" y="85801"/>
                  </a:lnTo>
                  <a:lnTo>
                    <a:pt x="172719" y="95669"/>
                  </a:lnTo>
                  <a:lnTo>
                    <a:pt x="168567" y="106679"/>
                  </a:lnTo>
                  <a:lnTo>
                    <a:pt x="167043" y="119595"/>
                  </a:lnTo>
                  <a:lnTo>
                    <a:pt x="167043" y="152628"/>
                  </a:lnTo>
                  <a:lnTo>
                    <a:pt x="168567" y="166662"/>
                  </a:lnTo>
                  <a:lnTo>
                    <a:pt x="168567" y="176529"/>
                  </a:lnTo>
                  <a:lnTo>
                    <a:pt x="172719" y="186397"/>
                  </a:lnTo>
                  <a:lnTo>
                    <a:pt x="173862" y="199313"/>
                  </a:lnTo>
                  <a:lnTo>
                    <a:pt x="176911" y="209181"/>
                  </a:lnTo>
                  <a:lnTo>
                    <a:pt x="198170" y="252082"/>
                  </a:lnTo>
                  <a:lnTo>
                    <a:pt x="203847" y="259308"/>
                  </a:lnTo>
                  <a:lnTo>
                    <a:pt x="207657" y="264617"/>
                  </a:lnTo>
                  <a:lnTo>
                    <a:pt x="214477" y="269176"/>
                  </a:lnTo>
                  <a:lnTo>
                    <a:pt x="219811" y="272199"/>
                  </a:lnTo>
                  <a:lnTo>
                    <a:pt x="225107" y="276009"/>
                  </a:lnTo>
                  <a:lnTo>
                    <a:pt x="240309" y="276009"/>
                  </a:lnTo>
                  <a:lnTo>
                    <a:pt x="168567" y="276009"/>
                  </a:lnTo>
                </a:path>
                <a:path w="651510" h="276225">
                  <a:moveTo>
                    <a:pt x="71755" y="276009"/>
                  </a:moveTo>
                  <a:lnTo>
                    <a:pt x="59601" y="276009"/>
                  </a:lnTo>
                  <a:lnTo>
                    <a:pt x="52400" y="272199"/>
                  </a:lnTo>
                  <a:lnTo>
                    <a:pt x="48590" y="269176"/>
                  </a:lnTo>
                  <a:lnTo>
                    <a:pt x="41757" y="264617"/>
                  </a:lnTo>
                  <a:lnTo>
                    <a:pt x="34912" y="259308"/>
                  </a:lnTo>
                  <a:lnTo>
                    <a:pt x="31127" y="252082"/>
                  </a:lnTo>
                  <a:lnTo>
                    <a:pt x="24282" y="243738"/>
                  </a:lnTo>
                  <a:lnTo>
                    <a:pt x="20497" y="235000"/>
                  </a:lnTo>
                  <a:lnTo>
                    <a:pt x="16319" y="227799"/>
                  </a:lnTo>
                  <a:lnTo>
                    <a:pt x="12128" y="219430"/>
                  </a:lnTo>
                  <a:lnTo>
                    <a:pt x="9499" y="209181"/>
                  </a:lnTo>
                  <a:lnTo>
                    <a:pt x="6832" y="199313"/>
                  </a:lnTo>
                  <a:lnTo>
                    <a:pt x="3022" y="186397"/>
                  </a:lnTo>
                  <a:lnTo>
                    <a:pt x="1498" y="176529"/>
                  </a:lnTo>
                  <a:lnTo>
                    <a:pt x="1498" y="166662"/>
                  </a:lnTo>
                  <a:lnTo>
                    <a:pt x="0" y="152628"/>
                  </a:lnTo>
                  <a:lnTo>
                    <a:pt x="0" y="119595"/>
                  </a:lnTo>
                  <a:lnTo>
                    <a:pt x="1498" y="106679"/>
                  </a:lnTo>
                  <a:lnTo>
                    <a:pt x="3022" y="95669"/>
                  </a:lnTo>
                  <a:lnTo>
                    <a:pt x="5689" y="85801"/>
                  </a:lnTo>
                  <a:lnTo>
                    <a:pt x="6832" y="74409"/>
                  </a:lnTo>
                  <a:lnTo>
                    <a:pt x="12128" y="62636"/>
                  </a:lnTo>
                  <a:lnTo>
                    <a:pt x="16319" y="54292"/>
                  </a:lnTo>
                  <a:lnTo>
                    <a:pt x="17843" y="47447"/>
                  </a:lnTo>
                  <a:lnTo>
                    <a:pt x="24282" y="35687"/>
                  </a:lnTo>
                  <a:lnTo>
                    <a:pt x="28473" y="29997"/>
                  </a:lnTo>
                  <a:lnTo>
                    <a:pt x="34912" y="22783"/>
                  </a:lnTo>
                  <a:lnTo>
                    <a:pt x="39103" y="17462"/>
                  </a:lnTo>
                  <a:lnTo>
                    <a:pt x="45923" y="14427"/>
                  </a:lnTo>
                  <a:lnTo>
                    <a:pt x="51257" y="9867"/>
                  </a:lnTo>
                  <a:lnTo>
                    <a:pt x="59601" y="6070"/>
                  </a:lnTo>
                  <a:lnTo>
                    <a:pt x="146926" y="6070"/>
                  </a:lnTo>
                  <a:lnTo>
                    <a:pt x="127939" y="6070"/>
                  </a:lnTo>
                  <a:lnTo>
                    <a:pt x="121475" y="9867"/>
                  </a:lnTo>
                  <a:lnTo>
                    <a:pt x="117309" y="14427"/>
                  </a:lnTo>
                  <a:lnTo>
                    <a:pt x="110464" y="17462"/>
                  </a:lnTo>
                  <a:lnTo>
                    <a:pt x="105168" y="22783"/>
                  </a:lnTo>
                  <a:lnTo>
                    <a:pt x="98691" y="29997"/>
                  </a:lnTo>
                  <a:lnTo>
                    <a:pt x="94538" y="35687"/>
                  </a:lnTo>
                  <a:lnTo>
                    <a:pt x="90347" y="47447"/>
                  </a:lnTo>
                  <a:lnTo>
                    <a:pt x="85039" y="54292"/>
                  </a:lnTo>
                  <a:lnTo>
                    <a:pt x="82384" y="62636"/>
                  </a:lnTo>
                  <a:lnTo>
                    <a:pt x="78193" y="74409"/>
                  </a:lnTo>
                  <a:lnTo>
                    <a:pt x="75539" y="85801"/>
                  </a:lnTo>
                  <a:lnTo>
                    <a:pt x="74028" y="95669"/>
                  </a:lnTo>
                  <a:lnTo>
                    <a:pt x="71755" y="106679"/>
                  </a:lnTo>
                  <a:lnTo>
                    <a:pt x="70231" y="119595"/>
                  </a:lnTo>
                  <a:lnTo>
                    <a:pt x="70231" y="152628"/>
                  </a:lnTo>
                  <a:lnTo>
                    <a:pt x="71755" y="166662"/>
                  </a:lnTo>
                  <a:lnTo>
                    <a:pt x="71755" y="176529"/>
                  </a:lnTo>
                  <a:lnTo>
                    <a:pt x="74028" y="186397"/>
                  </a:lnTo>
                  <a:lnTo>
                    <a:pt x="75539" y="199313"/>
                  </a:lnTo>
                  <a:lnTo>
                    <a:pt x="78193" y="209181"/>
                  </a:lnTo>
                  <a:lnTo>
                    <a:pt x="82384" y="219430"/>
                  </a:lnTo>
                  <a:lnTo>
                    <a:pt x="86537" y="227799"/>
                  </a:lnTo>
                  <a:lnTo>
                    <a:pt x="91490" y="235000"/>
                  </a:lnTo>
                  <a:lnTo>
                    <a:pt x="94538" y="243738"/>
                  </a:lnTo>
                  <a:lnTo>
                    <a:pt x="100977" y="252082"/>
                  </a:lnTo>
                  <a:lnTo>
                    <a:pt x="106299" y="259308"/>
                  </a:lnTo>
                  <a:lnTo>
                    <a:pt x="111988" y="264617"/>
                  </a:lnTo>
                  <a:lnTo>
                    <a:pt x="117309" y="269176"/>
                  </a:lnTo>
                  <a:lnTo>
                    <a:pt x="121475" y="272199"/>
                  </a:lnTo>
                  <a:lnTo>
                    <a:pt x="127939" y="276009"/>
                  </a:lnTo>
                  <a:lnTo>
                    <a:pt x="140068" y="276009"/>
                  </a:lnTo>
                  <a:lnTo>
                    <a:pt x="71755" y="276009"/>
                  </a:lnTo>
                </a:path>
                <a:path w="651510" h="276225">
                  <a:moveTo>
                    <a:pt x="165900" y="276009"/>
                  </a:moveTo>
                  <a:lnTo>
                    <a:pt x="153365" y="276009"/>
                  </a:lnTo>
                  <a:lnTo>
                    <a:pt x="146926" y="272199"/>
                  </a:lnTo>
                  <a:lnTo>
                    <a:pt x="140068" y="269176"/>
                  </a:lnTo>
                  <a:lnTo>
                    <a:pt x="136296" y="264617"/>
                  </a:lnTo>
                  <a:lnTo>
                    <a:pt x="129057" y="259308"/>
                  </a:lnTo>
                  <a:lnTo>
                    <a:pt x="125666" y="252082"/>
                  </a:lnTo>
                  <a:lnTo>
                    <a:pt x="103644" y="209181"/>
                  </a:lnTo>
                  <a:lnTo>
                    <a:pt x="100977" y="199313"/>
                  </a:lnTo>
                  <a:lnTo>
                    <a:pt x="97180" y="186397"/>
                  </a:lnTo>
                  <a:lnTo>
                    <a:pt x="97180" y="176529"/>
                  </a:lnTo>
                  <a:lnTo>
                    <a:pt x="94538" y="166662"/>
                  </a:lnTo>
                  <a:lnTo>
                    <a:pt x="94538" y="106679"/>
                  </a:lnTo>
                  <a:lnTo>
                    <a:pt x="97180" y="95669"/>
                  </a:lnTo>
                  <a:lnTo>
                    <a:pt x="98691" y="85801"/>
                  </a:lnTo>
                  <a:lnTo>
                    <a:pt x="102120" y="74409"/>
                  </a:lnTo>
                  <a:lnTo>
                    <a:pt x="106299" y="62636"/>
                  </a:lnTo>
                  <a:lnTo>
                    <a:pt x="110464" y="54292"/>
                  </a:lnTo>
                  <a:lnTo>
                    <a:pt x="113131" y="47447"/>
                  </a:lnTo>
                  <a:lnTo>
                    <a:pt x="119951" y="35687"/>
                  </a:lnTo>
                  <a:lnTo>
                    <a:pt x="121475" y="29997"/>
                  </a:lnTo>
                  <a:lnTo>
                    <a:pt x="127939" y="22783"/>
                  </a:lnTo>
                  <a:lnTo>
                    <a:pt x="136296" y="17462"/>
                  </a:lnTo>
                  <a:lnTo>
                    <a:pt x="140068" y="14427"/>
                  </a:lnTo>
                  <a:lnTo>
                    <a:pt x="145402" y="9867"/>
                  </a:lnTo>
                  <a:lnTo>
                    <a:pt x="153365" y="6070"/>
                  </a:lnTo>
                  <a:lnTo>
                    <a:pt x="172338" y="6070"/>
                  </a:lnTo>
                  <a:lnTo>
                    <a:pt x="127939" y="6070"/>
                  </a:lnTo>
                  <a:lnTo>
                    <a:pt x="121475" y="9867"/>
                  </a:lnTo>
                  <a:lnTo>
                    <a:pt x="117309" y="14427"/>
                  </a:lnTo>
                  <a:lnTo>
                    <a:pt x="110464" y="17462"/>
                  </a:lnTo>
                  <a:lnTo>
                    <a:pt x="105168" y="22783"/>
                  </a:lnTo>
                  <a:lnTo>
                    <a:pt x="98691" y="29997"/>
                  </a:lnTo>
                  <a:lnTo>
                    <a:pt x="94538" y="35687"/>
                  </a:lnTo>
                  <a:lnTo>
                    <a:pt x="90347" y="47447"/>
                  </a:lnTo>
                  <a:lnTo>
                    <a:pt x="85039" y="54292"/>
                  </a:lnTo>
                  <a:lnTo>
                    <a:pt x="82384" y="62636"/>
                  </a:lnTo>
                  <a:lnTo>
                    <a:pt x="78193" y="74409"/>
                  </a:lnTo>
                  <a:lnTo>
                    <a:pt x="75158" y="85801"/>
                  </a:lnTo>
                  <a:lnTo>
                    <a:pt x="74028" y="95669"/>
                  </a:lnTo>
                  <a:lnTo>
                    <a:pt x="71755" y="106679"/>
                  </a:lnTo>
                  <a:lnTo>
                    <a:pt x="70231" y="119595"/>
                  </a:lnTo>
                  <a:lnTo>
                    <a:pt x="70231" y="152628"/>
                  </a:lnTo>
                  <a:lnTo>
                    <a:pt x="71755" y="166662"/>
                  </a:lnTo>
                  <a:lnTo>
                    <a:pt x="71755" y="176529"/>
                  </a:lnTo>
                  <a:lnTo>
                    <a:pt x="74028" y="186397"/>
                  </a:lnTo>
                  <a:lnTo>
                    <a:pt x="75158" y="199313"/>
                  </a:lnTo>
                  <a:lnTo>
                    <a:pt x="78193" y="209181"/>
                  </a:lnTo>
                  <a:lnTo>
                    <a:pt x="82384" y="219430"/>
                  </a:lnTo>
                  <a:lnTo>
                    <a:pt x="86537" y="227799"/>
                  </a:lnTo>
                  <a:lnTo>
                    <a:pt x="91490" y="235000"/>
                  </a:lnTo>
                  <a:lnTo>
                    <a:pt x="94538" y="243738"/>
                  </a:lnTo>
                  <a:lnTo>
                    <a:pt x="100977" y="252082"/>
                  </a:lnTo>
                  <a:lnTo>
                    <a:pt x="106299" y="259308"/>
                  </a:lnTo>
                  <a:lnTo>
                    <a:pt x="111988" y="264617"/>
                  </a:lnTo>
                  <a:lnTo>
                    <a:pt x="117309" y="269176"/>
                  </a:lnTo>
                  <a:lnTo>
                    <a:pt x="121475" y="272199"/>
                  </a:lnTo>
                  <a:lnTo>
                    <a:pt x="127939" y="276009"/>
                  </a:lnTo>
                  <a:lnTo>
                    <a:pt x="165900" y="276009"/>
                  </a:lnTo>
                </a:path>
                <a:path w="651510" h="276225">
                  <a:moveTo>
                    <a:pt x="239928" y="92252"/>
                  </a:moveTo>
                  <a:lnTo>
                    <a:pt x="239928" y="5689"/>
                  </a:lnTo>
                  <a:lnTo>
                    <a:pt x="235737" y="95288"/>
                  </a:lnTo>
                  <a:lnTo>
                    <a:pt x="233108" y="96812"/>
                  </a:lnTo>
                  <a:lnTo>
                    <a:pt x="229298" y="103644"/>
                  </a:lnTo>
                  <a:lnTo>
                    <a:pt x="226631" y="106679"/>
                  </a:lnTo>
                  <a:lnTo>
                    <a:pt x="223608" y="111226"/>
                  </a:lnTo>
                  <a:lnTo>
                    <a:pt x="223608" y="119595"/>
                  </a:lnTo>
                  <a:lnTo>
                    <a:pt x="222478" y="125285"/>
                  </a:lnTo>
                  <a:lnTo>
                    <a:pt x="219430" y="129463"/>
                  </a:lnTo>
                  <a:lnTo>
                    <a:pt x="219430" y="152628"/>
                  </a:lnTo>
                  <a:lnTo>
                    <a:pt x="222478" y="157937"/>
                  </a:lnTo>
                  <a:lnTo>
                    <a:pt x="223608" y="166662"/>
                  </a:lnTo>
                  <a:lnTo>
                    <a:pt x="225107" y="169316"/>
                  </a:lnTo>
                  <a:lnTo>
                    <a:pt x="229298" y="176529"/>
                  </a:lnTo>
                  <a:lnTo>
                    <a:pt x="230822" y="179577"/>
                  </a:lnTo>
                  <a:lnTo>
                    <a:pt x="233108" y="182232"/>
                  </a:lnTo>
                  <a:lnTo>
                    <a:pt x="237261" y="184899"/>
                  </a:lnTo>
                  <a:lnTo>
                    <a:pt x="241452" y="186397"/>
                  </a:lnTo>
                  <a:lnTo>
                    <a:pt x="302183" y="186397"/>
                  </a:lnTo>
                  <a:lnTo>
                    <a:pt x="304850" y="184899"/>
                  </a:lnTo>
                  <a:lnTo>
                    <a:pt x="302183" y="193624"/>
                  </a:lnTo>
                  <a:lnTo>
                    <a:pt x="302183" y="206540"/>
                  </a:lnTo>
                  <a:lnTo>
                    <a:pt x="295744" y="214883"/>
                  </a:lnTo>
                  <a:lnTo>
                    <a:pt x="294220" y="226275"/>
                  </a:lnTo>
                  <a:lnTo>
                    <a:pt x="288518" y="234619"/>
                  </a:lnTo>
                  <a:lnTo>
                    <a:pt x="284733" y="242214"/>
                  </a:lnTo>
                  <a:lnTo>
                    <a:pt x="279400" y="249059"/>
                  </a:lnTo>
                  <a:lnTo>
                    <a:pt x="272199" y="256260"/>
                  </a:lnTo>
                  <a:lnTo>
                    <a:pt x="268389" y="260426"/>
                  </a:lnTo>
                  <a:lnTo>
                    <a:pt x="263093" y="267652"/>
                  </a:lnTo>
                  <a:lnTo>
                    <a:pt x="256260" y="269176"/>
                  </a:lnTo>
                  <a:lnTo>
                    <a:pt x="247891" y="273342"/>
                  </a:lnTo>
                  <a:lnTo>
                    <a:pt x="245249" y="276009"/>
                  </a:lnTo>
                  <a:lnTo>
                    <a:pt x="230822" y="276009"/>
                  </a:lnTo>
                  <a:lnTo>
                    <a:pt x="225107" y="273342"/>
                  </a:lnTo>
                  <a:lnTo>
                    <a:pt x="218668" y="272199"/>
                  </a:lnTo>
                  <a:lnTo>
                    <a:pt x="214477" y="267652"/>
                  </a:lnTo>
                  <a:lnTo>
                    <a:pt x="207276" y="261950"/>
                  </a:lnTo>
                  <a:lnTo>
                    <a:pt x="202349" y="259308"/>
                  </a:lnTo>
                  <a:lnTo>
                    <a:pt x="195122" y="252082"/>
                  </a:lnTo>
                  <a:lnTo>
                    <a:pt x="192468" y="243738"/>
                  </a:lnTo>
                  <a:lnTo>
                    <a:pt x="186016" y="234619"/>
                  </a:lnTo>
                  <a:lnTo>
                    <a:pt x="183349" y="227799"/>
                  </a:lnTo>
                  <a:lnTo>
                    <a:pt x="179196" y="219430"/>
                  </a:lnTo>
                  <a:lnTo>
                    <a:pt x="175387" y="209181"/>
                  </a:lnTo>
                  <a:lnTo>
                    <a:pt x="172338" y="199313"/>
                  </a:lnTo>
                  <a:lnTo>
                    <a:pt x="168186" y="186397"/>
                  </a:lnTo>
                  <a:lnTo>
                    <a:pt x="168186" y="176529"/>
                  </a:lnTo>
                  <a:lnTo>
                    <a:pt x="167043" y="162496"/>
                  </a:lnTo>
                  <a:lnTo>
                    <a:pt x="165900" y="152628"/>
                  </a:lnTo>
                  <a:lnTo>
                    <a:pt x="165900" y="127939"/>
                  </a:lnTo>
                  <a:lnTo>
                    <a:pt x="167043" y="119595"/>
                  </a:lnTo>
                  <a:lnTo>
                    <a:pt x="168186" y="106679"/>
                  </a:lnTo>
                  <a:lnTo>
                    <a:pt x="168186" y="95288"/>
                  </a:lnTo>
                  <a:lnTo>
                    <a:pt x="172338" y="82384"/>
                  </a:lnTo>
                  <a:lnTo>
                    <a:pt x="175387" y="72516"/>
                  </a:lnTo>
                  <a:lnTo>
                    <a:pt x="179196" y="62268"/>
                  </a:lnTo>
                  <a:lnTo>
                    <a:pt x="183349" y="53911"/>
                  </a:lnTo>
                  <a:lnTo>
                    <a:pt x="186016" y="44043"/>
                  </a:lnTo>
                  <a:lnTo>
                    <a:pt x="211467" y="14058"/>
                  </a:lnTo>
                  <a:lnTo>
                    <a:pt x="218668" y="9867"/>
                  </a:lnTo>
                  <a:lnTo>
                    <a:pt x="223608" y="5689"/>
                  </a:lnTo>
                  <a:lnTo>
                    <a:pt x="229298" y="5689"/>
                  </a:lnTo>
                  <a:lnTo>
                    <a:pt x="237261" y="2666"/>
                  </a:lnTo>
                  <a:lnTo>
                    <a:pt x="241452" y="5689"/>
                  </a:lnTo>
                  <a:lnTo>
                    <a:pt x="239928" y="92252"/>
                  </a:lnTo>
                </a:path>
                <a:path w="651510" h="276225">
                  <a:moveTo>
                    <a:pt x="547433" y="0"/>
                  </a:moveTo>
                  <a:lnTo>
                    <a:pt x="254749" y="0"/>
                  </a:lnTo>
                  <a:lnTo>
                    <a:pt x="247510" y="95669"/>
                  </a:lnTo>
                  <a:lnTo>
                    <a:pt x="242595" y="98336"/>
                  </a:lnTo>
                  <a:lnTo>
                    <a:pt x="236880" y="99847"/>
                  </a:lnTo>
                  <a:lnTo>
                    <a:pt x="234238" y="104025"/>
                  </a:lnTo>
                  <a:lnTo>
                    <a:pt x="228917" y="109727"/>
                  </a:lnTo>
                  <a:lnTo>
                    <a:pt x="224739" y="114274"/>
                  </a:lnTo>
                  <a:lnTo>
                    <a:pt x="224739" y="121119"/>
                  </a:lnTo>
                  <a:lnTo>
                    <a:pt x="223240" y="127939"/>
                  </a:lnTo>
                  <a:lnTo>
                    <a:pt x="219049" y="132499"/>
                  </a:lnTo>
                  <a:lnTo>
                    <a:pt x="219049" y="154127"/>
                  </a:lnTo>
                  <a:lnTo>
                    <a:pt x="223240" y="160972"/>
                  </a:lnTo>
                  <a:lnTo>
                    <a:pt x="224739" y="169316"/>
                  </a:lnTo>
                  <a:lnTo>
                    <a:pt x="227393" y="172364"/>
                  </a:lnTo>
                  <a:lnTo>
                    <a:pt x="234238" y="178053"/>
                  </a:lnTo>
                  <a:lnTo>
                    <a:pt x="235369" y="182232"/>
                  </a:lnTo>
                  <a:lnTo>
                    <a:pt x="236880" y="184899"/>
                  </a:lnTo>
                  <a:lnTo>
                    <a:pt x="245249" y="186397"/>
                  </a:lnTo>
                  <a:lnTo>
                    <a:pt x="249034" y="189445"/>
                  </a:lnTo>
                  <a:lnTo>
                    <a:pt x="465061" y="189445"/>
                  </a:lnTo>
                  <a:lnTo>
                    <a:pt x="465061" y="178053"/>
                  </a:lnTo>
                  <a:lnTo>
                    <a:pt x="462013" y="169316"/>
                  </a:lnTo>
                  <a:lnTo>
                    <a:pt x="460870" y="155270"/>
                  </a:lnTo>
                  <a:lnTo>
                    <a:pt x="460870" y="121119"/>
                  </a:lnTo>
                  <a:lnTo>
                    <a:pt x="462013" y="108203"/>
                  </a:lnTo>
                  <a:lnTo>
                    <a:pt x="465061" y="98336"/>
                  </a:lnTo>
                  <a:lnTo>
                    <a:pt x="467728" y="87325"/>
                  </a:lnTo>
                  <a:lnTo>
                    <a:pt x="471500" y="75552"/>
                  </a:lnTo>
                  <a:lnTo>
                    <a:pt x="475691" y="64160"/>
                  </a:lnTo>
                  <a:lnTo>
                    <a:pt x="481368" y="57327"/>
                  </a:lnTo>
                  <a:lnTo>
                    <a:pt x="486321" y="48590"/>
                  </a:lnTo>
                  <a:lnTo>
                    <a:pt x="496188" y="38722"/>
                  </a:lnTo>
                  <a:lnTo>
                    <a:pt x="499999" y="31508"/>
                  </a:lnTo>
                  <a:lnTo>
                    <a:pt x="506818" y="25819"/>
                  </a:lnTo>
                  <a:lnTo>
                    <a:pt x="516305" y="18986"/>
                  </a:lnTo>
                  <a:lnTo>
                    <a:pt x="525411" y="15938"/>
                  </a:lnTo>
                  <a:lnTo>
                    <a:pt x="531126" y="12915"/>
                  </a:lnTo>
                  <a:lnTo>
                    <a:pt x="540232" y="8737"/>
                  </a:lnTo>
                  <a:lnTo>
                    <a:pt x="547433" y="7594"/>
                  </a:lnTo>
                  <a:lnTo>
                    <a:pt x="566026" y="7594"/>
                  </a:lnTo>
                  <a:lnTo>
                    <a:pt x="547433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645039" y="5858954"/>
              <a:ext cx="135255" cy="256540"/>
            </a:xfrm>
            <a:custGeom>
              <a:avLst/>
              <a:gdLst/>
              <a:ahLst/>
              <a:cxnLst/>
              <a:rect l="l" t="t" r="r" b="b"/>
              <a:pathLst>
                <a:path w="135254" h="256539">
                  <a:moveTo>
                    <a:pt x="134797" y="128130"/>
                  </a:moveTo>
                  <a:lnTo>
                    <a:pt x="129499" y="78266"/>
                  </a:lnTo>
                  <a:lnTo>
                    <a:pt x="115052" y="37538"/>
                  </a:lnTo>
                  <a:lnTo>
                    <a:pt x="93628" y="10072"/>
                  </a:lnTo>
                  <a:lnTo>
                    <a:pt x="67398" y="0"/>
                  </a:lnTo>
                  <a:lnTo>
                    <a:pt x="41185" y="10072"/>
                  </a:lnTo>
                  <a:lnTo>
                    <a:pt x="19759" y="37538"/>
                  </a:lnTo>
                  <a:lnTo>
                    <a:pt x="5303" y="78266"/>
                  </a:lnTo>
                  <a:lnTo>
                    <a:pt x="0" y="128130"/>
                  </a:lnTo>
                  <a:lnTo>
                    <a:pt x="5303" y="177988"/>
                  </a:lnTo>
                  <a:lnTo>
                    <a:pt x="19759" y="218717"/>
                  </a:lnTo>
                  <a:lnTo>
                    <a:pt x="41185" y="246186"/>
                  </a:lnTo>
                  <a:lnTo>
                    <a:pt x="67398" y="256260"/>
                  </a:lnTo>
                  <a:lnTo>
                    <a:pt x="93628" y="246186"/>
                  </a:lnTo>
                  <a:lnTo>
                    <a:pt x="115052" y="218717"/>
                  </a:lnTo>
                  <a:lnTo>
                    <a:pt x="129499" y="177988"/>
                  </a:lnTo>
                  <a:lnTo>
                    <a:pt x="134797" y="128130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83406" y="5932220"/>
              <a:ext cx="64922" cy="108191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1663496" y="5264988"/>
              <a:ext cx="2065655" cy="1025525"/>
            </a:xfrm>
            <a:custGeom>
              <a:avLst/>
              <a:gdLst/>
              <a:ahLst/>
              <a:cxnLst/>
              <a:rect l="l" t="t" r="r" b="b"/>
              <a:pathLst>
                <a:path w="2065654" h="1025525">
                  <a:moveTo>
                    <a:pt x="1946452" y="626427"/>
                  </a:moveTo>
                  <a:lnTo>
                    <a:pt x="1950605" y="636295"/>
                  </a:lnTo>
                  <a:lnTo>
                    <a:pt x="1954796" y="645020"/>
                  </a:lnTo>
                  <a:lnTo>
                    <a:pt x="1958606" y="654888"/>
                  </a:lnTo>
                  <a:lnTo>
                    <a:pt x="1962759" y="666661"/>
                  </a:lnTo>
                  <a:lnTo>
                    <a:pt x="1962759" y="676529"/>
                  </a:lnTo>
                  <a:lnTo>
                    <a:pt x="1965426" y="689063"/>
                  </a:lnTo>
                  <a:lnTo>
                    <a:pt x="1966950" y="701967"/>
                  </a:lnTo>
                  <a:lnTo>
                    <a:pt x="1968474" y="709180"/>
                  </a:lnTo>
                  <a:lnTo>
                    <a:pt x="1968474" y="720191"/>
                  </a:lnTo>
                  <a:lnTo>
                    <a:pt x="1966950" y="734618"/>
                  </a:lnTo>
                  <a:lnTo>
                    <a:pt x="1966950" y="746379"/>
                  </a:lnTo>
                  <a:lnTo>
                    <a:pt x="1965426" y="759294"/>
                  </a:lnTo>
                  <a:lnTo>
                    <a:pt x="1962759" y="769162"/>
                  </a:lnTo>
                  <a:lnTo>
                    <a:pt x="1962759" y="783590"/>
                  </a:lnTo>
                  <a:lnTo>
                    <a:pt x="1958606" y="793457"/>
                  </a:lnTo>
                  <a:lnTo>
                    <a:pt x="1954796" y="800290"/>
                  </a:lnTo>
                  <a:lnTo>
                    <a:pt x="1950605" y="810539"/>
                  </a:lnTo>
                  <a:lnTo>
                    <a:pt x="1950605" y="817384"/>
                  </a:lnTo>
                  <a:lnTo>
                    <a:pt x="1954796" y="824979"/>
                  </a:lnTo>
                  <a:lnTo>
                    <a:pt x="1961235" y="830287"/>
                  </a:lnTo>
                  <a:lnTo>
                    <a:pt x="1965426" y="836358"/>
                  </a:lnTo>
                  <a:lnTo>
                    <a:pt x="1970735" y="840168"/>
                  </a:lnTo>
                  <a:lnTo>
                    <a:pt x="1976437" y="841667"/>
                  </a:lnTo>
                  <a:lnTo>
                    <a:pt x="1982876" y="844715"/>
                  </a:lnTo>
                  <a:lnTo>
                    <a:pt x="1985543" y="847750"/>
                  </a:lnTo>
                  <a:lnTo>
                    <a:pt x="2054275" y="847750"/>
                  </a:lnTo>
                  <a:lnTo>
                    <a:pt x="2045169" y="844715"/>
                  </a:lnTo>
                  <a:lnTo>
                    <a:pt x="2040978" y="841667"/>
                  </a:lnTo>
                  <a:lnTo>
                    <a:pt x="2012518" y="810539"/>
                  </a:lnTo>
                  <a:lnTo>
                    <a:pt x="2008708" y="803338"/>
                  </a:lnTo>
                  <a:lnTo>
                    <a:pt x="2001888" y="793457"/>
                  </a:lnTo>
                  <a:lnTo>
                    <a:pt x="2000364" y="783590"/>
                  </a:lnTo>
                  <a:lnTo>
                    <a:pt x="1996173" y="773341"/>
                  </a:lnTo>
                  <a:lnTo>
                    <a:pt x="1993887" y="761949"/>
                  </a:lnTo>
                  <a:lnTo>
                    <a:pt x="1992363" y="753224"/>
                  </a:lnTo>
                  <a:lnTo>
                    <a:pt x="1992363" y="743356"/>
                  </a:lnTo>
                  <a:lnTo>
                    <a:pt x="1991258" y="730821"/>
                  </a:lnTo>
                  <a:lnTo>
                    <a:pt x="1991258" y="696277"/>
                  </a:lnTo>
                  <a:lnTo>
                    <a:pt x="1992363" y="686396"/>
                  </a:lnTo>
                  <a:lnTo>
                    <a:pt x="1993887" y="676529"/>
                  </a:lnTo>
                  <a:lnTo>
                    <a:pt x="1996173" y="666661"/>
                  </a:lnTo>
                  <a:lnTo>
                    <a:pt x="2000364" y="654888"/>
                  </a:lnTo>
                  <a:lnTo>
                    <a:pt x="2001888" y="645020"/>
                  </a:lnTo>
                  <a:lnTo>
                    <a:pt x="2006041" y="637819"/>
                  </a:lnTo>
                  <a:lnTo>
                    <a:pt x="2008708" y="629069"/>
                  </a:lnTo>
                  <a:lnTo>
                    <a:pt x="2015528" y="620725"/>
                  </a:lnTo>
                  <a:lnTo>
                    <a:pt x="2018195" y="613892"/>
                  </a:lnTo>
                  <a:lnTo>
                    <a:pt x="2023148" y="607809"/>
                  </a:lnTo>
                  <a:lnTo>
                    <a:pt x="2031492" y="603262"/>
                  </a:lnTo>
                  <a:lnTo>
                    <a:pt x="2033016" y="600976"/>
                  </a:lnTo>
                  <a:lnTo>
                    <a:pt x="2039454" y="596417"/>
                  </a:lnTo>
                  <a:lnTo>
                    <a:pt x="2045169" y="593394"/>
                  </a:lnTo>
                  <a:lnTo>
                    <a:pt x="2051608" y="592251"/>
                  </a:lnTo>
                  <a:lnTo>
                    <a:pt x="2065286" y="592251"/>
                  </a:lnTo>
                  <a:lnTo>
                    <a:pt x="1985543" y="592251"/>
                  </a:lnTo>
                  <a:lnTo>
                    <a:pt x="1980628" y="593394"/>
                  </a:lnTo>
                  <a:lnTo>
                    <a:pt x="1973389" y="596417"/>
                  </a:lnTo>
                  <a:lnTo>
                    <a:pt x="1968474" y="600976"/>
                  </a:lnTo>
                  <a:lnTo>
                    <a:pt x="1962759" y="603262"/>
                  </a:lnTo>
                  <a:lnTo>
                    <a:pt x="1957082" y="607809"/>
                  </a:lnTo>
                  <a:lnTo>
                    <a:pt x="1950605" y="613892"/>
                  </a:lnTo>
                  <a:lnTo>
                    <a:pt x="1946452" y="620725"/>
                  </a:lnTo>
                  <a:lnTo>
                    <a:pt x="1946452" y="626427"/>
                  </a:lnTo>
                </a:path>
                <a:path w="2065654" h="1025525">
                  <a:moveTo>
                    <a:pt x="98336" y="317766"/>
                  </a:moveTo>
                  <a:lnTo>
                    <a:pt x="98336" y="45186"/>
                  </a:lnTo>
                  <a:lnTo>
                    <a:pt x="99860" y="45186"/>
                  </a:lnTo>
                  <a:lnTo>
                    <a:pt x="99860" y="41389"/>
                  </a:lnTo>
                  <a:lnTo>
                    <a:pt x="101003" y="38354"/>
                  </a:lnTo>
                  <a:lnTo>
                    <a:pt x="101003" y="33794"/>
                  </a:lnTo>
                  <a:lnTo>
                    <a:pt x="103657" y="32270"/>
                  </a:lnTo>
                  <a:lnTo>
                    <a:pt x="103657" y="28486"/>
                  </a:lnTo>
                  <a:lnTo>
                    <a:pt x="106299" y="28486"/>
                  </a:lnTo>
                  <a:lnTo>
                    <a:pt x="107822" y="25438"/>
                  </a:lnTo>
                  <a:lnTo>
                    <a:pt x="107822" y="20891"/>
                  </a:lnTo>
                  <a:lnTo>
                    <a:pt x="110489" y="20891"/>
                  </a:lnTo>
                  <a:lnTo>
                    <a:pt x="110489" y="18605"/>
                  </a:lnTo>
                  <a:lnTo>
                    <a:pt x="114655" y="18605"/>
                  </a:lnTo>
                  <a:lnTo>
                    <a:pt x="114655" y="14058"/>
                  </a:lnTo>
                  <a:lnTo>
                    <a:pt x="116928" y="14058"/>
                  </a:lnTo>
                  <a:lnTo>
                    <a:pt x="119976" y="11010"/>
                  </a:lnTo>
                  <a:lnTo>
                    <a:pt x="121119" y="8356"/>
                  </a:lnTo>
                  <a:lnTo>
                    <a:pt x="122643" y="8356"/>
                  </a:lnTo>
                  <a:lnTo>
                    <a:pt x="126809" y="6845"/>
                  </a:lnTo>
                  <a:lnTo>
                    <a:pt x="128320" y="6845"/>
                  </a:lnTo>
                  <a:lnTo>
                    <a:pt x="129463" y="5321"/>
                  </a:lnTo>
                  <a:lnTo>
                    <a:pt x="134785" y="5321"/>
                  </a:lnTo>
                  <a:lnTo>
                    <a:pt x="137439" y="4178"/>
                  </a:lnTo>
                  <a:lnTo>
                    <a:pt x="164401" y="4178"/>
                  </a:lnTo>
                  <a:lnTo>
                    <a:pt x="672731" y="0"/>
                  </a:lnTo>
                  <a:lnTo>
                    <a:pt x="702729" y="0"/>
                  </a:lnTo>
                  <a:lnTo>
                    <a:pt x="702729" y="1143"/>
                  </a:lnTo>
                  <a:lnTo>
                    <a:pt x="706907" y="1143"/>
                  </a:lnTo>
                  <a:lnTo>
                    <a:pt x="709574" y="4178"/>
                  </a:lnTo>
                  <a:lnTo>
                    <a:pt x="711085" y="5321"/>
                  </a:lnTo>
                  <a:lnTo>
                    <a:pt x="716013" y="5321"/>
                  </a:lnTo>
                  <a:lnTo>
                    <a:pt x="719061" y="8356"/>
                  </a:lnTo>
                  <a:lnTo>
                    <a:pt x="721715" y="8356"/>
                  </a:lnTo>
                  <a:lnTo>
                    <a:pt x="721715" y="11010"/>
                  </a:lnTo>
                  <a:lnTo>
                    <a:pt x="725500" y="14058"/>
                  </a:lnTo>
                  <a:lnTo>
                    <a:pt x="728167" y="14058"/>
                  </a:lnTo>
                  <a:lnTo>
                    <a:pt x="728167" y="18605"/>
                  </a:lnTo>
                  <a:lnTo>
                    <a:pt x="729691" y="18605"/>
                  </a:lnTo>
                  <a:lnTo>
                    <a:pt x="731215" y="20891"/>
                  </a:lnTo>
                  <a:lnTo>
                    <a:pt x="732345" y="22402"/>
                  </a:lnTo>
                  <a:lnTo>
                    <a:pt x="732345" y="25438"/>
                  </a:lnTo>
                  <a:lnTo>
                    <a:pt x="734987" y="25438"/>
                  </a:lnTo>
                  <a:lnTo>
                    <a:pt x="734987" y="29997"/>
                  </a:lnTo>
                  <a:lnTo>
                    <a:pt x="736511" y="32270"/>
                  </a:lnTo>
                  <a:lnTo>
                    <a:pt x="738035" y="32270"/>
                  </a:lnTo>
                  <a:lnTo>
                    <a:pt x="738035" y="38354"/>
                  </a:lnTo>
                  <a:lnTo>
                    <a:pt x="740321" y="42519"/>
                  </a:lnTo>
                  <a:lnTo>
                    <a:pt x="740321" y="55435"/>
                  </a:lnTo>
                  <a:lnTo>
                    <a:pt x="741845" y="55435"/>
                  </a:lnTo>
                  <a:lnTo>
                    <a:pt x="741845" y="317766"/>
                  </a:lnTo>
                  <a:lnTo>
                    <a:pt x="98336" y="317766"/>
                  </a:lnTo>
                </a:path>
                <a:path w="2065654" h="1025525">
                  <a:moveTo>
                    <a:pt x="222478" y="932789"/>
                  </a:moveTo>
                  <a:lnTo>
                    <a:pt x="222478" y="777887"/>
                  </a:lnTo>
                  <a:lnTo>
                    <a:pt x="0" y="776389"/>
                  </a:lnTo>
                  <a:lnTo>
                    <a:pt x="0" y="1025423"/>
                  </a:lnTo>
                  <a:lnTo>
                    <a:pt x="222478" y="1025423"/>
                  </a:lnTo>
                  <a:lnTo>
                    <a:pt x="222478" y="932789"/>
                  </a:lnTo>
                  <a:lnTo>
                    <a:pt x="208064" y="932789"/>
                  </a:lnTo>
                  <a:lnTo>
                    <a:pt x="208064" y="928992"/>
                  </a:lnTo>
                  <a:lnTo>
                    <a:pt x="205016" y="922921"/>
                  </a:lnTo>
                  <a:lnTo>
                    <a:pt x="203873" y="920267"/>
                  </a:lnTo>
                  <a:lnTo>
                    <a:pt x="202349" y="913053"/>
                  </a:lnTo>
                  <a:lnTo>
                    <a:pt x="200837" y="908875"/>
                  </a:lnTo>
                  <a:lnTo>
                    <a:pt x="196672" y="904709"/>
                  </a:lnTo>
                  <a:lnTo>
                    <a:pt x="194386" y="899007"/>
                  </a:lnTo>
                  <a:lnTo>
                    <a:pt x="192862" y="897483"/>
                  </a:lnTo>
                  <a:lnTo>
                    <a:pt x="190207" y="891794"/>
                  </a:lnTo>
                  <a:lnTo>
                    <a:pt x="186042" y="890651"/>
                  </a:lnTo>
                  <a:lnTo>
                    <a:pt x="182232" y="886091"/>
                  </a:lnTo>
                  <a:lnTo>
                    <a:pt x="179577" y="883069"/>
                  </a:lnTo>
                  <a:lnTo>
                    <a:pt x="173888" y="880402"/>
                  </a:lnTo>
                  <a:lnTo>
                    <a:pt x="169710" y="880402"/>
                  </a:lnTo>
                  <a:lnTo>
                    <a:pt x="167436" y="876223"/>
                  </a:lnTo>
                  <a:lnTo>
                    <a:pt x="141998" y="876223"/>
                  </a:lnTo>
                  <a:lnTo>
                    <a:pt x="137820" y="877747"/>
                  </a:lnTo>
                  <a:lnTo>
                    <a:pt x="132130" y="880402"/>
                  </a:lnTo>
                  <a:lnTo>
                    <a:pt x="129844" y="881545"/>
                  </a:lnTo>
                  <a:lnTo>
                    <a:pt x="123012" y="883069"/>
                  </a:lnTo>
                  <a:lnTo>
                    <a:pt x="119976" y="886091"/>
                  </a:lnTo>
                  <a:lnTo>
                    <a:pt x="117309" y="890651"/>
                  </a:lnTo>
                  <a:lnTo>
                    <a:pt x="115036" y="892937"/>
                  </a:lnTo>
                  <a:lnTo>
                    <a:pt x="110870" y="897483"/>
                  </a:lnTo>
                  <a:lnTo>
                    <a:pt x="107822" y="899007"/>
                  </a:lnTo>
                  <a:lnTo>
                    <a:pt x="104025" y="905827"/>
                  </a:lnTo>
                  <a:lnTo>
                    <a:pt x="101371" y="908875"/>
                  </a:lnTo>
                  <a:lnTo>
                    <a:pt x="100241" y="914577"/>
                  </a:lnTo>
                  <a:lnTo>
                    <a:pt x="98717" y="920267"/>
                  </a:lnTo>
                  <a:lnTo>
                    <a:pt x="98717" y="943038"/>
                  </a:lnTo>
                  <a:lnTo>
                    <a:pt x="100241" y="947229"/>
                  </a:lnTo>
                  <a:lnTo>
                    <a:pt x="101371" y="954430"/>
                  </a:lnTo>
                  <a:lnTo>
                    <a:pt x="106679" y="962787"/>
                  </a:lnTo>
                  <a:lnTo>
                    <a:pt x="107822" y="967346"/>
                  </a:lnTo>
                  <a:lnTo>
                    <a:pt x="110870" y="970368"/>
                  </a:lnTo>
                  <a:lnTo>
                    <a:pt x="115036" y="975690"/>
                  </a:lnTo>
                  <a:lnTo>
                    <a:pt x="117309" y="977214"/>
                  </a:lnTo>
                  <a:lnTo>
                    <a:pt x="121500" y="980236"/>
                  </a:lnTo>
                  <a:lnTo>
                    <a:pt x="127190" y="984427"/>
                  </a:lnTo>
                  <a:lnTo>
                    <a:pt x="129844" y="984427"/>
                  </a:lnTo>
                  <a:lnTo>
                    <a:pt x="134785" y="987082"/>
                  </a:lnTo>
                  <a:lnTo>
                    <a:pt x="138950" y="988606"/>
                  </a:lnTo>
                  <a:lnTo>
                    <a:pt x="144271" y="991247"/>
                  </a:lnTo>
                  <a:lnTo>
                    <a:pt x="157937" y="991247"/>
                  </a:lnTo>
                  <a:lnTo>
                    <a:pt x="164782" y="988606"/>
                  </a:lnTo>
                  <a:lnTo>
                    <a:pt x="168948" y="987082"/>
                  </a:lnTo>
                  <a:lnTo>
                    <a:pt x="172745" y="987082"/>
                  </a:lnTo>
                  <a:lnTo>
                    <a:pt x="176923" y="984427"/>
                  </a:lnTo>
                  <a:lnTo>
                    <a:pt x="182232" y="980236"/>
                  </a:lnTo>
                  <a:lnTo>
                    <a:pt x="186042" y="978738"/>
                  </a:lnTo>
                  <a:lnTo>
                    <a:pt x="189064" y="975690"/>
                  </a:lnTo>
                  <a:lnTo>
                    <a:pt x="191719" y="970368"/>
                  </a:lnTo>
                  <a:lnTo>
                    <a:pt x="194386" y="967346"/>
                  </a:lnTo>
                  <a:lnTo>
                    <a:pt x="196672" y="964298"/>
                  </a:lnTo>
                  <a:lnTo>
                    <a:pt x="199694" y="961263"/>
                  </a:lnTo>
                  <a:lnTo>
                    <a:pt x="200837" y="954430"/>
                  </a:lnTo>
                  <a:lnTo>
                    <a:pt x="202349" y="950252"/>
                  </a:lnTo>
                  <a:lnTo>
                    <a:pt x="205016" y="943038"/>
                  </a:lnTo>
                  <a:lnTo>
                    <a:pt x="205016" y="938860"/>
                  </a:lnTo>
                  <a:lnTo>
                    <a:pt x="208064" y="935837"/>
                  </a:lnTo>
                  <a:lnTo>
                    <a:pt x="208064" y="932789"/>
                  </a:lnTo>
                  <a:lnTo>
                    <a:pt x="222478" y="932789"/>
                  </a:lnTo>
                </a:path>
                <a:path w="2065654" h="1025525">
                  <a:moveTo>
                    <a:pt x="624535" y="932789"/>
                  </a:moveTo>
                  <a:lnTo>
                    <a:pt x="624535" y="777519"/>
                  </a:lnTo>
                  <a:lnTo>
                    <a:pt x="845477" y="777519"/>
                  </a:lnTo>
                  <a:lnTo>
                    <a:pt x="845477" y="1025423"/>
                  </a:lnTo>
                  <a:lnTo>
                    <a:pt x="624535" y="1025423"/>
                  </a:lnTo>
                  <a:lnTo>
                    <a:pt x="624535" y="932789"/>
                  </a:lnTo>
                  <a:lnTo>
                    <a:pt x="639318" y="932789"/>
                  </a:lnTo>
                  <a:lnTo>
                    <a:pt x="639318" y="922921"/>
                  </a:lnTo>
                  <a:lnTo>
                    <a:pt x="640841" y="919886"/>
                  </a:lnTo>
                  <a:lnTo>
                    <a:pt x="641984" y="913053"/>
                  </a:lnTo>
                  <a:lnTo>
                    <a:pt x="645032" y="908875"/>
                  </a:lnTo>
                  <a:lnTo>
                    <a:pt x="648436" y="904709"/>
                  </a:lnTo>
                  <a:lnTo>
                    <a:pt x="648436" y="899007"/>
                  </a:lnTo>
                  <a:lnTo>
                    <a:pt x="652614" y="897483"/>
                  </a:lnTo>
                  <a:lnTo>
                    <a:pt x="655662" y="891794"/>
                  </a:lnTo>
                  <a:lnTo>
                    <a:pt x="659447" y="890270"/>
                  </a:lnTo>
                  <a:lnTo>
                    <a:pt x="663625" y="886091"/>
                  </a:lnTo>
                  <a:lnTo>
                    <a:pt x="666292" y="883069"/>
                  </a:lnTo>
                  <a:lnTo>
                    <a:pt x="670458" y="880021"/>
                  </a:lnTo>
                  <a:lnTo>
                    <a:pt x="675779" y="880021"/>
                  </a:lnTo>
                  <a:lnTo>
                    <a:pt x="679576" y="877747"/>
                  </a:lnTo>
                  <a:lnTo>
                    <a:pt x="683742" y="876223"/>
                  </a:lnTo>
                  <a:lnTo>
                    <a:pt x="702729" y="876223"/>
                  </a:lnTo>
                  <a:lnTo>
                    <a:pt x="706907" y="877747"/>
                  </a:lnTo>
                  <a:lnTo>
                    <a:pt x="713358" y="880021"/>
                  </a:lnTo>
                  <a:lnTo>
                    <a:pt x="721715" y="883069"/>
                  </a:lnTo>
                  <a:lnTo>
                    <a:pt x="725500" y="886091"/>
                  </a:lnTo>
                  <a:lnTo>
                    <a:pt x="728167" y="890270"/>
                  </a:lnTo>
                  <a:lnTo>
                    <a:pt x="732345" y="892937"/>
                  </a:lnTo>
                  <a:lnTo>
                    <a:pt x="734987" y="897483"/>
                  </a:lnTo>
                  <a:lnTo>
                    <a:pt x="738035" y="899007"/>
                  </a:lnTo>
                  <a:lnTo>
                    <a:pt x="740321" y="905827"/>
                  </a:lnTo>
                  <a:lnTo>
                    <a:pt x="741845" y="908875"/>
                  </a:lnTo>
                  <a:lnTo>
                    <a:pt x="744486" y="914577"/>
                  </a:lnTo>
                  <a:lnTo>
                    <a:pt x="745616" y="919886"/>
                  </a:lnTo>
                  <a:lnTo>
                    <a:pt x="745616" y="943038"/>
                  </a:lnTo>
                  <a:lnTo>
                    <a:pt x="744486" y="949871"/>
                  </a:lnTo>
                  <a:lnTo>
                    <a:pt x="744486" y="954430"/>
                  </a:lnTo>
                  <a:lnTo>
                    <a:pt x="740321" y="958608"/>
                  </a:lnTo>
                  <a:lnTo>
                    <a:pt x="740321" y="964298"/>
                  </a:lnTo>
                  <a:lnTo>
                    <a:pt x="736511" y="967346"/>
                  </a:lnTo>
                  <a:lnTo>
                    <a:pt x="734987" y="970368"/>
                  </a:lnTo>
                  <a:lnTo>
                    <a:pt x="729691" y="975690"/>
                  </a:lnTo>
                  <a:lnTo>
                    <a:pt x="726643" y="977214"/>
                  </a:lnTo>
                  <a:lnTo>
                    <a:pt x="721715" y="980236"/>
                  </a:lnTo>
                  <a:lnTo>
                    <a:pt x="718680" y="984427"/>
                  </a:lnTo>
                  <a:lnTo>
                    <a:pt x="714489" y="987082"/>
                  </a:lnTo>
                  <a:lnTo>
                    <a:pt x="709574" y="987082"/>
                  </a:lnTo>
                  <a:lnTo>
                    <a:pt x="705383" y="988606"/>
                  </a:lnTo>
                  <a:lnTo>
                    <a:pt x="699693" y="991247"/>
                  </a:lnTo>
                  <a:lnTo>
                    <a:pt x="686409" y="991247"/>
                  </a:lnTo>
                  <a:lnTo>
                    <a:pt x="681088" y="988606"/>
                  </a:lnTo>
                  <a:lnTo>
                    <a:pt x="678433" y="987082"/>
                  </a:lnTo>
                  <a:lnTo>
                    <a:pt x="672731" y="987082"/>
                  </a:lnTo>
                  <a:lnTo>
                    <a:pt x="667804" y="984427"/>
                  </a:lnTo>
                  <a:lnTo>
                    <a:pt x="663625" y="980236"/>
                  </a:lnTo>
                  <a:lnTo>
                    <a:pt x="659447" y="978738"/>
                  </a:lnTo>
                  <a:lnTo>
                    <a:pt x="656805" y="975690"/>
                  </a:lnTo>
                  <a:lnTo>
                    <a:pt x="652614" y="972654"/>
                  </a:lnTo>
                  <a:lnTo>
                    <a:pt x="649947" y="970368"/>
                  </a:lnTo>
                  <a:lnTo>
                    <a:pt x="648436" y="964298"/>
                  </a:lnTo>
                  <a:lnTo>
                    <a:pt x="645794" y="961263"/>
                  </a:lnTo>
                  <a:lnTo>
                    <a:pt x="641984" y="954430"/>
                  </a:lnTo>
                  <a:lnTo>
                    <a:pt x="641984" y="949871"/>
                  </a:lnTo>
                  <a:lnTo>
                    <a:pt x="640841" y="945705"/>
                  </a:lnTo>
                  <a:lnTo>
                    <a:pt x="639318" y="940003"/>
                  </a:lnTo>
                  <a:lnTo>
                    <a:pt x="639318" y="932789"/>
                  </a:lnTo>
                  <a:lnTo>
                    <a:pt x="624535" y="932789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561388" y="5693613"/>
              <a:ext cx="128270" cy="231140"/>
            </a:xfrm>
            <a:custGeom>
              <a:avLst/>
              <a:gdLst/>
              <a:ahLst/>
              <a:cxnLst/>
              <a:rect l="l" t="t" r="r" b="b"/>
              <a:pathLst>
                <a:path w="128269" h="231139">
                  <a:moveTo>
                    <a:pt x="0" y="0"/>
                  </a:moveTo>
                  <a:lnTo>
                    <a:pt x="79345" y="0"/>
                  </a:lnTo>
                  <a:lnTo>
                    <a:pt x="79345" y="230809"/>
                  </a:lnTo>
                  <a:lnTo>
                    <a:pt x="0" y="230809"/>
                  </a:lnTo>
                  <a:lnTo>
                    <a:pt x="0" y="0"/>
                  </a:lnTo>
                  <a:close/>
                </a:path>
                <a:path w="128269" h="231139">
                  <a:moveTo>
                    <a:pt x="79336" y="40995"/>
                  </a:moveTo>
                  <a:lnTo>
                    <a:pt x="127929" y="40995"/>
                  </a:lnTo>
                  <a:lnTo>
                    <a:pt x="127929" y="61116"/>
                  </a:lnTo>
                  <a:lnTo>
                    <a:pt x="79336" y="61116"/>
                  </a:lnTo>
                  <a:lnTo>
                    <a:pt x="79336" y="40995"/>
                  </a:lnTo>
                  <a:close/>
                </a:path>
                <a:path w="128269" h="231139">
                  <a:moveTo>
                    <a:pt x="79336" y="176542"/>
                  </a:moveTo>
                  <a:lnTo>
                    <a:pt x="127929" y="176542"/>
                  </a:lnTo>
                  <a:lnTo>
                    <a:pt x="127929" y="195524"/>
                  </a:lnTo>
                  <a:lnTo>
                    <a:pt x="79336" y="195524"/>
                  </a:lnTo>
                  <a:lnTo>
                    <a:pt x="79336" y="176542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778152" y="5752083"/>
              <a:ext cx="739775" cy="155575"/>
            </a:xfrm>
            <a:custGeom>
              <a:avLst/>
              <a:gdLst/>
              <a:ahLst/>
              <a:cxnLst/>
              <a:rect l="l" t="t" r="r" b="b"/>
              <a:pathLst>
                <a:path w="739775" h="155575">
                  <a:moveTo>
                    <a:pt x="0" y="100977"/>
                  </a:moveTo>
                  <a:lnTo>
                    <a:pt x="120345" y="155270"/>
                  </a:lnTo>
                  <a:lnTo>
                    <a:pt x="140474" y="135521"/>
                  </a:lnTo>
                  <a:lnTo>
                    <a:pt x="0" y="100977"/>
                  </a:lnTo>
                </a:path>
                <a:path w="739775" h="155575">
                  <a:moveTo>
                    <a:pt x="617689" y="100977"/>
                  </a:moveTo>
                  <a:lnTo>
                    <a:pt x="495058" y="155270"/>
                  </a:lnTo>
                  <a:lnTo>
                    <a:pt x="476084" y="134010"/>
                  </a:lnTo>
                  <a:lnTo>
                    <a:pt x="617689" y="100977"/>
                  </a:lnTo>
                </a:path>
                <a:path w="739775" h="155575">
                  <a:moveTo>
                    <a:pt x="0" y="100977"/>
                  </a:moveTo>
                  <a:lnTo>
                    <a:pt x="140093" y="135521"/>
                  </a:lnTo>
                  <a:lnTo>
                    <a:pt x="475703" y="134010"/>
                  </a:lnTo>
                  <a:lnTo>
                    <a:pt x="615797" y="100977"/>
                  </a:lnTo>
                  <a:lnTo>
                    <a:pt x="0" y="100977"/>
                  </a:lnTo>
                </a:path>
                <a:path w="739775" h="155575">
                  <a:moveTo>
                    <a:pt x="695883" y="0"/>
                  </a:moveTo>
                  <a:lnTo>
                    <a:pt x="695883" y="113880"/>
                  </a:lnTo>
                  <a:lnTo>
                    <a:pt x="739165" y="113880"/>
                  </a:lnTo>
                  <a:lnTo>
                    <a:pt x="739165" y="0"/>
                  </a:lnTo>
                  <a:lnTo>
                    <a:pt x="695883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2466073" y="5693613"/>
              <a:ext cx="122555" cy="231140"/>
            </a:xfrm>
            <a:custGeom>
              <a:avLst/>
              <a:gdLst/>
              <a:ahLst/>
              <a:cxnLst/>
              <a:rect l="l" t="t" r="r" b="b"/>
              <a:pathLst>
                <a:path w="122555" h="231139">
                  <a:moveTo>
                    <a:pt x="44043" y="0"/>
                  </a:moveTo>
                  <a:lnTo>
                    <a:pt x="122251" y="0"/>
                  </a:lnTo>
                  <a:lnTo>
                    <a:pt x="122251" y="230809"/>
                  </a:lnTo>
                  <a:lnTo>
                    <a:pt x="44043" y="230809"/>
                  </a:lnTo>
                  <a:lnTo>
                    <a:pt x="44043" y="0"/>
                  </a:lnTo>
                  <a:close/>
                </a:path>
                <a:path w="122555" h="231139">
                  <a:moveTo>
                    <a:pt x="0" y="40995"/>
                  </a:moveTo>
                  <a:lnTo>
                    <a:pt x="44039" y="40995"/>
                  </a:lnTo>
                  <a:lnTo>
                    <a:pt x="44039" y="61116"/>
                  </a:lnTo>
                  <a:lnTo>
                    <a:pt x="0" y="61116"/>
                  </a:lnTo>
                  <a:lnTo>
                    <a:pt x="0" y="40995"/>
                  </a:lnTo>
                  <a:close/>
                </a:path>
                <a:path w="122555" h="231139">
                  <a:moveTo>
                    <a:pt x="0" y="176542"/>
                  </a:moveTo>
                  <a:lnTo>
                    <a:pt x="44039" y="176542"/>
                  </a:lnTo>
                  <a:lnTo>
                    <a:pt x="44039" y="195524"/>
                  </a:lnTo>
                  <a:lnTo>
                    <a:pt x="0" y="195524"/>
                  </a:lnTo>
                  <a:lnTo>
                    <a:pt x="0" y="176542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673377" y="5579719"/>
              <a:ext cx="830580" cy="940435"/>
            </a:xfrm>
            <a:custGeom>
              <a:avLst/>
              <a:gdLst/>
              <a:ahLst/>
              <a:cxnLst/>
              <a:rect l="l" t="t" r="r" b="b"/>
              <a:pathLst>
                <a:path w="830580" h="940434">
                  <a:moveTo>
                    <a:pt x="245249" y="685266"/>
                  </a:moveTo>
                  <a:lnTo>
                    <a:pt x="580859" y="685266"/>
                  </a:lnTo>
                  <a:lnTo>
                    <a:pt x="599452" y="665505"/>
                  </a:lnTo>
                  <a:lnTo>
                    <a:pt x="599452" y="323088"/>
                  </a:lnTo>
                  <a:lnTo>
                    <a:pt x="580859" y="307517"/>
                  </a:lnTo>
                  <a:lnTo>
                    <a:pt x="245249" y="307517"/>
                  </a:lnTo>
                  <a:lnTo>
                    <a:pt x="226263" y="323088"/>
                  </a:lnTo>
                  <a:lnTo>
                    <a:pt x="226263" y="665505"/>
                  </a:lnTo>
                  <a:lnTo>
                    <a:pt x="245249" y="685266"/>
                  </a:lnTo>
                </a:path>
                <a:path w="830580" h="940434">
                  <a:moveTo>
                    <a:pt x="9105" y="800671"/>
                  </a:moveTo>
                  <a:lnTo>
                    <a:pt x="9105" y="940003"/>
                  </a:lnTo>
                  <a:lnTo>
                    <a:pt x="132118" y="940003"/>
                  </a:lnTo>
                  <a:lnTo>
                    <a:pt x="132118" y="800671"/>
                  </a:lnTo>
                  <a:lnTo>
                    <a:pt x="9105" y="800671"/>
                  </a:lnTo>
                </a:path>
                <a:path w="830580" h="940434">
                  <a:moveTo>
                    <a:pt x="690194" y="800671"/>
                  </a:moveTo>
                  <a:lnTo>
                    <a:pt x="690194" y="940003"/>
                  </a:lnTo>
                  <a:lnTo>
                    <a:pt x="812431" y="940003"/>
                  </a:lnTo>
                  <a:lnTo>
                    <a:pt x="812431" y="800671"/>
                  </a:lnTo>
                  <a:lnTo>
                    <a:pt x="690194" y="800671"/>
                  </a:lnTo>
                </a:path>
                <a:path w="830580" h="940434">
                  <a:moveTo>
                    <a:pt x="0" y="801052"/>
                  </a:moveTo>
                  <a:lnTo>
                    <a:pt x="0" y="711073"/>
                  </a:lnTo>
                  <a:lnTo>
                    <a:pt x="830275" y="711073"/>
                  </a:lnTo>
                  <a:lnTo>
                    <a:pt x="830275" y="801052"/>
                  </a:lnTo>
                  <a:lnTo>
                    <a:pt x="0" y="801052"/>
                  </a:lnTo>
                </a:path>
                <a:path w="830580" h="940434">
                  <a:moveTo>
                    <a:pt x="746747" y="0"/>
                  </a:moveTo>
                  <a:lnTo>
                    <a:pt x="757377" y="0"/>
                  </a:lnTo>
                  <a:lnTo>
                    <a:pt x="758901" y="3035"/>
                  </a:lnTo>
                  <a:lnTo>
                    <a:pt x="761568" y="3035"/>
                  </a:lnTo>
                  <a:lnTo>
                    <a:pt x="764235" y="4178"/>
                  </a:lnTo>
                  <a:lnTo>
                    <a:pt x="765746" y="4178"/>
                  </a:lnTo>
                  <a:lnTo>
                    <a:pt x="765746" y="7213"/>
                  </a:lnTo>
                  <a:lnTo>
                    <a:pt x="773722" y="7213"/>
                  </a:lnTo>
                  <a:lnTo>
                    <a:pt x="775233" y="8356"/>
                  </a:lnTo>
                  <a:lnTo>
                    <a:pt x="775233" y="11391"/>
                  </a:lnTo>
                  <a:lnTo>
                    <a:pt x="777887" y="11391"/>
                  </a:lnTo>
                  <a:lnTo>
                    <a:pt x="779399" y="14046"/>
                  </a:lnTo>
                  <a:lnTo>
                    <a:pt x="780542" y="14046"/>
                  </a:lnTo>
                  <a:lnTo>
                    <a:pt x="780542" y="15557"/>
                  </a:lnTo>
                  <a:lnTo>
                    <a:pt x="782827" y="15557"/>
                  </a:lnTo>
                  <a:lnTo>
                    <a:pt x="782827" y="17081"/>
                  </a:lnTo>
                  <a:lnTo>
                    <a:pt x="785863" y="20116"/>
                  </a:lnTo>
                  <a:lnTo>
                    <a:pt x="787006" y="20116"/>
                  </a:lnTo>
                  <a:lnTo>
                    <a:pt x="787006" y="22783"/>
                  </a:lnTo>
                  <a:lnTo>
                    <a:pt x="788517" y="23926"/>
                  </a:lnTo>
                  <a:lnTo>
                    <a:pt x="790028" y="23926"/>
                  </a:lnTo>
                  <a:lnTo>
                    <a:pt x="790028" y="26949"/>
                  </a:lnTo>
                  <a:lnTo>
                    <a:pt x="794219" y="28473"/>
                  </a:lnTo>
                  <a:lnTo>
                    <a:pt x="794219" y="34175"/>
                  </a:lnTo>
                  <a:lnTo>
                    <a:pt x="796493" y="34175"/>
                  </a:lnTo>
                  <a:lnTo>
                    <a:pt x="796493" y="41376"/>
                  </a:lnTo>
                  <a:lnTo>
                    <a:pt x="798004" y="42900"/>
                  </a:lnTo>
                  <a:lnTo>
                    <a:pt x="798004" y="48209"/>
                  </a:lnTo>
                  <a:lnTo>
                    <a:pt x="800658" y="49733"/>
                  </a:lnTo>
                  <a:lnTo>
                    <a:pt x="800658" y="462788"/>
                  </a:lnTo>
                  <a:lnTo>
                    <a:pt x="614654" y="462788"/>
                  </a:lnTo>
                  <a:lnTo>
                    <a:pt x="614654" y="710691"/>
                  </a:lnTo>
                  <a:lnTo>
                    <a:pt x="413816" y="710691"/>
                  </a:lnTo>
                  <a:lnTo>
                    <a:pt x="413816" y="685266"/>
                  </a:lnTo>
                  <a:lnTo>
                    <a:pt x="578192" y="685266"/>
                  </a:lnTo>
                  <a:lnTo>
                    <a:pt x="599833" y="665505"/>
                  </a:lnTo>
                  <a:lnTo>
                    <a:pt x="599833" y="327634"/>
                  </a:lnTo>
                  <a:lnTo>
                    <a:pt x="720953" y="273342"/>
                  </a:lnTo>
                  <a:lnTo>
                    <a:pt x="722464" y="92633"/>
                  </a:lnTo>
                  <a:lnTo>
                    <a:pt x="105156" y="92633"/>
                  </a:lnTo>
                  <a:lnTo>
                    <a:pt x="105156" y="273342"/>
                  </a:lnTo>
                  <a:lnTo>
                    <a:pt x="226263" y="327634"/>
                  </a:lnTo>
                  <a:lnTo>
                    <a:pt x="226263" y="665505"/>
                  </a:lnTo>
                  <a:lnTo>
                    <a:pt x="245249" y="685266"/>
                  </a:lnTo>
                  <a:lnTo>
                    <a:pt x="413816" y="685266"/>
                  </a:lnTo>
                  <a:lnTo>
                    <a:pt x="413816" y="710691"/>
                  </a:lnTo>
                  <a:lnTo>
                    <a:pt x="212598" y="710691"/>
                  </a:lnTo>
                  <a:lnTo>
                    <a:pt x="212598" y="462788"/>
                  </a:lnTo>
                  <a:lnTo>
                    <a:pt x="24295" y="462788"/>
                  </a:lnTo>
                  <a:lnTo>
                    <a:pt x="24295" y="52768"/>
                  </a:lnTo>
                  <a:lnTo>
                    <a:pt x="25438" y="49733"/>
                  </a:lnTo>
                  <a:lnTo>
                    <a:pt x="25438" y="42900"/>
                  </a:lnTo>
                  <a:lnTo>
                    <a:pt x="29235" y="41376"/>
                  </a:lnTo>
                  <a:lnTo>
                    <a:pt x="29235" y="34175"/>
                  </a:lnTo>
                  <a:lnTo>
                    <a:pt x="32270" y="31508"/>
                  </a:lnTo>
                  <a:lnTo>
                    <a:pt x="33400" y="28473"/>
                  </a:lnTo>
                  <a:lnTo>
                    <a:pt x="36449" y="26949"/>
                  </a:lnTo>
                  <a:lnTo>
                    <a:pt x="36449" y="23926"/>
                  </a:lnTo>
                  <a:lnTo>
                    <a:pt x="39103" y="20116"/>
                  </a:lnTo>
                  <a:lnTo>
                    <a:pt x="40614" y="20116"/>
                  </a:lnTo>
                  <a:lnTo>
                    <a:pt x="42887" y="17081"/>
                  </a:lnTo>
                  <a:lnTo>
                    <a:pt x="45554" y="15557"/>
                  </a:lnTo>
                  <a:lnTo>
                    <a:pt x="49733" y="11391"/>
                  </a:lnTo>
                  <a:lnTo>
                    <a:pt x="51244" y="11391"/>
                  </a:lnTo>
                  <a:lnTo>
                    <a:pt x="55041" y="8356"/>
                  </a:lnTo>
                  <a:lnTo>
                    <a:pt x="56184" y="7213"/>
                  </a:lnTo>
                  <a:lnTo>
                    <a:pt x="63398" y="7213"/>
                  </a:lnTo>
                  <a:lnTo>
                    <a:pt x="66052" y="4178"/>
                  </a:lnTo>
                  <a:lnTo>
                    <a:pt x="68338" y="4178"/>
                  </a:lnTo>
                  <a:lnTo>
                    <a:pt x="71374" y="3035"/>
                  </a:lnTo>
                  <a:lnTo>
                    <a:pt x="75539" y="3035"/>
                  </a:lnTo>
                  <a:lnTo>
                    <a:pt x="102501" y="0"/>
                  </a:lnTo>
                  <a:lnTo>
                    <a:pt x="746747" y="0"/>
                  </a:lnTo>
                </a:path>
                <a:path w="830580" h="940434">
                  <a:moveTo>
                    <a:pt x="580859" y="655637"/>
                  </a:moveTo>
                  <a:lnTo>
                    <a:pt x="580859" y="328777"/>
                  </a:lnTo>
                  <a:lnTo>
                    <a:pt x="569849" y="323088"/>
                  </a:lnTo>
                  <a:lnTo>
                    <a:pt x="252082" y="323088"/>
                  </a:lnTo>
                  <a:lnTo>
                    <a:pt x="245249" y="328777"/>
                  </a:lnTo>
                  <a:lnTo>
                    <a:pt x="245249" y="655637"/>
                  </a:lnTo>
                  <a:lnTo>
                    <a:pt x="252082" y="664006"/>
                  </a:lnTo>
                  <a:lnTo>
                    <a:pt x="569849" y="664006"/>
                  </a:lnTo>
                  <a:lnTo>
                    <a:pt x="580859" y="655637"/>
                  </a:lnTo>
                </a:path>
                <a:path w="830580" h="940434">
                  <a:moveTo>
                    <a:pt x="720572" y="273342"/>
                  </a:moveTo>
                  <a:lnTo>
                    <a:pt x="720572" y="92252"/>
                  </a:lnTo>
                  <a:lnTo>
                    <a:pt x="104775" y="92252"/>
                  </a:lnTo>
                  <a:lnTo>
                    <a:pt x="104775" y="273342"/>
                  </a:lnTo>
                  <a:lnTo>
                    <a:pt x="720572" y="273342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679829" y="5754725"/>
              <a:ext cx="9525" cy="289560"/>
            </a:xfrm>
            <a:custGeom>
              <a:avLst/>
              <a:gdLst/>
              <a:ahLst/>
              <a:cxnLst/>
              <a:rect l="l" t="t" r="r" b="b"/>
              <a:pathLst>
                <a:path w="9525" h="289560">
                  <a:moveTo>
                    <a:pt x="0" y="0"/>
                  </a:moveTo>
                  <a:lnTo>
                    <a:pt x="9499" y="0"/>
                  </a:lnTo>
                  <a:lnTo>
                    <a:pt x="9499" y="115417"/>
                  </a:lnTo>
                  <a:lnTo>
                    <a:pt x="0" y="115417"/>
                  </a:lnTo>
                  <a:lnTo>
                    <a:pt x="0" y="0"/>
                  </a:lnTo>
                  <a:close/>
                </a:path>
                <a:path w="9525" h="289560">
                  <a:moveTo>
                    <a:pt x="0" y="135547"/>
                  </a:moveTo>
                  <a:lnTo>
                    <a:pt x="9499" y="135547"/>
                  </a:lnTo>
                  <a:lnTo>
                    <a:pt x="9499" y="289306"/>
                  </a:lnTo>
                  <a:lnTo>
                    <a:pt x="0" y="289306"/>
                  </a:lnTo>
                  <a:lnTo>
                    <a:pt x="0" y="135547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840420" y="5690946"/>
              <a:ext cx="447675" cy="552450"/>
            </a:xfrm>
            <a:custGeom>
              <a:avLst/>
              <a:gdLst/>
              <a:ahLst/>
              <a:cxnLst/>
              <a:rect l="l" t="t" r="r" b="b"/>
              <a:pathLst>
                <a:path w="447675" h="552450">
                  <a:moveTo>
                    <a:pt x="0" y="134023"/>
                  </a:moveTo>
                  <a:lnTo>
                    <a:pt x="97193" y="0"/>
                  </a:lnTo>
                </a:path>
                <a:path w="447675" h="552450">
                  <a:moveTo>
                    <a:pt x="172732" y="134023"/>
                  </a:moveTo>
                  <a:lnTo>
                    <a:pt x="269544" y="0"/>
                  </a:lnTo>
                </a:path>
                <a:path w="447675" h="552450">
                  <a:moveTo>
                    <a:pt x="347751" y="134023"/>
                  </a:moveTo>
                  <a:lnTo>
                    <a:pt x="447611" y="0"/>
                  </a:lnTo>
                </a:path>
                <a:path w="447675" h="552450">
                  <a:moveTo>
                    <a:pt x="126047" y="134023"/>
                  </a:moveTo>
                  <a:lnTo>
                    <a:pt x="197027" y="35699"/>
                  </a:lnTo>
                </a:path>
                <a:path w="447675" h="552450">
                  <a:moveTo>
                    <a:pt x="97193" y="211861"/>
                  </a:moveTo>
                  <a:lnTo>
                    <a:pt x="97193" y="552399"/>
                  </a:lnTo>
                </a:path>
                <a:path w="447675" h="552450">
                  <a:moveTo>
                    <a:pt x="121475" y="211861"/>
                  </a:moveTo>
                  <a:lnTo>
                    <a:pt x="121475" y="552399"/>
                  </a:lnTo>
                </a:path>
                <a:path w="447675" h="552450">
                  <a:moveTo>
                    <a:pt x="146926" y="211861"/>
                  </a:moveTo>
                  <a:lnTo>
                    <a:pt x="146926" y="552399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004034" y="5902807"/>
              <a:ext cx="39370" cy="340995"/>
            </a:xfrm>
            <a:custGeom>
              <a:avLst/>
              <a:gdLst/>
              <a:ahLst/>
              <a:cxnLst/>
              <a:rect l="l" t="t" r="r" b="b"/>
              <a:pathLst>
                <a:path w="39369" h="340995">
                  <a:moveTo>
                    <a:pt x="18224" y="0"/>
                  </a:moveTo>
                  <a:lnTo>
                    <a:pt x="0" y="0"/>
                  </a:lnTo>
                  <a:lnTo>
                    <a:pt x="0" y="340537"/>
                  </a:lnTo>
                  <a:lnTo>
                    <a:pt x="18224" y="340537"/>
                  </a:lnTo>
                  <a:lnTo>
                    <a:pt x="18224" y="0"/>
                  </a:lnTo>
                  <a:close/>
                </a:path>
                <a:path w="39369" h="340995">
                  <a:moveTo>
                    <a:pt x="39103" y="0"/>
                  </a:moveTo>
                  <a:lnTo>
                    <a:pt x="20878" y="0"/>
                  </a:lnTo>
                  <a:lnTo>
                    <a:pt x="20878" y="340537"/>
                  </a:lnTo>
                  <a:lnTo>
                    <a:pt x="39103" y="340537"/>
                  </a:lnTo>
                  <a:lnTo>
                    <a:pt x="391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059851" y="5902807"/>
              <a:ext cx="0" cy="340995"/>
            </a:xfrm>
            <a:custGeom>
              <a:avLst/>
              <a:gdLst/>
              <a:ahLst/>
              <a:cxnLst/>
              <a:rect l="l" t="t" r="r" b="b"/>
              <a:pathLst>
                <a:path w="0" h="340995">
                  <a:moveTo>
                    <a:pt x="0" y="0"/>
                  </a:moveTo>
                  <a:lnTo>
                    <a:pt x="0" y="340537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077707" y="5902807"/>
              <a:ext cx="90170" cy="340995"/>
            </a:xfrm>
            <a:custGeom>
              <a:avLst/>
              <a:gdLst/>
              <a:ahLst/>
              <a:cxnLst/>
              <a:rect l="l" t="t" r="r" b="b"/>
              <a:pathLst>
                <a:path w="90169" h="340995">
                  <a:moveTo>
                    <a:pt x="18211" y="0"/>
                  </a:moveTo>
                  <a:lnTo>
                    <a:pt x="0" y="0"/>
                  </a:lnTo>
                  <a:lnTo>
                    <a:pt x="0" y="340537"/>
                  </a:lnTo>
                  <a:lnTo>
                    <a:pt x="18211" y="340537"/>
                  </a:lnTo>
                  <a:lnTo>
                    <a:pt x="18211" y="0"/>
                  </a:lnTo>
                  <a:close/>
                </a:path>
                <a:path w="90169" h="340995">
                  <a:moveTo>
                    <a:pt x="41363" y="0"/>
                  </a:moveTo>
                  <a:lnTo>
                    <a:pt x="23152" y="0"/>
                  </a:lnTo>
                  <a:lnTo>
                    <a:pt x="23152" y="340537"/>
                  </a:lnTo>
                  <a:lnTo>
                    <a:pt x="41363" y="340537"/>
                  </a:lnTo>
                  <a:lnTo>
                    <a:pt x="41363" y="0"/>
                  </a:lnTo>
                  <a:close/>
                </a:path>
                <a:path w="90169" h="340995">
                  <a:moveTo>
                    <a:pt x="67183" y="0"/>
                  </a:moveTo>
                  <a:lnTo>
                    <a:pt x="48958" y="0"/>
                  </a:lnTo>
                  <a:lnTo>
                    <a:pt x="48958" y="340537"/>
                  </a:lnTo>
                  <a:lnTo>
                    <a:pt x="67183" y="340537"/>
                  </a:lnTo>
                  <a:lnTo>
                    <a:pt x="67183" y="0"/>
                  </a:lnTo>
                  <a:close/>
                </a:path>
                <a:path w="90169" h="340995">
                  <a:moveTo>
                    <a:pt x="89966" y="0"/>
                  </a:moveTo>
                  <a:lnTo>
                    <a:pt x="71755" y="0"/>
                  </a:lnTo>
                  <a:lnTo>
                    <a:pt x="71755" y="340537"/>
                  </a:lnTo>
                  <a:lnTo>
                    <a:pt x="89966" y="340537"/>
                  </a:lnTo>
                  <a:lnTo>
                    <a:pt x="899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182863" y="5902807"/>
              <a:ext cx="0" cy="340995"/>
            </a:xfrm>
            <a:custGeom>
              <a:avLst/>
              <a:gdLst/>
              <a:ahLst/>
              <a:cxnLst/>
              <a:rect l="l" t="t" r="r" b="b"/>
              <a:pathLst>
                <a:path w="0" h="340995">
                  <a:moveTo>
                    <a:pt x="0" y="0"/>
                  </a:moveTo>
                  <a:lnTo>
                    <a:pt x="0" y="340537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697659" y="5902807"/>
              <a:ext cx="779145" cy="601980"/>
            </a:xfrm>
            <a:custGeom>
              <a:avLst/>
              <a:gdLst/>
              <a:ahLst/>
              <a:cxnLst/>
              <a:rect l="l" t="t" r="r" b="b"/>
              <a:pathLst>
                <a:path w="779144" h="601979">
                  <a:moveTo>
                    <a:pt x="18224" y="477583"/>
                  </a:moveTo>
                  <a:lnTo>
                    <a:pt x="0" y="477583"/>
                  </a:lnTo>
                  <a:lnTo>
                    <a:pt x="0" y="601726"/>
                  </a:lnTo>
                  <a:lnTo>
                    <a:pt x="18224" y="601726"/>
                  </a:lnTo>
                  <a:lnTo>
                    <a:pt x="18224" y="477583"/>
                  </a:lnTo>
                  <a:close/>
                </a:path>
                <a:path w="779144" h="601979">
                  <a:moveTo>
                    <a:pt x="37211" y="477583"/>
                  </a:moveTo>
                  <a:lnTo>
                    <a:pt x="18999" y="477583"/>
                  </a:lnTo>
                  <a:lnTo>
                    <a:pt x="18999" y="601726"/>
                  </a:lnTo>
                  <a:lnTo>
                    <a:pt x="37211" y="601726"/>
                  </a:lnTo>
                  <a:lnTo>
                    <a:pt x="37211" y="477583"/>
                  </a:lnTo>
                  <a:close/>
                </a:path>
                <a:path w="779144" h="601979">
                  <a:moveTo>
                    <a:pt x="57708" y="477583"/>
                  </a:moveTo>
                  <a:lnTo>
                    <a:pt x="39497" y="477583"/>
                  </a:lnTo>
                  <a:lnTo>
                    <a:pt x="39497" y="601726"/>
                  </a:lnTo>
                  <a:lnTo>
                    <a:pt x="57708" y="601726"/>
                  </a:lnTo>
                  <a:lnTo>
                    <a:pt x="57708" y="477583"/>
                  </a:lnTo>
                  <a:close/>
                </a:path>
                <a:path w="779144" h="601979">
                  <a:moveTo>
                    <a:pt x="76695" y="477583"/>
                  </a:moveTo>
                  <a:lnTo>
                    <a:pt x="58483" y="477583"/>
                  </a:lnTo>
                  <a:lnTo>
                    <a:pt x="58483" y="601726"/>
                  </a:lnTo>
                  <a:lnTo>
                    <a:pt x="76695" y="601726"/>
                  </a:lnTo>
                  <a:lnTo>
                    <a:pt x="76695" y="477583"/>
                  </a:lnTo>
                  <a:close/>
                </a:path>
                <a:path w="779144" h="601979">
                  <a:moveTo>
                    <a:pt x="97586" y="477583"/>
                  </a:moveTo>
                  <a:lnTo>
                    <a:pt x="79362" y="477583"/>
                  </a:lnTo>
                  <a:lnTo>
                    <a:pt x="79362" y="601726"/>
                  </a:lnTo>
                  <a:lnTo>
                    <a:pt x="97586" y="601726"/>
                  </a:lnTo>
                  <a:lnTo>
                    <a:pt x="97586" y="477583"/>
                  </a:lnTo>
                  <a:close/>
                </a:path>
                <a:path w="779144" h="601979">
                  <a:moveTo>
                    <a:pt x="522401" y="0"/>
                  </a:moveTo>
                  <a:lnTo>
                    <a:pt x="504190" y="0"/>
                  </a:lnTo>
                  <a:lnTo>
                    <a:pt x="504190" y="340537"/>
                  </a:lnTo>
                  <a:lnTo>
                    <a:pt x="522401" y="340537"/>
                  </a:lnTo>
                  <a:lnTo>
                    <a:pt x="522401" y="0"/>
                  </a:lnTo>
                  <a:close/>
                </a:path>
                <a:path w="779144" h="601979">
                  <a:moveTo>
                    <a:pt x="545566" y="0"/>
                  </a:moveTo>
                  <a:lnTo>
                    <a:pt x="527342" y="0"/>
                  </a:lnTo>
                  <a:lnTo>
                    <a:pt x="527342" y="340537"/>
                  </a:lnTo>
                  <a:lnTo>
                    <a:pt x="545566" y="340537"/>
                  </a:lnTo>
                  <a:lnTo>
                    <a:pt x="545566" y="0"/>
                  </a:lnTo>
                  <a:close/>
                </a:path>
                <a:path w="779144" h="601979">
                  <a:moveTo>
                    <a:pt x="700443" y="477583"/>
                  </a:moveTo>
                  <a:lnTo>
                    <a:pt x="682231" y="477583"/>
                  </a:lnTo>
                  <a:lnTo>
                    <a:pt x="682231" y="601726"/>
                  </a:lnTo>
                  <a:lnTo>
                    <a:pt x="700443" y="601726"/>
                  </a:lnTo>
                  <a:lnTo>
                    <a:pt x="700443" y="477583"/>
                  </a:lnTo>
                  <a:close/>
                </a:path>
                <a:path w="779144" h="601979">
                  <a:moveTo>
                    <a:pt x="720559" y="477583"/>
                  </a:moveTo>
                  <a:lnTo>
                    <a:pt x="702335" y="477583"/>
                  </a:lnTo>
                  <a:lnTo>
                    <a:pt x="702335" y="601726"/>
                  </a:lnTo>
                  <a:lnTo>
                    <a:pt x="720559" y="601726"/>
                  </a:lnTo>
                  <a:lnTo>
                    <a:pt x="720559" y="477583"/>
                  </a:lnTo>
                  <a:close/>
                </a:path>
                <a:path w="779144" h="601979">
                  <a:moveTo>
                    <a:pt x="739559" y="477583"/>
                  </a:moveTo>
                  <a:lnTo>
                    <a:pt x="721334" y="477583"/>
                  </a:lnTo>
                  <a:lnTo>
                    <a:pt x="721334" y="601726"/>
                  </a:lnTo>
                  <a:lnTo>
                    <a:pt x="739559" y="601726"/>
                  </a:lnTo>
                  <a:lnTo>
                    <a:pt x="739559" y="477583"/>
                  </a:lnTo>
                  <a:close/>
                </a:path>
                <a:path w="779144" h="601979">
                  <a:moveTo>
                    <a:pt x="760056" y="477583"/>
                  </a:moveTo>
                  <a:lnTo>
                    <a:pt x="741845" y="477583"/>
                  </a:lnTo>
                  <a:lnTo>
                    <a:pt x="741845" y="601726"/>
                  </a:lnTo>
                  <a:lnTo>
                    <a:pt x="760056" y="601726"/>
                  </a:lnTo>
                  <a:lnTo>
                    <a:pt x="760056" y="477583"/>
                  </a:lnTo>
                  <a:close/>
                </a:path>
                <a:path w="779144" h="601979">
                  <a:moveTo>
                    <a:pt x="779043" y="477583"/>
                  </a:moveTo>
                  <a:lnTo>
                    <a:pt x="760831" y="477583"/>
                  </a:lnTo>
                  <a:lnTo>
                    <a:pt x="760831" y="601726"/>
                  </a:lnTo>
                  <a:lnTo>
                    <a:pt x="779043" y="601726"/>
                  </a:lnTo>
                  <a:lnTo>
                    <a:pt x="779043" y="4775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43430" y="6133439"/>
              <a:ext cx="127165" cy="136283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84603" y="6133439"/>
              <a:ext cx="126796" cy="136283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1781187" y="5293474"/>
              <a:ext cx="600075" cy="283845"/>
            </a:xfrm>
            <a:custGeom>
              <a:avLst/>
              <a:gdLst/>
              <a:ahLst/>
              <a:cxnLst/>
              <a:rect l="l" t="t" r="r" b="b"/>
              <a:pathLst>
                <a:path w="600075" h="283845">
                  <a:moveTo>
                    <a:pt x="496214" y="283590"/>
                  </a:moveTo>
                  <a:lnTo>
                    <a:pt x="599846" y="0"/>
                  </a:lnTo>
                  <a:lnTo>
                    <a:pt x="599846" y="58458"/>
                  </a:lnTo>
                  <a:lnTo>
                    <a:pt x="496214" y="283590"/>
                  </a:lnTo>
                </a:path>
                <a:path w="600075" h="283845">
                  <a:moveTo>
                    <a:pt x="104787" y="283590"/>
                  </a:moveTo>
                  <a:lnTo>
                    <a:pt x="0" y="0"/>
                  </a:lnTo>
                  <a:lnTo>
                    <a:pt x="0" y="58458"/>
                  </a:lnTo>
                  <a:lnTo>
                    <a:pt x="104787" y="28359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84831" y="4961267"/>
              <a:ext cx="1333322" cy="1081239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2384831" y="4961280"/>
              <a:ext cx="1333500" cy="1081405"/>
            </a:xfrm>
            <a:custGeom>
              <a:avLst/>
              <a:gdLst/>
              <a:ahLst/>
              <a:cxnLst/>
              <a:rect l="l" t="t" r="r" b="b"/>
              <a:pathLst>
                <a:path w="1333500" h="1081404">
                  <a:moveTo>
                    <a:pt x="3784" y="217538"/>
                  </a:moveTo>
                  <a:lnTo>
                    <a:pt x="0" y="314718"/>
                  </a:lnTo>
                  <a:lnTo>
                    <a:pt x="5308" y="317766"/>
                  </a:lnTo>
                  <a:lnTo>
                    <a:pt x="7975" y="321932"/>
                  </a:lnTo>
                  <a:lnTo>
                    <a:pt x="14795" y="335978"/>
                  </a:lnTo>
                  <a:lnTo>
                    <a:pt x="16319" y="341680"/>
                  </a:lnTo>
                  <a:lnTo>
                    <a:pt x="18605" y="348894"/>
                  </a:lnTo>
                  <a:lnTo>
                    <a:pt x="18605" y="359143"/>
                  </a:lnTo>
                  <a:lnTo>
                    <a:pt x="20129" y="364464"/>
                  </a:lnTo>
                  <a:lnTo>
                    <a:pt x="20129" y="618058"/>
                  </a:lnTo>
                  <a:lnTo>
                    <a:pt x="36436" y="618058"/>
                  </a:lnTo>
                  <a:lnTo>
                    <a:pt x="52781" y="622617"/>
                  </a:lnTo>
                  <a:lnTo>
                    <a:pt x="84670" y="655256"/>
                  </a:lnTo>
                  <a:lnTo>
                    <a:pt x="86182" y="665518"/>
                  </a:lnTo>
                  <a:lnTo>
                    <a:pt x="88823" y="678040"/>
                  </a:lnTo>
                  <a:lnTo>
                    <a:pt x="88823" y="770686"/>
                  </a:lnTo>
                  <a:lnTo>
                    <a:pt x="132105" y="770686"/>
                  </a:lnTo>
                  <a:lnTo>
                    <a:pt x="132105" y="729297"/>
                  </a:lnTo>
                  <a:lnTo>
                    <a:pt x="212991" y="729297"/>
                  </a:lnTo>
                  <a:lnTo>
                    <a:pt x="212991" y="958596"/>
                  </a:lnTo>
                  <a:lnTo>
                    <a:pt x="132105" y="958596"/>
                  </a:lnTo>
                  <a:lnTo>
                    <a:pt x="132105" y="924433"/>
                  </a:lnTo>
                  <a:lnTo>
                    <a:pt x="88823" y="924433"/>
                  </a:lnTo>
                  <a:lnTo>
                    <a:pt x="88823" y="1081227"/>
                  </a:lnTo>
                  <a:lnTo>
                    <a:pt x="123761" y="1081227"/>
                  </a:lnTo>
                  <a:lnTo>
                    <a:pt x="121475" y="1079715"/>
                  </a:lnTo>
                  <a:lnTo>
                    <a:pt x="1333322" y="817752"/>
                  </a:lnTo>
                  <a:lnTo>
                    <a:pt x="1331798" y="0"/>
                  </a:lnTo>
                  <a:lnTo>
                    <a:pt x="3784" y="217538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90458" y="4945329"/>
              <a:ext cx="2012492" cy="277901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1690458" y="4945329"/>
              <a:ext cx="2012950" cy="278130"/>
            </a:xfrm>
            <a:custGeom>
              <a:avLst/>
              <a:gdLst/>
              <a:ahLst/>
              <a:cxnLst/>
              <a:rect l="l" t="t" r="r" b="b"/>
              <a:pathLst>
                <a:path w="2012950" h="278129">
                  <a:moveTo>
                    <a:pt x="697026" y="229692"/>
                  </a:moveTo>
                  <a:lnTo>
                    <a:pt x="2012492" y="15951"/>
                  </a:lnTo>
                  <a:lnTo>
                    <a:pt x="1388364" y="0"/>
                  </a:lnTo>
                  <a:lnTo>
                    <a:pt x="0" y="277901"/>
                  </a:lnTo>
                  <a:lnTo>
                    <a:pt x="697026" y="229692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2506306" y="5779033"/>
              <a:ext cx="1212215" cy="319405"/>
            </a:xfrm>
            <a:custGeom>
              <a:avLst/>
              <a:gdLst/>
              <a:ahLst/>
              <a:cxnLst/>
              <a:rect l="l" t="t" r="r" b="b"/>
              <a:pathLst>
                <a:path w="1212214" h="319404">
                  <a:moveTo>
                    <a:pt x="1211846" y="0"/>
                  </a:moveTo>
                  <a:lnTo>
                    <a:pt x="0" y="261962"/>
                  </a:lnTo>
                  <a:lnTo>
                    <a:pt x="0" y="319278"/>
                  </a:lnTo>
                  <a:lnTo>
                    <a:pt x="1211846" y="56946"/>
                  </a:lnTo>
                  <a:lnTo>
                    <a:pt x="12118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506306" y="5779033"/>
              <a:ext cx="1212215" cy="319405"/>
            </a:xfrm>
            <a:custGeom>
              <a:avLst/>
              <a:gdLst/>
              <a:ahLst/>
              <a:cxnLst/>
              <a:rect l="l" t="t" r="r" b="b"/>
              <a:pathLst>
                <a:path w="1212214" h="319404">
                  <a:moveTo>
                    <a:pt x="0" y="261962"/>
                  </a:moveTo>
                  <a:lnTo>
                    <a:pt x="1211846" y="0"/>
                  </a:lnTo>
                  <a:lnTo>
                    <a:pt x="1211846" y="56946"/>
                  </a:lnTo>
                  <a:lnTo>
                    <a:pt x="0" y="319278"/>
                  </a:lnTo>
                  <a:lnTo>
                    <a:pt x="0" y="261962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3860495" y="5006454"/>
              <a:ext cx="784860" cy="328930"/>
            </a:xfrm>
            <a:custGeom>
              <a:avLst/>
              <a:gdLst/>
              <a:ahLst/>
              <a:cxnLst/>
              <a:rect l="l" t="t" r="r" b="b"/>
              <a:pathLst>
                <a:path w="784860" h="328929">
                  <a:moveTo>
                    <a:pt x="389915" y="0"/>
                  </a:moveTo>
                  <a:lnTo>
                    <a:pt x="458609" y="31508"/>
                  </a:lnTo>
                  <a:lnTo>
                    <a:pt x="0" y="279425"/>
                  </a:lnTo>
                  <a:lnTo>
                    <a:pt x="103670" y="328396"/>
                  </a:lnTo>
                  <a:lnTo>
                    <a:pt x="698563" y="151485"/>
                  </a:lnTo>
                  <a:lnTo>
                    <a:pt x="764616" y="185267"/>
                  </a:lnTo>
                  <a:lnTo>
                    <a:pt x="784745" y="7594"/>
                  </a:lnTo>
                  <a:lnTo>
                    <a:pt x="389915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3860495" y="5006454"/>
              <a:ext cx="784860" cy="328930"/>
            </a:xfrm>
            <a:custGeom>
              <a:avLst/>
              <a:gdLst/>
              <a:ahLst/>
              <a:cxnLst/>
              <a:rect l="l" t="t" r="r" b="b"/>
              <a:pathLst>
                <a:path w="784860" h="328929">
                  <a:moveTo>
                    <a:pt x="0" y="279425"/>
                  </a:moveTo>
                  <a:lnTo>
                    <a:pt x="458609" y="31508"/>
                  </a:lnTo>
                  <a:lnTo>
                    <a:pt x="389915" y="0"/>
                  </a:lnTo>
                  <a:lnTo>
                    <a:pt x="784745" y="7594"/>
                  </a:lnTo>
                  <a:lnTo>
                    <a:pt x="764616" y="185267"/>
                  </a:lnTo>
                  <a:lnTo>
                    <a:pt x="698563" y="151485"/>
                  </a:lnTo>
                  <a:lnTo>
                    <a:pt x="103670" y="328396"/>
                  </a:lnTo>
                  <a:lnTo>
                    <a:pt x="0" y="279425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3817054" y="3053366"/>
            <a:ext cx="233679" cy="1155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spc="-10">
                <a:latin typeface="Times New Roman"/>
                <a:cs typeface="Times New Roman"/>
              </a:rPr>
              <a:t>Switch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3289729" y="4523504"/>
            <a:ext cx="421640" cy="28257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440"/>
              </a:spcBef>
            </a:pPr>
            <a:r>
              <a:rPr dirty="0" sz="550" spc="-10">
                <a:latin typeface="Times New Roman"/>
                <a:cs typeface="Times New Roman"/>
              </a:rPr>
              <a:t>Photoelectric</a:t>
            </a:r>
            <a:endParaRPr sz="550">
              <a:latin typeface="Times New Roman"/>
              <a:cs typeface="Times New Roman"/>
            </a:endParaRPr>
          </a:p>
          <a:p>
            <a:pPr algn="r" marR="16510">
              <a:lnSpc>
                <a:spcPct val="100000"/>
              </a:lnSpc>
              <a:spcBef>
                <a:spcPts val="350"/>
              </a:spcBef>
            </a:pPr>
            <a:r>
              <a:rPr dirty="0" sz="550" spc="-10">
                <a:latin typeface="Times New Roman"/>
                <a:cs typeface="Times New Roman"/>
              </a:rPr>
              <a:t>Switch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5128345" y="3781523"/>
            <a:ext cx="997585" cy="3175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spc="-10">
                <a:latin typeface="Times New Roman"/>
                <a:cs typeface="Times New Roman"/>
              </a:rPr>
              <a:t>Pushbutton</a:t>
            </a: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5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550" spc="-10">
                <a:latin typeface="Times New Roman"/>
                <a:cs typeface="Times New Roman"/>
              </a:rPr>
              <a:t>CPM2A</a:t>
            </a:r>
            <a:endParaRPr sz="550">
              <a:latin typeface="Times New Roman"/>
              <a:cs typeface="Times New Roman"/>
            </a:endParaRPr>
          </a:p>
        </p:txBody>
      </p:sp>
      <p:grpSp>
        <p:nvGrpSpPr>
          <p:cNvPr id="63" name="object 63" descr=""/>
          <p:cNvGrpSpPr/>
          <p:nvPr/>
        </p:nvGrpSpPr>
        <p:grpSpPr>
          <a:xfrm>
            <a:off x="4246219" y="3011423"/>
            <a:ext cx="2266950" cy="2228215"/>
            <a:chOff x="4246219" y="3011423"/>
            <a:chExt cx="2266950" cy="2228215"/>
          </a:xfrm>
        </p:grpSpPr>
        <p:sp>
          <p:nvSpPr>
            <p:cNvPr id="64" name="object 64" descr=""/>
            <p:cNvSpPr/>
            <p:nvPr/>
          </p:nvSpPr>
          <p:spPr>
            <a:xfrm>
              <a:off x="4255325" y="3020529"/>
              <a:ext cx="2248535" cy="2210435"/>
            </a:xfrm>
            <a:custGeom>
              <a:avLst/>
              <a:gdLst/>
              <a:ahLst/>
              <a:cxnLst/>
              <a:rect l="l" t="t" r="r" b="b"/>
              <a:pathLst>
                <a:path w="2248534" h="2210435">
                  <a:moveTo>
                    <a:pt x="1037958" y="0"/>
                  </a:moveTo>
                  <a:lnTo>
                    <a:pt x="2248268" y="0"/>
                  </a:lnTo>
                  <a:lnTo>
                    <a:pt x="2247125" y="1292694"/>
                  </a:lnTo>
                  <a:lnTo>
                    <a:pt x="1951761" y="1292694"/>
                  </a:lnTo>
                </a:path>
                <a:path w="2248534" h="2210435">
                  <a:moveTo>
                    <a:pt x="0" y="134035"/>
                  </a:moveTo>
                  <a:lnTo>
                    <a:pt x="2131326" y="637057"/>
                  </a:lnTo>
                  <a:lnTo>
                    <a:pt x="2131326" y="1231201"/>
                  </a:lnTo>
                  <a:lnTo>
                    <a:pt x="1950618" y="1231201"/>
                  </a:lnTo>
                </a:path>
                <a:path w="2248534" h="2210435">
                  <a:moveTo>
                    <a:pt x="734999" y="1976056"/>
                  </a:moveTo>
                  <a:lnTo>
                    <a:pt x="1698536" y="2209914"/>
                  </a:lnTo>
                  <a:lnTo>
                    <a:pt x="1698536" y="1410766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26302" y="4146183"/>
              <a:ext cx="413524" cy="310169"/>
            </a:xfrm>
            <a:prstGeom prst="rect">
              <a:avLst/>
            </a:prstGeom>
          </p:spPr>
        </p:pic>
      </p:grpSp>
      <p:sp>
        <p:nvSpPr>
          <p:cNvPr id="66" name="object 6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58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1082" y="961543"/>
            <a:ext cx="537972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2130" algn="l"/>
              </a:tabLst>
            </a:pPr>
            <a:r>
              <a:rPr dirty="0" sz="1550" spc="40">
                <a:latin typeface="Times New Roman"/>
                <a:cs typeface="Times New Roman"/>
              </a:rPr>
              <a:t>6.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5563" y="953376"/>
            <a:ext cx="6492875" cy="12065"/>
          </a:xfrm>
          <a:custGeom>
            <a:avLst/>
            <a:gdLst/>
            <a:ahLst/>
            <a:cxnLst/>
            <a:rect l="l" t="t" r="r" b="b"/>
            <a:pathLst>
              <a:path w="6492875" h="12065">
                <a:moveTo>
                  <a:pt x="0" y="0"/>
                </a:moveTo>
                <a:lnTo>
                  <a:pt x="6492671" y="0"/>
                </a:lnTo>
              </a:path>
              <a:path w="6492875" h="12065">
                <a:moveTo>
                  <a:pt x="0" y="11772"/>
                </a:moveTo>
                <a:lnTo>
                  <a:pt x="6492671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5563" y="1234687"/>
            <a:ext cx="6492875" cy="74930"/>
            <a:chOff x="625563" y="1234687"/>
            <a:chExt cx="6492875" cy="74930"/>
          </a:xfrm>
        </p:grpSpPr>
        <p:sp>
          <p:nvSpPr>
            <p:cNvPr id="5" name="object 5" descr=""/>
            <p:cNvSpPr/>
            <p:nvPr/>
          </p:nvSpPr>
          <p:spPr>
            <a:xfrm>
              <a:off x="625563" y="1304543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71892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5563" y="1239431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43966" y="1553032"/>
            <a:ext cx="6467475" cy="126364"/>
          </a:xfrm>
          <a:prstGeom prst="rect">
            <a:avLst/>
          </a:prstGeom>
          <a:ln w="567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Ladder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diagram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: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Main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 spc="-50">
                <a:latin typeface="Times New Roman"/>
                <a:cs typeface="Times New Roman"/>
              </a:rPr>
              <a:t>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43966" y="1730501"/>
            <a:ext cx="6467475" cy="246379"/>
          </a:xfrm>
          <a:prstGeom prst="rect">
            <a:avLst/>
          </a:prstGeom>
          <a:ln w="567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Main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10">
                <a:latin typeface="Franklin Gothic Demi Cond"/>
                <a:cs typeface="Franklin Gothic Demi Cond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Autodoor</a:t>
            </a:r>
            <a:endParaRPr sz="75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Times New Roman"/>
                <a:cs typeface="Times New Roman"/>
              </a:rPr>
              <a:t>Thiz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program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zhowz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the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automatic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control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of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warehouze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door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32015" y="2027948"/>
            <a:ext cx="6478905" cy="126364"/>
          </a:xfrm>
          <a:prstGeom prst="rect">
            <a:avLst/>
          </a:prstGeom>
          <a:ln w="567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14">
                <a:latin typeface="Franklin Gothic Demi Cond"/>
                <a:cs typeface="Franklin Gothic Demi Cond"/>
              </a:rPr>
              <a:t> </a:t>
            </a:r>
            <a:r>
              <a:rPr dirty="0" sz="750">
                <a:latin typeface="Times New Roman"/>
                <a:cs typeface="Times New Roman"/>
              </a:rPr>
              <a:t>Raize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door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32015" y="3120389"/>
            <a:ext cx="6478905" cy="246379"/>
          </a:xfrm>
          <a:prstGeom prst="rect">
            <a:avLst/>
          </a:prstGeom>
          <a:ln w="567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2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35">
                <a:latin typeface="Franklin Gothic Demi Cond"/>
                <a:cs typeface="Franklin Gothic Demi Cond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Photozenzor</a:t>
            </a:r>
            <a:endParaRPr sz="750">
              <a:latin typeface="Times New Roman"/>
              <a:cs typeface="Times New Roman"/>
            </a:endParaRPr>
          </a:p>
          <a:p>
            <a:pPr marL="78740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Times New Roman"/>
                <a:cs typeface="Times New Roman"/>
              </a:rPr>
              <a:t>Senze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until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differentiation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down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32015" y="4212806"/>
            <a:ext cx="6478905" cy="126364"/>
          </a:xfrm>
          <a:prstGeom prst="rect">
            <a:avLst/>
          </a:prstGeom>
          <a:ln w="567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3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45">
                <a:latin typeface="Franklin Gothic Demi Cond"/>
                <a:cs typeface="Franklin Gothic Demi Cond"/>
              </a:rPr>
              <a:t> </a:t>
            </a:r>
            <a:r>
              <a:rPr dirty="0" sz="750">
                <a:latin typeface="Times New Roman"/>
                <a:cs typeface="Times New Roman"/>
              </a:rPr>
              <a:t>Lower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door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32015" y="5260251"/>
            <a:ext cx="6478905" cy="126364"/>
          </a:xfrm>
          <a:prstGeom prst="rect">
            <a:avLst/>
          </a:prstGeom>
          <a:ln w="567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4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35">
                <a:latin typeface="Franklin Gothic Demi Cond"/>
                <a:cs typeface="Franklin Gothic Demi Cond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End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632015" y="2180005"/>
            <a:ext cx="641350" cy="918844"/>
          </a:xfrm>
          <a:custGeom>
            <a:avLst/>
            <a:gdLst/>
            <a:ahLst/>
            <a:cxnLst/>
            <a:rect l="l" t="t" r="r" b="b"/>
            <a:pathLst>
              <a:path w="641350" h="918844">
                <a:moveTo>
                  <a:pt x="641222" y="128701"/>
                </a:moveTo>
                <a:lnTo>
                  <a:pt x="641222" y="308648"/>
                </a:lnTo>
              </a:path>
              <a:path w="641350" h="918844">
                <a:moveTo>
                  <a:pt x="641222" y="618439"/>
                </a:moveTo>
                <a:lnTo>
                  <a:pt x="641222" y="798766"/>
                </a:lnTo>
              </a:path>
              <a:path w="641350" h="918844">
                <a:moveTo>
                  <a:pt x="11379" y="223608"/>
                </a:moveTo>
                <a:lnTo>
                  <a:pt x="641222" y="223608"/>
                </a:lnTo>
              </a:path>
              <a:path w="641350" h="918844">
                <a:moveTo>
                  <a:pt x="641222" y="713346"/>
                </a:moveTo>
                <a:lnTo>
                  <a:pt x="11379" y="713346"/>
                </a:lnTo>
              </a:path>
              <a:path w="641350" h="918844">
                <a:moveTo>
                  <a:pt x="0" y="0"/>
                </a:moveTo>
                <a:lnTo>
                  <a:pt x="0" y="918743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5" name="object 15" descr=""/>
          <p:cNvGrpSpPr/>
          <p:nvPr/>
        </p:nvGrpSpPr>
        <p:grpSpPr>
          <a:xfrm>
            <a:off x="1358652" y="2304154"/>
            <a:ext cx="2986405" cy="675005"/>
            <a:chOff x="1358652" y="2304154"/>
            <a:chExt cx="2986405" cy="675005"/>
          </a:xfrm>
        </p:grpSpPr>
        <p:sp>
          <p:nvSpPr>
            <p:cNvPr id="16" name="object 16" descr=""/>
            <p:cNvSpPr/>
            <p:nvPr/>
          </p:nvSpPr>
          <p:spPr>
            <a:xfrm>
              <a:off x="1363205" y="2308707"/>
              <a:ext cx="1811020" cy="670560"/>
            </a:xfrm>
            <a:custGeom>
              <a:avLst/>
              <a:gdLst/>
              <a:ahLst/>
              <a:cxnLst/>
              <a:rect l="l" t="t" r="r" b="b"/>
              <a:pathLst>
                <a:path w="1811020" h="670560">
                  <a:moveTo>
                    <a:pt x="0" y="0"/>
                  </a:moveTo>
                  <a:lnTo>
                    <a:pt x="0" y="179946"/>
                  </a:lnTo>
                </a:path>
                <a:path w="1811020" h="670560">
                  <a:moveTo>
                    <a:pt x="0" y="489737"/>
                  </a:moveTo>
                  <a:lnTo>
                    <a:pt x="0" y="670064"/>
                  </a:lnTo>
                </a:path>
                <a:path w="1811020" h="670560">
                  <a:moveTo>
                    <a:pt x="906970" y="0"/>
                  </a:moveTo>
                  <a:lnTo>
                    <a:pt x="906970" y="179946"/>
                  </a:lnTo>
                </a:path>
                <a:path w="1811020" h="670560">
                  <a:moveTo>
                    <a:pt x="997331" y="0"/>
                  </a:moveTo>
                  <a:lnTo>
                    <a:pt x="997331" y="179946"/>
                  </a:lnTo>
                </a:path>
                <a:path w="1811020" h="670560">
                  <a:moveTo>
                    <a:pt x="1720926" y="0"/>
                  </a:moveTo>
                  <a:lnTo>
                    <a:pt x="1720926" y="179946"/>
                  </a:lnTo>
                </a:path>
                <a:path w="1811020" h="670560">
                  <a:moveTo>
                    <a:pt x="1810537" y="0"/>
                  </a:moveTo>
                  <a:lnTo>
                    <a:pt x="1810537" y="179946"/>
                  </a:lnTo>
                </a:path>
                <a:path w="1811020" h="670560">
                  <a:moveTo>
                    <a:pt x="997331" y="0"/>
                  </a:moveTo>
                  <a:lnTo>
                    <a:pt x="906970" y="179946"/>
                  </a:lnTo>
                </a:path>
                <a:path w="1811020" h="670560">
                  <a:moveTo>
                    <a:pt x="1810537" y="0"/>
                  </a:moveTo>
                  <a:lnTo>
                    <a:pt x="1720926" y="179946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64958" y="2304154"/>
              <a:ext cx="279958" cy="189052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363205" y="2403614"/>
              <a:ext cx="2716530" cy="498475"/>
            </a:xfrm>
            <a:custGeom>
              <a:avLst/>
              <a:gdLst/>
              <a:ahLst/>
              <a:cxnLst/>
              <a:rect l="l" t="t" r="r" b="b"/>
              <a:pathLst>
                <a:path w="2716529" h="498475">
                  <a:moveTo>
                    <a:pt x="0" y="0"/>
                  </a:moveTo>
                  <a:lnTo>
                    <a:pt x="916838" y="0"/>
                  </a:lnTo>
                </a:path>
                <a:path w="2716529" h="498475">
                  <a:moveTo>
                    <a:pt x="1820024" y="0"/>
                  </a:moveTo>
                  <a:lnTo>
                    <a:pt x="2716364" y="0"/>
                  </a:lnTo>
                </a:path>
                <a:path w="2716529" h="498475">
                  <a:moveTo>
                    <a:pt x="9118" y="489737"/>
                  </a:moveTo>
                  <a:lnTo>
                    <a:pt x="481761" y="489737"/>
                  </a:lnTo>
                </a:path>
                <a:path w="2716529" h="498475">
                  <a:moveTo>
                    <a:pt x="477977" y="1904"/>
                  </a:moveTo>
                  <a:lnTo>
                    <a:pt x="477977" y="498462"/>
                  </a:lnTo>
                </a:path>
                <a:path w="2716529" h="498475">
                  <a:moveTo>
                    <a:pt x="1002639" y="0"/>
                  </a:moveTo>
                  <a:lnTo>
                    <a:pt x="1722831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065394" y="2184677"/>
            <a:ext cx="3302635" cy="9099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18745">
              <a:lnSpc>
                <a:spcPct val="100000"/>
              </a:lnSpc>
              <a:spcBef>
                <a:spcPts val="135"/>
              </a:spcBef>
              <a:tabLst>
                <a:tab pos="1107440" algn="l"/>
                <a:tab pos="1929764" algn="l"/>
                <a:tab pos="2949575" algn="l"/>
              </a:tabLst>
            </a:pPr>
            <a:r>
              <a:rPr dirty="0" sz="750" spc="-10">
                <a:latin typeface="Times New Roman"/>
                <a:cs typeface="Times New Roman"/>
              </a:rPr>
              <a:t>000.00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000.02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010.01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010.00</a:t>
            </a:r>
            <a:endParaRPr sz="750">
              <a:latin typeface="Times New Roman"/>
              <a:cs typeface="Times New Roman"/>
            </a:endParaRPr>
          </a:p>
          <a:p>
            <a:pPr marL="109855" marR="5080" indent="-97790">
              <a:lnSpc>
                <a:spcPct val="169100"/>
              </a:lnSpc>
              <a:spcBef>
                <a:spcPts val="765"/>
              </a:spcBef>
              <a:tabLst>
                <a:tab pos="1055370" algn="l"/>
                <a:tab pos="1835150" algn="l"/>
                <a:tab pos="2884805" algn="l"/>
              </a:tabLst>
            </a:pPr>
            <a:r>
              <a:rPr dirty="0" sz="750" spc="-10">
                <a:latin typeface="Times New Roman"/>
                <a:cs typeface="Times New Roman"/>
              </a:rPr>
              <a:t>Ultrazwitch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UpperLS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Lowerdoor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Raizedoor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010.00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750">
              <a:latin typeface="Times New Roman"/>
              <a:cs typeface="Times New Roman"/>
            </a:endParaRPr>
          </a:p>
          <a:p>
            <a:pPr marL="33655">
              <a:lnSpc>
                <a:spcPct val="100000"/>
              </a:lnSpc>
            </a:pPr>
            <a:r>
              <a:rPr dirty="0" sz="750" spc="-10">
                <a:latin typeface="Times New Roman"/>
                <a:cs typeface="Times New Roman"/>
              </a:rPr>
              <a:t>Raizedoor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633907" y="3534193"/>
            <a:ext cx="639445" cy="441959"/>
          </a:xfrm>
          <a:custGeom>
            <a:avLst/>
            <a:gdLst/>
            <a:ahLst/>
            <a:cxnLst/>
            <a:rect l="l" t="t" r="r" b="b"/>
            <a:pathLst>
              <a:path w="639444" h="441960">
                <a:moveTo>
                  <a:pt x="639330" y="0"/>
                </a:moveTo>
                <a:lnTo>
                  <a:pt x="639330" y="179565"/>
                </a:lnTo>
              </a:path>
              <a:path w="639444" h="441960">
                <a:moveTo>
                  <a:pt x="630212" y="85420"/>
                </a:moveTo>
                <a:lnTo>
                  <a:pt x="0" y="85420"/>
                </a:lnTo>
              </a:path>
              <a:path w="639444" h="441960">
                <a:moveTo>
                  <a:pt x="9486" y="441528"/>
                </a:moveTo>
                <a:lnTo>
                  <a:pt x="472274" y="44152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1363205" y="3534193"/>
            <a:ext cx="0" cy="179705"/>
          </a:xfrm>
          <a:custGeom>
            <a:avLst/>
            <a:gdLst/>
            <a:ahLst/>
            <a:cxnLst/>
            <a:rect l="l" t="t" r="r" b="b"/>
            <a:pathLst>
              <a:path w="0" h="179704">
                <a:moveTo>
                  <a:pt x="0" y="0"/>
                </a:moveTo>
                <a:lnTo>
                  <a:pt x="0" y="179565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172074" y="3413583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633907" y="3396005"/>
            <a:ext cx="0" cy="785495"/>
          </a:xfrm>
          <a:custGeom>
            <a:avLst/>
            <a:gdLst/>
            <a:ahLst/>
            <a:cxnLst/>
            <a:rect l="l" t="t" r="r" b="b"/>
            <a:pathLst>
              <a:path w="0" h="785495">
                <a:moveTo>
                  <a:pt x="0" y="0"/>
                </a:moveTo>
                <a:lnTo>
                  <a:pt x="0" y="78548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2234869" y="3457879"/>
            <a:ext cx="900430" cy="666115"/>
          </a:xfrm>
          <a:custGeom>
            <a:avLst/>
            <a:gdLst/>
            <a:ahLst/>
            <a:cxnLst/>
            <a:rect l="l" t="t" r="r" b="b"/>
            <a:pathLst>
              <a:path w="900430" h="666114">
                <a:moveTo>
                  <a:pt x="0" y="0"/>
                </a:moveTo>
                <a:lnTo>
                  <a:pt x="900150" y="0"/>
                </a:lnTo>
                <a:lnTo>
                  <a:pt x="900150" y="665530"/>
                </a:lnTo>
                <a:lnTo>
                  <a:pt x="0" y="665530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2317460" y="3566202"/>
            <a:ext cx="429259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DIFD(14)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2317460" y="3880168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200.00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1363205" y="3627958"/>
            <a:ext cx="1780539" cy="171450"/>
          </a:xfrm>
          <a:custGeom>
            <a:avLst/>
            <a:gdLst/>
            <a:ahLst/>
            <a:cxnLst/>
            <a:rect l="l" t="t" r="r" b="b"/>
            <a:pathLst>
              <a:path w="1780539" h="171450">
                <a:moveTo>
                  <a:pt x="880783" y="171221"/>
                </a:moveTo>
                <a:lnTo>
                  <a:pt x="1780527" y="171221"/>
                </a:lnTo>
              </a:path>
              <a:path w="1780539" h="171450">
                <a:moveTo>
                  <a:pt x="0" y="0"/>
                </a:moveTo>
                <a:lnTo>
                  <a:pt x="880783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1053244" y="3696794"/>
            <a:ext cx="51689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Photozenzor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632015" y="4370171"/>
            <a:ext cx="641350" cy="862330"/>
          </a:xfrm>
          <a:custGeom>
            <a:avLst/>
            <a:gdLst/>
            <a:ahLst/>
            <a:cxnLst/>
            <a:rect l="l" t="t" r="r" b="b"/>
            <a:pathLst>
              <a:path w="641350" h="862329">
                <a:moveTo>
                  <a:pt x="641222" y="128701"/>
                </a:moveTo>
                <a:lnTo>
                  <a:pt x="641222" y="308279"/>
                </a:lnTo>
              </a:path>
              <a:path w="641350" h="862329">
                <a:moveTo>
                  <a:pt x="641222" y="538721"/>
                </a:moveTo>
                <a:lnTo>
                  <a:pt x="641222" y="718286"/>
                </a:lnTo>
              </a:path>
              <a:path w="641350" h="862329">
                <a:moveTo>
                  <a:pt x="11379" y="223608"/>
                </a:moveTo>
                <a:lnTo>
                  <a:pt x="641222" y="223608"/>
                </a:lnTo>
              </a:path>
              <a:path w="641350" h="862329">
                <a:moveTo>
                  <a:pt x="641222" y="632866"/>
                </a:moveTo>
                <a:lnTo>
                  <a:pt x="11379" y="632866"/>
                </a:lnTo>
              </a:path>
              <a:path w="641350" h="862329">
                <a:moveTo>
                  <a:pt x="0" y="0"/>
                </a:moveTo>
                <a:lnTo>
                  <a:pt x="0" y="86217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0" name="object 30" descr=""/>
          <p:cNvGrpSpPr/>
          <p:nvPr/>
        </p:nvGrpSpPr>
        <p:grpSpPr>
          <a:xfrm>
            <a:off x="1358652" y="4494129"/>
            <a:ext cx="2986405" cy="594360"/>
            <a:chOff x="1358652" y="4494129"/>
            <a:chExt cx="2986405" cy="594360"/>
          </a:xfrm>
        </p:grpSpPr>
        <p:sp>
          <p:nvSpPr>
            <p:cNvPr id="31" name="object 31" descr=""/>
            <p:cNvSpPr/>
            <p:nvPr/>
          </p:nvSpPr>
          <p:spPr>
            <a:xfrm>
              <a:off x="1363205" y="4498873"/>
              <a:ext cx="1811020" cy="589915"/>
            </a:xfrm>
            <a:custGeom>
              <a:avLst/>
              <a:gdLst/>
              <a:ahLst/>
              <a:cxnLst/>
              <a:rect l="l" t="t" r="r" b="b"/>
              <a:pathLst>
                <a:path w="1811020" h="589914">
                  <a:moveTo>
                    <a:pt x="0" y="0"/>
                  </a:moveTo>
                  <a:lnTo>
                    <a:pt x="0" y="179577"/>
                  </a:lnTo>
                </a:path>
                <a:path w="1811020" h="589914">
                  <a:moveTo>
                    <a:pt x="0" y="410019"/>
                  </a:moveTo>
                  <a:lnTo>
                    <a:pt x="0" y="589584"/>
                  </a:lnTo>
                </a:path>
                <a:path w="1811020" h="589914">
                  <a:moveTo>
                    <a:pt x="906970" y="0"/>
                  </a:moveTo>
                  <a:lnTo>
                    <a:pt x="906970" y="179577"/>
                  </a:lnTo>
                </a:path>
                <a:path w="1811020" h="589914">
                  <a:moveTo>
                    <a:pt x="997331" y="0"/>
                  </a:moveTo>
                  <a:lnTo>
                    <a:pt x="997331" y="179577"/>
                  </a:lnTo>
                </a:path>
                <a:path w="1811020" h="589914">
                  <a:moveTo>
                    <a:pt x="1720926" y="0"/>
                  </a:moveTo>
                  <a:lnTo>
                    <a:pt x="1720926" y="179577"/>
                  </a:lnTo>
                </a:path>
                <a:path w="1811020" h="589914">
                  <a:moveTo>
                    <a:pt x="1810537" y="0"/>
                  </a:moveTo>
                  <a:lnTo>
                    <a:pt x="1810537" y="179577"/>
                  </a:lnTo>
                </a:path>
                <a:path w="1811020" h="589914">
                  <a:moveTo>
                    <a:pt x="997331" y="0"/>
                  </a:moveTo>
                  <a:lnTo>
                    <a:pt x="906970" y="179577"/>
                  </a:lnTo>
                </a:path>
                <a:path w="1811020" h="589914">
                  <a:moveTo>
                    <a:pt x="1810537" y="0"/>
                  </a:moveTo>
                  <a:lnTo>
                    <a:pt x="1720926" y="179577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4958" y="4494129"/>
              <a:ext cx="279958" cy="188874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1363205" y="4593780"/>
              <a:ext cx="2716530" cy="414655"/>
            </a:xfrm>
            <a:custGeom>
              <a:avLst/>
              <a:gdLst/>
              <a:ahLst/>
              <a:cxnLst/>
              <a:rect l="l" t="t" r="r" b="b"/>
              <a:pathLst>
                <a:path w="2716529" h="414654">
                  <a:moveTo>
                    <a:pt x="0" y="0"/>
                  </a:moveTo>
                  <a:lnTo>
                    <a:pt x="916838" y="0"/>
                  </a:lnTo>
                </a:path>
                <a:path w="2716529" h="414654">
                  <a:moveTo>
                    <a:pt x="1820024" y="0"/>
                  </a:moveTo>
                  <a:lnTo>
                    <a:pt x="2716364" y="0"/>
                  </a:lnTo>
                </a:path>
                <a:path w="2716529" h="414654">
                  <a:moveTo>
                    <a:pt x="9118" y="409257"/>
                  </a:moveTo>
                  <a:lnTo>
                    <a:pt x="481761" y="409257"/>
                  </a:lnTo>
                </a:path>
                <a:path w="2716529" h="414654">
                  <a:moveTo>
                    <a:pt x="477977" y="1905"/>
                  </a:moveTo>
                  <a:lnTo>
                    <a:pt x="477977" y="414197"/>
                  </a:lnTo>
                </a:path>
                <a:path w="2716529" h="414654">
                  <a:moveTo>
                    <a:pt x="1002639" y="9880"/>
                  </a:moveTo>
                  <a:lnTo>
                    <a:pt x="1722831" y="988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1064463" y="4383952"/>
            <a:ext cx="3373754" cy="8388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10489">
              <a:lnSpc>
                <a:spcPct val="100000"/>
              </a:lnSpc>
              <a:spcBef>
                <a:spcPts val="135"/>
              </a:spcBef>
              <a:tabLst>
                <a:tab pos="1108075" algn="l"/>
                <a:tab pos="1931035" algn="l"/>
                <a:tab pos="2941320" algn="l"/>
              </a:tabLst>
            </a:pPr>
            <a:r>
              <a:rPr dirty="0" sz="750" spc="-10">
                <a:latin typeface="Times New Roman"/>
                <a:cs typeface="Times New Roman"/>
              </a:rPr>
              <a:t>200.00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000.03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010.00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7407" sz="1125" spc="-15">
                <a:latin typeface="Times New Roman"/>
                <a:cs typeface="Times New Roman"/>
              </a:rPr>
              <a:t>010.01</a:t>
            </a:r>
            <a:endParaRPr baseline="7407" sz="112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750">
              <a:latin typeface="Times New Roman"/>
              <a:cs typeface="Times New Roman"/>
            </a:endParaRPr>
          </a:p>
          <a:p>
            <a:pPr marL="1050925">
              <a:lnSpc>
                <a:spcPts val="860"/>
              </a:lnSpc>
              <a:tabLst>
                <a:tab pos="1866900" algn="l"/>
                <a:tab pos="2872740" algn="l"/>
              </a:tabLst>
            </a:pPr>
            <a:r>
              <a:rPr dirty="0" baseline="3703" sz="1125" spc="-15">
                <a:latin typeface="Times New Roman"/>
                <a:cs typeface="Times New Roman"/>
              </a:rPr>
              <a:t>LowerLS</a:t>
            </a:r>
            <a:r>
              <a:rPr dirty="0" baseline="3703" sz="1125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Raizedoor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Lowerdoor</a:t>
            </a:r>
            <a:endParaRPr baseline="3703" sz="1125">
              <a:latin typeface="Times New Roman"/>
              <a:cs typeface="Times New Roman"/>
            </a:endParaRPr>
          </a:p>
          <a:p>
            <a:pPr algn="ctr" marR="2863215">
              <a:lnSpc>
                <a:spcPts val="860"/>
              </a:lnSpc>
            </a:pPr>
            <a:r>
              <a:rPr dirty="0" sz="750" spc="-10">
                <a:latin typeface="Times New Roman"/>
                <a:cs typeface="Times New Roman"/>
              </a:rPr>
              <a:t>010.01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750">
              <a:latin typeface="Times New Roman"/>
              <a:cs typeface="Times New Roman"/>
            </a:endParaRPr>
          </a:p>
          <a:p>
            <a:pPr algn="ctr" marR="2865120">
              <a:lnSpc>
                <a:spcPct val="100000"/>
              </a:lnSpc>
            </a:pPr>
            <a:r>
              <a:rPr dirty="0" sz="750" spc="-10">
                <a:latin typeface="Times New Roman"/>
                <a:cs typeface="Times New Roman"/>
              </a:rPr>
              <a:t>Lowerdoor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629145" y="5404497"/>
            <a:ext cx="1316355" cy="280035"/>
            <a:chOff x="629145" y="5404497"/>
            <a:chExt cx="1316355" cy="280035"/>
          </a:xfrm>
        </p:grpSpPr>
        <p:sp>
          <p:nvSpPr>
            <p:cNvPr id="36" name="object 36" descr=""/>
            <p:cNvSpPr/>
            <p:nvPr/>
          </p:nvSpPr>
          <p:spPr>
            <a:xfrm>
              <a:off x="633907" y="5409260"/>
              <a:ext cx="0" cy="270510"/>
            </a:xfrm>
            <a:custGeom>
              <a:avLst/>
              <a:gdLst/>
              <a:ahLst/>
              <a:cxnLst/>
              <a:rect l="l" t="t" r="r" b="b"/>
              <a:pathLst>
                <a:path w="0" h="270510">
                  <a:moveTo>
                    <a:pt x="0" y="0"/>
                  </a:moveTo>
                  <a:lnTo>
                    <a:pt x="0" y="269925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264119" y="5452160"/>
              <a:ext cx="676910" cy="199390"/>
            </a:xfrm>
            <a:custGeom>
              <a:avLst/>
              <a:gdLst/>
              <a:ahLst/>
              <a:cxnLst/>
              <a:rect l="l" t="t" r="r" b="b"/>
              <a:pathLst>
                <a:path w="676910" h="199389">
                  <a:moveTo>
                    <a:pt x="0" y="0"/>
                  </a:moveTo>
                  <a:lnTo>
                    <a:pt x="676528" y="0"/>
                  </a:lnTo>
                  <a:lnTo>
                    <a:pt x="676528" y="199301"/>
                  </a:lnTo>
                  <a:lnTo>
                    <a:pt x="0" y="199301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1272472" y="5485679"/>
            <a:ext cx="66421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8636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End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(01)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633907" y="5547448"/>
            <a:ext cx="630555" cy="0"/>
          </a:xfrm>
          <a:custGeom>
            <a:avLst/>
            <a:gdLst/>
            <a:ahLst/>
            <a:cxnLst/>
            <a:rect l="l" t="t" r="r" b="b"/>
            <a:pathLst>
              <a:path w="630555" h="0">
                <a:moveTo>
                  <a:pt x="630212" y="0"/>
                </a:moveTo>
                <a:lnTo>
                  <a:pt x="0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1367590" y="6335869"/>
            <a:ext cx="90170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Timing</a:t>
            </a:r>
            <a:r>
              <a:rPr dirty="0" sz="950" spc="275">
                <a:latin typeface="Times New Roman"/>
                <a:cs typeface="Times New Roman"/>
              </a:rPr>
              <a:t> </a:t>
            </a:r>
            <a:r>
              <a:rPr dirty="0" sz="950" spc="45">
                <a:latin typeface="Times New Roman"/>
                <a:cs typeface="Times New Roman"/>
              </a:rPr>
              <a:t>diagram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2967964" y="6707644"/>
            <a:ext cx="3606800" cy="2334260"/>
            <a:chOff x="2967964" y="6707644"/>
            <a:chExt cx="3606800" cy="2334260"/>
          </a:xfrm>
        </p:grpSpPr>
        <p:sp>
          <p:nvSpPr>
            <p:cNvPr id="42" name="object 42" descr=""/>
            <p:cNvSpPr/>
            <p:nvPr/>
          </p:nvSpPr>
          <p:spPr>
            <a:xfrm>
              <a:off x="2967964" y="6981736"/>
              <a:ext cx="3606800" cy="1320165"/>
            </a:xfrm>
            <a:custGeom>
              <a:avLst/>
              <a:gdLst/>
              <a:ahLst/>
              <a:cxnLst/>
              <a:rect l="l" t="t" r="r" b="b"/>
              <a:pathLst>
                <a:path w="3606800" h="1320165">
                  <a:moveTo>
                    <a:pt x="0" y="0"/>
                  </a:moveTo>
                  <a:lnTo>
                    <a:pt x="3599027" y="0"/>
                  </a:lnTo>
                </a:path>
                <a:path w="3606800" h="1320165">
                  <a:moveTo>
                    <a:pt x="0" y="329920"/>
                  </a:moveTo>
                  <a:lnTo>
                    <a:pt x="3597122" y="329920"/>
                  </a:lnTo>
                </a:path>
                <a:path w="3606800" h="1320165">
                  <a:moveTo>
                    <a:pt x="0" y="659828"/>
                  </a:moveTo>
                  <a:lnTo>
                    <a:pt x="3606241" y="659828"/>
                  </a:lnTo>
                </a:path>
                <a:path w="3606800" h="1320165">
                  <a:moveTo>
                    <a:pt x="0" y="989736"/>
                  </a:moveTo>
                  <a:lnTo>
                    <a:pt x="3587635" y="989736"/>
                  </a:lnTo>
                </a:path>
                <a:path w="3606800" h="1320165">
                  <a:moveTo>
                    <a:pt x="0" y="1319644"/>
                  </a:moveTo>
                  <a:lnTo>
                    <a:pt x="3606241" y="1319644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2967964" y="8631301"/>
              <a:ext cx="3587750" cy="0"/>
            </a:xfrm>
            <a:custGeom>
              <a:avLst/>
              <a:gdLst/>
              <a:ahLst/>
              <a:cxnLst/>
              <a:rect l="l" t="t" r="r" b="b"/>
              <a:pathLst>
                <a:path w="3587750" h="0">
                  <a:moveTo>
                    <a:pt x="0" y="0"/>
                  </a:moveTo>
                  <a:lnTo>
                    <a:pt x="2069058" y="0"/>
                  </a:lnTo>
                </a:path>
                <a:path w="3587750" h="0">
                  <a:moveTo>
                    <a:pt x="2609659" y="0"/>
                  </a:moveTo>
                  <a:lnTo>
                    <a:pt x="358763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967964" y="8961590"/>
              <a:ext cx="3597275" cy="0"/>
            </a:xfrm>
            <a:custGeom>
              <a:avLst/>
              <a:gdLst/>
              <a:ahLst/>
              <a:cxnLst/>
              <a:rect l="l" t="t" r="r" b="b"/>
              <a:pathLst>
                <a:path w="3597275" h="0">
                  <a:moveTo>
                    <a:pt x="0" y="0"/>
                  </a:moveTo>
                  <a:lnTo>
                    <a:pt x="3597122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3057944" y="6801789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29" h="180340">
                  <a:moveTo>
                    <a:pt x="900150" y="0"/>
                  </a:moveTo>
                  <a:lnTo>
                    <a:pt x="0" y="0"/>
                  </a:lnTo>
                  <a:lnTo>
                    <a:pt x="0" y="180327"/>
                  </a:lnTo>
                  <a:lnTo>
                    <a:pt x="900150" y="180327"/>
                  </a:lnTo>
                  <a:lnTo>
                    <a:pt x="900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3057944" y="6801789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29" h="180340">
                  <a:moveTo>
                    <a:pt x="0" y="0"/>
                  </a:moveTo>
                  <a:lnTo>
                    <a:pt x="900150" y="0"/>
                  </a:lnTo>
                  <a:lnTo>
                    <a:pt x="900150" y="180327"/>
                  </a:lnTo>
                  <a:lnTo>
                    <a:pt x="0" y="180327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5577255" y="6801789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29" h="180340">
                  <a:moveTo>
                    <a:pt x="900150" y="0"/>
                  </a:moveTo>
                  <a:lnTo>
                    <a:pt x="0" y="0"/>
                  </a:lnTo>
                  <a:lnTo>
                    <a:pt x="0" y="180327"/>
                  </a:lnTo>
                  <a:lnTo>
                    <a:pt x="900150" y="180327"/>
                  </a:lnTo>
                  <a:lnTo>
                    <a:pt x="900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5577255" y="6801789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29" h="180340">
                  <a:moveTo>
                    <a:pt x="0" y="0"/>
                  </a:moveTo>
                  <a:lnTo>
                    <a:pt x="900150" y="0"/>
                  </a:lnTo>
                  <a:lnTo>
                    <a:pt x="900150" y="180327"/>
                  </a:lnTo>
                  <a:lnTo>
                    <a:pt x="0" y="180327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057944" y="7459713"/>
              <a:ext cx="723900" cy="180340"/>
            </a:xfrm>
            <a:custGeom>
              <a:avLst/>
              <a:gdLst/>
              <a:ahLst/>
              <a:cxnLst/>
              <a:rect l="l" t="t" r="r" b="b"/>
              <a:pathLst>
                <a:path w="723900" h="180340">
                  <a:moveTo>
                    <a:pt x="723595" y="0"/>
                  </a:moveTo>
                  <a:lnTo>
                    <a:pt x="0" y="0"/>
                  </a:lnTo>
                  <a:lnTo>
                    <a:pt x="0" y="180327"/>
                  </a:lnTo>
                  <a:lnTo>
                    <a:pt x="723595" y="180327"/>
                  </a:lnTo>
                  <a:lnTo>
                    <a:pt x="7235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057944" y="7459713"/>
              <a:ext cx="723900" cy="180340"/>
            </a:xfrm>
            <a:custGeom>
              <a:avLst/>
              <a:gdLst/>
              <a:ahLst/>
              <a:cxnLst/>
              <a:rect l="l" t="t" r="r" b="b"/>
              <a:pathLst>
                <a:path w="723900" h="180340">
                  <a:moveTo>
                    <a:pt x="0" y="0"/>
                  </a:moveTo>
                  <a:lnTo>
                    <a:pt x="723595" y="0"/>
                  </a:lnTo>
                  <a:lnTo>
                    <a:pt x="723595" y="180327"/>
                  </a:lnTo>
                  <a:lnTo>
                    <a:pt x="0" y="180327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3058128" y="6707644"/>
              <a:ext cx="0" cy="2334260"/>
            </a:xfrm>
            <a:custGeom>
              <a:avLst/>
              <a:gdLst/>
              <a:ahLst/>
              <a:cxnLst/>
              <a:rect l="l" t="t" r="r" b="b"/>
              <a:pathLst>
                <a:path w="0" h="2334259">
                  <a:moveTo>
                    <a:pt x="0" y="0"/>
                  </a:moveTo>
                  <a:lnTo>
                    <a:pt x="0" y="2334056"/>
                  </a:lnTo>
                </a:path>
              </a:pathLst>
            </a:custGeom>
            <a:ln w="948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3777741" y="6707644"/>
              <a:ext cx="0" cy="2334260"/>
            </a:xfrm>
            <a:custGeom>
              <a:avLst/>
              <a:gdLst/>
              <a:ahLst/>
              <a:cxnLst/>
              <a:rect l="l" t="t" r="r" b="b"/>
              <a:pathLst>
                <a:path w="0" h="2334259">
                  <a:moveTo>
                    <a:pt x="0" y="0"/>
                  </a:moveTo>
                  <a:lnTo>
                    <a:pt x="0" y="1078941"/>
                  </a:lnTo>
                </a:path>
                <a:path w="0" h="2334259">
                  <a:moveTo>
                    <a:pt x="0" y="1254340"/>
                  </a:moveTo>
                  <a:lnTo>
                    <a:pt x="0" y="2334056"/>
                  </a:lnTo>
                </a:path>
              </a:pathLst>
            </a:custGeom>
            <a:ln w="9143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4317599" y="6707644"/>
              <a:ext cx="0" cy="2334260"/>
            </a:xfrm>
            <a:custGeom>
              <a:avLst/>
              <a:gdLst/>
              <a:ahLst/>
              <a:cxnLst/>
              <a:rect l="l" t="t" r="r" b="b"/>
              <a:pathLst>
                <a:path w="0" h="2334259">
                  <a:moveTo>
                    <a:pt x="0" y="0"/>
                  </a:moveTo>
                  <a:lnTo>
                    <a:pt x="0" y="2334056"/>
                  </a:lnTo>
                </a:path>
              </a:pathLst>
            </a:custGeom>
            <a:ln w="910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5037404" y="6707644"/>
              <a:ext cx="0" cy="2334260"/>
            </a:xfrm>
            <a:custGeom>
              <a:avLst/>
              <a:gdLst/>
              <a:ahLst/>
              <a:cxnLst/>
              <a:rect l="l" t="t" r="r" b="b"/>
              <a:pathLst>
                <a:path w="0" h="2334259">
                  <a:moveTo>
                    <a:pt x="0" y="0"/>
                  </a:moveTo>
                  <a:lnTo>
                    <a:pt x="0" y="2334056"/>
                  </a:lnTo>
                </a:path>
              </a:pathLst>
            </a:custGeom>
            <a:ln w="911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5577262" y="6707644"/>
              <a:ext cx="0" cy="2334260"/>
            </a:xfrm>
            <a:custGeom>
              <a:avLst/>
              <a:gdLst/>
              <a:ahLst/>
              <a:cxnLst/>
              <a:rect l="l" t="t" r="r" b="b"/>
              <a:pathLst>
                <a:path w="0" h="2334259">
                  <a:moveTo>
                    <a:pt x="0" y="0"/>
                  </a:moveTo>
                  <a:lnTo>
                    <a:pt x="0" y="2334056"/>
                  </a:lnTo>
                </a:path>
              </a:pathLst>
            </a:custGeom>
            <a:ln w="910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77743" y="7133603"/>
              <a:ext cx="539853" cy="179951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3777741" y="7133602"/>
              <a:ext cx="540385" cy="180340"/>
            </a:xfrm>
            <a:custGeom>
              <a:avLst/>
              <a:gdLst/>
              <a:ahLst/>
              <a:cxnLst/>
              <a:rect l="l" t="t" r="r" b="b"/>
              <a:pathLst>
                <a:path w="540385" h="180340">
                  <a:moveTo>
                    <a:pt x="0" y="0"/>
                  </a:moveTo>
                  <a:lnTo>
                    <a:pt x="540219" y="0"/>
                  </a:lnTo>
                  <a:lnTo>
                    <a:pt x="540219" y="180327"/>
                  </a:lnTo>
                  <a:lnTo>
                    <a:pt x="0" y="180327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17840" y="7791527"/>
              <a:ext cx="899756" cy="179951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3417849" y="7791526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29" h="180340">
                  <a:moveTo>
                    <a:pt x="0" y="0"/>
                  </a:moveTo>
                  <a:lnTo>
                    <a:pt x="900150" y="0"/>
                  </a:lnTo>
                  <a:lnTo>
                    <a:pt x="900150" y="180327"/>
                  </a:lnTo>
                  <a:lnTo>
                    <a:pt x="0" y="180327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17597" y="8123336"/>
              <a:ext cx="89975" cy="179951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4317580" y="8123339"/>
              <a:ext cx="90805" cy="180340"/>
            </a:xfrm>
            <a:custGeom>
              <a:avLst/>
              <a:gdLst/>
              <a:ahLst/>
              <a:cxnLst/>
              <a:rect l="l" t="t" r="r" b="b"/>
              <a:pathLst>
                <a:path w="90804" h="180340">
                  <a:moveTo>
                    <a:pt x="0" y="0"/>
                  </a:moveTo>
                  <a:lnTo>
                    <a:pt x="90354" y="0"/>
                  </a:lnTo>
                  <a:lnTo>
                    <a:pt x="90354" y="180327"/>
                  </a:lnTo>
                  <a:lnTo>
                    <a:pt x="0" y="180327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17597" y="8781258"/>
              <a:ext cx="719425" cy="180330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4317580" y="8781250"/>
              <a:ext cx="720090" cy="180975"/>
            </a:xfrm>
            <a:custGeom>
              <a:avLst/>
              <a:gdLst/>
              <a:ahLst/>
              <a:cxnLst/>
              <a:rect l="l" t="t" r="r" b="b"/>
              <a:pathLst>
                <a:path w="720089" h="180975">
                  <a:moveTo>
                    <a:pt x="0" y="0"/>
                  </a:moveTo>
                  <a:lnTo>
                    <a:pt x="719810" y="0"/>
                  </a:lnTo>
                  <a:lnTo>
                    <a:pt x="719810" y="180708"/>
                  </a:lnTo>
                  <a:lnTo>
                    <a:pt x="0" y="180708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5037023" y="8458936"/>
              <a:ext cx="541020" cy="180340"/>
            </a:xfrm>
            <a:custGeom>
              <a:avLst/>
              <a:gdLst/>
              <a:ahLst/>
              <a:cxnLst/>
              <a:rect l="l" t="t" r="r" b="b"/>
              <a:pathLst>
                <a:path w="541020" h="180340">
                  <a:moveTo>
                    <a:pt x="540600" y="0"/>
                  </a:moveTo>
                  <a:lnTo>
                    <a:pt x="0" y="0"/>
                  </a:lnTo>
                  <a:lnTo>
                    <a:pt x="0" y="180327"/>
                  </a:lnTo>
                  <a:lnTo>
                    <a:pt x="540600" y="180327"/>
                  </a:lnTo>
                  <a:lnTo>
                    <a:pt x="54060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5037023" y="8458936"/>
              <a:ext cx="541020" cy="180340"/>
            </a:xfrm>
            <a:custGeom>
              <a:avLst/>
              <a:gdLst/>
              <a:ahLst/>
              <a:cxnLst/>
              <a:rect l="l" t="t" r="r" b="b"/>
              <a:pathLst>
                <a:path w="541020" h="180340">
                  <a:moveTo>
                    <a:pt x="0" y="0"/>
                  </a:moveTo>
                  <a:lnTo>
                    <a:pt x="540600" y="0"/>
                  </a:lnTo>
                  <a:lnTo>
                    <a:pt x="540600" y="180327"/>
                  </a:lnTo>
                  <a:lnTo>
                    <a:pt x="0" y="180327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5578767" y="7459713"/>
              <a:ext cx="724535" cy="180340"/>
            </a:xfrm>
            <a:custGeom>
              <a:avLst/>
              <a:gdLst/>
              <a:ahLst/>
              <a:cxnLst/>
              <a:rect l="l" t="t" r="r" b="b"/>
              <a:pathLst>
                <a:path w="724535" h="180340">
                  <a:moveTo>
                    <a:pt x="724357" y="0"/>
                  </a:moveTo>
                  <a:lnTo>
                    <a:pt x="0" y="0"/>
                  </a:lnTo>
                  <a:lnTo>
                    <a:pt x="0" y="180327"/>
                  </a:lnTo>
                  <a:lnTo>
                    <a:pt x="724357" y="180327"/>
                  </a:lnTo>
                  <a:lnTo>
                    <a:pt x="7243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5578767" y="7459713"/>
              <a:ext cx="724535" cy="180340"/>
            </a:xfrm>
            <a:custGeom>
              <a:avLst/>
              <a:gdLst/>
              <a:ahLst/>
              <a:cxnLst/>
              <a:rect l="l" t="t" r="r" b="b"/>
              <a:pathLst>
                <a:path w="724535" h="180340">
                  <a:moveTo>
                    <a:pt x="0" y="0"/>
                  </a:moveTo>
                  <a:lnTo>
                    <a:pt x="724357" y="0"/>
                  </a:lnTo>
                  <a:lnTo>
                    <a:pt x="724357" y="180327"/>
                  </a:lnTo>
                  <a:lnTo>
                    <a:pt x="0" y="180327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68" name="object 68" descr=""/>
          <p:cNvGraphicFramePr>
            <a:graphicFrameLocks noGrp="1"/>
          </p:cNvGraphicFramePr>
          <p:nvPr/>
        </p:nvGraphicFramePr>
        <p:xfrm>
          <a:off x="1299934" y="6883230"/>
          <a:ext cx="1612900" cy="2101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8305"/>
                <a:gridCol w="1127759"/>
              </a:tblGrid>
              <a:tr h="240665">
                <a:tc>
                  <a:txBody>
                    <a:bodyPr/>
                    <a:lstStyle/>
                    <a:p>
                      <a:pPr marL="50165">
                        <a:lnSpc>
                          <a:spcPts val="950"/>
                        </a:lnSpc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950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Ultrazonic</a:t>
                      </a:r>
                      <a:r>
                        <a:rPr dirty="0" sz="9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zwitch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3718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1440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Upper</a:t>
                      </a:r>
                      <a:r>
                        <a:rPr dirty="0" sz="9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limit</a:t>
                      </a:r>
                      <a:r>
                        <a:rPr dirty="0" sz="9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zwitch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1440"/>
                </a:tc>
              </a:tr>
              <a:tr h="3136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10000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239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Motor</a:t>
                      </a:r>
                      <a:r>
                        <a:rPr dirty="0" sz="95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95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raize</a:t>
                      </a:r>
                      <a:r>
                        <a:rPr dirty="0" sz="95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0">
                          <a:latin typeface="Times New Roman"/>
                          <a:cs typeface="Times New Roman"/>
                        </a:rPr>
                        <a:t>door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2390"/>
                </a:tc>
              </a:tr>
              <a:tr h="323215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7945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Photoelectric</a:t>
                      </a:r>
                      <a:r>
                        <a:rPr dirty="0" sz="95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zwitch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7945"/>
                </a:tc>
              </a:tr>
              <a:tr h="327660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04000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1915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DIFD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1915"/>
                </a:tc>
              </a:tr>
              <a:tr h="327660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239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Lower</a:t>
                      </a:r>
                      <a:r>
                        <a:rPr dirty="0" sz="9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limit</a:t>
                      </a:r>
                      <a:r>
                        <a:rPr dirty="0" sz="9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zwitch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2390"/>
                </a:tc>
              </a:tr>
              <a:tr h="231140">
                <a:tc>
                  <a:txBody>
                    <a:bodyPr/>
                    <a:lstStyle/>
                    <a:p>
                      <a:pPr marL="31750">
                        <a:lnSpc>
                          <a:spcPts val="1075"/>
                        </a:lnSpc>
                        <a:spcBef>
                          <a:spcPts val="64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10001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1915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075"/>
                        </a:lnSpc>
                        <a:spcBef>
                          <a:spcPts val="64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Motor</a:t>
                      </a:r>
                      <a:r>
                        <a:rPr dirty="0" sz="9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9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lower</a:t>
                      </a:r>
                      <a:r>
                        <a:rPr dirty="0" sz="9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0">
                          <a:latin typeface="Times New Roman"/>
                          <a:cs typeface="Times New Roman"/>
                        </a:rPr>
                        <a:t>door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1915"/>
                </a:tc>
              </a:tr>
            </a:tbl>
          </a:graphicData>
        </a:graphic>
      </p:graphicFrame>
      <p:sp>
        <p:nvSpPr>
          <p:cNvPr id="69" name="object 6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59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92875" cy="12065"/>
          </a:xfrm>
          <a:custGeom>
            <a:avLst/>
            <a:gdLst/>
            <a:ahLst/>
            <a:cxnLst/>
            <a:rect l="l" t="t" r="r" b="b"/>
            <a:pathLst>
              <a:path w="6492875" h="12065">
                <a:moveTo>
                  <a:pt x="0" y="0"/>
                </a:moveTo>
                <a:lnTo>
                  <a:pt x="6492671" y="0"/>
                </a:lnTo>
              </a:path>
              <a:path w="6492875" h="12065">
                <a:moveTo>
                  <a:pt x="0" y="11772"/>
                </a:moveTo>
                <a:lnTo>
                  <a:pt x="6492671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92875" cy="74930"/>
            <a:chOff x="625563" y="1234687"/>
            <a:chExt cx="649287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1082" y="961543"/>
            <a:ext cx="5379720" cy="6838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32130" indent="-519430">
              <a:lnSpc>
                <a:spcPct val="100000"/>
              </a:lnSpc>
              <a:spcBef>
                <a:spcPts val="125"/>
              </a:spcBef>
              <a:buAutoNum type="arabicPeriod" startAt="6"/>
              <a:tabLst>
                <a:tab pos="532130" algn="l"/>
              </a:tabLst>
            </a:pP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  <a:p>
            <a:pPr lvl="1" marL="237490" indent="-224790">
              <a:lnSpc>
                <a:spcPct val="100000"/>
              </a:lnSpc>
              <a:spcBef>
                <a:spcPts val="1430"/>
              </a:spcBef>
              <a:buSzPct val="48387"/>
              <a:buFont typeface="Segoe UI Symbol"/>
              <a:buChar char="❑"/>
              <a:tabLst>
                <a:tab pos="237490" algn="l"/>
              </a:tabLst>
            </a:pPr>
            <a:r>
              <a:rPr dirty="0" sz="1550">
                <a:latin typeface="Times New Roman"/>
                <a:cs typeface="Times New Roman"/>
              </a:rPr>
              <a:t>Application</a:t>
            </a:r>
            <a:r>
              <a:rPr dirty="0" sz="1550" spc="20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#11:</a:t>
            </a:r>
            <a:r>
              <a:rPr dirty="0" sz="1550" spc="204">
                <a:latin typeface="Times New Roman"/>
                <a:cs typeface="Times New Roman"/>
              </a:rPr>
              <a:t> </a:t>
            </a:r>
            <a:r>
              <a:rPr dirty="0" sz="1550" spc="50">
                <a:latin typeface="Times New Roman"/>
                <a:cs typeface="Times New Roman"/>
              </a:rPr>
              <a:t>Automatic</a:t>
            </a:r>
            <a:r>
              <a:rPr dirty="0" sz="1550" spc="204">
                <a:latin typeface="Times New Roman"/>
                <a:cs typeface="Times New Roman"/>
              </a:rPr>
              <a:t> </a:t>
            </a:r>
            <a:r>
              <a:rPr dirty="0" sz="1550" spc="65">
                <a:latin typeface="Times New Roman"/>
                <a:cs typeface="Times New Roman"/>
              </a:rPr>
              <a:t>Lubrication</a:t>
            </a:r>
            <a:r>
              <a:rPr dirty="0" sz="1550" spc="20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of</a:t>
            </a:r>
            <a:r>
              <a:rPr dirty="0" sz="1550" spc="210">
                <a:latin typeface="Times New Roman"/>
                <a:cs typeface="Times New Roman"/>
              </a:rPr>
              <a:t> </a:t>
            </a:r>
            <a:r>
              <a:rPr dirty="0" sz="1550" spc="65">
                <a:latin typeface="Times New Roman"/>
                <a:cs typeface="Times New Roman"/>
              </a:rPr>
              <a:t>Gear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80691" y="1772049"/>
            <a:ext cx="5132705" cy="6261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3600"/>
              </a:lnSpc>
              <a:spcBef>
                <a:spcPts val="95"/>
              </a:spcBef>
            </a:pP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459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45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gear</a:t>
            </a:r>
            <a:r>
              <a:rPr dirty="0" sz="950" spc="4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459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moved</a:t>
            </a:r>
            <a:r>
              <a:rPr dirty="0" sz="950" spc="459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towardz</a:t>
            </a:r>
            <a:r>
              <a:rPr dirty="0" sz="950" spc="45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S1,</a:t>
            </a:r>
            <a:r>
              <a:rPr dirty="0" sz="950" spc="45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45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zenzor</a:t>
            </a:r>
            <a:r>
              <a:rPr dirty="0" sz="950" spc="459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S1</a:t>
            </a:r>
            <a:r>
              <a:rPr dirty="0" sz="950" spc="45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will</a:t>
            </a:r>
            <a:r>
              <a:rPr dirty="0" sz="950" spc="45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detect</a:t>
            </a:r>
            <a:r>
              <a:rPr dirty="0" sz="950" spc="4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4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gear</a:t>
            </a:r>
            <a:r>
              <a:rPr dirty="0" sz="950" spc="459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45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zignal</a:t>
            </a:r>
            <a:r>
              <a:rPr dirty="0" sz="950" spc="455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the </a:t>
            </a:r>
            <a:r>
              <a:rPr dirty="0" sz="950">
                <a:latin typeface="Times New Roman"/>
                <a:cs typeface="Times New Roman"/>
              </a:rPr>
              <a:t>electromagnetic</a:t>
            </a:r>
            <a:r>
              <a:rPr dirty="0" sz="950" spc="2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valve</a:t>
            </a:r>
            <a:r>
              <a:rPr dirty="0" sz="950" spc="20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for</a:t>
            </a:r>
            <a:r>
              <a:rPr dirty="0" sz="950" spc="2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oil</a:t>
            </a:r>
            <a:r>
              <a:rPr dirty="0" sz="950" spc="20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zupply</a:t>
            </a:r>
            <a:r>
              <a:rPr dirty="0" sz="950" spc="2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</a:t>
            </a:r>
            <a:r>
              <a:rPr dirty="0" sz="950" spc="20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20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gear.</a:t>
            </a:r>
            <a:r>
              <a:rPr dirty="0" sz="950" spc="20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20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valve</a:t>
            </a:r>
            <a:r>
              <a:rPr dirty="0" sz="950" spc="2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(V1)</a:t>
            </a:r>
            <a:r>
              <a:rPr dirty="0" sz="950" spc="20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will</a:t>
            </a:r>
            <a:r>
              <a:rPr dirty="0" sz="950" spc="2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open</a:t>
            </a:r>
            <a:r>
              <a:rPr dirty="0" sz="950" spc="2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for</a:t>
            </a:r>
            <a:r>
              <a:rPr dirty="0" sz="950" spc="2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20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zhort</a:t>
            </a:r>
            <a:r>
              <a:rPr dirty="0" sz="950" spc="20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period</a:t>
            </a:r>
            <a:r>
              <a:rPr dirty="0" sz="950" spc="204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of </a:t>
            </a:r>
            <a:r>
              <a:rPr dirty="0" sz="950">
                <a:latin typeface="Times New Roman"/>
                <a:cs typeface="Times New Roman"/>
              </a:rPr>
              <a:t>time,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zupplying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predetermined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quantity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oil.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zenzor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S2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zenze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that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lubricating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tank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oil </a:t>
            </a:r>
            <a:r>
              <a:rPr dirty="0" sz="950">
                <a:latin typeface="Times New Roman"/>
                <a:cs typeface="Times New Roman"/>
              </a:rPr>
              <a:t>level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low,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oil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zhortage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alarm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indicator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will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ON.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31082" y="6877163"/>
            <a:ext cx="126492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30"/>
              </a:spcBef>
              <a:buFont typeface="Symbol"/>
              <a:buChar char=""/>
              <a:tabLst>
                <a:tab pos="237490" algn="l"/>
              </a:tabLst>
            </a:pPr>
            <a:r>
              <a:rPr dirty="0" sz="1150" spc="65">
                <a:latin typeface="Times New Roman"/>
                <a:cs typeface="Times New Roman"/>
              </a:rPr>
              <a:t>I/O</a:t>
            </a:r>
            <a:r>
              <a:rPr dirty="0" sz="1150" spc="7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Assignment</a:t>
            </a:r>
            <a:endParaRPr sz="1150">
              <a:latin typeface="Times New Roman"/>
              <a:cs typeface="Times New Roman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1984298" y="7256233"/>
          <a:ext cx="1974850" cy="492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1975"/>
                <a:gridCol w="1317625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55">
                          <a:latin typeface="Times New Roman"/>
                          <a:cs typeface="Times New Roman"/>
                        </a:rPr>
                        <a:t>Input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Devices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0320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Pozition</a:t>
                      </a:r>
                      <a:r>
                        <a:rPr dirty="0" sz="9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dirty="0" sz="95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0">
                          <a:latin typeface="Times New Roman"/>
                          <a:cs typeface="Times New Roman"/>
                        </a:rPr>
                        <a:t>(S1)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016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Lower</a:t>
                      </a:r>
                      <a:r>
                        <a:rPr dirty="0" sz="95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limit</a:t>
                      </a:r>
                      <a:r>
                        <a:rPr dirty="0" sz="9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9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oil</a:t>
                      </a:r>
                      <a:r>
                        <a:rPr dirty="0" sz="9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0">
                          <a:latin typeface="Times New Roman"/>
                          <a:cs typeface="Times New Roman"/>
                        </a:rPr>
                        <a:t>(S2)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4011790" y="7256233"/>
          <a:ext cx="2960370" cy="492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/>
                <a:gridCol w="2305685"/>
              </a:tblGrid>
              <a:tr h="16827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55">
                          <a:latin typeface="Times New Roman"/>
                          <a:cs typeface="Times New Roman"/>
                        </a:rPr>
                        <a:t>Output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Devices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01000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Electromagnetic</a:t>
                      </a:r>
                      <a:r>
                        <a:rPr dirty="0" sz="9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valve</a:t>
                      </a:r>
                      <a:r>
                        <a:rPr dirty="0" sz="9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9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oil</a:t>
                      </a:r>
                      <a:r>
                        <a:rPr dirty="0" sz="9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zupply</a:t>
                      </a:r>
                      <a:r>
                        <a:rPr dirty="0" sz="9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0">
                          <a:latin typeface="Times New Roman"/>
                          <a:cs typeface="Times New Roman"/>
                        </a:rPr>
                        <a:t>(V1)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01001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Oil</a:t>
                      </a:r>
                      <a:r>
                        <a:rPr dirty="0" sz="95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zhortage</a:t>
                      </a:r>
                      <a:r>
                        <a:rPr dirty="0" sz="95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alarm</a:t>
                      </a:r>
                      <a:r>
                        <a:rPr dirty="0" sz="95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indicator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 descr=""/>
          <p:cNvSpPr txBox="1"/>
          <p:nvPr/>
        </p:nvSpPr>
        <p:spPr>
          <a:xfrm>
            <a:off x="2345552" y="3715886"/>
            <a:ext cx="33591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S2</a:t>
            </a:r>
            <a:r>
              <a:rPr dirty="0" sz="950" spc="45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(1)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374355" y="3397746"/>
            <a:ext cx="54483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V1</a:t>
            </a:r>
            <a:r>
              <a:rPr dirty="0" sz="950" spc="4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(1000)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17532" y="3981636"/>
            <a:ext cx="109156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Lubricating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Oil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 spc="-20">
                <a:latin typeface="Times New Roman"/>
                <a:cs typeface="Times New Roman"/>
              </a:rPr>
              <a:t>Tank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211522" y="5454657"/>
            <a:ext cx="788670" cy="3263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3800"/>
              </a:lnSpc>
              <a:spcBef>
                <a:spcPts val="90"/>
              </a:spcBef>
            </a:pPr>
            <a:r>
              <a:rPr dirty="0" sz="950">
                <a:latin typeface="Times New Roman"/>
                <a:cs typeface="Times New Roman"/>
              </a:rPr>
              <a:t>Oil</a:t>
            </a:r>
            <a:r>
              <a:rPr dirty="0" sz="950" spc="4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shortage </a:t>
            </a:r>
            <a:r>
              <a:rPr dirty="0" sz="950">
                <a:latin typeface="Times New Roman"/>
                <a:cs typeface="Times New Roman"/>
              </a:rPr>
              <a:t>alarm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indicator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855127" y="2772536"/>
            <a:ext cx="4962525" cy="3878579"/>
            <a:chOff x="1855127" y="2772536"/>
            <a:chExt cx="4962525" cy="3878579"/>
          </a:xfrm>
        </p:grpSpPr>
        <p:sp>
          <p:nvSpPr>
            <p:cNvPr id="17" name="object 17" descr=""/>
            <p:cNvSpPr/>
            <p:nvPr/>
          </p:nvSpPr>
          <p:spPr>
            <a:xfrm>
              <a:off x="2235631" y="2903219"/>
              <a:ext cx="1812289" cy="515620"/>
            </a:xfrm>
            <a:custGeom>
              <a:avLst/>
              <a:gdLst/>
              <a:ahLst/>
              <a:cxnLst/>
              <a:rect l="l" t="t" r="r" b="b"/>
              <a:pathLst>
                <a:path w="1812289" h="515620">
                  <a:moveTo>
                    <a:pt x="1811667" y="257784"/>
                  </a:moveTo>
                  <a:lnTo>
                    <a:pt x="1800894" y="217935"/>
                  </a:lnTo>
                  <a:lnTo>
                    <a:pt x="1769650" y="180005"/>
                  </a:lnTo>
                  <a:lnTo>
                    <a:pt x="1719552" y="144452"/>
                  </a:lnTo>
                  <a:lnTo>
                    <a:pt x="1652214" y="111736"/>
                  </a:lnTo>
                  <a:lnTo>
                    <a:pt x="1612584" y="96586"/>
                  </a:lnTo>
                  <a:lnTo>
                    <a:pt x="1569251" y="82318"/>
                  </a:lnTo>
                  <a:lnTo>
                    <a:pt x="1522415" y="68989"/>
                  </a:lnTo>
                  <a:lnTo>
                    <a:pt x="1472278" y="56657"/>
                  </a:lnTo>
                  <a:lnTo>
                    <a:pt x="1419043" y="45379"/>
                  </a:lnTo>
                  <a:lnTo>
                    <a:pt x="1362911" y="35212"/>
                  </a:lnTo>
                  <a:lnTo>
                    <a:pt x="1304085" y="26215"/>
                  </a:lnTo>
                  <a:lnTo>
                    <a:pt x="1242765" y="18444"/>
                  </a:lnTo>
                  <a:lnTo>
                    <a:pt x="1179155" y="11957"/>
                  </a:lnTo>
                  <a:lnTo>
                    <a:pt x="1113455" y="6812"/>
                  </a:lnTo>
                  <a:lnTo>
                    <a:pt x="1045868" y="3066"/>
                  </a:lnTo>
                  <a:lnTo>
                    <a:pt x="976596" y="776"/>
                  </a:lnTo>
                  <a:lnTo>
                    <a:pt x="905840" y="0"/>
                  </a:lnTo>
                  <a:lnTo>
                    <a:pt x="835082" y="776"/>
                  </a:lnTo>
                  <a:lnTo>
                    <a:pt x="765808" y="3066"/>
                  </a:lnTo>
                  <a:lnTo>
                    <a:pt x="698220" y="6812"/>
                  </a:lnTo>
                  <a:lnTo>
                    <a:pt x="632519" y="11957"/>
                  </a:lnTo>
                  <a:lnTo>
                    <a:pt x="568907" y="18444"/>
                  </a:lnTo>
                  <a:lnTo>
                    <a:pt x="507587" y="26215"/>
                  </a:lnTo>
                  <a:lnTo>
                    <a:pt x="448759" y="35212"/>
                  </a:lnTo>
                  <a:lnTo>
                    <a:pt x="392627" y="45379"/>
                  </a:lnTo>
                  <a:lnTo>
                    <a:pt x="339391" y="56657"/>
                  </a:lnTo>
                  <a:lnTo>
                    <a:pt x="289254" y="68989"/>
                  </a:lnTo>
                  <a:lnTo>
                    <a:pt x="242417" y="82318"/>
                  </a:lnTo>
                  <a:lnTo>
                    <a:pt x="199083" y="96586"/>
                  </a:lnTo>
                  <a:lnTo>
                    <a:pt x="159454" y="111736"/>
                  </a:lnTo>
                  <a:lnTo>
                    <a:pt x="123730" y="127711"/>
                  </a:lnTo>
                  <a:lnTo>
                    <a:pt x="64810" y="161902"/>
                  </a:lnTo>
                  <a:lnTo>
                    <a:pt x="23937" y="198702"/>
                  </a:lnTo>
                  <a:lnTo>
                    <a:pt x="2727" y="237649"/>
                  </a:lnTo>
                  <a:lnTo>
                    <a:pt x="0" y="257784"/>
                  </a:lnTo>
                  <a:lnTo>
                    <a:pt x="2727" y="277921"/>
                  </a:lnTo>
                  <a:lnTo>
                    <a:pt x="23937" y="316871"/>
                  </a:lnTo>
                  <a:lnTo>
                    <a:pt x="64810" y="353671"/>
                  </a:lnTo>
                  <a:lnTo>
                    <a:pt x="123730" y="387863"/>
                  </a:lnTo>
                  <a:lnTo>
                    <a:pt x="159454" y="403837"/>
                  </a:lnTo>
                  <a:lnTo>
                    <a:pt x="199083" y="418987"/>
                  </a:lnTo>
                  <a:lnTo>
                    <a:pt x="242417" y="433255"/>
                  </a:lnTo>
                  <a:lnTo>
                    <a:pt x="289254" y="446583"/>
                  </a:lnTo>
                  <a:lnTo>
                    <a:pt x="339391" y="458915"/>
                  </a:lnTo>
                  <a:lnTo>
                    <a:pt x="392627" y="470193"/>
                  </a:lnTo>
                  <a:lnTo>
                    <a:pt x="448759" y="480359"/>
                  </a:lnTo>
                  <a:lnTo>
                    <a:pt x="507587" y="489355"/>
                  </a:lnTo>
                  <a:lnTo>
                    <a:pt x="568907" y="497126"/>
                  </a:lnTo>
                  <a:lnTo>
                    <a:pt x="632519" y="503612"/>
                  </a:lnTo>
                  <a:lnTo>
                    <a:pt x="698220" y="508757"/>
                  </a:lnTo>
                  <a:lnTo>
                    <a:pt x="765808" y="512503"/>
                  </a:lnTo>
                  <a:lnTo>
                    <a:pt x="835082" y="514793"/>
                  </a:lnTo>
                  <a:lnTo>
                    <a:pt x="905840" y="515569"/>
                  </a:lnTo>
                  <a:lnTo>
                    <a:pt x="976596" y="514793"/>
                  </a:lnTo>
                  <a:lnTo>
                    <a:pt x="1045868" y="512503"/>
                  </a:lnTo>
                  <a:lnTo>
                    <a:pt x="1113455" y="508757"/>
                  </a:lnTo>
                  <a:lnTo>
                    <a:pt x="1179155" y="503612"/>
                  </a:lnTo>
                  <a:lnTo>
                    <a:pt x="1242765" y="497126"/>
                  </a:lnTo>
                  <a:lnTo>
                    <a:pt x="1304085" y="489355"/>
                  </a:lnTo>
                  <a:lnTo>
                    <a:pt x="1362911" y="480359"/>
                  </a:lnTo>
                  <a:lnTo>
                    <a:pt x="1419043" y="470193"/>
                  </a:lnTo>
                  <a:lnTo>
                    <a:pt x="1472278" y="458915"/>
                  </a:lnTo>
                  <a:lnTo>
                    <a:pt x="1522415" y="446583"/>
                  </a:lnTo>
                  <a:lnTo>
                    <a:pt x="1569251" y="433255"/>
                  </a:lnTo>
                  <a:lnTo>
                    <a:pt x="1612584" y="418987"/>
                  </a:lnTo>
                  <a:lnTo>
                    <a:pt x="1652214" y="403837"/>
                  </a:lnTo>
                  <a:lnTo>
                    <a:pt x="1687937" y="387863"/>
                  </a:lnTo>
                  <a:lnTo>
                    <a:pt x="1746857" y="353671"/>
                  </a:lnTo>
                  <a:lnTo>
                    <a:pt x="1787730" y="316871"/>
                  </a:lnTo>
                  <a:lnTo>
                    <a:pt x="1808940" y="277921"/>
                  </a:lnTo>
                  <a:lnTo>
                    <a:pt x="1811667" y="257784"/>
                  </a:lnTo>
                  <a:close/>
                </a:path>
                <a:path w="1812289" h="515620">
                  <a:moveTo>
                    <a:pt x="1733829" y="255879"/>
                  </a:moveTo>
                  <a:lnTo>
                    <a:pt x="1707292" y="206734"/>
                  </a:lnTo>
                  <a:lnTo>
                    <a:pt x="1662185" y="176436"/>
                  </a:lnTo>
                  <a:lnTo>
                    <a:pt x="1597463" y="148656"/>
                  </a:lnTo>
                  <a:lnTo>
                    <a:pt x="1558367" y="135857"/>
                  </a:lnTo>
                  <a:lnTo>
                    <a:pt x="1515113" y="123864"/>
                  </a:lnTo>
                  <a:lnTo>
                    <a:pt x="1467948" y="112734"/>
                  </a:lnTo>
                  <a:lnTo>
                    <a:pt x="1417121" y="102528"/>
                  </a:lnTo>
                  <a:lnTo>
                    <a:pt x="1362880" y="93302"/>
                  </a:lnTo>
                  <a:lnTo>
                    <a:pt x="1305474" y="85117"/>
                  </a:lnTo>
                  <a:lnTo>
                    <a:pt x="1245150" y="78030"/>
                  </a:lnTo>
                  <a:lnTo>
                    <a:pt x="1182158" y="72100"/>
                  </a:lnTo>
                  <a:lnTo>
                    <a:pt x="1116746" y="67386"/>
                  </a:lnTo>
                  <a:lnTo>
                    <a:pt x="1049161" y="63947"/>
                  </a:lnTo>
                  <a:lnTo>
                    <a:pt x="979652" y="61840"/>
                  </a:lnTo>
                  <a:lnTo>
                    <a:pt x="908469" y="61125"/>
                  </a:lnTo>
                  <a:lnTo>
                    <a:pt x="837290" y="61840"/>
                  </a:lnTo>
                  <a:lnTo>
                    <a:pt x="767787" y="63947"/>
                  </a:lnTo>
                  <a:lnTo>
                    <a:pt x="700207" y="67386"/>
                  </a:lnTo>
                  <a:lnTo>
                    <a:pt x="634798" y="72100"/>
                  </a:lnTo>
                  <a:lnTo>
                    <a:pt x="571810" y="78030"/>
                  </a:lnTo>
                  <a:lnTo>
                    <a:pt x="511490" y="85117"/>
                  </a:lnTo>
                  <a:lnTo>
                    <a:pt x="454086" y="93302"/>
                  </a:lnTo>
                  <a:lnTo>
                    <a:pt x="399847" y="102528"/>
                  </a:lnTo>
                  <a:lnTo>
                    <a:pt x="349022" y="112734"/>
                  </a:lnTo>
                  <a:lnTo>
                    <a:pt x="301859" y="123864"/>
                  </a:lnTo>
                  <a:lnTo>
                    <a:pt x="258605" y="135857"/>
                  </a:lnTo>
                  <a:lnTo>
                    <a:pt x="219510" y="148656"/>
                  </a:lnTo>
                  <a:lnTo>
                    <a:pt x="154790" y="176436"/>
                  </a:lnTo>
                  <a:lnTo>
                    <a:pt x="109683" y="206734"/>
                  </a:lnTo>
                  <a:lnTo>
                    <a:pt x="86178" y="239083"/>
                  </a:lnTo>
                  <a:lnTo>
                    <a:pt x="83146" y="255879"/>
                  </a:lnTo>
                  <a:lnTo>
                    <a:pt x="86178" y="272676"/>
                  </a:lnTo>
                  <a:lnTo>
                    <a:pt x="109683" y="305025"/>
                  </a:lnTo>
                  <a:lnTo>
                    <a:pt x="154790" y="335325"/>
                  </a:lnTo>
                  <a:lnTo>
                    <a:pt x="219510" y="363106"/>
                  </a:lnTo>
                  <a:lnTo>
                    <a:pt x="258605" y="375906"/>
                  </a:lnTo>
                  <a:lnTo>
                    <a:pt x="301859" y="387900"/>
                  </a:lnTo>
                  <a:lnTo>
                    <a:pt x="349022" y="399031"/>
                  </a:lnTo>
                  <a:lnTo>
                    <a:pt x="399847" y="409238"/>
                  </a:lnTo>
                  <a:lnTo>
                    <a:pt x="454086" y="418465"/>
                  </a:lnTo>
                  <a:lnTo>
                    <a:pt x="511490" y="426651"/>
                  </a:lnTo>
                  <a:lnTo>
                    <a:pt x="571810" y="433738"/>
                  </a:lnTo>
                  <a:lnTo>
                    <a:pt x="634798" y="439669"/>
                  </a:lnTo>
                  <a:lnTo>
                    <a:pt x="700207" y="444384"/>
                  </a:lnTo>
                  <a:lnTo>
                    <a:pt x="767787" y="447824"/>
                  </a:lnTo>
                  <a:lnTo>
                    <a:pt x="837290" y="449931"/>
                  </a:lnTo>
                  <a:lnTo>
                    <a:pt x="908469" y="450646"/>
                  </a:lnTo>
                  <a:lnTo>
                    <a:pt x="979652" y="449931"/>
                  </a:lnTo>
                  <a:lnTo>
                    <a:pt x="1049161" y="447824"/>
                  </a:lnTo>
                  <a:lnTo>
                    <a:pt x="1116746" y="444384"/>
                  </a:lnTo>
                  <a:lnTo>
                    <a:pt x="1182158" y="439669"/>
                  </a:lnTo>
                  <a:lnTo>
                    <a:pt x="1245150" y="433738"/>
                  </a:lnTo>
                  <a:lnTo>
                    <a:pt x="1305474" y="426651"/>
                  </a:lnTo>
                  <a:lnTo>
                    <a:pt x="1362880" y="418465"/>
                  </a:lnTo>
                  <a:lnTo>
                    <a:pt x="1417121" y="409238"/>
                  </a:lnTo>
                  <a:lnTo>
                    <a:pt x="1467948" y="399031"/>
                  </a:lnTo>
                  <a:lnTo>
                    <a:pt x="1515113" y="387900"/>
                  </a:lnTo>
                  <a:lnTo>
                    <a:pt x="1558367" y="375906"/>
                  </a:lnTo>
                  <a:lnTo>
                    <a:pt x="1597463" y="363106"/>
                  </a:lnTo>
                  <a:lnTo>
                    <a:pt x="1662185" y="335325"/>
                  </a:lnTo>
                  <a:lnTo>
                    <a:pt x="1707292" y="305025"/>
                  </a:lnTo>
                  <a:lnTo>
                    <a:pt x="1730798" y="272676"/>
                  </a:lnTo>
                  <a:lnTo>
                    <a:pt x="1733829" y="255879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878734" y="2821990"/>
              <a:ext cx="353695" cy="191135"/>
            </a:xfrm>
            <a:custGeom>
              <a:avLst/>
              <a:gdLst/>
              <a:ahLst/>
              <a:cxnLst/>
              <a:rect l="l" t="t" r="r" b="b"/>
              <a:pathLst>
                <a:path w="353694" h="191135">
                  <a:moveTo>
                    <a:pt x="353072" y="0"/>
                  </a:moveTo>
                  <a:lnTo>
                    <a:pt x="323088" y="20116"/>
                  </a:lnTo>
                  <a:lnTo>
                    <a:pt x="274878" y="34925"/>
                  </a:lnTo>
                  <a:lnTo>
                    <a:pt x="211848" y="45186"/>
                  </a:lnTo>
                  <a:lnTo>
                    <a:pt x="147688" y="45186"/>
                  </a:lnTo>
                  <a:lnTo>
                    <a:pt x="86563" y="36436"/>
                  </a:lnTo>
                  <a:lnTo>
                    <a:pt x="36461" y="21640"/>
                  </a:lnTo>
                  <a:lnTo>
                    <a:pt x="1905" y="2654"/>
                  </a:lnTo>
                  <a:lnTo>
                    <a:pt x="1905" y="1143"/>
                  </a:lnTo>
                  <a:lnTo>
                    <a:pt x="0" y="146532"/>
                  </a:lnTo>
                  <a:lnTo>
                    <a:pt x="1905" y="146532"/>
                  </a:lnTo>
                  <a:lnTo>
                    <a:pt x="36461" y="168554"/>
                  </a:lnTo>
                  <a:lnTo>
                    <a:pt x="86563" y="183375"/>
                  </a:lnTo>
                  <a:lnTo>
                    <a:pt x="147688" y="190576"/>
                  </a:lnTo>
                  <a:lnTo>
                    <a:pt x="211848" y="190576"/>
                  </a:lnTo>
                  <a:lnTo>
                    <a:pt x="274878" y="180327"/>
                  </a:lnTo>
                  <a:lnTo>
                    <a:pt x="323088" y="165887"/>
                  </a:lnTo>
                  <a:lnTo>
                    <a:pt x="353072" y="143865"/>
                  </a:lnTo>
                  <a:lnTo>
                    <a:pt x="3530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878734" y="2821990"/>
              <a:ext cx="353695" cy="530860"/>
            </a:xfrm>
            <a:custGeom>
              <a:avLst/>
              <a:gdLst/>
              <a:ahLst/>
              <a:cxnLst/>
              <a:rect l="l" t="t" r="r" b="b"/>
              <a:pathLst>
                <a:path w="353694" h="530860">
                  <a:moveTo>
                    <a:pt x="353072" y="0"/>
                  </a:moveTo>
                  <a:lnTo>
                    <a:pt x="323088" y="20116"/>
                  </a:lnTo>
                  <a:lnTo>
                    <a:pt x="274878" y="34925"/>
                  </a:lnTo>
                  <a:lnTo>
                    <a:pt x="211848" y="45186"/>
                  </a:lnTo>
                  <a:lnTo>
                    <a:pt x="147688" y="45186"/>
                  </a:lnTo>
                  <a:lnTo>
                    <a:pt x="86563" y="36436"/>
                  </a:lnTo>
                  <a:lnTo>
                    <a:pt x="36461" y="21640"/>
                  </a:lnTo>
                  <a:lnTo>
                    <a:pt x="1905" y="2654"/>
                  </a:lnTo>
                  <a:lnTo>
                    <a:pt x="1905" y="1143"/>
                  </a:lnTo>
                  <a:lnTo>
                    <a:pt x="0" y="146532"/>
                  </a:lnTo>
                  <a:lnTo>
                    <a:pt x="1905" y="146532"/>
                  </a:lnTo>
                  <a:lnTo>
                    <a:pt x="36461" y="168554"/>
                  </a:lnTo>
                  <a:lnTo>
                    <a:pt x="86563" y="183375"/>
                  </a:lnTo>
                  <a:lnTo>
                    <a:pt x="147688" y="190576"/>
                  </a:lnTo>
                  <a:lnTo>
                    <a:pt x="211848" y="190576"/>
                  </a:lnTo>
                  <a:lnTo>
                    <a:pt x="274878" y="180327"/>
                  </a:lnTo>
                  <a:lnTo>
                    <a:pt x="323088" y="165887"/>
                  </a:lnTo>
                  <a:lnTo>
                    <a:pt x="353072" y="143865"/>
                  </a:lnTo>
                  <a:lnTo>
                    <a:pt x="353072" y="0"/>
                  </a:lnTo>
                </a:path>
                <a:path w="353694" h="530860">
                  <a:moveTo>
                    <a:pt x="326517" y="165887"/>
                  </a:moveTo>
                  <a:lnTo>
                    <a:pt x="323469" y="30365"/>
                  </a:lnTo>
                </a:path>
                <a:path w="353694" h="530860">
                  <a:moveTo>
                    <a:pt x="97574" y="184886"/>
                  </a:moveTo>
                  <a:lnTo>
                    <a:pt x="97574" y="429006"/>
                  </a:lnTo>
                </a:path>
                <a:path w="353694" h="530860">
                  <a:moveTo>
                    <a:pt x="154152" y="190957"/>
                  </a:moveTo>
                  <a:lnTo>
                    <a:pt x="154152" y="524675"/>
                  </a:lnTo>
                </a:path>
                <a:path w="353694" h="530860">
                  <a:moveTo>
                    <a:pt x="97574" y="429006"/>
                  </a:moveTo>
                  <a:lnTo>
                    <a:pt x="124167" y="436587"/>
                  </a:lnTo>
                  <a:lnTo>
                    <a:pt x="152247" y="430504"/>
                  </a:lnTo>
                  <a:lnTo>
                    <a:pt x="153771" y="429006"/>
                  </a:lnTo>
                </a:path>
                <a:path w="353694" h="530860">
                  <a:moveTo>
                    <a:pt x="155295" y="524675"/>
                  </a:moveTo>
                  <a:lnTo>
                    <a:pt x="182232" y="530352"/>
                  </a:lnTo>
                  <a:lnTo>
                    <a:pt x="210350" y="524675"/>
                  </a:lnTo>
                  <a:lnTo>
                    <a:pt x="211467" y="524675"/>
                  </a:lnTo>
                </a:path>
                <a:path w="353694" h="530860">
                  <a:moveTo>
                    <a:pt x="211848" y="189052"/>
                  </a:moveTo>
                  <a:lnTo>
                    <a:pt x="211848" y="524675"/>
                  </a:lnTo>
                </a:path>
                <a:path w="353694" h="530860">
                  <a:moveTo>
                    <a:pt x="211848" y="360273"/>
                  </a:moveTo>
                  <a:lnTo>
                    <a:pt x="238429" y="367487"/>
                  </a:lnTo>
                  <a:lnTo>
                    <a:pt x="266509" y="360273"/>
                  </a:lnTo>
                  <a:lnTo>
                    <a:pt x="268033" y="360273"/>
                  </a:lnTo>
                </a:path>
                <a:path w="353694" h="530860">
                  <a:moveTo>
                    <a:pt x="268414" y="360273"/>
                  </a:moveTo>
                  <a:lnTo>
                    <a:pt x="268414" y="179184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882163" y="2781744"/>
              <a:ext cx="349885" cy="86995"/>
            </a:xfrm>
            <a:custGeom>
              <a:avLst/>
              <a:gdLst/>
              <a:ahLst/>
              <a:cxnLst/>
              <a:rect l="l" t="t" r="r" b="b"/>
              <a:pathLst>
                <a:path w="349885" h="86994">
                  <a:moveTo>
                    <a:pt x="205397" y="0"/>
                  </a:moveTo>
                  <a:lnTo>
                    <a:pt x="139712" y="0"/>
                  </a:lnTo>
                  <a:lnTo>
                    <a:pt x="79730" y="7213"/>
                  </a:lnTo>
                  <a:lnTo>
                    <a:pt x="29984" y="23533"/>
                  </a:lnTo>
                  <a:lnTo>
                    <a:pt x="0" y="44030"/>
                  </a:lnTo>
                  <a:lnTo>
                    <a:pt x="34556" y="64541"/>
                  </a:lnTo>
                  <a:lnTo>
                    <a:pt x="83134" y="79336"/>
                  </a:lnTo>
                  <a:lnTo>
                    <a:pt x="147294" y="86550"/>
                  </a:lnTo>
                  <a:lnTo>
                    <a:pt x="211455" y="86550"/>
                  </a:lnTo>
                  <a:lnTo>
                    <a:pt x="271449" y="77812"/>
                  </a:lnTo>
                  <a:lnTo>
                    <a:pt x="321563" y="61506"/>
                  </a:lnTo>
                  <a:lnTo>
                    <a:pt x="349643" y="42532"/>
                  </a:lnTo>
                  <a:lnTo>
                    <a:pt x="316611" y="20510"/>
                  </a:lnTo>
                  <a:lnTo>
                    <a:pt x="268033" y="5689"/>
                  </a:lnTo>
                  <a:lnTo>
                    <a:pt x="2053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249665" y="2781744"/>
              <a:ext cx="1793239" cy="1644014"/>
            </a:xfrm>
            <a:custGeom>
              <a:avLst/>
              <a:gdLst/>
              <a:ahLst/>
              <a:cxnLst/>
              <a:rect l="l" t="t" r="r" b="b"/>
              <a:pathLst>
                <a:path w="1793239" h="1644014">
                  <a:moveTo>
                    <a:pt x="982141" y="42532"/>
                  </a:moveTo>
                  <a:lnTo>
                    <a:pt x="954062" y="61506"/>
                  </a:lnTo>
                  <a:lnTo>
                    <a:pt x="903947" y="77812"/>
                  </a:lnTo>
                  <a:lnTo>
                    <a:pt x="843953" y="86550"/>
                  </a:lnTo>
                  <a:lnTo>
                    <a:pt x="779792" y="86550"/>
                  </a:lnTo>
                  <a:lnTo>
                    <a:pt x="715632" y="79336"/>
                  </a:lnTo>
                  <a:lnTo>
                    <a:pt x="667054" y="64541"/>
                  </a:lnTo>
                  <a:lnTo>
                    <a:pt x="632498" y="44030"/>
                  </a:lnTo>
                  <a:lnTo>
                    <a:pt x="662482" y="23533"/>
                  </a:lnTo>
                  <a:lnTo>
                    <a:pt x="712228" y="7213"/>
                  </a:lnTo>
                  <a:lnTo>
                    <a:pt x="772210" y="0"/>
                  </a:lnTo>
                  <a:lnTo>
                    <a:pt x="837895" y="0"/>
                  </a:lnTo>
                  <a:lnTo>
                    <a:pt x="900531" y="5689"/>
                  </a:lnTo>
                  <a:lnTo>
                    <a:pt x="949109" y="20510"/>
                  </a:lnTo>
                  <a:lnTo>
                    <a:pt x="982141" y="42532"/>
                  </a:lnTo>
                </a:path>
                <a:path w="1793239" h="1644014">
                  <a:moveTo>
                    <a:pt x="928611" y="206133"/>
                  </a:moveTo>
                  <a:lnTo>
                    <a:pt x="925588" y="70612"/>
                  </a:lnTo>
                </a:path>
                <a:path w="1793239" h="1644014">
                  <a:moveTo>
                    <a:pt x="1793062" y="361810"/>
                  </a:moveTo>
                  <a:lnTo>
                    <a:pt x="1793062" y="1402397"/>
                  </a:lnTo>
                  <a:lnTo>
                    <a:pt x="1777517" y="1439227"/>
                  </a:lnTo>
                  <a:lnTo>
                    <a:pt x="1728901" y="1469986"/>
                  </a:lnTo>
                  <a:lnTo>
                    <a:pt x="1566037" y="1531861"/>
                  </a:lnTo>
                  <a:lnTo>
                    <a:pt x="1395564" y="1580451"/>
                  </a:lnTo>
                  <a:lnTo>
                    <a:pt x="1223238" y="1614246"/>
                  </a:lnTo>
                  <a:lnTo>
                    <a:pt x="1047826" y="1636268"/>
                  </a:lnTo>
                  <a:lnTo>
                    <a:pt x="869022" y="1643481"/>
                  </a:lnTo>
                  <a:lnTo>
                    <a:pt x="690968" y="1636268"/>
                  </a:lnTo>
                  <a:lnTo>
                    <a:pt x="513664" y="1616900"/>
                  </a:lnTo>
                  <a:lnTo>
                    <a:pt x="341299" y="1583486"/>
                  </a:lnTo>
                  <a:lnTo>
                    <a:pt x="172364" y="1534896"/>
                  </a:lnTo>
                  <a:lnTo>
                    <a:pt x="20510" y="1462760"/>
                  </a:lnTo>
                  <a:lnTo>
                    <a:pt x="4952" y="1439227"/>
                  </a:lnTo>
                  <a:lnTo>
                    <a:pt x="0" y="1431632"/>
                  </a:lnTo>
                  <a:lnTo>
                    <a:pt x="0" y="399757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74767" y="3339439"/>
              <a:ext cx="424433" cy="210324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1864334" y="2880436"/>
              <a:ext cx="4944110" cy="2573020"/>
            </a:xfrm>
            <a:custGeom>
              <a:avLst/>
              <a:gdLst/>
              <a:ahLst/>
              <a:cxnLst/>
              <a:rect l="l" t="t" r="r" b="b"/>
              <a:pathLst>
                <a:path w="4944109" h="2573020">
                  <a:moveTo>
                    <a:pt x="2594864" y="378142"/>
                  </a:moveTo>
                  <a:lnTo>
                    <a:pt x="4233037" y="0"/>
                  </a:lnTo>
                </a:path>
                <a:path w="4944109" h="2573020">
                  <a:moveTo>
                    <a:pt x="2676867" y="391439"/>
                  </a:moveTo>
                  <a:lnTo>
                    <a:pt x="4261129" y="22783"/>
                  </a:lnTo>
                </a:path>
                <a:path w="4944109" h="2573020">
                  <a:moveTo>
                    <a:pt x="2919095" y="1182979"/>
                  </a:moveTo>
                  <a:lnTo>
                    <a:pt x="4944109" y="809040"/>
                  </a:lnTo>
                </a:path>
                <a:path w="4944109" h="2573020">
                  <a:moveTo>
                    <a:pt x="548589" y="1039101"/>
                  </a:moveTo>
                  <a:lnTo>
                    <a:pt x="537578" y="996200"/>
                  </a:lnTo>
                  <a:lnTo>
                    <a:pt x="726630" y="966597"/>
                  </a:lnTo>
                  <a:lnTo>
                    <a:pt x="737260" y="1009484"/>
                  </a:lnTo>
                  <a:lnTo>
                    <a:pt x="548589" y="1039101"/>
                  </a:lnTo>
                </a:path>
                <a:path w="4944109" h="2573020">
                  <a:moveTo>
                    <a:pt x="557695" y="1019746"/>
                  </a:moveTo>
                  <a:lnTo>
                    <a:pt x="0" y="1065682"/>
                  </a:lnTo>
                  <a:lnTo>
                    <a:pt x="0" y="2572486"/>
                  </a:lnTo>
                  <a:lnTo>
                    <a:pt x="193992" y="2572486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057946" y="3622280"/>
              <a:ext cx="4699000" cy="1891030"/>
            </a:xfrm>
            <a:custGeom>
              <a:avLst/>
              <a:gdLst/>
              <a:ahLst/>
              <a:cxnLst/>
              <a:rect l="l" t="t" r="r" b="b"/>
              <a:pathLst>
                <a:path w="4699000" h="1891029">
                  <a:moveTo>
                    <a:pt x="119595" y="1831022"/>
                  </a:moveTo>
                  <a:lnTo>
                    <a:pt x="0" y="1770646"/>
                  </a:lnTo>
                  <a:lnTo>
                    <a:pt x="0" y="1890623"/>
                  </a:lnTo>
                  <a:lnTo>
                    <a:pt x="119595" y="1831022"/>
                  </a:lnTo>
                  <a:close/>
                </a:path>
                <a:path w="4699000" h="1891029">
                  <a:moveTo>
                    <a:pt x="2771965" y="366458"/>
                  </a:moveTo>
                  <a:lnTo>
                    <a:pt x="2702318" y="354203"/>
                  </a:lnTo>
                  <a:lnTo>
                    <a:pt x="2659799" y="388366"/>
                  </a:lnTo>
                  <a:lnTo>
                    <a:pt x="2694355" y="392544"/>
                  </a:lnTo>
                  <a:lnTo>
                    <a:pt x="2731922" y="401650"/>
                  </a:lnTo>
                  <a:lnTo>
                    <a:pt x="2771965" y="366458"/>
                  </a:lnTo>
                  <a:close/>
                </a:path>
                <a:path w="4699000" h="1891029">
                  <a:moveTo>
                    <a:pt x="2876219" y="351536"/>
                  </a:moveTo>
                  <a:lnTo>
                    <a:pt x="2804058" y="338251"/>
                  </a:lnTo>
                  <a:lnTo>
                    <a:pt x="2771965" y="366458"/>
                  </a:lnTo>
                  <a:lnTo>
                    <a:pt x="2844685" y="379247"/>
                  </a:lnTo>
                  <a:lnTo>
                    <a:pt x="2876219" y="351536"/>
                  </a:lnTo>
                  <a:close/>
                </a:path>
                <a:path w="4699000" h="1891029">
                  <a:moveTo>
                    <a:pt x="2981604" y="328663"/>
                  </a:moveTo>
                  <a:lnTo>
                    <a:pt x="2916821" y="315849"/>
                  </a:lnTo>
                  <a:lnTo>
                    <a:pt x="2876219" y="351536"/>
                  </a:lnTo>
                  <a:lnTo>
                    <a:pt x="2940354" y="363321"/>
                  </a:lnTo>
                  <a:lnTo>
                    <a:pt x="2981604" y="328663"/>
                  </a:lnTo>
                  <a:close/>
                </a:path>
                <a:path w="4699000" h="1891029">
                  <a:moveTo>
                    <a:pt x="3075990" y="311950"/>
                  </a:moveTo>
                  <a:lnTo>
                    <a:pt x="3014014" y="301434"/>
                  </a:lnTo>
                  <a:lnTo>
                    <a:pt x="2981604" y="328663"/>
                  </a:lnTo>
                  <a:lnTo>
                    <a:pt x="3043618" y="340918"/>
                  </a:lnTo>
                  <a:lnTo>
                    <a:pt x="3075990" y="311950"/>
                  </a:lnTo>
                  <a:close/>
                </a:path>
                <a:path w="4699000" h="1891029">
                  <a:moveTo>
                    <a:pt x="3180143" y="292417"/>
                  </a:moveTo>
                  <a:lnTo>
                    <a:pt x="3112338" y="279412"/>
                  </a:lnTo>
                  <a:lnTo>
                    <a:pt x="3075990" y="311950"/>
                  </a:lnTo>
                  <a:lnTo>
                    <a:pt x="3143847" y="323443"/>
                  </a:lnTo>
                  <a:lnTo>
                    <a:pt x="3180143" y="292417"/>
                  </a:lnTo>
                  <a:close/>
                </a:path>
                <a:path w="4699000" h="1891029">
                  <a:moveTo>
                    <a:pt x="3277984" y="274447"/>
                  </a:moveTo>
                  <a:lnTo>
                    <a:pt x="3214459" y="263080"/>
                  </a:lnTo>
                  <a:lnTo>
                    <a:pt x="3180143" y="292417"/>
                  </a:lnTo>
                  <a:lnTo>
                    <a:pt x="3241027" y="304088"/>
                  </a:lnTo>
                  <a:lnTo>
                    <a:pt x="3244062" y="304088"/>
                  </a:lnTo>
                  <a:lnTo>
                    <a:pt x="3277984" y="274447"/>
                  </a:lnTo>
                  <a:close/>
                </a:path>
                <a:path w="4699000" h="1891029">
                  <a:moveTo>
                    <a:pt x="3383356" y="253149"/>
                  </a:moveTo>
                  <a:lnTo>
                    <a:pt x="3316198" y="241058"/>
                  </a:lnTo>
                  <a:lnTo>
                    <a:pt x="3277984" y="274447"/>
                  </a:lnTo>
                  <a:lnTo>
                    <a:pt x="3339731" y="285483"/>
                  </a:lnTo>
                  <a:lnTo>
                    <a:pt x="3344684" y="288150"/>
                  </a:lnTo>
                  <a:lnTo>
                    <a:pt x="3383356" y="253149"/>
                  </a:lnTo>
                  <a:close/>
                </a:path>
                <a:path w="4699000" h="1891029">
                  <a:moveTo>
                    <a:pt x="3489439" y="236512"/>
                  </a:moveTo>
                  <a:lnTo>
                    <a:pt x="3416427" y="223227"/>
                  </a:lnTo>
                  <a:lnTo>
                    <a:pt x="3383356" y="253149"/>
                  </a:lnTo>
                  <a:lnTo>
                    <a:pt x="3455530" y="266128"/>
                  </a:lnTo>
                  <a:lnTo>
                    <a:pt x="3489439" y="236512"/>
                  </a:lnTo>
                  <a:close/>
                </a:path>
                <a:path w="4699000" h="1891029">
                  <a:moveTo>
                    <a:pt x="3593274" y="214820"/>
                  </a:moveTo>
                  <a:lnTo>
                    <a:pt x="3527666" y="203111"/>
                  </a:lnTo>
                  <a:lnTo>
                    <a:pt x="3489439" y="236512"/>
                  </a:lnTo>
                  <a:lnTo>
                    <a:pt x="3554234" y="248285"/>
                  </a:lnTo>
                  <a:lnTo>
                    <a:pt x="3593274" y="214820"/>
                  </a:lnTo>
                  <a:close/>
                </a:path>
                <a:path w="4699000" h="1891029">
                  <a:moveTo>
                    <a:pt x="3689908" y="198120"/>
                  </a:moveTo>
                  <a:lnTo>
                    <a:pt x="3625989" y="186778"/>
                  </a:lnTo>
                  <a:lnTo>
                    <a:pt x="3593274" y="214820"/>
                  </a:lnTo>
                  <a:lnTo>
                    <a:pt x="3657498" y="226263"/>
                  </a:lnTo>
                  <a:lnTo>
                    <a:pt x="3689908" y="198120"/>
                  </a:lnTo>
                  <a:close/>
                </a:path>
                <a:path w="4699000" h="1891029">
                  <a:moveTo>
                    <a:pt x="3792486" y="177888"/>
                  </a:moveTo>
                  <a:lnTo>
                    <a:pt x="3726599" y="166268"/>
                  </a:lnTo>
                  <a:lnTo>
                    <a:pt x="3689908" y="198120"/>
                  </a:lnTo>
                  <a:lnTo>
                    <a:pt x="3756583" y="209931"/>
                  </a:lnTo>
                  <a:lnTo>
                    <a:pt x="3792486" y="177888"/>
                  </a:lnTo>
                  <a:close/>
                </a:path>
                <a:path w="4699000" h="1891029">
                  <a:moveTo>
                    <a:pt x="3883406" y="160324"/>
                  </a:moveTo>
                  <a:lnTo>
                    <a:pt x="3823792" y="149961"/>
                  </a:lnTo>
                  <a:lnTo>
                    <a:pt x="3792486" y="177888"/>
                  </a:lnTo>
                  <a:lnTo>
                    <a:pt x="3851491" y="188290"/>
                  </a:lnTo>
                  <a:lnTo>
                    <a:pt x="3883406" y="160324"/>
                  </a:lnTo>
                  <a:close/>
                </a:path>
                <a:path w="4699000" h="1891029">
                  <a:moveTo>
                    <a:pt x="3985552" y="141439"/>
                  </a:moveTo>
                  <a:lnTo>
                    <a:pt x="3919080" y="129070"/>
                  </a:lnTo>
                  <a:lnTo>
                    <a:pt x="3883406" y="160324"/>
                  </a:lnTo>
                  <a:lnTo>
                    <a:pt x="3950589" y="171983"/>
                  </a:lnTo>
                  <a:lnTo>
                    <a:pt x="3985552" y="141439"/>
                  </a:lnTo>
                  <a:close/>
                </a:path>
                <a:path w="4699000" h="1891029">
                  <a:moveTo>
                    <a:pt x="4086529" y="124079"/>
                  </a:moveTo>
                  <a:lnTo>
                    <a:pt x="4019677" y="111607"/>
                  </a:lnTo>
                  <a:lnTo>
                    <a:pt x="3985552" y="141439"/>
                  </a:lnTo>
                  <a:lnTo>
                    <a:pt x="4053852" y="154127"/>
                  </a:lnTo>
                  <a:lnTo>
                    <a:pt x="4055364" y="151472"/>
                  </a:lnTo>
                  <a:lnTo>
                    <a:pt x="4086529" y="124079"/>
                  </a:lnTo>
                  <a:close/>
                </a:path>
                <a:path w="4699000" h="1891029">
                  <a:moveTo>
                    <a:pt x="4195470" y="100304"/>
                  </a:moveTo>
                  <a:lnTo>
                    <a:pt x="4127500" y="88074"/>
                  </a:lnTo>
                  <a:lnTo>
                    <a:pt x="4086529" y="124079"/>
                  </a:lnTo>
                  <a:lnTo>
                    <a:pt x="4154081" y="136664"/>
                  </a:lnTo>
                  <a:lnTo>
                    <a:pt x="4155592" y="135140"/>
                  </a:lnTo>
                  <a:lnTo>
                    <a:pt x="4195470" y="100304"/>
                  </a:lnTo>
                  <a:close/>
                </a:path>
                <a:path w="4699000" h="1891029">
                  <a:moveTo>
                    <a:pt x="4298950" y="85572"/>
                  </a:moveTo>
                  <a:lnTo>
                    <a:pt x="4227728" y="72123"/>
                  </a:lnTo>
                  <a:lnTo>
                    <a:pt x="4195470" y="100304"/>
                  </a:lnTo>
                  <a:lnTo>
                    <a:pt x="4266831" y="113118"/>
                  </a:lnTo>
                  <a:lnTo>
                    <a:pt x="4298950" y="85572"/>
                  </a:lnTo>
                  <a:close/>
                </a:path>
                <a:path w="4699000" h="1891029">
                  <a:moveTo>
                    <a:pt x="4407370" y="63652"/>
                  </a:moveTo>
                  <a:lnTo>
                    <a:pt x="4338967" y="51244"/>
                  </a:lnTo>
                  <a:lnTo>
                    <a:pt x="4298950" y="85572"/>
                  </a:lnTo>
                  <a:lnTo>
                    <a:pt x="4368571" y="98704"/>
                  </a:lnTo>
                  <a:lnTo>
                    <a:pt x="4407370" y="63652"/>
                  </a:lnTo>
                  <a:close/>
                </a:path>
                <a:path w="4699000" h="1891029">
                  <a:moveTo>
                    <a:pt x="4501629" y="46570"/>
                  </a:moveTo>
                  <a:lnTo>
                    <a:pt x="4439183" y="34925"/>
                  </a:lnTo>
                  <a:lnTo>
                    <a:pt x="4407370" y="63652"/>
                  </a:lnTo>
                  <a:lnTo>
                    <a:pt x="4468800" y="74790"/>
                  </a:lnTo>
                  <a:lnTo>
                    <a:pt x="4501629" y="46570"/>
                  </a:lnTo>
                  <a:close/>
                </a:path>
                <a:path w="4699000" h="1891029">
                  <a:moveTo>
                    <a:pt x="4605769" y="26263"/>
                  </a:moveTo>
                  <a:lnTo>
                    <a:pt x="4539031" y="14414"/>
                  </a:lnTo>
                  <a:lnTo>
                    <a:pt x="4501629" y="46570"/>
                  </a:lnTo>
                  <a:lnTo>
                    <a:pt x="4567491" y="58839"/>
                  </a:lnTo>
                  <a:lnTo>
                    <a:pt x="4605769" y="26263"/>
                  </a:lnTo>
                  <a:close/>
                </a:path>
                <a:path w="4699000" h="1891029">
                  <a:moveTo>
                    <a:pt x="4694580" y="10617"/>
                  </a:moveTo>
                  <a:lnTo>
                    <a:pt x="4636605" y="0"/>
                  </a:lnTo>
                  <a:lnTo>
                    <a:pt x="4605769" y="26263"/>
                  </a:lnTo>
                  <a:lnTo>
                    <a:pt x="4663186" y="36436"/>
                  </a:lnTo>
                  <a:lnTo>
                    <a:pt x="4694580" y="10617"/>
                  </a:lnTo>
                  <a:close/>
                </a:path>
                <a:path w="4699000" h="1891029">
                  <a:moveTo>
                    <a:pt x="4698860" y="11391"/>
                  </a:moveTo>
                  <a:lnTo>
                    <a:pt x="4697349" y="8343"/>
                  </a:lnTo>
                  <a:lnTo>
                    <a:pt x="4694580" y="10617"/>
                  </a:lnTo>
                  <a:lnTo>
                    <a:pt x="4698860" y="113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717745" y="3622281"/>
              <a:ext cx="2039620" cy="401955"/>
            </a:xfrm>
            <a:custGeom>
              <a:avLst/>
              <a:gdLst/>
              <a:ahLst/>
              <a:cxnLst/>
              <a:rect l="l" t="t" r="r" b="b"/>
              <a:pathLst>
                <a:path w="2039620" h="401954">
                  <a:moveTo>
                    <a:pt x="2039061" y="11391"/>
                  </a:moveTo>
                  <a:lnTo>
                    <a:pt x="1976805" y="0"/>
                  </a:lnTo>
                  <a:lnTo>
                    <a:pt x="1907705" y="58839"/>
                  </a:lnTo>
                  <a:lnTo>
                    <a:pt x="1779384" y="34925"/>
                  </a:lnTo>
                  <a:lnTo>
                    <a:pt x="1708772" y="98704"/>
                  </a:lnTo>
                  <a:lnTo>
                    <a:pt x="1567929" y="72123"/>
                  </a:lnTo>
                  <a:lnTo>
                    <a:pt x="1495793" y="135140"/>
                  </a:lnTo>
                  <a:lnTo>
                    <a:pt x="1494282" y="136664"/>
                  </a:lnTo>
                  <a:lnTo>
                    <a:pt x="1359877" y="111607"/>
                  </a:lnTo>
                  <a:lnTo>
                    <a:pt x="1290789" y="171983"/>
                  </a:lnTo>
                  <a:lnTo>
                    <a:pt x="1163993" y="149961"/>
                  </a:lnTo>
                  <a:lnTo>
                    <a:pt x="1096784" y="209930"/>
                  </a:lnTo>
                  <a:lnTo>
                    <a:pt x="966190" y="186778"/>
                  </a:lnTo>
                  <a:lnTo>
                    <a:pt x="894435" y="248284"/>
                  </a:lnTo>
                  <a:lnTo>
                    <a:pt x="756627" y="223227"/>
                  </a:lnTo>
                  <a:lnTo>
                    <a:pt x="684885" y="288150"/>
                  </a:lnTo>
                  <a:lnTo>
                    <a:pt x="679932" y="285483"/>
                  </a:lnTo>
                  <a:lnTo>
                    <a:pt x="554659" y="263080"/>
                  </a:lnTo>
                  <a:lnTo>
                    <a:pt x="484047" y="323443"/>
                  </a:lnTo>
                  <a:lnTo>
                    <a:pt x="354215" y="301434"/>
                  </a:lnTo>
                  <a:lnTo>
                    <a:pt x="280555" y="363321"/>
                  </a:lnTo>
                  <a:lnTo>
                    <a:pt x="144259" y="338251"/>
                  </a:lnTo>
                  <a:lnTo>
                    <a:pt x="72123" y="401650"/>
                  </a:lnTo>
                  <a:lnTo>
                    <a:pt x="34556" y="392544"/>
                  </a:lnTo>
                  <a:lnTo>
                    <a:pt x="0" y="388365"/>
                  </a:lnTo>
                  <a:lnTo>
                    <a:pt x="42519" y="354202"/>
                  </a:lnTo>
                  <a:lnTo>
                    <a:pt x="184886" y="379247"/>
                  </a:lnTo>
                  <a:lnTo>
                    <a:pt x="257022" y="315849"/>
                  </a:lnTo>
                  <a:lnTo>
                    <a:pt x="383819" y="340918"/>
                  </a:lnTo>
                  <a:lnTo>
                    <a:pt x="452539" y="279412"/>
                  </a:lnTo>
                  <a:lnTo>
                    <a:pt x="581228" y="304088"/>
                  </a:lnTo>
                  <a:lnTo>
                    <a:pt x="584263" y="304088"/>
                  </a:lnTo>
                  <a:lnTo>
                    <a:pt x="656399" y="241058"/>
                  </a:lnTo>
                  <a:lnTo>
                    <a:pt x="795731" y="266128"/>
                  </a:lnTo>
                  <a:lnTo>
                    <a:pt x="867867" y="203111"/>
                  </a:lnTo>
                  <a:lnTo>
                    <a:pt x="997699" y="226263"/>
                  </a:lnTo>
                  <a:lnTo>
                    <a:pt x="1066800" y="166268"/>
                  </a:lnTo>
                  <a:lnTo>
                    <a:pt x="1191691" y="188290"/>
                  </a:lnTo>
                  <a:lnTo>
                    <a:pt x="1259281" y="129070"/>
                  </a:lnTo>
                  <a:lnTo>
                    <a:pt x="1394053" y="154127"/>
                  </a:lnTo>
                  <a:lnTo>
                    <a:pt x="1395564" y="151472"/>
                  </a:lnTo>
                  <a:lnTo>
                    <a:pt x="1467700" y="88074"/>
                  </a:lnTo>
                  <a:lnTo>
                    <a:pt x="1607032" y="113118"/>
                  </a:lnTo>
                  <a:lnTo>
                    <a:pt x="1679168" y="51244"/>
                  </a:lnTo>
                  <a:lnTo>
                    <a:pt x="1809000" y="74790"/>
                  </a:lnTo>
                  <a:lnTo>
                    <a:pt x="1879231" y="14414"/>
                  </a:lnTo>
                  <a:lnTo>
                    <a:pt x="2003386" y="36436"/>
                  </a:lnTo>
                  <a:lnTo>
                    <a:pt x="2037549" y="8343"/>
                  </a:lnTo>
                  <a:lnTo>
                    <a:pt x="2039061" y="11391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207482" y="3489769"/>
              <a:ext cx="508000" cy="334645"/>
            </a:xfrm>
            <a:custGeom>
              <a:avLst/>
              <a:gdLst/>
              <a:ahLst/>
              <a:cxnLst/>
              <a:rect l="l" t="t" r="r" b="b"/>
              <a:pathLst>
                <a:path w="508000" h="334645">
                  <a:moveTo>
                    <a:pt x="34937" y="0"/>
                  </a:moveTo>
                  <a:lnTo>
                    <a:pt x="14427" y="1524"/>
                  </a:lnTo>
                  <a:lnTo>
                    <a:pt x="3428" y="8737"/>
                  </a:lnTo>
                  <a:lnTo>
                    <a:pt x="0" y="17475"/>
                  </a:lnTo>
                  <a:lnTo>
                    <a:pt x="3428" y="26212"/>
                  </a:lnTo>
                  <a:lnTo>
                    <a:pt x="14427" y="33794"/>
                  </a:lnTo>
                  <a:lnTo>
                    <a:pt x="26949" y="37985"/>
                  </a:lnTo>
                  <a:lnTo>
                    <a:pt x="432790" y="168948"/>
                  </a:lnTo>
                  <a:lnTo>
                    <a:pt x="436206" y="168948"/>
                  </a:lnTo>
                  <a:lnTo>
                    <a:pt x="454812" y="180721"/>
                  </a:lnTo>
                  <a:lnTo>
                    <a:pt x="462788" y="214884"/>
                  </a:lnTo>
                  <a:lnTo>
                    <a:pt x="462788" y="329539"/>
                  </a:lnTo>
                  <a:lnTo>
                    <a:pt x="463930" y="329539"/>
                  </a:lnTo>
                  <a:lnTo>
                    <a:pt x="475310" y="334098"/>
                  </a:lnTo>
                  <a:lnTo>
                    <a:pt x="488975" y="334098"/>
                  </a:lnTo>
                  <a:lnTo>
                    <a:pt x="500367" y="329539"/>
                  </a:lnTo>
                  <a:lnTo>
                    <a:pt x="507961" y="331050"/>
                  </a:lnTo>
                  <a:lnTo>
                    <a:pt x="507961" y="201599"/>
                  </a:lnTo>
                  <a:lnTo>
                    <a:pt x="500367" y="171983"/>
                  </a:lnTo>
                  <a:lnTo>
                    <a:pt x="481393" y="155663"/>
                  </a:lnTo>
                  <a:lnTo>
                    <a:pt x="477964" y="155663"/>
                  </a:lnTo>
                  <a:lnTo>
                    <a:pt x="349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207482" y="3489769"/>
              <a:ext cx="508000" cy="334645"/>
            </a:xfrm>
            <a:custGeom>
              <a:avLst/>
              <a:gdLst/>
              <a:ahLst/>
              <a:cxnLst/>
              <a:rect l="l" t="t" r="r" b="b"/>
              <a:pathLst>
                <a:path w="508000" h="334645">
                  <a:moveTo>
                    <a:pt x="436206" y="168948"/>
                  </a:moveTo>
                  <a:lnTo>
                    <a:pt x="454812" y="180721"/>
                  </a:lnTo>
                  <a:lnTo>
                    <a:pt x="462788" y="214884"/>
                  </a:lnTo>
                  <a:lnTo>
                    <a:pt x="462788" y="329539"/>
                  </a:lnTo>
                  <a:lnTo>
                    <a:pt x="463930" y="329539"/>
                  </a:lnTo>
                  <a:lnTo>
                    <a:pt x="475310" y="334098"/>
                  </a:lnTo>
                  <a:lnTo>
                    <a:pt x="488975" y="334098"/>
                  </a:lnTo>
                  <a:lnTo>
                    <a:pt x="500367" y="329539"/>
                  </a:lnTo>
                  <a:lnTo>
                    <a:pt x="507961" y="331050"/>
                  </a:lnTo>
                  <a:lnTo>
                    <a:pt x="507961" y="201599"/>
                  </a:lnTo>
                  <a:lnTo>
                    <a:pt x="500367" y="171983"/>
                  </a:lnTo>
                  <a:lnTo>
                    <a:pt x="481393" y="155663"/>
                  </a:lnTo>
                  <a:lnTo>
                    <a:pt x="477964" y="155663"/>
                  </a:lnTo>
                  <a:lnTo>
                    <a:pt x="34937" y="0"/>
                  </a:lnTo>
                  <a:lnTo>
                    <a:pt x="14427" y="1524"/>
                  </a:lnTo>
                  <a:lnTo>
                    <a:pt x="3428" y="8737"/>
                  </a:lnTo>
                  <a:lnTo>
                    <a:pt x="0" y="17475"/>
                  </a:lnTo>
                  <a:lnTo>
                    <a:pt x="3428" y="26212"/>
                  </a:lnTo>
                  <a:lnTo>
                    <a:pt x="14427" y="33794"/>
                  </a:lnTo>
                  <a:lnTo>
                    <a:pt x="26949" y="37985"/>
                  </a:lnTo>
                  <a:lnTo>
                    <a:pt x="432790" y="168948"/>
                  </a:lnTo>
                  <a:lnTo>
                    <a:pt x="436206" y="168948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195328" y="3983888"/>
              <a:ext cx="69215" cy="60960"/>
            </a:xfrm>
            <a:custGeom>
              <a:avLst/>
              <a:gdLst/>
              <a:ahLst/>
              <a:cxnLst/>
              <a:rect l="l" t="t" r="r" b="b"/>
              <a:pathLst>
                <a:path w="69214" h="60960">
                  <a:moveTo>
                    <a:pt x="34556" y="0"/>
                  </a:moveTo>
                  <a:lnTo>
                    <a:pt x="21115" y="2371"/>
                  </a:lnTo>
                  <a:lnTo>
                    <a:pt x="10129" y="8839"/>
                  </a:lnTo>
                  <a:lnTo>
                    <a:pt x="2718" y="18430"/>
                  </a:lnTo>
                  <a:lnTo>
                    <a:pt x="0" y="30175"/>
                  </a:lnTo>
                  <a:lnTo>
                    <a:pt x="2718" y="41914"/>
                  </a:lnTo>
                  <a:lnTo>
                    <a:pt x="10129" y="51506"/>
                  </a:lnTo>
                  <a:lnTo>
                    <a:pt x="21115" y="57976"/>
                  </a:lnTo>
                  <a:lnTo>
                    <a:pt x="34556" y="60350"/>
                  </a:lnTo>
                  <a:lnTo>
                    <a:pt x="47998" y="57976"/>
                  </a:lnTo>
                  <a:lnTo>
                    <a:pt x="58983" y="51506"/>
                  </a:lnTo>
                  <a:lnTo>
                    <a:pt x="66394" y="41914"/>
                  </a:lnTo>
                  <a:lnTo>
                    <a:pt x="69113" y="30175"/>
                  </a:lnTo>
                  <a:lnTo>
                    <a:pt x="66394" y="18430"/>
                  </a:lnTo>
                  <a:lnTo>
                    <a:pt x="58983" y="8839"/>
                  </a:lnTo>
                  <a:lnTo>
                    <a:pt x="47998" y="2371"/>
                  </a:lnTo>
                  <a:lnTo>
                    <a:pt x="345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195328" y="3983888"/>
              <a:ext cx="69215" cy="60960"/>
            </a:xfrm>
            <a:custGeom>
              <a:avLst/>
              <a:gdLst/>
              <a:ahLst/>
              <a:cxnLst/>
              <a:rect l="l" t="t" r="r" b="b"/>
              <a:pathLst>
                <a:path w="69214" h="60960">
                  <a:moveTo>
                    <a:pt x="69113" y="30175"/>
                  </a:moveTo>
                  <a:lnTo>
                    <a:pt x="66394" y="18430"/>
                  </a:lnTo>
                  <a:lnTo>
                    <a:pt x="58983" y="8839"/>
                  </a:lnTo>
                  <a:lnTo>
                    <a:pt x="47998" y="2371"/>
                  </a:lnTo>
                  <a:lnTo>
                    <a:pt x="34556" y="0"/>
                  </a:lnTo>
                  <a:lnTo>
                    <a:pt x="21115" y="2371"/>
                  </a:lnTo>
                  <a:lnTo>
                    <a:pt x="10129" y="8839"/>
                  </a:lnTo>
                  <a:lnTo>
                    <a:pt x="2718" y="18430"/>
                  </a:lnTo>
                  <a:lnTo>
                    <a:pt x="0" y="30175"/>
                  </a:lnTo>
                  <a:lnTo>
                    <a:pt x="2718" y="41914"/>
                  </a:lnTo>
                  <a:lnTo>
                    <a:pt x="10129" y="51506"/>
                  </a:lnTo>
                  <a:lnTo>
                    <a:pt x="21115" y="57976"/>
                  </a:lnTo>
                  <a:lnTo>
                    <a:pt x="34556" y="60350"/>
                  </a:lnTo>
                  <a:lnTo>
                    <a:pt x="47998" y="57976"/>
                  </a:lnTo>
                  <a:lnTo>
                    <a:pt x="58983" y="51506"/>
                  </a:lnTo>
                  <a:lnTo>
                    <a:pt x="66394" y="41914"/>
                  </a:lnTo>
                  <a:lnTo>
                    <a:pt x="69113" y="30175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195328" y="4044238"/>
              <a:ext cx="69215" cy="59055"/>
            </a:xfrm>
            <a:custGeom>
              <a:avLst/>
              <a:gdLst/>
              <a:ahLst/>
              <a:cxnLst/>
              <a:rect l="l" t="t" r="r" b="b"/>
              <a:pathLst>
                <a:path w="69214" h="59054">
                  <a:moveTo>
                    <a:pt x="34556" y="0"/>
                  </a:moveTo>
                  <a:lnTo>
                    <a:pt x="21115" y="2315"/>
                  </a:lnTo>
                  <a:lnTo>
                    <a:pt x="10129" y="8628"/>
                  </a:lnTo>
                  <a:lnTo>
                    <a:pt x="2718" y="17986"/>
                  </a:lnTo>
                  <a:lnTo>
                    <a:pt x="0" y="29438"/>
                  </a:lnTo>
                  <a:lnTo>
                    <a:pt x="2718" y="40881"/>
                  </a:lnTo>
                  <a:lnTo>
                    <a:pt x="10129" y="50231"/>
                  </a:lnTo>
                  <a:lnTo>
                    <a:pt x="21115" y="56538"/>
                  </a:lnTo>
                  <a:lnTo>
                    <a:pt x="34556" y="58851"/>
                  </a:lnTo>
                  <a:lnTo>
                    <a:pt x="47998" y="56538"/>
                  </a:lnTo>
                  <a:lnTo>
                    <a:pt x="58983" y="50231"/>
                  </a:lnTo>
                  <a:lnTo>
                    <a:pt x="66394" y="40881"/>
                  </a:lnTo>
                  <a:lnTo>
                    <a:pt x="69113" y="29438"/>
                  </a:lnTo>
                  <a:lnTo>
                    <a:pt x="66394" y="17986"/>
                  </a:lnTo>
                  <a:lnTo>
                    <a:pt x="58983" y="8628"/>
                  </a:lnTo>
                  <a:lnTo>
                    <a:pt x="47998" y="2315"/>
                  </a:lnTo>
                  <a:lnTo>
                    <a:pt x="345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195328" y="4044238"/>
              <a:ext cx="69215" cy="581660"/>
            </a:xfrm>
            <a:custGeom>
              <a:avLst/>
              <a:gdLst/>
              <a:ahLst/>
              <a:cxnLst/>
              <a:rect l="l" t="t" r="r" b="b"/>
              <a:pathLst>
                <a:path w="69214" h="581660">
                  <a:moveTo>
                    <a:pt x="69113" y="29438"/>
                  </a:moveTo>
                  <a:lnTo>
                    <a:pt x="66394" y="17986"/>
                  </a:lnTo>
                  <a:lnTo>
                    <a:pt x="58983" y="8628"/>
                  </a:lnTo>
                  <a:lnTo>
                    <a:pt x="47998" y="2315"/>
                  </a:lnTo>
                  <a:lnTo>
                    <a:pt x="34556" y="0"/>
                  </a:lnTo>
                  <a:lnTo>
                    <a:pt x="21115" y="2315"/>
                  </a:lnTo>
                  <a:lnTo>
                    <a:pt x="10129" y="8628"/>
                  </a:lnTo>
                  <a:lnTo>
                    <a:pt x="2718" y="17986"/>
                  </a:lnTo>
                  <a:lnTo>
                    <a:pt x="0" y="29438"/>
                  </a:lnTo>
                  <a:lnTo>
                    <a:pt x="2718" y="40881"/>
                  </a:lnTo>
                  <a:lnTo>
                    <a:pt x="10129" y="50231"/>
                  </a:lnTo>
                  <a:lnTo>
                    <a:pt x="21115" y="56538"/>
                  </a:lnTo>
                  <a:lnTo>
                    <a:pt x="34556" y="58851"/>
                  </a:lnTo>
                  <a:lnTo>
                    <a:pt x="47998" y="56538"/>
                  </a:lnTo>
                  <a:lnTo>
                    <a:pt x="58983" y="50231"/>
                  </a:lnTo>
                  <a:lnTo>
                    <a:pt x="66394" y="40881"/>
                  </a:lnTo>
                  <a:lnTo>
                    <a:pt x="69113" y="29438"/>
                  </a:lnTo>
                  <a:close/>
                </a:path>
                <a:path w="69214" h="581660">
                  <a:moveTo>
                    <a:pt x="69113" y="89039"/>
                  </a:moveTo>
                  <a:lnTo>
                    <a:pt x="66394" y="77293"/>
                  </a:lnTo>
                  <a:lnTo>
                    <a:pt x="58983" y="67697"/>
                  </a:lnTo>
                  <a:lnTo>
                    <a:pt x="47998" y="61225"/>
                  </a:lnTo>
                  <a:lnTo>
                    <a:pt x="34556" y="58851"/>
                  </a:lnTo>
                  <a:lnTo>
                    <a:pt x="21115" y="61225"/>
                  </a:lnTo>
                  <a:lnTo>
                    <a:pt x="10129" y="67697"/>
                  </a:lnTo>
                  <a:lnTo>
                    <a:pt x="2718" y="77293"/>
                  </a:lnTo>
                  <a:lnTo>
                    <a:pt x="0" y="89039"/>
                  </a:lnTo>
                  <a:lnTo>
                    <a:pt x="2718" y="100784"/>
                  </a:lnTo>
                  <a:lnTo>
                    <a:pt x="10129" y="110375"/>
                  </a:lnTo>
                  <a:lnTo>
                    <a:pt x="21115" y="116843"/>
                  </a:lnTo>
                  <a:lnTo>
                    <a:pt x="34556" y="119214"/>
                  </a:lnTo>
                  <a:lnTo>
                    <a:pt x="47998" y="116843"/>
                  </a:lnTo>
                  <a:lnTo>
                    <a:pt x="58983" y="110375"/>
                  </a:lnTo>
                  <a:lnTo>
                    <a:pt x="66394" y="100784"/>
                  </a:lnTo>
                  <a:lnTo>
                    <a:pt x="69113" y="89039"/>
                  </a:lnTo>
                  <a:close/>
                </a:path>
                <a:path w="69214" h="581660">
                  <a:moveTo>
                    <a:pt x="69113" y="149402"/>
                  </a:moveTo>
                  <a:lnTo>
                    <a:pt x="66394" y="137656"/>
                  </a:lnTo>
                  <a:lnTo>
                    <a:pt x="58983" y="128060"/>
                  </a:lnTo>
                  <a:lnTo>
                    <a:pt x="47998" y="121588"/>
                  </a:lnTo>
                  <a:lnTo>
                    <a:pt x="34556" y="119214"/>
                  </a:lnTo>
                  <a:lnTo>
                    <a:pt x="21115" y="121588"/>
                  </a:lnTo>
                  <a:lnTo>
                    <a:pt x="10129" y="128060"/>
                  </a:lnTo>
                  <a:lnTo>
                    <a:pt x="2718" y="137656"/>
                  </a:lnTo>
                  <a:lnTo>
                    <a:pt x="0" y="149402"/>
                  </a:lnTo>
                  <a:lnTo>
                    <a:pt x="2718" y="161141"/>
                  </a:lnTo>
                  <a:lnTo>
                    <a:pt x="10129" y="170734"/>
                  </a:lnTo>
                  <a:lnTo>
                    <a:pt x="21115" y="177204"/>
                  </a:lnTo>
                  <a:lnTo>
                    <a:pt x="34556" y="179578"/>
                  </a:lnTo>
                  <a:lnTo>
                    <a:pt x="47998" y="177204"/>
                  </a:lnTo>
                  <a:lnTo>
                    <a:pt x="58983" y="170734"/>
                  </a:lnTo>
                  <a:lnTo>
                    <a:pt x="66394" y="161141"/>
                  </a:lnTo>
                  <a:lnTo>
                    <a:pt x="69113" y="149402"/>
                  </a:lnTo>
                  <a:close/>
                </a:path>
                <a:path w="69214" h="581660">
                  <a:moveTo>
                    <a:pt x="69113" y="209765"/>
                  </a:moveTo>
                  <a:lnTo>
                    <a:pt x="66394" y="198014"/>
                  </a:lnTo>
                  <a:lnTo>
                    <a:pt x="58983" y="188418"/>
                  </a:lnTo>
                  <a:lnTo>
                    <a:pt x="47998" y="181949"/>
                  </a:lnTo>
                  <a:lnTo>
                    <a:pt x="34556" y="179578"/>
                  </a:lnTo>
                  <a:lnTo>
                    <a:pt x="21115" y="181949"/>
                  </a:lnTo>
                  <a:lnTo>
                    <a:pt x="10129" y="188418"/>
                  </a:lnTo>
                  <a:lnTo>
                    <a:pt x="2718" y="198014"/>
                  </a:lnTo>
                  <a:lnTo>
                    <a:pt x="0" y="209765"/>
                  </a:lnTo>
                  <a:lnTo>
                    <a:pt x="2718" y="221504"/>
                  </a:lnTo>
                  <a:lnTo>
                    <a:pt x="10129" y="231097"/>
                  </a:lnTo>
                  <a:lnTo>
                    <a:pt x="21115" y="237567"/>
                  </a:lnTo>
                  <a:lnTo>
                    <a:pt x="34556" y="239941"/>
                  </a:lnTo>
                  <a:lnTo>
                    <a:pt x="47998" y="237567"/>
                  </a:lnTo>
                  <a:lnTo>
                    <a:pt x="58983" y="231097"/>
                  </a:lnTo>
                  <a:lnTo>
                    <a:pt x="66394" y="221504"/>
                  </a:lnTo>
                  <a:lnTo>
                    <a:pt x="69113" y="209765"/>
                  </a:lnTo>
                  <a:close/>
                </a:path>
                <a:path w="69214" h="581660">
                  <a:moveTo>
                    <a:pt x="69113" y="269367"/>
                  </a:moveTo>
                  <a:lnTo>
                    <a:pt x="66394" y="257921"/>
                  </a:lnTo>
                  <a:lnTo>
                    <a:pt x="58983" y="248567"/>
                  </a:lnTo>
                  <a:lnTo>
                    <a:pt x="47998" y="242256"/>
                  </a:lnTo>
                  <a:lnTo>
                    <a:pt x="34556" y="239941"/>
                  </a:lnTo>
                  <a:lnTo>
                    <a:pt x="21115" y="242256"/>
                  </a:lnTo>
                  <a:lnTo>
                    <a:pt x="10129" y="248567"/>
                  </a:lnTo>
                  <a:lnTo>
                    <a:pt x="2718" y="257921"/>
                  </a:lnTo>
                  <a:lnTo>
                    <a:pt x="0" y="269367"/>
                  </a:lnTo>
                  <a:lnTo>
                    <a:pt x="2718" y="280817"/>
                  </a:lnTo>
                  <a:lnTo>
                    <a:pt x="10129" y="290171"/>
                  </a:lnTo>
                  <a:lnTo>
                    <a:pt x="21115" y="296479"/>
                  </a:lnTo>
                  <a:lnTo>
                    <a:pt x="34556" y="298792"/>
                  </a:lnTo>
                  <a:lnTo>
                    <a:pt x="47998" y="296479"/>
                  </a:lnTo>
                  <a:lnTo>
                    <a:pt x="58983" y="290171"/>
                  </a:lnTo>
                  <a:lnTo>
                    <a:pt x="66394" y="280817"/>
                  </a:lnTo>
                  <a:lnTo>
                    <a:pt x="69113" y="269367"/>
                  </a:lnTo>
                  <a:close/>
                </a:path>
                <a:path w="69214" h="581660">
                  <a:moveTo>
                    <a:pt x="69113" y="328968"/>
                  </a:moveTo>
                  <a:lnTo>
                    <a:pt x="66394" y="317301"/>
                  </a:lnTo>
                  <a:lnTo>
                    <a:pt x="58983" y="307770"/>
                  </a:lnTo>
                  <a:lnTo>
                    <a:pt x="47998" y="301341"/>
                  </a:lnTo>
                  <a:lnTo>
                    <a:pt x="34556" y="298983"/>
                  </a:lnTo>
                  <a:lnTo>
                    <a:pt x="21115" y="301341"/>
                  </a:lnTo>
                  <a:lnTo>
                    <a:pt x="10129" y="307770"/>
                  </a:lnTo>
                  <a:lnTo>
                    <a:pt x="2718" y="317301"/>
                  </a:lnTo>
                  <a:lnTo>
                    <a:pt x="0" y="328968"/>
                  </a:lnTo>
                  <a:lnTo>
                    <a:pt x="2718" y="340641"/>
                  </a:lnTo>
                  <a:lnTo>
                    <a:pt x="10129" y="350177"/>
                  </a:lnTo>
                  <a:lnTo>
                    <a:pt x="21115" y="356607"/>
                  </a:lnTo>
                  <a:lnTo>
                    <a:pt x="34556" y="358965"/>
                  </a:lnTo>
                  <a:lnTo>
                    <a:pt x="47998" y="356607"/>
                  </a:lnTo>
                  <a:lnTo>
                    <a:pt x="58983" y="350177"/>
                  </a:lnTo>
                  <a:lnTo>
                    <a:pt x="66394" y="340641"/>
                  </a:lnTo>
                  <a:lnTo>
                    <a:pt x="69113" y="328968"/>
                  </a:lnTo>
                  <a:close/>
                </a:path>
                <a:path w="69214" h="581660">
                  <a:moveTo>
                    <a:pt x="69113" y="388962"/>
                  </a:moveTo>
                  <a:lnTo>
                    <a:pt x="66394" y="377211"/>
                  </a:lnTo>
                  <a:lnTo>
                    <a:pt x="58983" y="367615"/>
                  </a:lnTo>
                  <a:lnTo>
                    <a:pt x="47998" y="361146"/>
                  </a:lnTo>
                  <a:lnTo>
                    <a:pt x="34556" y="358775"/>
                  </a:lnTo>
                  <a:lnTo>
                    <a:pt x="21115" y="361146"/>
                  </a:lnTo>
                  <a:lnTo>
                    <a:pt x="10129" y="367615"/>
                  </a:lnTo>
                  <a:lnTo>
                    <a:pt x="2718" y="377211"/>
                  </a:lnTo>
                  <a:lnTo>
                    <a:pt x="0" y="388962"/>
                  </a:lnTo>
                  <a:lnTo>
                    <a:pt x="2718" y="400701"/>
                  </a:lnTo>
                  <a:lnTo>
                    <a:pt x="10129" y="410294"/>
                  </a:lnTo>
                  <a:lnTo>
                    <a:pt x="21115" y="416764"/>
                  </a:lnTo>
                  <a:lnTo>
                    <a:pt x="34556" y="419138"/>
                  </a:lnTo>
                  <a:lnTo>
                    <a:pt x="47998" y="416764"/>
                  </a:lnTo>
                  <a:lnTo>
                    <a:pt x="58983" y="410294"/>
                  </a:lnTo>
                  <a:lnTo>
                    <a:pt x="66394" y="400701"/>
                  </a:lnTo>
                  <a:lnTo>
                    <a:pt x="69113" y="388962"/>
                  </a:lnTo>
                  <a:close/>
                </a:path>
                <a:path w="69214" h="581660">
                  <a:moveTo>
                    <a:pt x="69113" y="551065"/>
                  </a:moveTo>
                  <a:lnTo>
                    <a:pt x="66394" y="539246"/>
                  </a:lnTo>
                  <a:lnTo>
                    <a:pt x="58983" y="529589"/>
                  </a:lnTo>
                  <a:lnTo>
                    <a:pt x="47998" y="523076"/>
                  </a:lnTo>
                  <a:lnTo>
                    <a:pt x="34556" y="520687"/>
                  </a:lnTo>
                  <a:lnTo>
                    <a:pt x="21115" y="523076"/>
                  </a:lnTo>
                  <a:lnTo>
                    <a:pt x="10129" y="529590"/>
                  </a:lnTo>
                  <a:lnTo>
                    <a:pt x="2718" y="539246"/>
                  </a:lnTo>
                  <a:lnTo>
                    <a:pt x="0" y="551065"/>
                  </a:lnTo>
                  <a:lnTo>
                    <a:pt x="2718" y="562882"/>
                  </a:lnTo>
                  <a:lnTo>
                    <a:pt x="10129" y="572535"/>
                  </a:lnTo>
                  <a:lnTo>
                    <a:pt x="21115" y="579044"/>
                  </a:lnTo>
                  <a:lnTo>
                    <a:pt x="34556" y="581431"/>
                  </a:lnTo>
                  <a:lnTo>
                    <a:pt x="47998" y="579044"/>
                  </a:lnTo>
                  <a:lnTo>
                    <a:pt x="58983" y="572535"/>
                  </a:lnTo>
                  <a:lnTo>
                    <a:pt x="66394" y="562882"/>
                  </a:lnTo>
                  <a:lnTo>
                    <a:pt x="69113" y="551065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8396" y="4030586"/>
              <a:ext cx="86931" cy="437718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5193613" y="4466793"/>
              <a:ext cx="245110" cy="357505"/>
            </a:xfrm>
            <a:custGeom>
              <a:avLst/>
              <a:gdLst/>
              <a:ahLst/>
              <a:cxnLst/>
              <a:rect l="l" t="t" r="r" b="b"/>
              <a:pathLst>
                <a:path w="245110" h="357504">
                  <a:moveTo>
                    <a:pt x="244500" y="87502"/>
                  </a:moveTo>
                  <a:lnTo>
                    <a:pt x="241800" y="75836"/>
                  </a:lnTo>
                  <a:lnTo>
                    <a:pt x="234438" y="66305"/>
                  </a:lnTo>
                  <a:lnTo>
                    <a:pt x="223519" y="59876"/>
                  </a:lnTo>
                  <a:lnTo>
                    <a:pt x="210146" y="57518"/>
                  </a:lnTo>
                  <a:lnTo>
                    <a:pt x="196774" y="59876"/>
                  </a:lnTo>
                  <a:lnTo>
                    <a:pt x="185854" y="66305"/>
                  </a:lnTo>
                  <a:lnTo>
                    <a:pt x="178492" y="75836"/>
                  </a:lnTo>
                  <a:lnTo>
                    <a:pt x="175793" y="87502"/>
                  </a:lnTo>
                  <a:lnTo>
                    <a:pt x="178492" y="99176"/>
                  </a:lnTo>
                  <a:lnTo>
                    <a:pt x="185854" y="108712"/>
                  </a:lnTo>
                  <a:lnTo>
                    <a:pt x="196774" y="115142"/>
                  </a:lnTo>
                  <a:lnTo>
                    <a:pt x="210146" y="117500"/>
                  </a:lnTo>
                  <a:lnTo>
                    <a:pt x="223519" y="115142"/>
                  </a:lnTo>
                  <a:lnTo>
                    <a:pt x="234438" y="108712"/>
                  </a:lnTo>
                  <a:lnTo>
                    <a:pt x="241800" y="99176"/>
                  </a:lnTo>
                  <a:lnTo>
                    <a:pt x="244500" y="87502"/>
                  </a:lnTo>
                  <a:close/>
                </a:path>
                <a:path w="245110" h="357504">
                  <a:moveTo>
                    <a:pt x="68732" y="191909"/>
                  </a:moveTo>
                  <a:lnTo>
                    <a:pt x="66029" y="180241"/>
                  </a:lnTo>
                  <a:lnTo>
                    <a:pt x="58659" y="170705"/>
                  </a:lnTo>
                  <a:lnTo>
                    <a:pt x="47735" y="164272"/>
                  </a:lnTo>
                  <a:lnTo>
                    <a:pt x="34366" y="161912"/>
                  </a:lnTo>
                  <a:lnTo>
                    <a:pt x="20997" y="164272"/>
                  </a:lnTo>
                  <a:lnTo>
                    <a:pt x="10072" y="170705"/>
                  </a:lnTo>
                  <a:lnTo>
                    <a:pt x="2703" y="180241"/>
                  </a:lnTo>
                  <a:lnTo>
                    <a:pt x="0" y="191909"/>
                  </a:lnTo>
                  <a:lnTo>
                    <a:pt x="2703" y="203578"/>
                  </a:lnTo>
                  <a:lnTo>
                    <a:pt x="10072" y="213113"/>
                  </a:lnTo>
                  <a:lnTo>
                    <a:pt x="20997" y="219547"/>
                  </a:lnTo>
                  <a:lnTo>
                    <a:pt x="34366" y="221907"/>
                  </a:lnTo>
                  <a:lnTo>
                    <a:pt x="47735" y="219547"/>
                  </a:lnTo>
                  <a:lnTo>
                    <a:pt x="58659" y="213113"/>
                  </a:lnTo>
                  <a:lnTo>
                    <a:pt x="66029" y="203578"/>
                  </a:lnTo>
                  <a:lnTo>
                    <a:pt x="68732" y="191909"/>
                  </a:lnTo>
                  <a:close/>
                </a:path>
                <a:path w="245110" h="357504">
                  <a:moveTo>
                    <a:pt x="68732" y="252272"/>
                  </a:moveTo>
                  <a:lnTo>
                    <a:pt x="66029" y="240455"/>
                  </a:lnTo>
                  <a:lnTo>
                    <a:pt x="58659" y="230803"/>
                  </a:lnTo>
                  <a:lnTo>
                    <a:pt x="47735" y="224294"/>
                  </a:lnTo>
                  <a:lnTo>
                    <a:pt x="34366" y="221907"/>
                  </a:lnTo>
                  <a:lnTo>
                    <a:pt x="20997" y="224294"/>
                  </a:lnTo>
                  <a:lnTo>
                    <a:pt x="10072" y="230803"/>
                  </a:lnTo>
                  <a:lnTo>
                    <a:pt x="2703" y="240455"/>
                  </a:lnTo>
                  <a:lnTo>
                    <a:pt x="0" y="252272"/>
                  </a:lnTo>
                  <a:lnTo>
                    <a:pt x="2703" y="264089"/>
                  </a:lnTo>
                  <a:lnTo>
                    <a:pt x="10072" y="273742"/>
                  </a:lnTo>
                  <a:lnTo>
                    <a:pt x="20997" y="280251"/>
                  </a:lnTo>
                  <a:lnTo>
                    <a:pt x="34366" y="282638"/>
                  </a:lnTo>
                  <a:lnTo>
                    <a:pt x="47735" y="280251"/>
                  </a:lnTo>
                  <a:lnTo>
                    <a:pt x="58659" y="273742"/>
                  </a:lnTo>
                  <a:lnTo>
                    <a:pt x="66029" y="264089"/>
                  </a:lnTo>
                  <a:lnTo>
                    <a:pt x="68732" y="252272"/>
                  </a:lnTo>
                  <a:close/>
                </a:path>
                <a:path w="245110" h="357504">
                  <a:moveTo>
                    <a:pt x="68732" y="312254"/>
                  </a:moveTo>
                  <a:lnTo>
                    <a:pt x="66029" y="300661"/>
                  </a:lnTo>
                  <a:lnTo>
                    <a:pt x="58659" y="291190"/>
                  </a:lnTo>
                  <a:lnTo>
                    <a:pt x="47735" y="284803"/>
                  </a:lnTo>
                  <a:lnTo>
                    <a:pt x="34366" y="282460"/>
                  </a:lnTo>
                  <a:lnTo>
                    <a:pt x="20997" y="284803"/>
                  </a:lnTo>
                  <a:lnTo>
                    <a:pt x="10072" y="291190"/>
                  </a:lnTo>
                  <a:lnTo>
                    <a:pt x="2703" y="300661"/>
                  </a:lnTo>
                  <a:lnTo>
                    <a:pt x="0" y="312254"/>
                  </a:lnTo>
                  <a:lnTo>
                    <a:pt x="2703" y="323855"/>
                  </a:lnTo>
                  <a:lnTo>
                    <a:pt x="10072" y="333330"/>
                  </a:lnTo>
                  <a:lnTo>
                    <a:pt x="20997" y="339719"/>
                  </a:lnTo>
                  <a:lnTo>
                    <a:pt x="34366" y="342061"/>
                  </a:lnTo>
                  <a:lnTo>
                    <a:pt x="47735" y="339719"/>
                  </a:lnTo>
                  <a:lnTo>
                    <a:pt x="58659" y="333330"/>
                  </a:lnTo>
                  <a:lnTo>
                    <a:pt x="66029" y="323855"/>
                  </a:lnTo>
                  <a:lnTo>
                    <a:pt x="68732" y="312254"/>
                  </a:lnTo>
                  <a:close/>
                </a:path>
                <a:path w="245110" h="357504">
                  <a:moveTo>
                    <a:pt x="242608" y="149009"/>
                  </a:moveTo>
                  <a:lnTo>
                    <a:pt x="239906" y="137192"/>
                  </a:lnTo>
                  <a:lnTo>
                    <a:pt x="232541" y="127539"/>
                  </a:lnTo>
                  <a:lnTo>
                    <a:pt x="221621" y="121030"/>
                  </a:lnTo>
                  <a:lnTo>
                    <a:pt x="208254" y="118643"/>
                  </a:lnTo>
                  <a:lnTo>
                    <a:pt x="194880" y="121030"/>
                  </a:lnTo>
                  <a:lnTo>
                    <a:pt x="183956" y="127539"/>
                  </a:lnTo>
                  <a:lnTo>
                    <a:pt x="176589" y="137192"/>
                  </a:lnTo>
                  <a:lnTo>
                    <a:pt x="173888" y="149009"/>
                  </a:lnTo>
                  <a:lnTo>
                    <a:pt x="176589" y="160828"/>
                  </a:lnTo>
                  <a:lnTo>
                    <a:pt x="183956" y="170484"/>
                  </a:lnTo>
                  <a:lnTo>
                    <a:pt x="194880" y="176998"/>
                  </a:lnTo>
                  <a:lnTo>
                    <a:pt x="208254" y="179387"/>
                  </a:lnTo>
                  <a:lnTo>
                    <a:pt x="221621" y="176998"/>
                  </a:lnTo>
                  <a:lnTo>
                    <a:pt x="232541" y="170484"/>
                  </a:lnTo>
                  <a:lnTo>
                    <a:pt x="239906" y="160828"/>
                  </a:lnTo>
                  <a:lnTo>
                    <a:pt x="242608" y="149009"/>
                  </a:lnTo>
                  <a:close/>
                </a:path>
                <a:path w="245110" h="357504">
                  <a:moveTo>
                    <a:pt x="242608" y="209753"/>
                  </a:moveTo>
                  <a:lnTo>
                    <a:pt x="239906" y="197936"/>
                  </a:lnTo>
                  <a:lnTo>
                    <a:pt x="232541" y="188283"/>
                  </a:lnTo>
                  <a:lnTo>
                    <a:pt x="221621" y="181774"/>
                  </a:lnTo>
                  <a:lnTo>
                    <a:pt x="208254" y="179387"/>
                  </a:lnTo>
                  <a:lnTo>
                    <a:pt x="194880" y="181774"/>
                  </a:lnTo>
                  <a:lnTo>
                    <a:pt x="183956" y="188283"/>
                  </a:lnTo>
                  <a:lnTo>
                    <a:pt x="176589" y="197936"/>
                  </a:lnTo>
                  <a:lnTo>
                    <a:pt x="173888" y="209753"/>
                  </a:lnTo>
                  <a:lnTo>
                    <a:pt x="176589" y="221570"/>
                  </a:lnTo>
                  <a:lnTo>
                    <a:pt x="183956" y="231222"/>
                  </a:lnTo>
                  <a:lnTo>
                    <a:pt x="194880" y="237731"/>
                  </a:lnTo>
                  <a:lnTo>
                    <a:pt x="208254" y="240118"/>
                  </a:lnTo>
                  <a:lnTo>
                    <a:pt x="221621" y="237731"/>
                  </a:lnTo>
                  <a:lnTo>
                    <a:pt x="232541" y="231222"/>
                  </a:lnTo>
                  <a:lnTo>
                    <a:pt x="239906" y="221570"/>
                  </a:lnTo>
                  <a:lnTo>
                    <a:pt x="242608" y="209753"/>
                  </a:lnTo>
                  <a:close/>
                </a:path>
                <a:path w="245110" h="357504">
                  <a:moveTo>
                    <a:pt x="242608" y="268592"/>
                  </a:moveTo>
                  <a:lnTo>
                    <a:pt x="239906" y="256775"/>
                  </a:lnTo>
                  <a:lnTo>
                    <a:pt x="232541" y="247122"/>
                  </a:lnTo>
                  <a:lnTo>
                    <a:pt x="221621" y="240613"/>
                  </a:lnTo>
                  <a:lnTo>
                    <a:pt x="208254" y="238226"/>
                  </a:lnTo>
                  <a:lnTo>
                    <a:pt x="194880" y="240613"/>
                  </a:lnTo>
                  <a:lnTo>
                    <a:pt x="183956" y="247122"/>
                  </a:lnTo>
                  <a:lnTo>
                    <a:pt x="176589" y="256775"/>
                  </a:lnTo>
                  <a:lnTo>
                    <a:pt x="173888" y="268592"/>
                  </a:lnTo>
                  <a:lnTo>
                    <a:pt x="176589" y="280416"/>
                  </a:lnTo>
                  <a:lnTo>
                    <a:pt x="183956" y="290072"/>
                  </a:lnTo>
                  <a:lnTo>
                    <a:pt x="194880" y="296583"/>
                  </a:lnTo>
                  <a:lnTo>
                    <a:pt x="208254" y="298970"/>
                  </a:lnTo>
                  <a:lnTo>
                    <a:pt x="221621" y="296583"/>
                  </a:lnTo>
                  <a:lnTo>
                    <a:pt x="232541" y="290072"/>
                  </a:lnTo>
                  <a:lnTo>
                    <a:pt x="239906" y="280416"/>
                  </a:lnTo>
                  <a:lnTo>
                    <a:pt x="242608" y="268592"/>
                  </a:lnTo>
                  <a:close/>
                </a:path>
                <a:path w="245110" h="357504">
                  <a:moveTo>
                    <a:pt x="75171" y="12331"/>
                  </a:moveTo>
                  <a:lnTo>
                    <a:pt x="72473" y="7533"/>
                  </a:lnTo>
                  <a:lnTo>
                    <a:pt x="65114" y="3613"/>
                  </a:lnTo>
                  <a:lnTo>
                    <a:pt x="54195" y="969"/>
                  </a:lnTo>
                  <a:lnTo>
                    <a:pt x="40817" y="0"/>
                  </a:lnTo>
                  <a:lnTo>
                    <a:pt x="27447" y="969"/>
                  </a:lnTo>
                  <a:lnTo>
                    <a:pt x="16532" y="3613"/>
                  </a:lnTo>
                  <a:lnTo>
                    <a:pt x="9174" y="7533"/>
                  </a:lnTo>
                  <a:lnTo>
                    <a:pt x="6476" y="12331"/>
                  </a:lnTo>
                  <a:lnTo>
                    <a:pt x="9174" y="17137"/>
                  </a:lnTo>
                  <a:lnTo>
                    <a:pt x="16532" y="21061"/>
                  </a:lnTo>
                  <a:lnTo>
                    <a:pt x="27447" y="23706"/>
                  </a:lnTo>
                  <a:lnTo>
                    <a:pt x="40817" y="24676"/>
                  </a:lnTo>
                  <a:lnTo>
                    <a:pt x="54195" y="23706"/>
                  </a:lnTo>
                  <a:lnTo>
                    <a:pt x="65114" y="21061"/>
                  </a:lnTo>
                  <a:lnTo>
                    <a:pt x="72473" y="17137"/>
                  </a:lnTo>
                  <a:lnTo>
                    <a:pt x="75171" y="12331"/>
                  </a:lnTo>
                  <a:close/>
                </a:path>
                <a:path w="245110" h="357504">
                  <a:moveTo>
                    <a:pt x="224002" y="327063"/>
                  </a:moveTo>
                  <a:lnTo>
                    <a:pt x="220973" y="315318"/>
                  </a:lnTo>
                  <a:lnTo>
                    <a:pt x="212713" y="305727"/>
                  </a:lnTo>
                  <a:lnTo>
                    <a:pt x="200465" y="299259"/>
                  </a:lnTo>
                  <a:lnTo>
                    <a:pt x="185470" y="296887"/>
                  </a:lnTo>
                  <a:lnTo>
                    <a:pt x="170475" y="299259"/>
                  </a:lnTo>
                  <a:lnTo>
                    <a:pt x="158227" y="305727"/>
                  </a:lnTo>
                  <a:lnTo>
                    <a:pt x="149968" y="315318"/>
                  </a:lnTo>
                  <a:lnTo>
                    <a:pt x="146938" y="327063"/>
                  </a:lnTo>
                  <a:lnTo>
                    <a:pt x="149968" y="338804"/>
                  </a:lnTo>
                  <a:lnTo>
                    <a:pt x="158227" y="348400"/>
                  </a:lnTo>
                  <a:lnTo>
                    <a:pt x="170475" y="354875"/>
                  </a:lnTo>
                  <a:lnTo>
                    <a:pt x="185470" y="357250"/>
                  </a:lnTo>
                  <a:lnTo>
                    <a:pt x="200465" y="354875"/>
                  </a:lnTo>
                  <a:lnTo>
                    <a:pt x="212713" y="348400"/>
                  </a:lnTo>
                  <a:lnTo>
                    <a:pt x="220973" y="338804"/>
                  </a:lnTo>
                  <a:lnTo>
                    <a:pt x="224002" y="327063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5238800" y="4793856"/>
              <a:ext cx="75565" cy="60325"/>
            </a:xfrm>
            <a:custGeom>
              <a:avLst/>
              <a:gdLst/>
              <a:ahLst/>
              <a:cxnLst/>
              <a:rect l="l" t="t" r="r" b="b"/>
              <a:pathLst>
                <a:path w="75564" h="60325">
                  <a:moveTo>
                    <a:pt x="37782" y="0"/>
                  </a:moveTo>
                  <a:lnTo>
                    <a:pt x="23076" y="2358"/>
                  </a:lnTo>
                  <a:lnTo>
                    <a:pt x="11066" y="8788"/>
                  </a:lnTo>
                  <a:lnTo>
                    <a:pt x="2969" y="18323"/>
                  </a:lnTo>
                  <a:lnTo>
                    <a:pt x="0" y="29997"/>
                  </a:lnTo>
                  <a:lnTo>
                    <a:pt x="2969" y="41663"/>
                  </a:lnTo>
                  <a:lnTo>
                    <a:pt x="11066" y="51195"/>
                  </a:lnTo>
                  <a:lnTo>
                    <a:pt x="23076" y="57624"/>
                  </a:lnTo>
                  <a:lnTo>
                    <a:pt x="37782" y="59982"/>
                  </a:lnTo>
                  <a:lnTo>
                    <a:pt x="52481" y="57624"/>
                  </a:lnTo>
                  <a:lnTo>
                    <a:pt x="64487" y="51195"/>
                  </a:lnTo>
                  <a:lnTo>
                    <a:pt x="72583" y="41663"/>
                  </a:lnTo>
                  <a:lnTo>
                    <a:pt x="75552" y="29997"/>
                  </a:lnTo>
                  <a:lnTo>
                    <a:pt x="72583" y="18323"/>
                  </a:lnTo>
                  <a:lnTo>
                    <a:pt x="64487" y="8788"/>
                  </a:lnTo>
                  <a:lnTo>
                    <a:pt x="52481" y="2358"/>
                  </a:lnTo>
                  <a:lnTo>
                    <a:pt x="377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238800" y="4793856"/>
              <a:ext cx="75565" cy="60325"/>
            </a:xfrm>
            <a:custGeom>
              <a:avLst/>
              <a:gdLst/>
              <a:ahLst/>
              <a:cxnLst/>
              <a:rect l="l" t="t" r="r" b="b"/>
              <a:pathLst>
                <a:path w="75564" h="60325">
                  <a:moveTo>
                    <a:pt x="75552" y="29997"/>
                  </a:moveTo>
                  <a:lnTo>
                    <a:pt x="72583" y="18323"/>
                  </a:lnTo>
                  <a:lnTo>
                    <a:pt x="64487" y="8788"/>
                  </a:lnTo>
                  <a:lnTo>
                    <a:pt x="52481" y="2358"/>
                  </a:lnTo>
                  <a:lnTo>
                    <a:pt x="37782" y="0"/>
                  </a:lnTo>
                  <a:lnTo>
                    <a:pt x="23076" y="2358"/>
                  </a:lnTo>
                  <a:lnTo>
                    <a:pt x="11066" y="8788"/>
                  </a:lnTo>
                  <a:lnTo>
                    <a:pt x="2969" y="18323"/>
                  </a:lnTo>
                  <a:lnTo>
                    <a:pt x="0" y="29997"/>
                  </a:lnTo>
                  <a:lnTo>
                    <a:pt x="2969" y="41663"/>
                  </a:lnTo>
                  <a:lnTo>
                    <a:pt x="11066" y="51195"/>
                  </a:lnTo>
                  <a:lnTo>
                    <a:pt x="23076" y="57624"/>
                  </a:lnTo>
                  <a:lnTo>
                    <a:pt x="37782" y="59982"/>
                  </a:lnTo>
                  <a:lnTo>
                    <a:pt x="52481" y="57624"/>
                  </a:lnTo>
                  <a:lnTo>
                    <a:pt x="64487" y="51195"/>
                  </a:lnTo>
                  <a:lnTo>
                    <a:pt x="72583" y="41663"/>
                  </a:lnTo>
                  <a:lnTo>
                    <a:pt x="75552" y="29997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912512" y="5123014"/>
              <a:ext cx="984885" cy="368300"/>
            </a:xfrm>
            <a:custGeom>
              <a:avLst/>
              <a:gdLst/>
              <a:ahLst/>
              <a:cxnLst/>
              <a:rect l="l" t="t" r="r" b="b"/>
              <a:pathLst>
                <a:path w="984885" h="368300">
                  <a:moveTo>
                    <a:pt x="0" y="74790"/>
                  </a:moveTo>
                  <a:lnTo>
                    <a:pt x="640067" y="0"/>
                  </a:lnTo>
                  <a:lnTo>
                    <a:pt x="984783" y="74790"/>
                  </a:lnTo>
                </a:path>
                <a:path w="984885" h="368300">
                  <a:moveTo>
                    <a:pt x="391020" y="364451"/>
                  </a:moveTo>
                  <a:lnTo>
                    <a:pt x="389496" y="164376"/>
                  </a:lnTo>
                  <a:lnTo>
                    <a:pt x="984783" y="74790"/>
                  </a:lnTo>
                  <a:lnTo>
                    <a:pt x="984783" y="277901"/>
                  </a:lnTo>
                  <a:lnTo>
                    <a:pt x="391020" y="364451"/>
                  </a:lnTo>
                </a:path>
                <a:path w="984885" h="368300">
                  <a:moveTo>
                    <a:pt x="0" y="278269"/>
                  </a:moveTo>
                  <a:lnTo>
                    <a:pt x="0" y="74790"/>
                  </a:lnTo>
                  <a:lnTo>
                    <a:pt x="389877" y="164757"/>
                  </a:lnTo>
                  <a:lnTo>
                    <a:pt x="389877" y="367868"/>
                  </a:lnTo>
                  <a:lnTo>
                    <a:pt x="0" y="278269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207482" y="4793856"/>
              <a:ext cx="303530" cy="377825"/>
            </a:xfrm>
            <a:custGeom>
              <a:avLst/>
              <a:gdLst/>
              <a:ahLst/>
              <a:cxnLst/>
              <a:rect l="l" t="t" r="r" b="b"/>
              <a:pathLst>
                <a:path w="303529" h="377825">
                  <a:moveTo>
                    <a:pt x="121107" y="0"/>
                  </a:moveTo>
                  <a:lnTo>
                    <a:pt x="110109" y="0"/>
                  </a:lnTo>
                  <a:lnTo>
                    <a:pt x="100609" y="4178"/>
                  </a:lnTo>
                  <a:lnTo>
                    <a:pt x="97574" y="10248"/>
                  </a:lnTo>
                  <a:lnTo>
                    <a:pt x="97574" y="13284"/>
                  </a:lnTo>
                  <a:lnTo>
                    <a:pt x="96050" y="13284"/>
                  </a:lnTo>
                  <a:lnTo>
                    <a:pt x="99098" y="142366"/>
                  </a:lnTo>
                  <a:lnTo>
                    <a:pt x="131737" y="189445"/>
                  </a:lnTo>
                  <a:lnTo>
                    <a:pt x="161734" y="199694"/>
                  </a:lnTo>
                  <a:lnTo>
                    <a:pt x="218300" y="212978"/>
                  </a:lnTo>
                  <a:lnTo>
                    <a:pt x="216776" y="212978"/>
                  </a:lnTo>
                  <a:lnTo>
                    <a:pt x="243344" y="233476"/>
                  </a:lnTo>
                  <a:lnTo>
                    <a:pt x="257403" y="260057"/>
                  </a:lnTo>
                  <a:lnTo>
                    <a:pt x="232333" y="321551"/>
                  </a:lnTo>
                  <a:lnTo>
                    <a:pt x="161734" y="351167"/>
                  </a:lnTo>
                  <a:lnTo>
                    <a:pt x="121107" y="348132"/>
                  </a:lnTo>
                  <a:lnTo>
                    <a:pt x="83515" y="334848"/>
                  </a:lnTo>
                  <a:lnTo>
                    <a:pt x="53530" y="312826"/>
                  </a:lnTo>
                  <a:lnTo>
                    <a:pt x="40995" y="285114"/>
                  </a:lnTo>
                  <a:lnTo>
                    <a:pt x="33413" y="277901"/>
                  </a:lnTo>
                  <a:lnTo>
                    <a:pt x="23926" y="276377"/>
                  </a:lnTo>
                  <a:lnTo>
                    <a:pt x="14427" y="277901"/>
                  </a:lnTo>
                  <a:lnTo>
                    <a:pt x="4940" y="280555"/>
                  </a:lnTo>
                  <a:lnTo>
                    <a:pt x="0" y="288150"/>
                  </a:lnTo>
                  <a:lnTo>
                    <a:pt x="18973" y="326110"/>
                  </a:lnTo>
                  <a:lnTo>
                    <a:pt x="58470" y="355726"/>
                  </a:lnTo>
                  <a:lnTo>
                    <a:pt x="110109" y="371678"/>
                  </a:lnTo>
                  <a:lnTo>
                    <a:pt x="169697" y="377748"/>
                  </a:lnTo>
                  <a:lnTo>
                    <a:pt x="223227" y="362940"/>
                  </a:lnTo>
                  <a:lnTo>
                    <a:pt x="269938" y="339407"/>
                  </a:lnTo>
                  <a:lnTo>
                    <a:pt x="298399" y="302958"/>
                  </a:lnTo>
                  <a:lnTo>
                    <a:pt x="301447" y="292328"/>
                  </a:lnTo>
                  <a:lnTo>
                    <a:pt x="303339" y="253987"/>
                  </a:lnTo>
                  <a:lnTo>
                    <a:pt x="285864" y="220192"/>
                  </a:lnTo>
                  <a:lnTo>
                    <a:pt x="248297" y="192481"/>
                  </a:lnTo>
                  <a:lnTo>
                    <a:pt x="198170" y="177673"/>
                  </a:lnTo>
                  <a:lnTo>
                    <a:pt x="186791" y="176149"/>
                  </a:lnTo>
                  <a:lnTo>
                    <a:pt x="171602" y="167424"/>
                  </a:lnTo>
                  <a:lnTo>
                    <a:pt x="144640" y="142366"/>
                  </a:lnTo>
                  <a:lnTo>
                    <a:pt x="141617" y="120345"/>
                  </a:lnTo>
                  <a:lnTo>
                    <a:pt x="141617" y="13284"/>
                  </a:lnTo>
                  <a:lnTo>
                    <a:pt x="135153" y="7213"/>
                  </a:lnTo>
                  <a:lnTo>
                    <a:pt x="129082" y="2654"/>
                  </a:lnTo>
                  <a:lnTo>
                    <a:pt x="1211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5207482" y="4793856"/>
              <a:ext cx="303530" cy="377825"/>
            </a:xfrm>
            <a:custGeom>
              <a:avLst/>
              <a:gdLst/>
              <a:ahLst/>
              <a:cxnLst/>
              <a:rect l="l" t="t" r="r" b="b"/>
              <a:pathLst>
                <a:path w="303529" h="377825">
                  <a:moveTo>
                    <a:pt x="135153" y="7213"/>
                  </a:moveTo>
                  <a:lnTo>
                    <a:pt x="129082" y="2654"/>
                  </a:lnTo>
                  <a:lnTo>
                    <a:pt x="121107" y="0"/>
                  </a:lnTo>
                  <a:lnTo>
                    <a:pt x="110109" y="0"/>
                  </a:lnTo>
                  <a:lnTo>
                    <a:pt x="100609" y="4178"/>
                  </a:lnTo>
                  <a:lnTo>
                    <a:pt x="97574" y="10248"/>
                  </a:lnTo>
                  <a:lnTo>
                    <a:pt x="97574" y="13284"/>
                  </a:lnTo>
                  <a:lnTo>
                    <a:pt x="96050" y="13284"/>
                  </a:lnTo>
                  <a:lnTo>
                    <a:pt x="99098" y="142366"/>
                  </a:lnTo>
                  <a:lnTo>
                    <a:pt x="131737" y="189445"/>
                  </a:lnTo>
                  <a:lnTo>
                    <a:pt x="161734" y="199694"/>
                  </a:lnTo>
                  <a:lnTo>
                    <a:pt x="218300" y="212978"/>
                  </a:lnTo>
                  <a:lnTo>
                    <a:pt x="216776" y="212978"/>
                  </a:lnTo>
                  <a:lnTo>
                    <a:pt x="243344" y="233476"/>
                  </a:lnTo>
                  <a:lnTo>
                    <a:pt x="257403" y="260057"/>
                  </a:lnTo>
                  <a:lnTo>
                    <a:pt x="232333" y="321551"/>
                  </a:lnTo>
                  <a:lnTo>
                    <a:pt x="161734" y="351167"/>
                  </a:lnTo>
                  <a:lnTo>
                    <a:pt x="121107" y="348132"/>
                  </a:lnTo>
                  <a:lnTo>
                    <a:pt x="83515" y="334848"/>
                  </a:lnTo>
                  <a:lnTo>
                    <a:pt x="53530" y="312826"/>
                  </a:lnTo>
                  <a:lnTo>
                    <a:pt x="40995" y="285114"/>
                  </a:lnTo>
                  <a:lnTo>
                    <a:pt x="39484" y="283590"/>
                  </a:lnTo>
                  <a:lnTo>
                    <a:pt x="0" y="288150"/>
                  </a:lnTo>
                  <a:lnTo>
                    <a:pt x="18973" y="326110"/>
                  </a:lnTo>
                  <a:lnTo>
                    <a:pt x="58470" y="355726"/>
                  </a:lnTo>
                  <a:lnTo>
                    <a:pt x="110109" y="371678"/>
                  </a:lnTo>
                  <a:lnTo>
                    <a:pt x="169697" y="377748"/>
                  </a:lnTo>
                  <a:lnTo>
                    <a:pt x="223227" y="362940"/>
                  </a:lnTo>
                  <a:lnTo>
                    <a:pt x="269938" y="339407"/>
                  </a:lnTo>
                  <a:lnTo>
                    <a:pt x="298399" y="302958"/>
                  </a:lnTo>
                  <a:lnTo>
                    <a:pt x="301447" y="292328"/>
                  </a:lnTo>
                  <a:lnTo>
                    <a:pt x="303339" y="253987"/>
                  </a:lnTo>
                  <a:lnTo>
                    <a:pt x="285864" y="220192"/>
                  </a:lnTo>
                  <a:lnTo>
                    <a:pt x="248297" y="192481"/>
                  </a:lnTo>
                  <a:lnTo>
                    <a:pt x="198170" y="177673"/>
                  </a:lnTo>
                  <a:lnTo>
                    <a:pt x="186791" y="176149"/>
                  </a:lnTo>
                  <a:lnTo>
                    <a:pt x="171602" y="167424"/>
                  </a:lnTo>
                  <a:lnTo>
                    <a:pt x="144640" y="142366"/>
                  </a:lnTo>
                  <a:lnTo>
                    <a:pt x="141617" y="120345"/>
                  </a:lnTo>
                  <a:lnTo>
                    <a:pt x="141617" y="13284"/>
                  </a:lnTo>
                  <a:lnTo>
                    <a:pt x="135153" y="7213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97474" y="5118074"/>
              <a:ext cx="151066" cy="106667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2689682" y="5438114"/>
              <a:ext cx="1574165" cy="949325"/>
            </a:xfrm>
            <a:custGeom>
              <a:avLst/>
              <a:gdLst/>
              <a:ahLst/>
              <a:cxnLst/>
              <a:rect l="l" t="t" r="r" b="b"/>
              <a:pathLst>
                <a:path w="1574164" h="949325">
                  <a:moveTo>
                    <a:pt x="1573631" y="1511"/>
                  </a:moveTo>
                  <a:lnTo>
                    <a:pt x="0" y="0"/>
                  </a:lnTo>
                  <a:lnTo>
                    <a:pt x="0" y="949109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55747" y="6131343"/>
              <a:ext cx="206121" cy="132499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30308" y="6132486"/>
              <a:ext cx="207657" cy="132854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24770" y="6133439"/>
              <a:ext cx="144818" cy="95084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38333" y="6136475"/>
              <a:ext cx="141808" cy="95097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62959" y="5839218"/>
              <a:ext cx="144627" cy="93573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87305" y="5839218"/>
              <a:ext cx="143141" cy="93573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17545" y="5792330"/>
              <a:ext cx="210692" cy="163601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6478" y="5792330"/>
              <a:ext cx="211455" cy="163601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4783429" y="4269562"/>
              <a:ext cx="2025014" cy="374015"/>
            </a:xfrm>
            <a:custGeom>
              <a:avLst/>
              <a:gdLst/>
              <a:ahLst/>
              <a:cxnLst/>
              <a:rect l="l" t="t" r="r" b="b"/>
              <a:pathLst>
                <a:path w="2025015" h="374014">
                  <a:moveTo>
                    <a:pt x="0" y="373570"/>
                  </a:moveTo>
                  <a:lnTo>
                    <a:pt x="2025014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4717745" y="4201985"/>
              <a:ext cx="2039620" cy="401955"/>
            </a:xfrm>
            <a:custGeom>
              <a:avLst/>
              <a:gdLst/>
              <a:ahLst/>
              <a:cxnLst/>
              <a:rect l="l" t="t" r="r" b="b"/>
              <a:pathLst>
                <a:path w="2039620" h="401954">
                  <a:moveTo>
                    <a:pt x="42519" y="353072"/>
                  </a:moveTo>
                  <a:lnTo>
                    <a:pt x="0" y="388378"/>
                  </a:lnTo>
                  <a:lnTo>
                    <a:pt x="34556" y="392938"/>
                  </a:lnTo>
                  <a:lnTo>
                    <a:pt x="72123" y="401675"/>
                  </a:lnTo>
                  <a:lnTo>
                    <a:pt x="112547" y="366147"/>
                  </a:lnTo>
                  <a:lnTo>
                    <a:pt x="42519" y="353072"/>
                  </a:lnTo>
                  <a:close/>
                </a:path>
                <a:path w="2039620" h="401954">
                  <a:moveTo>
                    <a:pt x="144259" y="338277"/>
                  </a:moveTo>
                  <a:lnTo>
                    <a:pt x="112547" y="366147"/>
                  </a:lnTo>
                  <a:lnTo>
                    <a:pt x="184886" y="379653"/>
                  </a:lnTo>
                  <a:lnTo>
                    <a:pt x="216799" y="351606"/>
                  </a:lnTo>
                  <a:lnTo>
                    <a:pt x="144259" y="338277"/>
                  </a:lnTo>
                  <a:close/>
                </a:path>
                <a:path w="2039620" h="401954">
                  <a:moveTo>
                    <a:pt x="257022" y="316255"/>
                  </a:moveTo>
                  <a:lnTo>
                    <a:pt x="216799" y="351606"/>
                  </a:lnTo>
                  <a:lnTo>
                    <a:pt x="280555" y="363321"/>
                  </a:lnTo>
                  <a:lnTo>
                    <a:pt x="321013" y="328708"/>
                  </a:lnTo>
                  <a:lnTo>
                    <a:pt x="257022" y="316255"/>
                  </a:lnTo>
                  <a:close/>
                </a:path>
                <a:path w="2039620" h="401954">
                  <a:moveTo>
                    <a:pt x="354215" y="300304"/>
                  </a:moveTo>
                  <a:lnTo>
                    <a:pt x="321013" y="328708"/>
                  </a:lnTo>
                  <a:lnTo>
                    <a:pt x="383819" y="340931"/>
                  </a:lnTo>
                  <a:lnTo>
                    <a:pt x="416085" y="311337"/>
                  </a:lnTo>
                  <a:lnTo>
                    <a:pt x="354215" y="300304"/>
                  </a:lnTo>
                  <a:close/>
                </a:path>
                <a:path w="2039620" h="401954">
                  <a:moveTo>
                    <a:pt x="452539" y="277901"/>
                  </a:moveTo>
                  <a:lnTo>
                    <a:pt x="416085" y="311337"/>
                  </a:lnTo>
                  <a:lnTo>
                    <a:pt x="484047" y="323456"/>
                  </a:lnTo>
                  <a:lnTo>
                    <a:pt x="521612" y="291350"/>
                  </a:lnTo>
                  <a:lnTo>
                    <a:pt x="452539" y="277901"/>
                  </a:lnTo>
                  <a:close/>
                </a:path>
                <a:path w="2039620" h="401954">
                  <a:moveTo>
                    <a:pt x="554659" y="263105"/>
                  </a:moveTo>
                  <a:lnTo>
                    <a:pt x="521612" y="291350"/>
                  </a:lnTo>
                  <a:lnTo>
                    <a:pt x="581228" y="302958"/>
                  </a:lnTo>
                  <a:lnTo>
                    <a:pt x="584263" y="302958"/>
                  </a:lnTo>
                  <a:lnTo>
                    <a:pt x="618349" y="273720"/>
                  </a:lnTo>
                  <a:lnTo>
                    <a:pt x="554659" y="263105"/>
                  </a:lnTo>
                  <a:close/>
                </a:path>
                <a:path w="2039620" h="401954">
                  <a:moveTo>
                    <a:pt x="656399" y="241084"/>
                  </a:moveTo>
                  <a:lnTo>
                    <a:pt x="618349" y="273720"/>
                  </a:lnTo>
                  <a:lnTo>
                    <a:pt x="679932" y="283984"/>
                  </a:lnTo>
                  <a:lnTo>
                    <a:pt x="684885" y="287019"/>
                  </a:lnTo>
                  <a:lnTo>
                    <a:pt x="723069" y="253073"/>
                  </a:lnTo>
                  <a:lnTo>
                    <a:pt x="656399" y="241084"/>
                  </a:lnTo>
                  <a:close/>
                </a:path>
                <a:path w="2039620" h="401954">
                  <a:moveTo>
                    <a:pt x="756627" y="223240"/>
                  </a:moveTo>
                  <a:lnTo>
                    <a:pt x="723069" y="253073"/>
                  </a:lnTo>
                  <a:lnTo>
                    <a:pt x="795731" y="266141"/>
                  </a:lnTo>
                  <a:lnTo>
                    <a:pt x="829643" y="236509"/>
                  </a:lnTo>
                  <a:lnTo>
                    <a:pt x="756627" y="223240"/>
                  </a:lnTo>
                  <a:close/>
                </a:path>
                <a:path w="2039620" h="401954">
                  <a:moveTo>
                    <a:pt x="867867" y="203111"/>
                  </a:moveTo>
                  <a:lnTo>
                    <a:pt x="829643" y="236509"/>
                  </a:lnTo>
                  <a:lnTo>
                    <a:pt x="894435" y="248285"/>
                  </a:lnTo>
                  <a:lnTo>
                    <a:pt x="933486" y="214818"/>
                  </a:lnTo>
                  <a:lnTo>
                    <a:pt x="867867" y="203111"/>
                  </a:lnTo>
                  <a:close/>
                </a:path>
                <a:path w="2039620" h="401954">
                  <a:moveTo>
                    <a:pt x="966190" y="186791"/>
                  </a:moveTo>
                  <a:lnTo>
                    <a:pt x="933486" y="214818"/>
                  </a:lnTo>
                  <a:lnTo>
                    <a:pt x="997699" y="226275"/>
                  </a:lnTo>
                  <a:lnTo>
                    <a:pt x="1029944" y="198286"/>
                  </a:lnTo>
                  <a:lnTo>
                    <a:pt x="966190" y="186791"/>
                  </a:lnTo>
                  <a:close/>
                </a:path>
                <a:path w="2039620" h="401954">
                  <a:moveTo>
                    <a:pt x="1066800" y="166293"/>
                  </a:moveTo>
                  <a:lnTo>
                    <a:pt x="1029944" y="198286"/>
                  </a:lnTo>
                  <a:lnTo>
                    <a:pt x="1096784" y="210337"/>
                  </a:lnTo>
                  <a:lnTo>
                    <a:pt x="1132113" y="178600"/>
                  </a:lnTo>
                  <a:lnTo>
                    <a:pt x="1066800" y="166293"/>
                  </a:lnTo>
                  <a:close/>
                </a:path>
                <a:path w="2039620" h="401954">
                  <a:moveTo>
                    <a:pt x="1163993" y="149961"/>
                  </a:moveTo>
                  <a:lnTo>
                    <a:pt x="1132113" y="178600"/>
                  </a:lnTo>
                  <a:lnTo>
                    <a:pt x="1191691" y="189826"/>
                  </a:lnTo>
                  <a:lnTo>
                    <a:pt x="1224379" y="160449"/>
                  </a:lnTo>
                  <a:lnTo>
                    <a:pt x="1163993" y="149961"/>
                  </a:lnTo>
                  <a:close/>
                </a:path>
                <a:path w="2039620" h="401954">
                  <a:moveTo>
                    <a:pt x="1259281" y="129082"/>
                  </a:moveTo>
                  <a:lnTo>
                    <a:pt x="1224379" y="160449"/>
                  </a:lnTo>
                  <a:lnTo>
                    <a:pt x="1290789" y="171983"/>
                  </a:lnTo>
                  <a:lnTo>
                    <a:pt x="1325752" y="141629"/>
                  </a:lnTo>
                  <a:lnTo>
                    <a:pt x="1259281" y="129082"/>
                  </a:lnTo>
                  <a:close/>
                </a:path>
                <a:path w="2039620" h="401954">
                  <a:moveTo>
                    <a:pt x="1359877" y="112001"/>
                  </a:moveTo>
                  <a:lnTo>
                    <a:pt x="1325752" y="141629"/>
                  </a:lnTo>
                  <a:lnTo>
                    <a:pt x="1394053" y="154520"/>
                  </a:lnTo>
                  <a:lnTo>
                    <a:pt x="1395564" y="149961"/>
                  </a:lnTo>
                  <a:lnTo>
                    <a:pt x="1427086" y="123584"/>
                  </a:lnTo>
                  <a:lnTo>
                    <a:pt x="1359877" y="112001"/>
                  </a:lnTo>
                  <a:close/>
                </a:path>
                <a:path w="2039620" h="401954">
                  <a:moveTo>
                    <a:pt x="1467700" y="89598"/>
                  </a:moveTo>
                  <a:lnTo>
                    <a:pt x="1427086" y="123584"/>
                  </a:lnTo>
                  <a:lnTo>
                    <a:pt x="1494282" y="135166"/>
                  </a:lnTo>
                  <a:lnTo>
                    <a:pt x="1495793" y="135166"/>
                  </a:lnTo>
                  <a:lnTo>
                    <a:pt x="1534075" y="101716"/>
                  </a:lnTo>
                  <a:lnTo>
                    <a:pt x="1467700" y="89598"/>
                  </a:lnTo>
                  <a:close/>
                </a:path>
                <a:path w="2039620" h="401954">
                  <a:moveTo>
                    <a:pt x="1567929" y="72136"/>
                  </a:moveTo>
                  <a:lnTo>
                    <a:pt x="1534075" y="101716"/>
                  </a:lnTo>
                  <a:lnTo>
                    <a:pt x="1607032" y="115036"/>
                  </a:lnTo>
                  <a:lnTo>
                    <a:pt x="1640146" y="85758"/>
                  </a:lnTo>
                  <a:lnTo>
                    <a:pt x="1567929" y="72136"/>
                  </a:lnTo>
                  <a:close/>
                </a:path>
                <a:path w="2039620" h="401954">
                  <a:moveTo>
                    <a:pt x="1679168" y="51257"/>
                  </a:moveTo>
                  <a:lnTo>
                    <a:pt x="1640146" y="85758"/>
                  </a:lnTo>
                  <a:lnTo>
                    <a:pt x="1708772" y="98704"/>
                  </a:lnTo>
                  <a:lnTo>
                    <a:pt x="1747582" y="63858"/>
                  </a:lnTo>
                  <a:lnTo>
                    <a:pt x="1679168" y="51257"/>
                  </a:lnTo>
                  <a:close/>
                </a:path>
                <a:path w="2039620" h="401954">
                  <a:moveTo>
                    <a:pt x="1779384" y="35305"/>
                  </a:moveTo>
                  <a:lnTo>
                    <a:pt x="1747582" y="63858"/>
                  </a:lnTo>
                  <a:lnTo>
                    <a:pt x="1809000" y="75171"/>
                  </a:lnTo>
                  <a:lnTo>
                    <a:pt x="1842012" y="46797"/>
                  </a:lnTo>
                  <a:lnTo>
                    <a:pt x="1779384" y="35305"/>
                  </a:lnTo>
                  <a:close/>
                </a:path>
                <a:path w="2039620" h="401954">
                  <a:moveTo>
                    <a:pt x="1879231" y="14808"/>
                  </a:moveTo>
                  <a:lnTo>
                    <a:pt x="1842012" y="46797"/>
                  </a:lnTo>
                  <a:lnTo>
                    <a:pt x="1907705" y="58851"/>
                  </a:lnTo>
                  <a:lnTo>
                    <a:pt x="1945795" y="26410"/>
                  </a:lnTo>
                  <a:lnTo>
                    <a:pt x="1879231" y="14808"/>
                  </a:lnTo>
                  <a:close/>
                </a:path>
                <a:path w="2039620" h="401954">
                  <a:moveTo>
                    <a:pt x="1976805" y="0"/>
                  </a:moveTo>
                  <a:lnTo>
                    <a:pt x="1945795" y="26410"/>
                  </a:lnTo>
                  <a:lnTo>
                    <a:pt x="2003386" y="36449"/>
                  </a:lnTo>
                  <a:lnTo>
                    <a:pt x="2035155" y="11034"/>
                  </a:lnTo>
                  <a:lnTo>
                    <a:pt x="1976805" y="0"/>
                  </a:lnTo>
                  <a:close/>
                </a:path>
                <a:path w="2039620" h="401954">
                  <a:moveTo>
                    <a:pt x="2037549" y="9118"/>
                  </a:moveTo>
                  <a:lnTo>
                    <a:pt x="2035155" y="11034"/>
                  </a:lnTo>
                  <a:lnTo>
                    <a:pt x="2039061" y="11772"/>
                  </a:lnTo>
                  <a:lnTo>
                    <a:pt x="2037549" y="91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2338514" y="4201985"/>
              <a:ext cx="4418330" cy="2439670"/>
            </a:xfrm>
            <a:custGeom>
              <a:avLst/>
              <a:gdLst/>
              <a:ahLst/>
              <a:cxnLst/>
              <a:rect l="l" t="t" r="r" b="b"/>
              <a:pathLst>
                <a:path w="4418330" h="2439670">
                  <a:moveTo>
                    <a:pt x="4418291" y="11772"/>
                  </a:moveTo>
                  <a:lnTo>
                    <a:pt x="4356036" y="0"/>
                  </a:lnTo>
                  <a:lnTo>
                    <a:pt x="4286935" y="58851"/>
                  </a:lnTo>
                  <a:lnTo>
                    <a:pt x="4158615" y="35305"/>
                  </a:lnTo>
                  <a:lnTo>
                    <a:pt x="4088003" y="98704"/>
                  </a:lnTo>
                  <a:lnTo>
                    <a:pt x="3947160" y="72136"/>
                  </a:lnTo>
                  <a:lnTo>
                    <a:pt x="3875024" y="135166"/>
                  </a:lnTo>
                  <a:lnTo>
                    <a:pt x="3873512" y="135166"/>
                  </a:lnTo>
                  <a:lnTo>
                    <a:pt x="3739108" y="112001"/>
                  </a:lnTo>
                  <a:lnTo>
                    <a:pt x="3670020" y="171983"/>
                  </a:lnTo>
                  <a:lnTo>
                    <a:pt x="3543223" y="149961"/>
                  </a:lnTo>
                  <a:lnTo>
                    <a:pt x="3476015" y="210337"/>
                  </a:lnTo>
                  <a:lnTo>
                    <a:pt x="3345421" y="186791"/>
                  </a:lnTo>
                  <a:lnTo>
                    <a:pt x="3273666" y="248285"/>
                  </a:lnTo>
                  <a:lnTo>
                    <a:pt x="3135858" y="223240"/>
                  </a:lnTo>
                  <a:lnTo>
                    <a:pt x="3064116" y="287019"/>
                  </a:lnTo>
                  <a:lnTo>
                    <a:pt x="3059163" y="283984"/>
                  </a:lnTo>
                  <a:lnTo>
                    <a:pt x="2933890" y="263105"/>
                  </a:lnTo>
                  <a:lnTo>
                    <a:pt x="2863278" y="323456"/>
                  </a:lnTo>
                  <a:lnTo>
                    <a:pt x="2733446" y="300304"/>
                  </a:lnTo>
                  <a:lnTo>
                    <a:pt x="2659786" y="363321"/>
                  </a:lnTo>
                  <a:lnTo>
                    <a:pt x="2523490" y="338277"/>
                  </a:lnTo>
                  <a:lnTo>
                    <a:pt x="2451354" y="401675"/>
                  </a:lnTo>
                  <a:lnTo>
                    <a:pt x="2413787" y="392938"/>
                  </a:lnTo>
                  <a:lnTo>
                    <a:pt x="2379230" y="388378"/>
                  </a:lnTo>
                  <a:lnTo>
                    <a:pt x="2421750" y="353072"/>
                  </a:lnTo>
                  <a:lnTo>
                    <a:pt x="2564117" y="379653"/>
                  </a:lnTo>
                  <a:lnTo>
                    <a:pt x="2636253" y="316255"/>
                  </a:lnTo>
                  <a:lnTo>
                    <a:pt x="2763050" y="340931"/>
                  </a:lnTo>
                  <a:lnTo>
                    <a:pt x="2831769" y="277901"/>
                  </a:lnTo>
                  <a:lnTo>
                    <a:pt x="2960458" y="302958"/>
                  </a:lnTo>
                  <a:lnTo>
                    <a:pt x="2963494" y="302958"/>
                  </a:lnTo>
                  <a:lnTo>
                    <a:pt x="3035630" y="241084"/>
                  </a:lnTo>
                  <a:lnTo>
                    <a:pt x="3174961" y="266141"/>
                  </a:lnTo>
                  <a:lnTo>
                    <a:pt x="3247097" y="203111"/>
                  </a:lnTo>
                  <a:lnTo>
                    <a:pt x="3376930" y="226275"/>
                  </a:lnTo>
                  <a:lnTo>
                    <a:pt x="3446030" y="166293"/>
                  </a:lnTo>
                  <a:lnTo>
                    <a:pt x="3570922" y="189826"/>
                  </a:lnTo>
                  <a:lnTo>
                    <a:pt x="3638511" y="129082"/>
                  </a:lnTo>
                  <a:lnTo>
                    <a:pt x="3773284" y="154520"/>
                  </a:lnTo>
                  <a:lnTo>
                    <a:pt x="3774795" y="149961"/>
                  </a:lnTo>
                  <a:lnTo>
                    <a:pt x="3846931" y="89598"/>
                  </a:lnTo>
                  <a:lnTo>
                    <a:pt x="3986263" y="115036"/>
                  </a:lnTo>
                  <a:lnTo>
                    <a:pt x="4058399" y="51257"/>
                  </a:lnTo>
                  <a:lnTo>
                    <a:pt x="4188231" y="75171"/>
                  </a:lnTo>
                  <a:lnTo>
                    <a:pt x="4258462" y="14808"/>
                  </a:lnTo>
                  <a:lnTo>
                    <a:pt x="4382617" y="36449"/>
                  </a:lnTo>
                  <a:lnTo>
                    <a:pt x="4416780" y="9118"/>
                  </a:lnTo>
                  <a:lnTo>
                    <a:pt x="4418291" y="11772"/>
                  </a:lnTo>
                </a:path>
                <a:path w="4418330" h="2439670">
                  <a:moveTo>
                    <a:pt x="3714064" y="32651"/>
                  </a:moveTo>
                  <a:lnTo>
                    <a:pt x="4368571" y="201599"/>
                  </a:lnTo>
                  <a:lnTo>
                    <a:pt x="4368571" y="2439593"/>
                  </a:lnTo>
                  <a:lnTo>
                    <a:pt x="0" y="2439593"/>
                  </a:lnTo>
                  <a:lnTo>
                    <a:pt x="0" y="1643862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278913" y="5727026"/>
              <a:ext cx="120014" cy="120014"/>
            </a:xfrm>
            <a:custGeom>
              <a:avLst/>
              <a:gdLst/>
              <a:ahLst/>
              <a:cxnLst/>
              <a:rect l="l" t="t" r="r" b="b"/>
              <a:pathLst>
                <a:path w="120014" h="120014">
                  <a:moveTo>
                    <a:pt x="59601" y="0"/>
                  </a:moveTo>
                  <a:lnTo>
                    <a:pt x="0" y="119964"/>
                  </a:lnTo>
                  <a:lnTo>
                    <a:pt x="119951" y="119964"/>
                  </a:lnTo>
                  <a:lnTo>
                    <a:pt x="596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4010075" y="3213011"/>
              <a:ext cx="28575" cy="989330"/>
            </a:xfrm>
            <a:custGeom>
              <a:avLst/>
              <a:gdLst/>
              <a:ahLst/>
              <a:cxnLst/>
              <a:rect l="l" t="t" r="r" b="b"/>
              <a:pathLst>
                <a:path w="28575" h="989329">
                  <a:moveTo>
                    <a:pt x="28094" y="0"/>
                  </a:moveTo>
                  <a:lnTo>
                    <a:pt x="0" y="0"/>
                  </a:lnTo>
                  <a:lnTo>
                    <a:pt x="0" y="988961"/>
                  </a:lnTo>
                  <a:lnTo>
                    <a:pt x="28094" y="988961"/>
                  </a:lnTo>
                  <a:lnTo>
                    <a:pt x="280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4010075" y="3213011"/>
              <a:ext cx="28575" cy="989330"/>
            </a:xfrm>
            <a:custGeom>
              <a:avLst/>
              <a:gdLst/>
              <a:ahLst/>
              <a:cxnLst/>
              <a:rect l="l" t="t" r="r" b="b"/>
              <a:pathLst>
                <a:path w="28575" h="989329">
                  <a:moveTo>
                    <a:pt x="0" y="0"/>
                  </a:moveTo>
                  <a:lnTo>
                    <a:pt x="28094" y="0"/>
                  </a:lnTo>
                  <a:lnTo>
                    <a:pt x="28094" y="988961"/>
                  </a:lnTo>
                  <a:lnTo>
                    <a:pt x="0" y="988961"/>
                  </a:lnTo>
                  <a:lnTo>
                    <a:pt x="0" y="0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3991101" y="3248329"/>
              <a:ext cx="28575" cy="988060"/>
            </a:xfrm>
            <a:custGeom>
              <a:avLst/>
              <a:gdLst/>
              <a:ahLst/>
              <a:cxnLst/>
              <a:rect l="l" t="t" r="r" b="b"/>
              <a:pathLst>
                <a:path w="28575" h="988060">
                  <a:moveTo>
                    <a:pt x="28094" y="0"/>
                  </a:moveTo>
                  <a:lnTo>
                    <a:pt x="0" y="0"/>
                  </a:lnTo>
                  <a:lnTo>
                    <a:pt x="0" y="987450"/>
                  </a:lnTo>
                  <a:lnTo>
                    <a:pt x="28094" y="987450"/>
                  </a:lnTo>
                  <a:lnTo>
                    <a:pt x="280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3991101" y="3248329"/>
              <a:ext cx="28575" cy="988060"/>
            </a:xfrm>
            <a:custGeom>
              <a:avLst/>
              <a:gdLst/>
              <a:ahLst/>
              <a:cxnLst/>
              <a:rect l="l" t="t" r="r" b="b"/>
              <a:pathLst>
                <a:path w="28575" h="988060">
                  <a:moveTo>
                    <a:pt x="0" y="0"/>
                  </a:moveTo>
                  <a:lnTo>
                    <a:pt x="28094" y="0"/>
                  </a:lnTo>
                  <a:lnTo>
                    <a:pt x="28094" y="987450"/>
                  </a:lnTo>
                  <a:lnTo>
                    <a:pt x="0" y="987450"/>
                  </a:lnTo>
                  <a:lnTo>
                    <a:pt x="0" y="0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3951630" y="3271875"/>
              <a:ext cx="30480" cy="988060"/>
            </a:xfrm>
            <a:custGeom>
              <a:avLst/>
              <a:gdLst/>
              <a:ahLst/>
              <a:cxnLst/>
              <a:rect l="l" t="t" r="r" b="b"/>
              <a:pathLst>
                <a:path w="30479" h="988060">
                  <a:moveTo>
                    <a:pt x="30370" y="0"/>
                  </a:moveTo>
                  <a:lnTo>
                    <a:pt x="0" y="0"/>
                  </a:lnTo>
                  <a:lnTo>
                    <a:pt x="0" y="987450"/>
                  </a:lnTo>
                  <a:lnTo>
                    <a:pt x="30370" y="987450"/>
                  </a:lnTo>
                  <a:lnTo>
                    <a:pt x="303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3951630" y="3271875"/>
              <a:ext cx="30480" cy="988060"/>
            </a:xfrm>
            <a:custGeom>
              <a:avLst/>
              <a:gdLst/>
              <a:ahLst/>
              <a:cxnLst/>
              <a:rect l="l" t="t" r="r" b="b"/>
              <a:pathLst>
                <a:path w="30479" h="988060">
                  <a:moveTo>
                    <a:pt x="0" y="0"/>
                  </a:moveTo>
                  <a:lnTo>
                    <a:pt x="30370" y="0"/>
                  </a:lnTo>
                  <a:lnTo>
                    <a:pt x="30370" y="987450"/>
                  </a:lnTo>
                  <a:lnTo>
                    <a:pt x="0" y="987450"/>
                  </a:lnTo>
                  <a:lnTo>
                    <a:pt x="0" y="0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3129699" y="2984855"/>
              <a:ext cx="1958975" cy="495934"/>
            </a:xfrm>
            <a:custGeom>
              <a:avLst/>
              <a:gdLst/>
              <a:ahLst/>
              <a:cxnLst/>
              <a:rect l="l" t="t" r="r" b="b"/>
              <a:pathLst>
                <a:path w="1958975" h="495935">
                  <a:moveTo>
                    <a:pt x="1370378" y="319844"/>
                  </a:moveTo>
                  <a:lnTo>
                    <a:pt x="1930869" y="495807"/>
                  </a:lnTo>
                  <a:lnTo>
                    <a:pt x="1958949" y="470750"/>
                  </a:lnTo>
                  <a:lnTo>
                    <a:pt x="1492480" y="320801"/>
                  </a:lnTo>
                  <a:lnTo>
                    <a:pt x="1376210" y="320801"/>
                  </a:lnTo>
                  <a:lnTo>
                    <a:pt x="1370378" y="319844"/>
                  </a:lnTo>
                  <a:close/>
                </a:path>
                <a:path w="1958975" h="495935">
                  <a:moveTo>
                    <a:pt x="37566" y="0"/>
                  </a:moveTo>
                  <a:lnTo>
                    <a:pt x="22021" y="0"/>
                  </a:lnTo>
                  <a:lnTo>
                    <a:pt x="9486" y="3022"/>
                  </a:lnTo>
                  <a:lnTo>
                    <a:pt x="0" y="11379"/>
                  </a:lnTo>
                  <a:lnTo>
                    <a:pt x="0" y="20510"/>
                  </a:lnTo>
                  <a:lnTo>
                    <a:pt x="4533" y="29235"/>
                  </a:lnTo>
                  <a:lnTo>
                    <a:pt x="13652" y="35293"/>
                  </a:lnTo>
                  <a:lnTo>
                    <a:pt x="18592" y="35293"/>
                  </a:lnTo>
                  <a:lnTo>
                    <a:pt x="1050836" y="361810"/>
                  </a:lnTo>
                  <a:lnTo>
                    <a:pt x="1137018" y="376605"/>
                  </a:lnTo>
                  <a:lnTo>
                    <a:pt x="1177632" y="369011"/>
                  </a:lnTo>
                  <a:lnTo>
                    <a:pt x="1198156" y="355714"/>
                  </a:lnTo>
                  <a:lnTo>
                    <a:pt x="1216761" y="344322"/>
                  </a:lnTo>
                  <a:lnTo>
                    <a:pt x="1221148" y="340169"/>
                  </a:lnTo>
                  <a:lnTo>
                    <a:pt x="1092974" y="340169"/>
                  </a:lnTo>
                  <a:lnTo>
                    <a:pt x="37566" y="0"/>
                  </a:lnTo>
                  <a:close/>
                </a:path>
                <a:path w="1958975" h="495935">
                  <a:moveTo>
                    <a:pt x="1295323" y="272199"/>
                  </a:moveTo>
                  <a:lnTo>
                    <a:pt x="1247889" y="276390"/>
                  </a:lnTo>
                  <a:lnTo>
                    <a:pt x="1202702" y="297268"/>
                  </a:lnTo>
                  <a:lnTo>
                    <a:pt x="1177632" y="312051"/>
                  </a:lnTo>
                  <a:lnTo>
                    <a:pt x="1174623" y="319290"/>
                  </a:lnTo>
                  <a:lnTo>
                    <a:pt x="1166622" y="322300"/>
                  </a:lnTo>
                  <a:lnTo>
                    <a:pt x="1151077" y="332562"/>
                  </a:lnTo>
                  <a:lnTo>
                    <a:pt x="1133983" y="337121"/>
                  </a:lnTo>
                  <a:lnTo>
                    <a:pt x="1092974" y="337121"/>
                  </a:lnTo>
                  <a:lnTo>
                    <a:pt x="1092974" y="340169"/>
                  </a:lnTo>
                  <a:lnTo>
                    <a:pt x="1221148" y="340169"/>
                  </a:lnTo>
                  <a:lnTo>
                    <a:pt x="1230782" y="331050"/>
                  </a:lnTo>
                  <a:lnTo>
                    <a:pt x="1256233" y="312051"/>
                  </a:lnTo>
                  <a:lnTo>
                    <a:pt x="1295323" y="307517"/>
                  </a:lnTo>
                  <a:lnTo>
                    <a:pt x="1451155" y="307517"/>
                  </a:lnTo>
                  <a:lnTo>
                    <a:pt x="1382649" y="285496"/>
                  </a:lnTo>
                  <a:lnTo>
                    <a:pt x="1390243" y="285496"/>
                  </a:lnTo>
                  <a:lnTo>
                    <a:pt x="1295323" y="272199"/>
                  </a:lnTo>
                  <a:close/>
                </a:path>
                <a:path w="1958975" h="495935">
                  <a:moveTo>
                    <a:pt x="1487779" y="319290"/>
                  </a:moveTo>
                  <a:lnTo>
                    <a:pt x="1368615" y="319290"/>
                  </a:lnTo>
                  <a:lnTo>
                    <a:pt x="1376210" y="320801"/>
                  </a:lnTo>
                  <a:lnTo>
                    <a:pt x="1492480" y="320801"/>
                  </a:lnTo>
                  <a:lnTo>
                    <a:pt x="1487779" y="319290"/>
                  </a:lnTo>
                  <a:close/>
                </a:path>
                <a:path w="1958975" h="495935">
                  <a:moveTo>
                    <a:pt x="1451155" y="307517"/>
                  </a:moveTo>
                  <a:lnTo>
                    <a:pt x="1295323" y="307517"/>
                  </a:lnTo>
                  <a:lnTo>
                    <a:pt x="1370378" y="319844"/>
                  </a:lnTo>
                  <a:lnTo>
                    <a:pt x="1368615" y="319290"/>
                  </a:lnTo>
                  <a:lnTo>
                    <a:pt x="1487779" y="319290"/>
                  </a:lnTo>
                  <a:lnTo>
                    <a:pt x="1451155" y="3075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3129699" y="2984855"/>
              <a:ext cx="1958975" cy="495934"/>
            </a:xfrm>
            <a:custGeom>
              <a:avLst/>
              <a:gdLst/>
              <a:ahLst/>
              <a:cxnLst/>
              <a:rect l="l" t="t" r="r" b="b"/>
              <a:pathLst>
                <a:path w="1958975" h="495935">
                  <a:moveTo>
                    <a:pt x="1930869" y="495807"/>
                  </a:moveTo>
                  <a:lnTo>
                    <a:pt x="1368615" y="319290"/>
                  </a:lnTo>
                  <a:lnTo>
                    <a:pt x="1376210" y="320801"/>
                  </a:lnTo>
                  <a:lnTo>
                    <a:pt x="1295323" y="307517"/>
                  </a:lnTo>
                  <a:lnTo>
                    <a:pt x="1256233" y="312051"/>
                  </a:lnTo>
                  <a:lnTo>
                    <a:pt x="1230782" y="331050"/>
                  </a:lnTo>
                  <a:lnTo>
                    <a:pt x="1216761" y="344322"/>
                  </a:lnTo>
                  <a:lnTo>
                    <a:pt x="1198156" y="355714"/>
                  </a:lnTo>
                  <a:lnTo>
                    <a:pt x="1177632" y="369011"/>
                  </a:lnTo>
                  <a:lnTo>
                    <a:pt x="1137018" y="376605"/>
                  </a:lnTo>
                  <a:lnTo>
                    <a:pt x="1050836" y="361810"/>
                  </a:lnTo>
                  <a:lnTo>
                    <a:pt x="18592" y="35293"/>
                  </a:lnTo>
                  <a:lnTo>
                    <a:pt x="13652" y="35293"/>
                  </a:lnTo>
                  <a:lnTo>
                    <a:pt x="4533" y="29235"/>
                  </a:lnTo>
                  <a:lnTo>
                    <a:pt x="0" y="20510"/>
                  </a:lnTo>
                  <a:lnTo>
                    <a:pt x="0" y="11379"/>
                  </a:lnTo>
                  <a:lnTo>
                    <a:pt x="9486" y="3022"/>
                  </a:lnTo>
                  <a:lnTo>
                    <a:pt x="22021" y="0"/>
                  </a:lnTo>
                  <a:lnTo>
                    <a:pt x="37566" y="0"/>
                  </a:lnTo>
                  <a:lnTo>
                    <a:pt x="1092974" y="340169"/>
                  </a:lnTo>
                  <a:lnTo>
                    <a:pt x="1092974" y="337121"/>
                  </a:lnTo>
                  <a:lnTo>
                    <a:pt x="1133983" y="337121"/>
                  </a:lnTo>
                  <a:lnTo>
                    <a:pt x="1151077" y="332562"/>
                  </a:lnTo>
                  <a:lnTo>
                    <a:pt x="1166622" y="322300"/>
                  </a:lnTo>
                  <a:lnTo>
                    <a:pt x="1174623" y="319290"/>
                  </a:lnTo>
                  <a:lnTo>
                    <a:pt x="1177632" y="312051"/>
                  </a:lnTo>
                  <a:lnTo>
                    <a:pt x="1202702" y="297268"/>
                  </a:lnTo>
                  <a:lnTo>
                    <a:pt x="1247889" y="276390"/>
                  </a:lnTo>
                  <a:lnTo>
                    <a:pt x="1295323" y="272199"/>
                  </a:lnTo>
                  <a:lnTo>
                    <a:pt x="1390243" y="285496"/>
                  </a:lnTo>
                  <a:lnTo>
                    <a:pt x="1382649" y="285496"/>
                  </a:lnTo>
                  <a:lnTo>
                    <a:pt x="1958949" y="470750"/>
                  </a:lnTo>
                  <a:lnTo>
                    <a:pt x="1930869" y="495807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57063" y="3936809"/>
              <a:ext cx="87312" cy="78587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4509312" y="3607079"/>
              <a:ext cx="573405" cy="398145"/>
            </a:xfrm>
            <a:custGeom>
              <a:avLst/>
              <a:gdLst/>
              <a:ahLst/>
              <a:cxnLst/>
              <a:rect l="l" t="t" r="r" b="b"/>
              <a:pathLst>
                <a:path w="573404" h="398145">
                  <a:moveTo>
                    <a:pt x="216014" y="51638"/>
                  </a:moveTo>
                  <a:lnTo>
                    <a:pt x="128701" y="31140"/>
                  </a:lnTo>
                  <a:lnTo>
                    <a:pt x="122250" y="91135"/>
                  </a:lnTo>
                  <a:lnTo>
                    <a:pt x="33019" y="105930"/>
                  </a:lnTo>
                  <a:lnTo>
                    <a:pt x="68719" y="165163"/>
                  </a:lnTo>
                  <a:lnTo>
                    <a:pt x="0" y="210705"/>
                  </a:lnTo>
                  <a:lnTo>
                    <a:pt x="75171" y="247535"/>
                  </a:lnTo>
                  <a:lnTo>
                    <a:pt x="51650" y="309410"/>
                  </a:lnTo>
                  <a:lnTo>
                    <a:pt x="141224" y="316636"/>
                  </a:lnTo>
                  <a:lnTo>
                    <a:pt x="151853" y="377380"/>
                  </a:lnTo>
                  <a:lnTo>
                    <a:pt x="234619" y="353453"/>
                  </a:lnTo>
                  <a:lnTo>
                    <a:pt x="292709" y="397878"/>
                  </a:lnTo>
                  <a:lnTo>
                    <a:pt x="349288" y="347764"/>
                  </a:lnTo>
                  <a:lnTo>
                    <a:pt x="436981" y="369785"/>
                  </a:lnTo>
                  <a:lnTo>
                    <a:pt x="451015" y="309410"/>
                  </a:lnTo>
                  <a:lnTo>
                    <a:pt x="535673" y="294614"/>
                  </a:lnTo>
                  <a:lnTo>
                    <a:pt x="505688" y="235762"/>
                  </a:lnTo>
                  <a:lnTo>
                    <a:pt x="573277" y="191731"/>
                  </a:lnTo>
                  <a:lnTo>
                    <a:pt x="501129" y="153390"/>
                  </a:lnTo>
                  <a:lnTo>
                    <a:pt x="532650" y="91135"/>
                  </a:lnTo>
                  <a:lnTo>
                    <a:pt x="443433" y="82397"/>
                  </a:lnTo>
                  <a:lnTo>
                    <a:pt x="421030" y="17856"/>
                  </a:lnTo>
                  <a:lnTo>
                    <a:pt x="333705" y="44424"/>
                  </a:lnTo>
                  <a:lnTo>
                    <a:pt x="272592" y="0"/>
                  </a:lnTo>
                  <a:lnTo>
                    <a:pt x="216014" y="51638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03242" y="3596462"/>
              <a:ext cx="289674" cy="397103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4767846" y="3780967"/>
              <a:ext cx="1132840" cy="414020"/>
            </a:xfrm>
            <a:custGeom>
              <a:avLst/>
              <a:gdLst/>
              <a:ahLst/>
              <a:cxnLst/>
              <a:rect l="l" t="t" r="r" b="b"/>
              <a:pathLst>
                <a:path w="1132839" h="414020">
                  <a:moveTo>
                    <a:pt x="26974" y="0"/>
                  </a:moveTo>
                  <a:lnTo>
                    <a:pt x="11010" y="4559"/>
                  </a:lnTo>
                  <a:lnTo>
                    <a:pt x="3048" y="12915"/>
                  </a:lnTo>
                  <a:lnTo>
                    <a:pt x="0" y="21640"/>
                  </a:lnTo>
                  <a:lnTo>
                    <a:pt x="6096" y="32270"/>
                  </a:lnTo>
                  <a:lnTo>
                    <a:pt x="18605" y="39484"/>
                  </a:lnTo>
                  <a:lnTo>
                    <a:pt x="22021" y="39484"/>
                  </a:lnTo>
                  <a:lnTo>
                    <a:pt x="1104391" y="413423"/>
                  </a:lnTo>
                  <a:lnTo>
                    <a:pt x="1132484" y="367487"/>
                  </a:lnTo>
                  <a:lnTo>
                    <a:pt x="42138" y="1523"/>
                  </a:lnTo>
                  <a:lnTo>
                    <a:pt x="269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4767846" y="3780967"/>
              <a:ext cx="1132840" cy="414020"/>
            </a:xfrm>
            <a:custGeom>
              <a:avLst/>
              <a:gdLst/>
              <a:ahLst/>
              <a:cxnLst/>
              <a:rect l="l" t="t" r="r" b="b"/>
              <a:pathLst>
                <a:path w="1132839" h="414020">
                  <a:moveTo>
                    <a:pt x="1104391" y="413423"/>
                  </a:moveTo>
                  <a:lnTo>
                    <a:pt x="22021" y="39484"/>
                  </a:lnTo>
                  <a:lnTo>
                    <a:pt x="18605" y="39484"/>
                  </a:lnTo>
                  <a:lnTo>
                    <a:pt x="6096" y="32270"/>
                  </a:lnTo>
                  <a:lnTo>
                    <a:pt x="0" y="21640"/>
                  </a:lnTo>
                  <a:lnTo>
                    <a:pt x="3048" y="12915"/>
                  </a:lnTo>
                  <a:lnTo>
                    <a:pt x="11010" y="4559"/>
                  </a:lnTo>
                  <a:lnTo>
                    <a:pt x="26974" y="0"/>
                  </a:lnTo>
                  <a:lnTo>
                    <a:pt x="42138" y="1523"/>
                  </a:lnTo>
                  <a:lnTo>
                    <a:pt x="1132484" y="367487"/>
                  </a:lnTo>
                  <a:lnTo>
                    <a:pt x="1104391" y="413423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31600" y="3900944"/>
              <a:ext cx="157543" cy="93941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2107310" y="5096814"/>
              <a:ext cx="2156460" cy="1290955"/>
            </a:xfrm>
            <a:custGeom>
              <a:avLst/>
              <a:gdLst/>
              <a:ahLst/>
              <a:cxnLst/>
              <a:rect l="l" t="t" r="r" b="b"/>
              <a:pathLst>
                <a:path w="2156460" h="1290954">
                  <a:moveTo>
                    <a:pt x="1575523" y="0"/>
                  </a:moveTo>
                  <a:lnTo>
                    <a:pt x="0" y="0"/>
                  </a:lnTo>
                  <a:lnTo>
                    <a:pt x="0" y="948728"/>
                  </a:lnTo>
                </a:path>
                <a:path w="2156460" h="1290954">
                  <a:moveTo>
                    <a:pt x="4165" y="949109"/>
                  </a:moveTo>
                  <a:lnTo>
                    <a:pt x="585419" y="1290408"/>
                  </a:lnTo>
                  <a:lnTo>
                    <a:pt x="2156002" y="1290408"/>
                  </a:lnTo>
                  <a:lnTo>
                    <a:pt x="2156002" y="339775"/>
                  </a:lnTo>
                  <a:lnTo>
                    <a:pt x="1565655" y="0"/>
                  </a:lnTo>
                </a:path>
                <a:path w="2156460" h="1290954">
                  <a:moveTo>
                    <a:pt x="4165" y="0"/>
                  </a:moveTo>
                  <a:lnTo>
                    <a:pt x="585800" y="339775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049585" y="5839218"/>
              <a:ext cx="143103" cy="93573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5735954" y="3963200"/>
              <a:ext cx="570230" cy="397510"/>
            </a:xfrm>
            <a:custGeom>
              <a:avLst/>
              <a:gdLst/>
              <a:ahLst/>
              <a:cxnLst/>
              <a:rect l="l" t="t" r="r" b="b"/>
              <a:pathLst>
                <a:path w="570229" h="397510">
                  <a:moveTo>
                    <a:pt x="272199" y="0"/>
                  </a:moveTo>
                  <a:lnTo>
                    <a:pt x="214109" y="51244"/>
                  </a:lnTo>
                  <a:lnTo>
                    <a:pt x="126796" y="32651"/>
                  </a:lnTo>
                  <a:lnTo>
                    <a:pt x="119202" y="91109"/>
                  </a:lnTo>
                  <a:lnTo>
                    <a:pt x="32639" y="107442"/>
                  </a:lnTo>
                  <a:lnTo>
                    <a:pt x="67183" y="166281"/>
                  </a:lnTo>
                  <a:lnTo>
                    <a:pt x="0" y="211836"/>
                  </a:lnTo>
                  <a:lnTo>
                    <a:pt x="73266" y="248665"/>
                  </a:lnTo>
                  <a:lnTo>
                    <a:pt x="51625" y="309029"/>
                  </a:lnTo>
                  <a:lnTo>
                    <a:pt x="139319" y="317754"/>
                  </a:lnTo>
                  <a:lnTo>
                    <a:pt x="149948" y="376605"/>
                  </a:lnTo>
                  <a:lnTo>
                    <a:pt x="233095" y="353440"/>
                  </a:lnTo>
                  <a:lnTo>
                    <a:pt x="291172" y="397103"/>
                  </a:lnTo>
                  <a:lnTo>
                    <a:pt x="347370" y="347370"/>
                  </a:lnTo>
                  <a:lnTo>
                    <a:pt x="436968" y="370522"/>
                  </a:lnTo>
                  <a:lnTo>
                    <a:pt x="449491" y="309029"/>
                  </a:lnTo>
                  <a:lnTo>
                    <a:pt x="535673" y="295732"/>
                  </a:lnTo>
                  <a:lnTo>
                    <a:pt x="504164" y="238417"/>
                  </a:lnTo>
                  <a:lnTo>
                    <a:pt x="569836" y="192862"/>
                  </a:lnTo>
                  <a:lnTo>
                    <a:pt x="501129" y="156032"/>
                  </a:lnTo>
                  <a:lnTo>
                    <a:pt x="530733" y="91109"/>
                  </a:lnTo>
                  <a:lnTo>
                    <a:pt x="441515" y="85420"/>
                  </a:lnTo>
                  <a:lnTo>
                    <a:pt x="419493" y="20878"/>
                  </a:lnTo>
                  <a:lnTo>
                    <a:pt x="333311" y="45554"/>
                  </a:lnTo>
                  <a:lnTo>
                    <a:pt x="2721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5735954" y="3963200"/>
              <a:ext cx="570230" cy="397510"/>
            </a:xfrm>
            <a:custGeom>
              <a:avLst/>
              <a:gdLst/>
              <a:ahLst/>
              <a:cxnLst/>
              <a:rect l="l" t="t" r="r" b="b"/>
              <a:pathLst>
                <a:path w="570229" h="397510">
                  <a:moveTo>
                    <a:pt x="214109" y="51244"/>
                  </a:moveTo>
                  <a:lnTo>
                    <a:pt x="126796" y="32651"/>
                  </a:lnTo>
                  <a:lnTo>
                    <a:pt x="119202" y="91109"/>
                  </a:lnTo>
                  <a:lnTo>
                    <a:pt x="32639" y="107442"/>
                  </a:lnTo>
                  <a:lnTo>
                    <a:pt x="67183" y="166281"/>
                  </a:lnTo>
                  <a:lnTo>
                    <a:pt x="0" y="211836"/>
                  </a:lnTo>
                  <a:lnTo>
                    <a:pt x="73266" y="248665"/>
                  </a:lnTo>
                  <a:lnTo>
                    <a:pt x="51625" y="309029"/>
                  </a:lnTo>
                  <a:lnTo>
                    <a:pt x="139319" y="317754"/>
                  </a:lnTo>
                  <a:lnTo>
                    <a:pt x="149948" y="376605"/>
                  </a:lnTo>
                  <a:lnTo>
                    <a:pt x="233095" y="353440"/>
                  </a:lnTo>
                  <a:lnTo>
                    <a:pt x="291172" y="397103"/>
                  </a:lnTo>
                  <a:lnTo>
                    <a:pt x="347370" y="347370"/>
                  </a:lnTo>
                  <a:lnTo>
                    <a:pt x="436968" y="370522"/>
                  </a:lnTo>
                  <a:lnTo>
                    <a:pt x="449491" y="309029"/>
                  </a:lnTo>
                  <a:lnTo>
                    <a:pt x="535673" y="295732"/>
                  </a:lnTo>
                  <a:lnTo>
                    <a:pt x="504164" y="238417"/>
                  </a:lnTo>
                  <a:lnTo>
                    <a:pt x="569836" y="192862"/>
                  </a:lnTo>
                  <a:lnTo>
                    <a:pt x="501129" y="156032"/>
                  </a:lnTo>
                  <a:lnTo>
                    <a:pt x="530733" y="91109"/>
                  </a:lnTo>
                  <a:lnTo>
                    <a:pt x="441515" y="85420"/>
                  </a:lnTo>
                  <a:lnTo>
                    <a:pt x="419493" y="20878"/>
                  </a:lnTo>
                  <a:lnTo>
                    <a:pt x="333311" y="45554"/>
                  </a:lnTo>
                  <a:lnTo>
                    <a:pt x="272199" y="0"/>
                  </a:lnTo>
                  <a:lnTo>
                    <a:pt x="214109" y="51244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28360" y="3954094"/>
              <a:ext cx="289280" cy="394817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5893879" y="4133659"/>
              <a:ext cx="240029" cy="114300"/>
            </a:xfrm>
            <a:custGeom>
              <a:avLst/>
              <a:gdLst/>
              <a:ahLst/>
              <a:cxnLst/>
              <a:rect l="l" t="t" r="r" b="b"/>
              <a:pathLst>
                <a:path w="240029" h="114300">
                  <a:moveTo>
                    <a:pt x="201968" y="113880"/>
                  </a:moveTo>
                  <a:lnTo>
                    <a:pt x="239560" y="67957"/>
                  </a:lnTo>
                  <a:lnTo>
                    <a:pt x="37579" y="0"/>
                  </a:lnTo>
                  <a:lnTo>
                    <a:pt x="0" y="44411"/>
                  </a:lnTo>
                  <a:lnTo>
                    <a:pt x="201968" y="11388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 descr=""/>
          <p:cNvSpPr txBox="1"/>
          <p:nvPr/>
        </p:nvSpPr>
        <p:spPr>
          <a:xfrm>
            <a:off x="6030000" y="3895078"/>
            <a:ext cx="358775" cy="3175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99390">
              <a:lnSpc>
                <a:spcPts val="1130"/>
              </a:lnSpc>
              <a:spcBef>
                <a:spcPts val="135"/>
              </a:spcBef>
            </a:pPr>
            <a:r>
              <a:rPr dirty="0" sz="950" spc="-25">
                <a:latin typeface="Times New Roman"/>
                <a:cs typeface="Times New Roman"/>
              </a:rPr>
              <a:t>(0)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ts val="1130"/>
              </a:lnSpc>
            </a:pPr>
            <a:r>
              <a:rPr dirty="0" sz="950" spc="-25">
                <a:latin typeface="Times New Roman"/>
                <a:cs typeface="Times New Roman"/>
              </a:rPr>
              <a:t>S1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4" name="object 74" descr=""/>
          <p:cNvSpPr/>
          <p:nvPr/>
        </p:nvSpPr>
        <p:spPr>
          <a:xfrm>
            <a:off x="3468331" y="5827636"/>
            <a:ext cx="744220" cy="414020"/>
          </a:xfrm>
          <a:custGeom>
            <a:avLst/>
            <a:gdLst/>
            <a:ahLst/>
            <a:cxnLst/>
            <a:rect l="l" t="t" r="r" b="b"/>
            <a:pathLst>
              <a:path w="744220" h="414020">
                <a:moveTo>
                  <a:pt x="45186" y="88442"/>
                </a:moveTo>
                <a:lnTo>
                  <a:pt x="0" y="116547"/>
                </a:lnTo>
              </a:path>
              <a:path w="744220" h="414020">
                <a:moveTo>
                  <a:pt x="175031" y="0"/>
                </a:moveTo>
                <a:lnTo>
                  <a:pt x="130987" y="29603"/>
                </a:lnTo>
              </a:path>
              <a:path w="744220" h="414020">
                <a:moveTo>
                  <a:pt x="133273" y="88442"/>
                </a:moveTo>
                <a:lnTo>
                  <a:pt x="176898" y="116547"/>
                </a:lnTo>
              </a:path>
              <a:path w="744220" h="414020">
                <a:moveTo>
                  <a:pt x="3048" y="0"/>
                </a:moveTo>
                <a:lnTo>
                  <a:pt x="46710" y="29603"/>
                </a:lnTo>
              </a:path>
              <a:path w="744220" h="414020">
                <a:moveTo>
                  <a:pt x="323469" y="88442"/>
                </a:moveTo>
                <a:lnTo>
                  <a:pt x="279806" y="116547"/>
                </a:lnTo>
              </a:path>
              <a:path w="744220" h="414020">
                <a:moveTo>
                  <a:pt x="454418" y="0"/>
                </a:moveTo>
                <a:lnTo>
                  <a:pt x="411899" y="29603"/>
                </a:lnTo>
              </a:path>
              <a:path w="744220" h="414020">
                <a:moveTo>
                  <a:pt x="413804" y="88442"/>
                </a:moveTo>
                <a:lnTo>
                  <a:pt x="457085" y="116547"/>
                </a:lnTo>
              </a:path>
              <a:path w="744220" h="414020">
                <a:moveTo>
                  <a:pt x="283210" y="0"/>
                </a:moveTo>
                <a:lnTo>
                  <a:pt x="326478" y="29603"/>
                </a:lnTo>
              </a:path>
              <a:path w="744220" h="414020">
                <a:moveTo>
                  <a:pt x="610476" y="88442"/>
                </a:moveTo>
                <a:lnTo>
                  <a:pt x="566813" y="116547"/>
                </a:lnTo>
              </a:path>
              <a:path w="744220" h="414020">
                <a:moveTo>
                  <a:pt x="741832" y="0"/>
                </a:moveTo>
                <a:lnTo>
                  <a:pt x="696658" y="29603"/>
                </a:lnTo>
              </a:path>
              <a:path w="744220" h="414020">
                <a:moveTo>
                  <a:pt x="699681" y="88442"/>
                </a:moveTo>
                <a:lnTo>
                  <a:pt x="743712" y="116547"/>
                </a:lnTo>
              </a:path>
              <a:path w="744220" h="414020">
                <a:moveTo>
                  <a:pt x="568718" y="0"/>
                </a:moveTo>
                <a:lnTo>
                  <a:pt x="613511" y="29603"/>
                </a:lnTo>
              </a:path>
              <a:path w="744220" h="414020">
                <a:moveTo>
                  <a:pt x="501129" y="384200"/>
                </a:moveTo>
                <a:lnTo>
                  <a:pt x="457085" y="413804"/>
                </a:lnTo>
              </a:path>
              <a:path w="744220" h="414020">
                <a:moveTo>
                  <a:pt x="632117" y="297637"/>
                </a:moveTo>
                <a:lnTo>
                  <a:pt x="587311" y="326859"/>
                </a:lnTo>
              </a:path>
              <a:path w="744220" h="414020">
                <a:moveTo>
                  <a:pt x="590359" y="384200"/>
                </a:moveTo>
                <a:lnTo>
                  <a:pt x="634022" y="413804"/>
                </a:lnTo>
              </a:path>
              <a:path w="744220" h="414020">
                <a:moveTo>
                  <a:pt x="460514" y="297637"/>
                </a:moveTo>
                <a:lnTo>
                  <a:pt x="503034" y="326859"/>
                </a:lnTo>
              </a:path>
              <a:path w="744220" h="414020">
                <a:moveTo>
                  <a:pt x="189433" y="378879"/>
                </a:moveTo>
                <a:lnTo>
                  <a:pt x="145389" y="408482"/>
                </a:lnTo>
              </a:path>
              <a:path w="744220" h="414020">
                <a:moveTo>
                  <a:pt x="320421" y="291934"/>
                </a:moveTo>
                <a:lnTo>
                  <a:pt x="276758" y="321170"/>
                </a:lnTo>
              </a:path>
              <a:path w="744220" h="414020">
                <a:moveTo>
                  <a:pt x="278663" y="378879"/>
                </a:moveTo>
                <a:lnTo>
                  <a:pt x="322707" y="408482"/>
                </a:lnTo>
              </a:path>
              <a:path w="744220" h="414020">
                <a:moveTo>
                  <a:pt x="148818" y="291934"/>
                </a:moveTo>
                <a:lnTo>
                  <a:pt x="192100" y="321170"/>
                </a:lnTo>
              </a:path>
            </a:pathLst>
          </a:custGeom>
          <a:ln w="182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60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1082" y="961543"/>
            <a:ext cx="537972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2130" algn="l"/>
              </a:tabLst>
            </a:pPr>
            <a:r>
              <a:rPr dirty="0" sz="1550" spc="40">
                <a:latin typeface="Times New Roman"/>
                <a:cs typeface="Times New Roman"/>
              </a:rPr>
              <a:t>6.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5563" y="953376"/>
            <a:ext cx="6492875" cy="12065"/>
          </a:xfrm>
          <a:custGeom>
            <a:avLst/>
            <a:gdLst/>
            <a:ahLst/>
            <a:cxnLst/>
            <a:rect l="l" t="t" r="r" b="b"/>
            <a:pathLst>
              <a:path w="6492875" h="12065">
                <a:moveTo>
                  <a:pt x="0" y="0"/>
                </a:moveTo>
                <a:lnTo>
                  <a:pt x="6492671" y="0"/>
                </a:lnTo>
              </a:path>
              <a:path w="6492875" h="12065">
                <a:moveTo>
                  <a:pt x="0" y="11772"/>
                </a:moveTo>
                <a:lnTo>
                  <a:pt x="6492671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5563" y="1234687"/>
            <a:ext cx="6492875" cy="74930"/>
            <a:chOff x="625563" y="1234687"/>
            <a:chExt cx="6492875" cy="74930"/>
          </a:xfrm>
        </p:grpSpPr>
        <p:sp>
          <p:nvSpPr>
            <p:cNvPr id="5" name="object 5" descr=""/>
            <p:cNvSpPr/>
            <p:nvPr/>
          </p:nvSpPr>
          <p:spPr>
            <a:xfrm>
              <a:off x="625563" y="1304543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71892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5563" y="1239431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43966" y="1403261"/>
            <a:ext cx="6467475" cy="126364"/>
          </a:xfrm>
          <a:prstGeom prst="rect">
            <a:avLst/>
          </a:prstGeom>
          <a:ln w="567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Ladder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Diagram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: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Main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 spc="-50">
                <a:latin typeface="Times New Roman"/>
                <a:cs typeface="Times New Roman"/>
              </a:rPr>
              <a:t>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43966" y="1580730"/>
            <a:ext cx="6467475" cy="246379"/>
          </a:xfrm>
          <a:prstGeom prst="rect">
            <a:avLst/>
          </a:prstGeom>
          <a:ln w="567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310" marR="5414645">
              <a:lnSpc>
                <a:spcPts val="94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Main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10">
                <a:latin typeface="Franklin Gothic Demi Cond"/>
                <a:cs typeface="Franklin Gothic Demi Cond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Auto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lubricate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Auto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lubricate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of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gear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32015" y="1878177"/>
            <a:ext cx="6478905" cy="126364"/>
          </a:xfrm>
          <a:prstGeom prst="rect">
            <a:avLst/>
          </a:prstGeom>
          <a:ln w="567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35">
                <a:latin typeface="Franklin Gothic Demi Cond"/>
                <a:cs typeface="Franklin Gothic Demi Cond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Start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32015" y="2730665"/>
            <a:ext cx="6478905" cy="246379"/>
          </a:xfrm>
          <a:prstGeom prst="rect">
            <a:avLst/>
          </a:prstGeom>
          <a:ln w="567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8740" marR="5200650">
              <a:lnSpc>
                <a:spcPts val="94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2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30">
                <a:latin typeface="Franklin Gothic Demi Cond"/>
                <a:cs typeface="Franklin Gothic Demi Cond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Open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valve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Open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valve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and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delay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1.5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zec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32015" y="4302785"/>
            <a:ext cx="6478905" cy="126364"/>
          </a:xfrm>
          <a:prstGeom prst="rect">
            <a:avLst/>
          </a:prstGeom>
          <a:ln w="567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3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30">
                <a:latin typeface="Franklin Gothic Demi Cond"/>
                <a:cs typeface="Franklin Gothic Demi Cond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Oil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zhortage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32015" y="4990325"/>
            <a:ext cx="6478905" cy="126364"/>
          </a:xfrm>
          <a:prstGeom prst="rect">
            <a:avLst/>
          </a:prstGeom>
          <a:ln w="567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4</a:t>
            </a:r>
            <a:r>
              <a:rPr dirty="0" sz="750" spc="100">
                <a:latin typeface="Times New Roman"/>
                <a:cs typeface="Times New Roman"/>
              </a:rPr>
              <a:t> </a:t>
            </a:r>
            <a:r>
              <a:rPr dirty="0" sz="750" spc="50">
                <a:latin typeface="Franklin Gothic Demi Cond"/>
                <a:cs typeface="Franklin Gothic Demi Cond"/>
              </a:rPr>
              <a:t>–</a:t>
            </a:r>
            <a:r>
              <a:rPr dirty="0" sz="750" spc="135">
                <a:latin typeface="Franklin Gothic Demi Cond"/>
                <a:cs typeface="Franklin Gothic Demi Cond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End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633907" y="2171280"/>
            <a:ext cx="639445" cy="394970"/>
          </a:xfrm>
          <a:custGeom>
            <a:avLst/>
            <a:gdLst/>
            <a:ahLst/>
            <a:cxnLst/>
            <a:rect l="l" t="t" r="r" b="b"/>
            <a:pathLst>
              <a:path w="639444" h="394969">
                <a:moveTo>
                  <a:pt x="639330" y="0"/>
                </a:moveTo>
                <a:lnTo>
                  <a:pt x="639330" y="179946"/>
                </a:lnTo>
              </a:path>
              <a:path w="639444" h="394969">
                <a:moveTo>
                  <a:pt x="630212" y="85420"/>
                </a:moveTo>
                <a:lnTo>
                  <a:pt x="0" y="85420"/>
                </a:lnTo>
              </a:path>
              <a:path w="639444" h="394969">
                <a:moveTo>
                  <a:pt x="9486" y="394830"/>
                </a:moveTo>
                <a:lnTo>
                  <a:pt x="472274" y="39483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363205" y="2171280"/>
            <a:ext cx="0" cy="180340"/>
          </a:xfrm>
          <a:custGeom>
            <a:avLst/>
            <a:gdLst/>
            <a:ahLst/>
            <a:cxnLst/>
            <a:rect l="l" t="t" r="r" b="b"/>
            <a:pathLst>
              <a:path w="0" h="180339">
                <a:moveTo>
                  <a:pt x="0" y="0"/>
                </a:moveTo>
                <a:lnTo>
                  <a:pt x="0" y="17994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172074" y="2047245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633907" y="2033092"/>
            <a:ext cx="0" cy="673100"/>
          </a:xfrm>
          <a:custGeom>
            <a:avLst/>
            <a:gdLst/>
            <a:ahLst/>
            <a:cxnLst/>
            <a:rect l="l" t="t" r="r" b="b"/>
            <a:pathLst>
              <a:path w="0" h="673100">
                <a:moveTo>
                  <a:pt x="0" y="0"/>
                </a:moveTo>
                <a:lnTo>
                  <a:pt x="0" y="672731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2234869" y="2146973"/>
            <a:ext cx="900430" cy="224154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00"/>
              </a:spcBef>
            </a:pPr>
            <a:r>
              <a:rPr dirty="0" sz="750" spc="-10">
                <a:latin typeface="Times New Roman"/>
                <a:cs typeface="Times New Roman"/>
              </a:rPr>
              <a:t>DIFU(13)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234869" y="2370582"/>
            <a:ext cx="900430" cy="19875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2095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165"/>
              </a:spcBef>
            </a:pPr>
            <a:r>
              <a:rPr dirty="0" sz="750" spc="-10">
                <a:latin typeface="Times New Roman"/>
                <a:cs typeface="Times New Roman"/>
              </a:rPr>
              <a:t>200.00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1363205" y="2265045"/>
            <a:ext cx="881380" cy="0"/>
          </a:xfrm>
          <a:custGeom>
            <a:avLst/>
            <a:gdLst/>
            <a:ahLst/>
            <a:cxnLst/>
            <a:rect l="l" t="t" r="r" b="b"/>
            <a:pathLst>
              <a:path w="881380" h="0">
                <a:moveTo>
                  <a:pt x="0" y="0"/>
                </a:moveTo>
                <a:lnTo>
                  <a:pt x="880783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1074506" y="2343367"/>
            <a:ext cx="4724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Pozitiondet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633907" y="3152279"/>
            <a:ext cx="639445" cy="590550"/>
          </a:xfrm>
          <a:custGeom>
            <a:avLst/>
            <a:gdLst/>
            <a:ahLst/>
            <a:cxnLst/>
            <a:rect l="l" t="t" r="r" b="b"/>
            <a:pathLst>
              <a:path w="639444" h="590550">
                <a:moveTo>
                  <a:pt x="639330" y="0"/>
                </a:moveTo>
                <a:lnTo>
                  <a:pt x="639330" y="179946"/>
                </a:lnTo>
              </a:path>
              <a:path w="639444" h="590550">
                <a:moveTo>
                  <a:pt x="639330" y="410768"/>
                </a:moveTo>
                <a:lnTo>
                  <a:pt x="639330" y="590346"/>
                </a:lnTo>
              </a:path>
              <a:path w="639444" h="590550">
                <a:moveTo>
                  <a:pt x="0" y="94907"/>
                </a:moveTo>
                <a:lnTo>
                  <a:pt x="639330" y="94907"/>
                </a:lnTo>
              </a:path>
              <a:path w="639444" h="590550">
                <a:moveTo>
                  <a:pt x="639330" y="504545"/>
                </a:moveTo>
                <a:lnTo>
                  <a:pt x="0" y="504545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3" name="object 23" descr=""/>
          <p:cNvGrpSpPr/>
          <p:nvPr/>
        </p:nvGrpSpPr>
        <p:grpSpPr>
          <a:xfrm>
            <a:off x="1358442" y="3147517"/>
            <a:ext cx="2002789" cy="600075"/>
            <a:chOff x="1358442" y="3147517"/>
            <a:chExt cx="2002789" cy="600075"/>
          </a:xfrm>
        </p:grpSpPr>
        <p:sp>
          <p:nvSpPr>
            <p:cNvPr id="24" name="object 24" descr=""/>
            <p:cNvSpPr/>
            <p:nvPr/>
          </p:nvSpPr>
          <p:spPr>
            <a:xfrm>
              <a:off x="1363205" y="3152279"/>
              <a:ext cx="997585" cy="590550"/>
            </a:xfrm>
            <a:custGeom>
              <a:avLst/>
              <a:gdLst/>
              <a:ahLst/>
              <a:cxnLst/>
              <a:rect l="l" t="t" r="r" b="b"/>
              <a:pathLst>
                <a:path w="997585" h="590550">
                  <a:moveTo>
                    <a:pt x="0" y="0"/>
                  </a:moveTo>
                  <a:lnTo>
                    <a:pt x="0" y="179946"/>
                  </a:lnTo>
                </a:path>
                <a:path w="997585" h="590550">
                  <a:moveTo>
                    <a:pt x="0" y="410768"/>
                  </a:moveTo>
                  <a:lnTo>
                    <a:pt x="0" y="590346"/>
                  </a:lnTo>
                </a:path>
                <a:path w="997585" h="590550">
                  <a:moveTo>
                    <a:pt x="906970" y="0"/>
                  </a:moveTo>
                  <a:lnTo>
                    <a:pt x="906970" y="179946"/>
                  </a:lnTo>
                </a:path>
                <a:path w="997585" h="590550">
                  <a:moveTo>
                    <a:pt x="997331" y="0"/>
                  </a:moveTo>
                  <a:lnTo>
                    <a:pt x="997331" y="179946"/>
                  </a:lnTo>
                </a:path>
                <a:path w="997585" h="590550">
                  <a:moveTo>
                    <a:pt x="997331" y="0"/>
                  </a:moveTo>
                  <a:lnTo>
                    <a:pt x="906970" y="179946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81293" y="3147726"/>
              <a:ext cx="279603" cy="189052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1363205" y="3247186"/>
              <a:ext cx="916940" cy="410209"/>
            </a:xfrm>
            <a:custGeom>
              <a:avLst/>
              <a:gdLst/>
              <a:ahLst/>
              <a:cxnLst/>
              <a:rect l="l" t="t" r="r" b="b"/>
              <a:pathLst>
                <a:path w="916939" h="410210">
                  <a:moveTo>
                    <a:pt x="0" y="0"/>
                  </a:moveTo>
                  <a:lnTo>
                    <a:pt x="916838" y="0"/>
                  </a:lnTo>
                </a:path>
                <a:path w="916939" h="410210">
                  <a:moveTo>
                    <a:pt x="9118" y="409638"/>
                  </a:moveTo>
                  <a:lnTo>
                    <a:pt x="481761" y="409638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2077905" y="3337275"/>
            <a:ext cx="464184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Valvecloze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2936662" y="3318673"/>
            <a:ext cx="49212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Valveopenz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172074" y="3032419"/>
            <a:ext cx="216217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974090" algn="l"/>
                <a:tab pos="1868170" algn="l"/>
              </a:tabLst>
            </a:pPr>
            <a:r>
              <a:rPr dirty="0" sz="750" spc="-10">
                <a:latin typeface="Times New Roman"/>
                <a:cs typeface="Times New Roman"/>
              </a:rPr>
              <a:t>200.00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TIM000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010.01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1841182" y="3247186"/>
            <a:ext cx="1807210" cy="424180"/>
          </a:xfrm>
          <a:custGeom>
            <a:avLst/>
            <a:gdLst/>
            <a:ahLst/>
            <a:cxnLst/>
            <a:rect l="l" t="t" r="r" b="b"/>
            <a:pathLst>
              <a:path w="1807210" h="424179">
                <a:moveTo>
                  <a:pt x="0" y="1904"/>
                </a:moveTo>
                <a:lnTo>
                  <a:pt x="0" y="423672"/>
                </a:lnTo>
              </a:path>
              <a:path w="1807210" h="424179">
                <a:moveTo>
                  <a:pt x="524662" y="0"/>
                </a:moveTo>
                <a:lnTo>
                  <a:pt x="1244854" y="0"/>
                </a:lnTo>
              </a:path>
              <a:path w="1807210" h="424179">
                <a:moveTo>
                  <a:pt x="890638" y="11391"/>
                </a:moveTo>
                <a:lnTo>
                  <a:pt x="890638" y="245630"/>
                </a:lnTo>
              </a:path>
              <a:path w="1807210" h="424179">
                <a:moveTo>
                  <a:pt x="890638" y="244868"/>
                </a:moveTo>
                <a:lnTo>
                  <a:pt x="1807095" y="24486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632015" y="3023577"/>
            <a:ext cx="465455" cy="1265555"/>
          </a:xfrm>
          <a:custGeom>
            <a:avLst/>
            <a:gdLst/>
            <a:ahLst/>
            <a:cxnLst/>
            <a:rect l="l" t="t" r="r" b="b"/>
            <a:pathLst>
              <a:path w="465455" h="1265554">
                <a:moveTo>
                  <a:pt x="0" y="0"/>
                </a:moveTo>
                <a:lnTo>
                  <a:pt x="0" y="1265351"/>
                </a:lnTo>
              </a:path>
              <a:path w="465455" h="1265554">
                <a:moveTo>
                  <a:pt x="1892" y="963917"/>
                </a:moveTo>
                <a:lnTo>
                  <a:pt x="465061" y="963917"/>
                </a:lnTo>
              </a:path>
              <a:path w="465455" h="1265554">
                <a:moveTo>
                  <a:pt x="1892" y="1133614"/>
                </a:moveTo>
                <a:lnTo>
                  <a:pt x="465061" y="113361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1067672" y="3431805"/>
            <a:ext cx="492125" cy="4311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381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010.00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7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750" spc="-10">
                <a:latin typeface="Times New Roman"/>
                <a:cs typeface="Times New Roman"/>
              </a:rPr>
              <a:t>Valveopenz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3650183" y="3375507"/>
            <a:ext cx="900430" cy="22479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395"/>
              </a:spcBef>
            </a:pPr>
            <a:r>
              <a:rPr dirty="0" sz="750" spc="-25">
                <a:latin typeface="Times New Roman"/>
                <a:cs typeface="Times New Roman"/>
              </a:rPr>
              <a:t>TIM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3650183" y="3599878"/>
            <a:ext cx="900430" cy="30988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3556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280"/>
              </a:spcBef>
            </a:pPr>
            <a:r>
              <a:rPr dirty="0" sz="750" spc="-25">
                <a:latin typeface="Times New Roman"/>
                <a:cs typeface="Times New Roman"/>
              </a:rPr>
              <a:t>000</a:t>
            </a:r>
            <a:endParaRPr sz="7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  <a:spcBef>
                <a:spcPts val="45"/>
              </a:spcBef>
            </a:pPr>
            <a:r>
              <a:rPr dirty="0" sz="750" spc="-10">
                <a:latin typeface="Times New Roman"/>
                <a:cs typeface="Times New Roman"/>
              </a:rPr>
              <a:t>Valvecloze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3650183" y="3909288"/>
            <a:ext cx="900430" cy="19748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1016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80"/>
              </a:spcBef>
            </a:pPr>
            <a:r>
              <a:rPr dirty="0" sz="750" spc="-10">
                <a:latin typeface="Times New Roman"/>
                <a:cs typeface="Times New Roman"/>
              </a:rPr>
              <a:t>#0015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633907" y="4607445"/>
            <a:ext cx="630555" cy="180340"/>
          </a:xfrm>
          <a:custGeom>
            <a:avLst/>
            <a:gdLst/>
            <a:ahLst/>
            <a:cxnLst/>
            <a:rect l="l" t="t" r="r" b="b"/>
            <a:pathLst>
              <a:path w="630555" h="180339">
                <a:moveTo>
                  <a:pt x="630212" y="0"/>
                </a:moveTo>
                <a:lnTo>
                  <a:pt x="630212" y="179959"/>
                </a:lnTo>
              </a:path>
              <a:path w="630555" h="180339">
                <a:moveTo>
                  <a:pt x="630212" y="94919"/>
                </a:moveTo>
                <a:lnTo>
                  <a:pt x="0" y="94919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7" name="object 37" descr=""/>
          <p:cNvGrpSpPr/>
          <p:nvPr/>
        </p:nvGrpSpPr>
        <p:grpSpPr>
          <a:xfrm>
            <a:off x="1349533" y="4602892"/>
            <a:ext cx="998855" cy="189230"/>
            <a:chOff x="1349533" y="4602892"/>
            <a:chExt cx="998855" cy="189230"/>
          </a:xfrm>
        </p:grpSpPr>
        <p:sp>
          <p:nvSpPr>
            <p:cNvPr id="38" name="object 38" descr=""/>
            <p:cNvSpPr/>
            <p:nvPr/>
          </p:nvSpPr>
          <p:spPr>
            <a:xfrm>
              <a:off x="1354086" y="4607445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w="0" h="180339">
                  <a:moveTo>
                    <a:pt x="0" y="0"/>
                  </a:moveTo>
                  <a:lnTo>
                    <a:pt x="0" y="179959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68785" y="4602892"/>
              <a:ext cx="279209" cy="189064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1354086" y="4702365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5" h="0">
                  <a:moveTo>
                    <a:pt x="0" y="0"/>
                  </a:moveTo>
                  <a:lnTo>
                    <a:pt x="719442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1153469" y="4473930"/>
            <a:ext cx="116268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68680" algn="l"/>
              </a:tabLst>
            </a:pPr>
            <a:r>
              <a:rPr dirty="0" sz="750" spc="-10">
                <a:latin typeface="Times New Roman"/>
                <a:cs typeface="Times New Roman"/>
              </a:rPr>
              <a:t>000.01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010.01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926427" y="4801941"/>
            <a:ext cx="49212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Oilzhortage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632015" y="4452556"/>
            <a:ext cx="0" cy="506095"/>
          </a:xfrm>
          <a:custGeom>
            <a:avLst/>
            <a:gdLst/>
            <a:ahLst/>
            <a:cxnLst/>
            <a:rect l="l" t="t" r="r" b="b"/>
            <a:pathLst>
              <a:path w="0" h="506095">
                <a:moveTo>
                  <a:pt x="0" y="0"/>
                </a:moveTo>
                <a:lnTo>
                  <a:pt x="0" y="506069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 txBox="1"/>
          <p:nvPr/>
        </p:nvSpPr>
        <p:spPr>
          <a:xfrm>
            <a:off x="1069191" y="4774227"/>
            <a:ext cx="480059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Lowerlevel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5" name="object 45" descr=""/>
          <p:cNvSpPr/>
          <p:nvPr/>
        </p:nvSpPr>
        <p:spPr>
          <a:xfrm>
            <a:off x="633907" y="5136299"/>
            <a:ext cx="630555" cy="269875"/>
          </a:xfrm>
          <a:custGeom>
            <a:avLst/>
            <a:gdLst/>
            <a:ahLst/>
            <a:cxnLst/>
            <a:rect l="l" t="t" r="r" b="b"/>
            <a:pathLst>
              <a:path w="630555" h="269875">
                <a:moveTo>
                  <a:pt x="0" y="0"/>
                </a:moveTo>
                <a:lnTo>
                  <a:pt x="0" y="269544"/>
                </a:lnTo>
              </a:path>
              <a:path w="630555" h="269875">
                <a:moveTo>
                  <a:pt x="630212" y="137807"/>
                </a:moveTo>
                <a:lnTo>
                  <a:pt x="0" y="13780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 txBox="1"/>
          <p:nvPr/>
        </p:nvSpPr>
        <p:spPr>
          <a:xfrm>
            <a:off x="1269591" y="5179199"/>
            <a:ext cx="671195" cy="19939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395"/>
              </a:spcBef>
            </a:pPr>
            <a:r>
              <a:rPr dirty="0" sz="750">
                <a:latin typeface="Times New Roman"/>
                <a:cs typeface="Times New Roman"/>
              </a:rPr>
              <a:t>End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(01)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2179612" y="6552158"/>
            <a:ext cx="2783840" cy="1511935"/>
            <a:chOff x="2179612" y="6552158"/>
            <a:chExt cx="2783840" cy="1511935"/>
          </a:xfrm>
        </p:grpSpPr>
        <p:sp>
          <p:nvSpPr>
            <p:cNvPr id="48" name="object 48" descr=""/>
            <p:cNvSpPr/>
            <p:nvPr/>
          </p:nvSpPr>
          <p:spPr>
            <a:xfrm>
              <a:off x="2184374" y="6826847"/>
              <a:ext cx="2774315" cy="0"/>
            </a:xfrm>
            <a:custGeom>
              <a:avLst/>
              <a:gdLst/>
              <a:ahLst/>
              <a:cxnLst/>
              <a:rect l="l" t="t" r="r" b="b"/>
              <a:pathLst>
                <a:path w="2774315" h="0">
                  <a:moveTo>
                    <a:pt x="0" y="0"/>
                  </a:moveTo>
                  <a:lnTo>
                    <a:pt x="2774061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94157" y="6556924"/>
              <a:ext cx="1079327" cy="269926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2994164" y="6556921"/>
              <a:ext cx="1080135" cy="270510"/>
            </a:xfrm>
            <a:custGeom>
              <a:avLst/>
              <a:gdLst/>
              <a:ahLst/>
              <a:cxnLst/>
              <a:rect l="l" t="t" r="r" b="b"/>
              <a:pathLst>
                <a:path w="1080135" h="270509">
                  <a:moveTo>
                    <a:pt x="0" y="0"/>
                  </a:moveTo>
                  <a:lnTo>
                    <a:pt x="1079715" y="0"/>
                  </a:lnTo>
                  <a:lnTo>
                    <a:pt x="1079715" y="270319"/>
                  </a:lnTo>
                  <a:lnTo>
                    <a:pt x="0" y="270319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2994158" y="6559956"/>
              <a:ext cx="0" cy="1466850"/>
            </a:xfrm>
            <a:custGeom>
              <a:avLst/>
              <a:gdLst/>
              <a:ahLst/>
              <a:cxnLst/>
              <a:rect l="l" t="t" r="r" b="b"/>
              <a:pathLst>
                <a:path w="0" h="1466850">
                  <a:moveTo>
                    <a:pt x="0" y="0"/>
                  </a:moveTo>
                  <a:lnTo>
                    <a:pt x="0" y="1466570"/>
                  </a:lnTo>
                </a:path>
              </a:pathLst>
            </a:custGeom>
            <a:ln w="910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994164" y="6950608"/>
              <a:ext cx="180340" cy="270510"/>
            </a:xfrm>
            <a:custGeom>
              <a:avLst/>
              <a:gdLst/>
              <a:ahLst/>
              <a:cxnLst/>
              <a:rect l="l" t="t" r="r" b="b"/>
              <a:pathLst>
                <a:path w="180339" h="270509">
                  <a:moveTo>
                    <a:pt x="179946" y="0"/>
                  </a:moveTo>
                  <a:lnTo>
                    <a:pt x="0" y="0"/>
                  </a:lnTo>
                  <a:lnTo>
                    <a:pt x="0" y="270319"/>
                  </a:lnTo>
                  <a:lnTo>
                    <a:pt x="179946" y="270319"/>
                  </a:lnTo>
                  <a:lnTo>
                    <a:pt x="17994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994164" y="6950608"/>
              <a:ext cx="180340" cy="270510"/>
            </a:xfrm>
            <a:custGeom>
              <a:avLst/>
              <a:gdLst/>
              <a:ahLst/>
              <a:cxnLst/>
              <a:rect l="l" t="t" r="r" b="b"/>
              <a:pathLst>
                <a:path w="180339" h="270509">
                  <a:moveTo>
                    <a:pt x="0" y="0"/>
                  </a:moveTo>
                  <a:lnTo>
                    <a:pt x="179946" y="0"/>
                  </a:lnTo>
                  <a:lnTo>
                    <a:pt x="179946" y="270319"/>
                  </a:lnTo>
                  <a:lnTo>
                    <a:pt x="0" y="270319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94157" y="7375817"/>
              <a:ext cx="629449" cy="270306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2994164" y="7375817"/>
              <a:ext cx="629920" cy="271145"/>
            </a:xfrm>
            <a:custGeom>
              <a:avLst/>
              <a:gdLst/>
              <a:ahLst/>
              <a:cxnLst/>
              <a:rect l="l" t="t" r="r" b="b"/>
              <a:pathLst>
                <a:path w="629920" h="271145">
                  <a:moveTo>
                    <a:pt x="0" y="0"/>
                  </a:moveTo>
                  <a:lnTo>
                    <a:pt x="629831" y="0"/>
                  </a:lnTo>
                  <a:lnTo>
                    <a:pt x="629831" y="270700"/>
                  </a:lnTo>
                  <a:lnTo>
                    <a:pt x="0" y="27070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94157" y="7788490"/>
              <a:ext cx="629449" cy="269926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2994164" y="7788491"/>
              <a:ext cx="629920" cy="270510"/>
            </a:xfrm>
            <a:custGeom>
              <a:avLst/>
              <a:gdLst/>
              <a:ahLst/>
              <a:cxnLst/>
              <a:rect l="l" t="t" r="r" b="b"/>
              <a:pathLst>
                <a:path w="629920" h="270509">
                  <a:moveTo>
                    <a:pt x="0" y="0"/>
                  </a:moveTo>
                  <a:lnTo>
                    <a:pt x="629831" y="0"/>
                  </a:lnTo>
                  <a:lnTo>
                    <a:pt x="629831" y="270319"/>
                  </a:lnTo>
                  <a:lnTo>
                    <a:pt x="0" y="270319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3623798" y="7542479"/>
              <a:ext cx="0" cy="360045"/>
            </a:xfrm>
            <a:custGeom>
              <a:avLst/>
              <a:gdLst/>
              <a:ahLst/>
              <a:cxnLst/>
              <a:rect l="l" t="t" r="r" b="b"/>
              <a:pathLst>
                <a:path w="0" h="360045">
                  <a:moveTo>
                    <a:pt x="0" y="0"/>
                  </a:moveTo>
                  <a:lnTo>
                    <a:pt x="0" y="359524"/>
                  </a:lnTo>
                </a:path>
              </a:pathLst>
            </a:custGeom>
            <a:ln w="948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2723857" y="7096785"/>
              <a:ext cx="173355" cy="0"/>
            </a:xfrm>
            <a:custGeom>
              <a:avLst/>
              <a:gdLst/>
              <a:ahLst/>
              <a:cxnLst/>
              <a:rect l="l" t="t" r="r" b="b"/>
              <a:pathLst>
                <a:path w="173355" h="0">
                  <a:moveTo>
                    <a:pt x="0" y="0"/>
                  </a:moveTo>
                  <a:lnTo>
                    <a:pt x="17274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2895841" y="7047801"/>
              <a:ext cx="98425" cy="99060"/>
            </a:xfrm>
            <a:custGeom>
              <a:avLst/>
              <a:gdLst/>
              <a:ahLst/>
              <a:cxnLst/>
              <a:rect l="l" t="t" r="r" b="b"/>
              <a:pathLst>
                <a:path w="98425" h="99059">
                  <a:moveTo>
                    <a:pt x="0" y="0"/>
                  </a:moveTo>
                  <a:lnTo>
                    <a:pt x="0" y="98704"/>
                  </a:lnTo>
                  <a:lnTo>
                    <a:pt x="98323" y="489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728023" y="7726604"/>
              <a:ext cx="172720" cy="0"/>
            </a:xfrm>
            <a:custGeom>
              <a:avLst/>
              <a:gdLst/>
              <a:ahLst/>
              <a:cxnLst/>
              <a:rect l="l" t="t" r="r" b="b"/>
              <a:pathLst>
                <a:path w="172719" h="0">
                  <a:moveTo>
                    <a:pt x="0" y="0"/>
                  </a:moveTo>
                  <a:lnTo>
                    <a:pt x="172351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899613" y="7677633"/>
              <a:ext cx="98425" cy="98425"/>
            </a:xfrm>
            <a:custGeom>
              <a:avLst/>
              <a:gdLst/>
              <a:ahLst/>
              <a:cxnLst/>
              <a:rect l="l" t="t" r="r" b="b"/>
              <a:pathLst>
                <a:path w="98425" h="98425">
                  <a:moveTo>
                    <a:pt x="0" y="0"/>
                  </a:moveTo>
                  <a:lnTo>
                    <a:pt x="0" y="98323"/>
                  </a:lnTo>
                  <a:lnTo>
                    <a:pt x="97955" y="489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3271304" y="7096785"/>
              <a:ext cx="172720" cy="0"/>
            </a:xfrm>
            <a:custGeom>
              <a:avLst/>
              <a:gdLst/>
              <a:ahLst/>
              <a:cxnLst/>
              <a:rect l="l" t="t" r="r" b="b"/>
              <a:pathLst>
                <a:path w="172720" h="0">
                  <a:moveTo>
                    <a:pt x="172719" y="0"/>
                  </a:move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3174123" y="7047801"/>
              <a:ext cx="98425" cy="99060"/>
            </a:xfrm>
            <a:custGeom>
              <a:avLst/>
              <a:gdLst/>
              <a:ahLst/>
              <a:cxnLst/>
              <a:rect l="l" t="t" r="r" b="b"/>
              <a:pathLst>
                <a:path w="98425" h="99059">
                  <a:moveTo>
                    <a:pt x="98297" y="0"/>
                  </a:moveTo>
                  <a:lnTo>
                    <a:pt x="0" y="48983"/>
                  </a:lnTo>
                  <a:lnTo>
                    <a:pt x="98297" y="98704"/>
                  </a:lnTo>
                  <a:lnTo>
                    <a:pt x="982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3726878" y="7726604"/>
              <a:ext cx="172720" cy="0"/>
            </a:xfrm>
            <a:custGeom>
              <a:avLst/>
              <a:gdLst/>
              <a:ahLst/>
              <a:cxnLst/>
              <a:rect l="l" t="t" r="r" b="b"/>
              <a:pathLst>
                <a:path w="172720" h="0">
                  <a:moveTo>
                    <a:pt x="172364" y="0"/>
                  </a:move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3629685" y="7677633"/>
              <a:ext cx="98425" cy="98425"/>
            </a:xfrm>
            <a:custGeom>
              <a:avLst/>
              <a:gdLst/>
              <a:ahLst/>
              <a:cxnLst/>
              <a:rect l="l" t="t" r="r" b="b"/>
              <a:pathLst>
                <a:path w="98425" h="98425">
                  <a:moveTo>
                    <a:pt x="98336" y="0"/>
                  </a:moveTo>
                  <a:lnTo>
                    <a:pt x="0" y="48971"/>
                  </a:lnTo>
                  <a:lnTo>
                    <a:pt x="98336" y="98323"/>
                  </a:lnTo>
                  <a:lnTo>
                    <a:pt x="983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7" name="object 67" descr=""/>
          <p:cNvGrpSpPr/>
          <p:nvPr/>
        </p:nvGrpSpPr>
        <p:grpSpPr>
          <a:xfrm>
            <a:off x="2174875" y="8199646"/>
            <a:ext cx="2783840" cy="702945"/>
            <a:chOff x="2174875" y="8199646"/>
            <a:chExt cx="2783840" cy="702945"/>
          </a:xfrm>
        </p:grpSpPr>
        <p:pic>
          <p:nvPicPr>
            <p:cNvPr id="68" name="object 6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53817" y="8204199"/>
              <a:ext cx="539853" cy="269547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4253801" y="8204199"/>
              <a:ext cx="540385" cy="270510"/>
            </a:xfrm>
            <a:custGeom>
              <a:avLst/>
              <a:gdLst/>
              <a:ahLst/>
              <a:cxnLst/>
              <a:rect l="l" t="t" r="r" b="b"/>
              <a:pathLst>
                <a:path w="540385" h="270509">
                  <a:moveTo>
                    <a:pt x="0" y="0"/>
                  </a:moveTo>
                  <a:lnTo>
                    <a:pt x="540232" y="0"/>
                  </a:lnTo>
                  <a:lnTo>
                    <a:pt x="540232" y="269925"/>
                  </a:lnTo>
                  <a:lnTo>
                    <a:pt x="0" y="269925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53817" y="8625604"/>
              <a:ext cx="539853" cy="270306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4253801" y="8625611"/>
              <a:ext cx="540385" cy="270510"/>
            </a:xfrm>
            <a:custGeom>
              <a:avLst/>
              <a:gdLst/>
              <a:ahLst/>
              <a:cxnLst/>
              <a:rect l="l" t="t" r="r" b="b"/>
              <a:pathLst>
                <a:path w="540385" h="270509">
                  <a:moveTo>
                    <a:pt x="0" y="0"/>
                  </a:moveTo>
                  <a:lnTo>
                    <a:pt x="540232" y="0"/>
                  </a:lnTo>
                  <a:lnTo>
                    <a:pt x="540232" y="270319"/>
                  </a:lnTo>
                  <a:lnTo>
                    <a:pt x="0" y="270319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4253820" y="8351507"/>
              <a:ext cx="0" cy="359410"/>
            </a:xfrm>
            <a:custGeom>
              <a:avLst/>
              <a:gdLst/>
              <a:ahLst/>
              <a:cxnLst/>
              <a:rect l="l" t="t" r="r" b="b"/>
              <a:pathLst>
                <a:path w="0" h="359409">
                  <a:moveTo>
                    <a:pt x="0" y="0"/>
                  </a:moveTo>
                  <a:lnTo>
                    <a:pt x="0" y="359143"/>
                  </a:lnTo>
                </a:path>
              </a:pathLst>
            </a:custGeom>
            <a:ln w="910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2174875" y="8475649"/>
              <a:ext cx="2783840" cy="422275"/>
            </a:xfrm>
            <a:custGeom>
              <a:avLst/>
              <a:gdLst/>
              <a:ahLst/>
              <a:cxnLst/>
              <a:rect l="l" t="t" r="r" b="b"/>
              <a:pathLst>
                <a:path w="2783840" h="422275">
                  <a:moveTo>
                    <a:pt x="0" y="0"/>
                  </a:moveTo>
                  <a:lnTo>
                    <a:pt x="2783560" y="0"/>
                  </a:lnTo>
                </a:path>
                <a:path w="2783840" h="422275">
                  <a:moveTo>
                    <a:pt x="0" y="421779"/>
                  </a:moveTo>
                  <a:lnTo>
                    <a:pt x="2783560" y="421779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 descr=""/>
          <p:cNvSpPr txBox="1"/>
          <p:nvPr/>
        </p:nvSpPr>
        <p:spPr>
          <a:xfrm>
            <a:off x="3493217" y="6891122"/>
            <a:ext cx="486409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3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zcan</a:t>
            </a:r>
            <a:r>
              <a:rPr dirty="0" sz="750" spc="35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time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3980685" y="7678119"/>
            <a:ext cx="31305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1.5</a:t>
            </a:r>
            <a:r>
              <a:rPr dirty="0" sz="750" spc="130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zec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1618916" y="6702100"/>
            <a:ext cx="33718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Times New Roman"/>
                <a:cs typeface="Times New Roman"/>
              </a:rPr>
              <a:t>00000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1618916" y="7095414"/>
            <a:ext cx="33718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Times New Roman"/>
                <a:cs typeface="Times New Roman"/>
              </a:rPr>
              <a:t>04000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1609424" y="7498594"/>
            <a:ext cx="33718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Times New Roman"/>
                <a:cs typeface="Times New Roman"/>
              </a:rPr>
              <a:t>10000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1618916" y="7938221"/>
            <a:ext cx="483234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TIM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000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1618916" y="8341405"/>
            <a:ext cx="33718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Times New Roman"/>
                <a:cs typeface="Times New Roman"/>
              </a:rPr>
              <a:t>00001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1609424" y="8754079"/>
            <a:ext cx="33718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Times New Roman"/>
                <a:cs typeface="Times New Roman"/>
              </a:rPr>
              <a:t>10001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2" name="object 82" descr=""/>
          <p:cNvSpPr/>
          <p:nvPr/>
        </p:nvSpPr>
        <p:spPr>
          <a:xfrm>
            <a:off x="2174875" y="7220546"/>
            <a:ext cx="2783840" cy="833755"/>
          </a:xfrm>
          <a:custGeom>
            <a:avLst/>
            <a:gdLst/>
            <a:ahLst/>
            <a:cxnLst/>
            <a:rect l="l" t="t" r="r" b="b"/>
            <a:pathLst>
              <a:path w="2783840" h="833754">
                <a:moveTo>
                  <a:pt x="0" y="0"/>
                </a:moveTo>
                <a:lnTo>
                  <a:pt x="2783560" y="0"/>
                </a:lnTo>
              </a:path>
              <a:path w="2783840" h="833754">
                <a:moveTo>
                  <a:pt x="0" y="421779"/>
                </a:moveTo>
                <a:lnTo>
                  <a:pt x="2783560" y="421779"/>
                </a:lnTo>
              </a:path>
              <a:path w="2783840" h="833754">
                <a:moveTo>
                  <a:pt x="0" y="833310"/>
                </a:moveTo>
                <a:lnTo>
                  <a:pt x="2783560" y="83331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 txBox="1"/>
          <p:nvPr/>
        </p:nvSpPr>
        <p:spPr>
          <a:xfrm>
            <a:off x="5039888" y="6711213"/>
            <a:ext cx="93027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Pozition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detection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90" name="object 9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61</a:t>
            </a:r>
          </a:p>
        </p:txBody>
      </p:sp>
      <p:sp>
        <p:nvSpPr>
          <p:cNvPr id="84" name="object 84" descr=""/>
          <p:cNvSpPr txBox="1"/>
          <p:nvPr/>
        </p:nvSpPr>
        <p:spPr>
          <a:xfrm>
            <a:off x="5039888" y="7104902"/>
            <a:ext cx="32575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20">
                <a:latin typeface="Times New Roman"/>
                <a:cs typeface="Times New Roman"/>
              </a:rPr>
              <a:t>DIFU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5030391" y="7536176"/>
            <a:ext cx="67881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Valve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Openz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5039884" y="7938225"/>
            <a:ext cx="102616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Timer</a:t>
            </a:r>
            <a:r>
              <a:rPr dirty="0" sz="950">
                <a:latin typeface="Franklin Gothic Demi Cond"/>
                <a:cs typeface="Franklin Gothic Demi Cond"/>
              </a:rPr>
              <a:t>'</a:t>
            </a:r>
            <a:r>
              <a:rPr dirty="0" sz="950">
                <a:latin typeface="Times New Roman"/>
                <a:cs typeface="Times New Roman"/>
              </a:rPr>
              <a:t>z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prezet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 spc="-20">
                <a:latin typeface="Times New Roman"/>
                <a:cs typeface="Times New Roman"/>
              </a:rPr>
              <a:t>time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5030398" y="8360011"/>
            <a:ext cx="121920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Lower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limit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oil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level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5039907" y="8782177"/>
            <a:ext cx="146050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Oil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zhortage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alarm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indicator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1654601" y="6158509"/>
            <a:ext cx="81470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Timing</a:t>
            </a:r>
            <a:r>
              <a:rPr dirty="0" sz="750" spc="235">
                <a:latin typeface="Times New Roman"/>
                <a:cs typeface="Times New Roman"/>
              </a:rPr>
              <a:t> </a:t>
            </a:r>
            <a:r>
              <a:rPr dirty="0" sz="950" spc="45">
                <a:latin typeface="Times New Roman"/>
                <a:cs typeface="Times New Roman"/>
              </a:rPr>
              <a:t>diagram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92875" cy="12065"/>
          </a:xfrm>
          <a:custGeom>
            <a:avLst/>
            <a:gdLst/>
            <a:ahLst/>
            <a:cxnLst/>
            <a:rect l="l" t="t" r="r" b="b"/>
            <a:pathLst>
              <a:path w="6492875" h="12065">
                <a:moveTo>
                  <a:pt x="0" y="0"/>
                </a:moveTo>
                <a:lnTo>
                  <a:pt x="6492671" y="0"/>
                </a:lnTo>
              </a:path>
              <a:path w="6492875" h="12065">
                <a:moveTo>
                  <a:pt x="0" y="11772"/>
                </a:moveTo>
                <a:lnTo>
                  <a:pt x="6492671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92875" cy="74930"/>
            <a:chOff x="625563" y="1234687"/>
            <a:chExt cx="649287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92875" cy="0"/>
            </a:xfrm>
            <a:custGeom>
              <a:avLst/>
              <a:gdLst/>
              <a:ahLst/>
              <a:cxnLst/>
              <a:rect l="l" t="t" r="r" b="b"/>
              <a:pathLst>
                <a:path w="6492875" h="0">
                  <a:moveTo>
                    <a:pt x="0" y="0"/>
                  </a:moveTo>
                  <a:lnTo>
                    <a:pt x="6492671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1082" y="961543"/>
            <a:ext cx="5379720" cy="6838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32130" indent="-519430">
              <a:lnSpc>
                <a:spcPct val="100000"/>
              </a:lnSpc>
              <a:spcBef>
                <a:spcPts val="125"/>
              </a:spcBef>
              <a:buAutoNum type="arabicPeriod" startAt="6"/>
              <a:tabLst>
                <a:tab pos="532130" algn="l"/>
              </a:tabLst>
            </a:pP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  <a:p>
            <a:pPr lvl="1" marL="237490" indent="-224790">
              <a:lnSpc>
                <a:spcPct val="100000"/>
              </a:lnSpc>
              <a:spcBef>
                <a:spcPts val="1430"/>
              </a:spcBef>
              <a:buSzPct val="48387"/>
              <a:buFont typeface="Segoe UI Symbol"/>
              <a:buChar char="❑"/>
              <a:tabLst>
                <a:tab pos="237490" algn="l"/>
              </a:tabLst>
            </a:pPr>
            <a:r>
              <a:rPr dirty="0" sz="1550">
                <a:latin typeface="Times New Roman"/>
                <a:cs typeface="Times New Roman"/>
              </a:rPr>
              <a:t>Application</a:t>
            </a:r>
            <a:r>
              <a:rPr dirty="0" sz="1550" spc="240">
                <a:latin typeface="Times New Roman"/>
                <a:cs typeface="Times New Roman"/>
              </a:rPr>
              <a:t>  </a:t>
            </a:r>
            <a:r>
              <a:rPr dirty="0" sz="1550">
                <a:latin typeface="Times New Roman"/>
                <a:cs typeface="Times New Roman"/>
              </a:rPr>
              <a:t>#12:</a:t>
            </a:r>
            <a:r>
              <a:rPr dirty="0" sz="1550" spc="24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Conveyor</a:t>
            </a:r>
            <a:r>
              <a:rPr dirty="0" sz="1550" spc="24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Belt</a:t>
            </a:r>
            <a:r>
              <a:rPr dirty="0" sz="1550" spc="240">
                <a:latin typeface="Times New Roman"/>
                <a:cs typeface="Times New Roman"/>
              </a:rPr>
              <a:t> </a:t>
            </a:r>
            <a:r>
              <a:rPr dirty="0" sz="1550" spc="70">
                <a:latin typeface="Times New Roman"/>
                <a:cs typeface="Times New Roman"/>
              </a:rPr>
              <a:t>Motor</a:t>
            </a:r>
            <a:r>
              <a:rPr dirty="0" sz="1550" spc="240">
                <a:latin typeface="Times New Roman"/>
                <a:cs typeface="Times New Roman"/>
              </a:rPr>
              <a:t> </a:t>
            </a:r>
            <a:r>
              <a:rPr dirty="0" sz="1550" spc="50">
                <a:latin typeface="Times New Roman"/>
                <a:cs typeface="Times New Roman"/>
              </a:rPr>
              <a:t>Control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80716" y="1772049"/>
            <a:ext cx="5131435" cy="7759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3600"/>
              </a:lnSpc>
              <a:spcBef>
                <a:spcPts val="95"/>
              </a:spcBef>
            </a:pPr>
            <a:r>
              <a:rPr dirty="0" sz="950">
                <a:latin typeface="Times New Roman"/>
                <a:cs typeface="Times New Roman"/>
              </a:rPr>
              <a:t>In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thiz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application,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PLC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uzed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ztart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ztop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motorz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zegmented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conveyor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belt.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 spc="-20">
                <a:latin typeface="Times New Roman"/>
                <a:cs typeface="Times New Roman"/>
              </a:rPr>
              <a:t>Thiz </a:t>
            </a:r>
            <a:r>
              <a:rPr dirty="0" sz="950">
                <a:latin typeface="Times New Roman"/>
                <a:cs typeface="Times New Roman"/>
              </a:rPr>
              <a:t>allowz</a:t>
            </a:r>
            <a:r>
              <a:rPr dirty="0" sz="950" spc="1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only</a:t>
            </a:r>
            <a:r>
              <a:rPr dirty="0" sz="950" spc="1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belt</a:t>
            </a:r>
            <a:r>
              <a:rPr dirty="0" sz="950" spc="1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zectionz</a:t>
            </a:r>
            <a:r>
              <a:rPr dirty="0" sz="950" spc="1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carrying</a:t>
            </a:r>
            <a:r>
              <a:rPr dirty="0" sz="950" spc="1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</a:t>
            </a:r>
            <a:r>
              <a:rPr dirty="0" sz="950" spc="1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object</a:t>
            </a:r>
            <a:r>
              <a:rPr dirty="0" sz="950" spc="1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(i.e.</a:t>
            </a:r>
            <a:r>
              <a:rPr dirty="0" sz="950" spc="1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mental</a:t>
            </a:r>
            <a:r>
              <a:rPr dirty="0" sz="950" spc="1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plate)</a:t>
            </a:r>
            <a:r>
              <a:rPr dirty="0" sz="950" spc="3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1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move.</a:t>
            </a:r>
            <a:r>
              <a:rPr dirty="0" sz="950" spc="1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pozition</a:t>
            </a:r>
            <a:r>
              <a:rPr dirty="0" sz="950" spc="1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1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17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mental </a:t>
            </a:r>
            <a:r>
              <a:rPr dirty="0" sz="950">
                <a:latin typeface="Times New Roman"/>
                <a:cs typeface="Times New Roman"/>
              </a:rPr>
              <a:t>plate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1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detected</a:t>
            </a:r>
            <a:r>
              <a:rPr dirty="0" sz="950" spc="1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by</a:t>
            </a:r>
            <a:r>
              <a:rPr dirty="0" sz="950" spc="1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1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proximity</a:t>
            </a:r>
            <a:r>
              <a:rPr dirty="0" sz="950" spc="1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zwitch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located</a:t>
            </a:r>
            <a:r>
              <a:rPr dirty="0" sz="950" spc="1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next</a:t>
            </a:r>
            <a:r>
              <a:rPr dirty="0" sz="950" spc="1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each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belt</a:t>
            </a:r>
            <a:r>
              <a:rPr dirty="0" sz="950" spc="1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zegment.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Az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long</a:t>
            </a:r>
            <a:r>
              <a:rPr dirty="0" sz="950" spc="1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az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plate</a:t>
            </a:r>
            <a:r>
              <a:rPr dirty="0" sz="950" spc="17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iz </a:t>
            </a:r>
            <a:r>
              <a:rPr dirty="0" sz="950">
                <a:latin typeface="Times New Roman"/>
                <a:cs typeface="Times New Roman"/>
              </a:rPr>
              <a:t>within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detecting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range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zwitch,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will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work.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If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plate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movez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beyond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range,</a:t>
            </a:r>
            <a:r>
              <a:rPr dirty="0" sz="950" spc="5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timer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activated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thiz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zet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time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haz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lapzed,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that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belt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ztopz.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31082" y="6577243"/>
            <a:ext cx="126492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30"/>
              </a:spcBef>
              <a:buFont typeface="Symbol"/>
              <a:buChar char=""/>
              <a:tabLst>
                <a:tab pos="237490" algn="l"/>
              </a:tabLst>
            </a:pPr>
            <a:r>
              <a:rPr dirty="0" sz="1150" spc="65">
                <a:latin typeface="Times New Roman"/>
                <a:cs typeface="Times New Roman"/>
              </a:rPr>
              <a:t>I/O</a:t>
            </a:r>
            <a:r>
              <a:rPr dirty="0" sz="1150" spc="7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Assignment</a:t>
            </a:r>
            <a:endParaRPr sz="1150">
              <a:latin typeface="Times New Roman"/>
              <a:cs typeface="Times New Roman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1534426" y="6926326"/>
          <a:ext cx="2243455" cy="6489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7105"/>
                <a:gridCol w="1180465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55">
                          <a:latin typeface="Times New Roman"/>
                          <a:cs typeface="Times New Roman"/>
                        </a:rPr>
                        <a:t>Input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Devices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Senzor</a:t>
                      </a:r>
                      <a:r>
                        <a:rPr dirty="0" sz="9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6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Senzor</a:t>
                      </a:r>
                      <a:r>
                        <a:rPr dirty="0" sz="95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50">
                          <a:latin typeface="Times New Roman"/>
                          <a:cs typeface="Times New Roman"/>
                        </a:rPr>
                        <a:t>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Senzor</a:t>
                      </a:r>
                      <a:r>
                        <a:rPr dirty="0" sz="95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50">
                          <a:latin typeface="Times New Roman"/>
                          <a:cs typeface="Times New Roman"/>
                        </a:rPr>
                        <a:t>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3907396" y="6926326"/>
          <a:ext cx="2456815" cy="6489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8705"/>
                <a:gridCol w="1293495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55">
                          <a:latin typeface="Times New Roman"/>
                          <a:cs typeface="Times New Roman"/>
                        </a:rPr>
                        <a:t>Output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Devices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marL="635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01000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Motor</a:t>
                      </a:r>
                      <a:r>
                        <a:rPr dirty="0" sz="95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5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01001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619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Motor</a:t>
                      </a:r>
                      <a:r>
                        <a:rPr dirty="0" sz="9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50">
                          <a:latin typeface="Times New Roman"/>
                          <a:cs typeface="Times New Roman"/>
                        </a:rPr>
                        <a:t>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01002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Motor</a:t>
                      </a:r>
                      <a:r>
                        <a:rPr dirty="0" sz="95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50">
                          <a:latin typeface="Times New Roman"/>
                          <a:cs typeface="Times New Roman"/>
                        </a:rPr>
                        <a:t>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 descr=""/>
          <p:cNvSpPr txBox="1"/>
          <p:nvPr/>
        </p:nvSpPr>
        <p:spPr>
          <a:xfrm>
            <a:off x="5299198" y="6196472"/>
            <a:ext cx="44323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Times New Roman"/>
                <a:cs typeface="Times New Roman"/>
              </a:rPr>
              <a:t>CPM2A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277908" y="4458091"/>
            <a:ext cx="79883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5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3</a:t>
            </a:r>
            <a:r>
              <a:rPr dirty="0" sz="950" spc="6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(1002)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639364" y="5058689"/>
            <a:ext cx="43307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 spc="-50"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834909" y="5734841"/>
            <a:ext cx="79946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1</a:t>
            </a:r>
            <a:r>
              <a:rPr dirty="0" sz="950" spc="5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(1000)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219133" y="4401902"/>
            <a:ext cx="461009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Sensor</a:t>
            </a:r>
            <a:r>
              <a:rPr dirty="0" sz="950" spc="70">
                <a:latin typeface="Times New Roman"/>
                <a:cs typeface="Times New Roman"/>
              </a:rPr>
              <a:t> </a:t>
            </a:r>
            <a:r>
              <a:rPr dirty="0" sz="950" spc="-50"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908549" y="3157049"/>
            <a:ext cx="461009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Sensor</a:t>
            </a:r>
            <a:r>
              <a:rPr dirty="0" sz="950" spc="65">
                <a:latin typeface="Times New Roman"/>
                <a:cs typeface="Times New Roman"/>
              </a:rPr>
              <a:t> </a:t>
            </a:r>
            <a:r>
              <a:rPr dirty="0" sz="950" spc="-50">
                <a:latin typeface="Times New Roman"/>
                <a:cs typeface="Times New Roman"/>
              </a:rPr>
              <a:t>3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51039" y="4927335"/>
            <a:ext cx="461009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Sensor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 spc="-50"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511791" y="3657041"/>
            <a:ext cx="394335" cy="29908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73025" marR="5080" indent="-60960">
              <a:lnSpc>
                <a:spcPts val="969"/>
              </a:lnSpc>
              <a:spcBef>
                <a:spcPts val="310"/>
              </a:spcBef>
            </a:pPr>
            <a:r>
              <a:rPr dirty="0" sz="950" spc="-10">
                <a:latin typeface="Times New Roman"/>
                <a:cs typeface="Times New Roman"/>
              </a:rPr>
              <a:t>Copper plate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771728" y="2897543"/>
            <a:ext cx="6130925" cy="3329940"/>
            <a:chOff x="771728" y="2897543"/>
            <a:chExt cx="6130925" cy="3329940"/>
          </a:xfrm>
        </p:grpSpPr>
        <p:sp>
          <p:nvSpPr>
            <p:cNvPr id="21" name="object 21" descr=""/>
            <p:cNvSpPr/>
            <p:nvPr/>
          </p:nvSpPr>
          <p:spPr>
            <a:xfrm>
              <a:off x="4381004" y="2906648"/>
              <a:ext cx="2512695" cy="1577975"/>
            </a:xfrm>
            <a:custGeom>
              <a:avLst/>
              <a:gdLst/>
              <a:ahLst/>
              <a:cxnLst/>
              <a:rect l="l" t="t" r="r" b="b"/>
              <a:pathLst>
                <a:path w="2512695" h="1577975">
                  <a:moveTo>
                    <a:pt x="1033005" y="729297"/>
                  </a:moveTo>
                  <a:lnTo>
                    <a:pt x="1034529" y="184137"/>
                  </a:lnTo>
                  <a:lnTo>
                    <a:pt x="2051215" y="337489"/>
                  </a:lnTo>
                  <a:lnTo>
                    <a:pt x="2051215" y="1577416"/>
                  </a:lnTo>
                </a:path>
                <a:path w="2512695" h="1577975">
                  <a:moveTo>
                    <a:pt x="1692071" y="504164"/>
                  </a:moveTo>
                  <a:lnTo>
                    <a:pt x="1912264" y="535673"/>
                  </a:lnTo>
                  <a:lnTo>
                    <a:pt x="1909610" y="1421384"/>
                  </a:lnTo>
                </a:path>
                <a:path w="2512695" h="1577975">
                  <a:moveTo>
                    <a:pt x="2027669" y="329145"/>
                  </a:moveTo>
                  <a:lnTo>
                    <a:pt x="2512098" y="148056"/>
                  </a:lnTo>
                </a:path>
                <a:path w="2512695" h="1577975">
                  <a:moveTo>
                    <a:pt x="1029969" y="188671"/>
                  </a:moveTo>
                  <a:lnTo>
                    <a:pt x="1565643" y="0"/>
                  </a:lnTo>
                </a:path>
                <a:path w="2512695" h="1577975">
                  <a:moveTo>
                    <a:pt x="0" y="1097927"/>
                  </a:moveTo>
                  <a:lnTo>
                    <a:pt x="1685988" y="495046"/>
                  </a:lnTo>
                </a:path>
                <a:path w="2512695" h="1577975">
                  <a:moveTo>
                    <a:pt x="1329512" y="1387221"/>
                  </a:moveTo>
                  <a:lnTo>
                    <a:pt x="1899348" y="1179169"/>
                  </a:lnTo>
                </a:path>
                <a:path w="2512695" h="1577975">
                  <a:moveTo>
                    <a:pt x="1276362" y="1059205"/>
                  </a:moveTo>
                  <a:lnTo>
                    <a:pt x="1274838" y="1097927"/>
                  </a:lnTo>
                </a:path>
                <a:path w="2512695" h="1577975">
                  <a:moveTo>
                    <a:pt x="1280909" y="737273"/>
                  </a:moveTo>
                  <a:lnTo>
                    <a:pt x="1823046" y="853058"/>
                  </a:lnTo>
                  <a:lnTo>
                    <a:pt x="1823046" y="860640"/>
                  </a:lnTo>
                  <a:lnTo>
                    <a:pt x="1274838" y="1058824"/>
                  </a:lnTo>
                  <a:lnTo>
                    <a:pt x="1282433" y="1058824"/>
                  </a:lnTo>
                  <a:lnTo>
                    <a:pt x="734237" y="930884"/>
                  </a:lnTo>
                  <a:lnTo>
                    <a:pt x="735749" y="930884"/>
                  </a:lnTo>
                  <a:lnTo>
                    <a:pt x="1287373" y="737273"/>
                  </a:lnTo>
                </a:path>
                <a:path w="2512695" h="1577975">
                  <a:moveTo>
                    <a:pt x="1823046" y="860259"/>
                  </a:moveTo>
                  <a:lnTo>
                    <a:pt x="1823046" y="907351"/>
                  </a:lnTo>
                  <a:lnTo>
                    <a:pt x="1277874" y="1096403"/>
                  </a:lnTo>
                  <a:lnTo>
                    <a:pt x="1276362" y="1097927"/>
                  </a:lnTo>
                  <a:lnTo>
                    <a:pt x="731570" y="968463"/>
                  </a:lnTo>
                  <a:lnTo>
                    <a:pt x="730046" y="971511"/>
                  </a:lnTo>
                  <a:lnTo>
                    <a:pt x="733094" y="932408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035880" y="3968889"/>
              <a:ext cx="351790" cy="182880"/>
            </a:xfrm>
            <a:custGeom>
              <a:avLst/>
              <a:gdLst/>
              <a:ahLst/>
              <a:cxnLst/>
              <a:rect l="l" t="t" r="r" b="b"/>
              <a:pathLst>
                <a:path w="351789" h="182879">
                  <a:moveTo>
                    <a:pt x="295363" y="0"/>
                  </a:moveTo>
                  <a:lnTo>
                    <a:pt x="33032" y="104787"/>
                  </a:lnTo>
                  <a:lnTo>
                    <a:pt x="0" y="67195"/>
                  </a:lnTo>
                  <a:lnTo>
                    <a:pt x="18973" y="173494"/>
                  </a:lnTo>
                  <a:lnTo>
                    <a:pt x="236143" y="182600"/>
                  </a:lnTo>
                  <a:lnTo>
                    <a:pt x="162496" y="156032"/>
                  </a:lnTo>
                  <a:lnTo>
                    <a:pt x="351548" y="20116"/>
                  </a:lnTo>
                  <a:lnTo>
                    <a:pt x="2953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035880" y="3968889"/>
              <a:ext cx="351790" cy="182880"/>
            </a:xfrm>
            <a:custGeom>
              <a:avLst/>
              <a:gdLst/>
              <a:ahLst/>
              <a:cxnLst/>
              <a:rect l="l" t="t" r="r" b="b"/>
              <a:pathLst>
                <a:path w="351789" h="182879">
                  <a:moveTo>
                    <a:pt x="351548" y="20116"/>
                  </a:moveTo>
                  <a:lnTo>
                    <a:pt x="162496" y="156032"/>
                  </a:lnTo>
                  <a:lnTo>
                    <a:pt x="236143" y="182600"/>
                  </a:lnTo>
                  <a:lnTo>
                    <a:pt x="18973" y="173494"/>
                  </a:lnTo>
                  <a:lnTo>
                    <a:pt x="0" y="67195"/>
                  </a:lnTo>
                  <a:lnTo>
                    <a:pt x="33032" y="104787"/>
                  </a:lnTo>
                  <a:lnTo>
                    <a:pt x="295363" y="0"/>
                  </a:lnTo>
                  <a:lnTo>
                    <a:pt x="351548" y="20116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529427" y="3317036"/>
              <a:ext cx="543560" cy="280035"/>
            </a:xfrm>
            <a:custGeom>
              <a:avLst/>
              <a:gdLst/>
              <a:ahLst/>
              <a:cxnLst/>
              <a:rect l="l" t="t" r="r" b="b"/>
              <a:pathLst>
                <a:path w="543560" h="280035">
                  <a:moveTo>
                    <a:pt x="0" y="0"/>
                  </a:moveTo>
                  <a:lnTo>
                    <a:pt x="0" y="279793"/>
                  </a:lnTo>
                  <a:lnTo>
                    <a:pt x="543267" y="86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376826" y="3317036"/>
              <a:ext cx="1696085" cy="1066165"/>
            </a:xfrm>
            <a:custGeom>
              <a:avLst/>
              <a:gdLst/>
              <a:ahLst/>
              <a:cxnLst/>
              <a:rect l="l" t="t" r="r" b="b"/>
              <a:pathLst>
                <a:path w="1696085" h="1066164">
                  <a:moveTo>
                    <a:pt x="1152601" y="0"/>
                  </a:moveTo>
                  <a:lnTo>
                    <a:pt x="1695869" y="86182"/>
                  </a:lnTo>
                  <a:lnTo>
                    <a:pt x="1152601" y="279793"/>
                  </a:lnTo>
                  <a:lnTo>
                    <a:pt x="1152601" y="0"/>
                  </a:lnTo>
                </a:path>
                <a:path w="1696085" h="1066164">
                  <a:moveTo>
                    <a:pt x="0" y="687539"/>
                  </a:moveTo>
                  <a:lnTo>
                    <a:pt x="1280540" y="1065669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88951" y="4126255"/>
              <a:ext cx="375831" cy="188671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51487" y="4276597"/>
              <a:ext cx="203847" cy="188671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2668803" y="4029252"/>
              <a:ext cx="3615054" cy="981075"/>
            </a:xfrm>
            <a:custGeom>
              <a:avLst/>
              <a:gdLst/>
              <a:ahLst/>
              <a:cxnLst/>
              <a:rect l="l" t="t" r="r" b="b"/>
              <a:pathLst>
                <a:path w="3615054" h="981075">
                  <a:moveTo>
                    <a:pt x="3127514" y="414578"/>
                  </a:moveTo>
                  <a:lnTo>
                    <a:pt x="3614966" y="237655"/>
                  </a:lnTo>
                </a:path>
                <a:path w="3615054" h="981075">
                  <a:moveTo>
                    <a:pt x="1687525" y="1892"/>
                  </a:moveTo>
                  <a:lnTo>
                    <a:pt x="2867063" y="345859"/>
                  </a:lnTo>
                </a:path>
                <a:path w="3615054" h="981075">
                  <a:moveTo>
                    <a:pt x="6451" y="602119"/>
                  </a:moveTo>
                  <a:lnTo>
                    <a:pt x="1690560" y="0"/>
                  </a:lnTo>
                </a:path>
                <a:path w="3615054" h="981075">
                  <a:moveTo>
                    <a:pt x="0" y="602119"/>
                  </a:moveTo>
                  <a:lnTo>
                    <a:pt x="1282827" y="980998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4586" y="4720018"/>
              <a:ext cx="371093" cy="188671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41000" y="4906238"/>
              <a:ext cx="202730" cy="188290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4006303" y="4375111"/>
              <a:ext cx="1583055" cy="702945"/>
            </a:xfrm>
            <a:custGeom>
              <a:avLst/>
              <a:gdLst/>
              <a:ahLst/>
              <a:cxnLst/>
              <a:rect l="l" t="t" r="r" b="b"/>
              <a:pathLst>
                <a:path w="1583054" h="702945">
                  <a:moveTo>
                    <a:pt x="0" y="544791"/>
                  </a:moveTo>
                  <a:lnTo>
                    <a:pt x="1535645" y="0"/>
                  </a:lnTo>
                </a:path>
                <a:path w="1583054" h="702945">
                  <a:moveTo>
                    <a:pt x="71742" y="702716"/>
                  </a:moveTo>
                  <a:lnTo>
                    <a:pt x="1582712" y="163626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83034" y="4366958"/>
              <a:ext cx="361607" cy="190182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05070" y="4540834"/>
              <a:ext cx="361607" cy="187909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3456559" y="4606315"/>
              <a:ext cx="351790" cy="180975"/>
            </a:xfrm>
            <a:custGeom>
              <a:avLst/>
              <a:gdLst/>
              <a:ahLst/>
              <a:cxnLst/>
              <a:rect l="l" t="t" r="r" b="b"/>
              <a:pathLst>
                <a:path w="351789" h="180975">
                  <a:moveTo>
                    <a:pt x="296494" y="0"/>
                  </a:moveTo>
                  <a:lnTo>
                    <a:pt x="32651" y="104406"/>
                  </a:lnTo>
                  <a:lnTo>
                    <a:pt x="0" y="67195"/>
                  </a:lnTo>
                  <a:lnTo>
                    <a:pt x="20116" y="173113"/>
                  </a:lnTo>
                  <a:lnTo>
                    <a:pt x="235762" y="180708"/>
                  </a:lnTo>
                  <a:lnTo>
                    <a:pt x="162496" y="157543"/>
                  </a:lnTo>
                  <a:lnTo>
                    <a:pt x="351167" y="20116"/>
                  </a:lnTo>
                  <a:lnTo>
                    <a:pt x="2964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990015" y="4606315"/>
              <a:ext cx="2819400" cy="1093470"/>
            </a:xfrm>
            <a:custGeom>
              <a:avLst/>
              <a:gdLst/>
              <a:ahLst/>
              <a:cxnLst/>
              <a:rect l="l" t="t" r="r" b="b"/>
              <a:pathLst>
                <a:path w="2819400" h="1093470">
                  <a:moveTo>
                    <a:pt x="2817710" y="20116"/>
                  </a:moveTo>
                  <a:lnTo>
                    <a:pt x="2629039" y="157543"/>
                  </a:lnTo>
                  <a:lnTo>
                    <a:pt x="2702305" y="180708"/>
                  </a:lnTo>
                  <a:lnTo>
                    <a:pt x="2486660" y="173113"/>
                  </a:lnTo>
                  <a:lnTo>
                    <a:pt x="2466543" y="67195"/>
                  </a:lnTo>
                  <a:lnTo>
                    <a:pt x="2499194" y="104406"/>
                  </a:lnTo>
                  <a:lnTo>
                    <a:pt x="2763037" y="0"/>
                  </a:lnTo>
                  <a:lnTo>
                    <a:pt x="2817710" y="20116"/>
                  </a:lnTo>
                </a:path>
                <a:path w="2819400" h="1093470">
                  <a:moveTo>
                    <a:pt x="1640446" y="46697"/>
                  </a:moveTo>
                  <a:lnTo>
                    <a:pt x="2819234" y="388378"/>
                  </a:lnTo>
                </a:path>
                <a:path w="2819400" h="1093470">
                  <a:moveTo>
                    <a:pt x="13665" y="627926"/>
                  </a:moveTo>
                  <a:lnTo>
                    <a:pt x="1643468" y="43649"/>
                  </a:lnTo>
                </a:path>
                <a:path w="2819400" h="1093470">
                  <a:moveTo>
                    <a:pt x="0" y="716762"/>
                  </a:moveTo>
                  <a:lnTo>
                    <a:pt x="1266494" y="1093381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58707" y="5343588"/>
              <a:ext cx="367690" cy="188290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13051" y="5529046"/>
              <a:ext cx="202336" cy="190195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2280424" y="4994694"/>
              <a:ext cx="1582420" cy="703580"/>
            </a:xfrm>
            <a:custGeom>
              <a:avLst/>
              <a:gdLst/>
              <a:ahLst/>
              <a:cxnLst/>
              <a:rect l="l" t="t" r="r" b="b"/>
              <a:pathLst>
                <a:path w="1582420" h="703579">
                  <a:moveTo>
                    <a:pt x="0" y="547052"/>
                  </a:moveTo>
                  <a:lnTo>
                    <a:pt x="1535277" y="0"/>
                  </a:lnTo>
                </a:path>
                <a:path w="1582420" h="703579">
                  <a:moveTo>
                    <a:pt x="69862" y="703097"/>
                  </a:moveTo>
                  <a:lnTo>
                    <a:pt x="1581975" y="164376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55657" y="4991849"/>
              <a:ext cx="359892" cy="188671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78835" y="5163820"/>
              <a:ext cx="358749" cy="188671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1730705" y="5228170"/>
              <a:ext cx="351790" cy="180975"/>
            </a:xfrm>
            <a:custGeom>
              <a:avLst/>
              <a:gdLst/>
              <a:ahLst/>
              <a:cxnLst/>
              <a:rect l="l" t="t" r="r" b="b"/>
              <a:pathLst>
                <a:path w="351789" h="180975">
                  <a:moveTo>
                    <a:pt x="294970" y="0"/>
                  </a:moveTo>
                  <a:lnTo>
                    <a:pt x="32651" y="104394"/>
                  </a:lnTo>
                  <a:lnTo>
                    <a:pt x="0" y="66814"/>
                  </a:lnTo>
                  <a:lnTo>
                    <a:pt x="18592" y="173113"/>
                  </a:lnTo>
                  <a:lnTo>
                    <a:pt x="237274" y="180708"/>
                  </a:lnTo>
                  <a:lnTo>
                    <a:pt x="162483" y="157175"/>
                  </a:lnTo>
                  <a:lnTo>
                    <a:pt x="351548" y="18224"/>
                  </a:lnTo>
                  <a:lnTo>
                    <a:pt x="2949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977493" y="4851184"/>
              <a:ext cx="4615815" cy="815975"/>
            </a:xfrm>
            <a:custGeom>
              <a:avLst/>
              <a:gdLst/>
              <a:ahLst/>
              <a:cxnLst/>
              <a:rect l="l" t="t" r="r" b="b"/>
              <a:pathLst>
                <a:path w="4615815" h="815975">
                  <a:moveTo>
                    <a:pt x="1104760" y="395211"/>
                  </a:moveTo>
                  <a:lnTo>
                    <a:pt x="915695" y="534162"/>
                  </a:lnTo>
                  <a:lnTo>
                    <a:pt x="990485" y="557695"/>
                  </a:lnTo>
                  <a:lnTo>
                    <a:pt x="771804" y="550100"/>
                  </a:lnTo>
                  <a:lnTo>
                    <a:pt x="753211" y="443801"/>
                  </a:lnTo>
                  <a:lnTo>
                    <a:pt x="785863" y="481380"/>
                  </a:lnTo>
                  <a:lnTo>
                    <a:pt x="1048181" y="376986"/>
                  </a:lnTo>
                  <a:lnTo>
                    <a:pt x="1104760" y="395211"/>
                  </a:lnTo>
                </a:path>
                <a:path w="4615815" h="815975">
                  <a:moveTo>
                    <a:pt x="24676" y="383057"/>
                  </a:moveTo>
                  <a:lnTo>
                    <a:pt x="20497" y="389140"/>
                  </a:lnTo>
                  <a:lnTo>
                    <a:pt x="15557" y="393687"/>
                  </a:lnTo>
                  <a:lnTo>
                    <a:pt x="11010" y="398627"/>
                  </a:lnTo>
                  <a:lnTo>
                    <a:pt x="9105" y="403174"/>
                  </a:lnTo>
                  <a:lnTo>
                    <a:pt x="6451" y="411149"/>
                  </a:lnTo>
                  <a:lnTo>
                    <a:pt x="3416" y="415709"/>
                  </a:lnTo>
                  <a:lnTo>
                    <a:pt x="1892" y="421779"/>
                  </a:lnTo>
                  <a:lnTo>
                    <a:pt x="1892" y="426720"/>
                  </a:lnTo>
                  <a:lnTo>
                    <a:pt x="0" y="432790"/>
                  </a:lnTo>
                  <a:lnTo>
                    <a:pt x="0" y="451396"/>
                  </a:lnTo>
                  <a:lnTo>
                    <a:pt x="1892" y="457847"/>
                  </a:lnTo>
                  <a:lnTo>
                    <a:pt x="3416" y="462406"/>
                  </a:lnTo>
                  <a:lnTo>
                    <a:pt x="6451" y="468858"/>
                  </a:lnTo>
                  <a:lnTo>
                    <a:pt x="9105" y="473036"/>
                  </a:lnTo>
                </a:path>
                <a:path w="4615815" h="815975">
                  <a:moveTo>
                    <a:pt x="9486" y="439242"/>
                  </a:moveTo>
                  <a:lnTo>
                    <a:pt x="1276362" y="815479"/>
                  </a:lnTo>
                </a:path>
                <a:path w="4615815" h="815975">
                  <a:moveTo>
                    <a:pt x="3733418" y="0"/>
                  </a:moveTo>
                  <a:lnTo>
                    <a:pt x="4611141" y="217157"/>
                  </a:lnTo>
                  <a:lnTo>
                    <a:pt x="4615713" y="583895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5533593" y="5433555"/>
              <a:ext cx="120014" cy="121285"/>
            </a:xfrm>
            <a:custGeom>
              <a:avLst/>
              <a:gdLst/>
              <a:ahLst/>
              <a:cxnLst/>
              <a:rect l="l" t="t" r="r" b="b"/>
              <a:pathLst>
                <a:path w="120014" h="121285">
                  <a:moveTo>
                    <a:pt x="119964" y="0"/>
                  </a:moveTo>
                  <a:lnTo>
                    <a:pt x="0" y="1524"/>
                  </a:lnTo>
                  <a:lnTo>
                    <a:pt x="61506" y="120726"/>
                  </a:lnTo>
                  <a:lnTo>
                    <a:pt x="1199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4443653" y="4944948"/>
              <a:ext cx="842644" cy="490220"/>
            </a:xfrm>
            <a:custGeom>
              <a:avLst/>
              <a:gdLst/>
              <a:ahLst/>
              <a:cxnLst/>
              <a:rect l="l" t="t" r="r" b="b"/>
              <a:pathLst>
                <a:path w="842645" h="490220">
                  <a:moveTo>
                    <a:pt x="0" y="0"/>
                  </a:moveTo>
                  <a:lnTo>
                    <a:pt x="842048" y="198564"/>
                  </a:lnTo>
                  <a:lnTo>
                    <a:pt x="842048" y="490131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5225694" y="5434317"/>
              <a:ext cx="120014" cy="120014"/>
            </a:xfrm>
            <a:custGeom>
              <a:avLst/>
              <a:gdLst/>
              <a:ahLst/>
              <a:cxnLst/>
              <a:rect l="l" t="t" r="r" b="b"/>
              <a:pathLst>
                <a:path w="120014" h="120014">
                  <a:moveTo>
                    <a:pt x="119976" y="0"/>
                  </a:moveTo>
                  <a:lnTo>
                    <a:pt x="0" y="0"/>
                  </a:lnTo>
                  <a:lnTo>
                    <a:pt x="60375" y="119964"/>
                  </a:lnTo>
                  <a:lnTo>
                    <a:pt x="1199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98784" y="5168950"/>
              <a:ext cx="383793" cy="231571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4265574" y="5102885"/>
              <a:ext cx="259715" cy="88265"/>
            </a:xfrm>
            <a:custGeom>
              <a:avLst/>
              <a:gdLst/>
              <a:ahLst/>
              <a:cxnLst/>
              <a:rect l="l" t="t" r="r" b="b"/>
              <a:pathLst>
                <a:path w="259714" h="88264">
                  <a:moveTo>
                    <a:pt x="0" y="0"/>
                  </a:moveTo>
                  <a:lnTo>
                    <a:pt x="259308" y="87693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78427" y="5100231"/>
              <a:ext cx="330669" cy="266128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4149788" y="5304104"/>
              <a:ext cx="466090" cy="189230"/>
            </a:xfrm>
            <a:custGeom>
              <a:avLst/>
              <a:gdLst/>
              <a:ahLst/>
              <a:cxnLst/>
              <a:rect l="l" t="t" r="r" b="b"/>
              <a:pathLst>
                <a:path w="466089" h="189229">
                  <a:moveTo>
                    <a:pt x="58102" y="0"/>
                  </a:moveTo>
                  <a:lnTo>
                    <a:pt x="31508" y="32638"/>
                  </a:lnTo>
                  <a:lnTo>
                    <a:pt x="0" y="45554"/>
                  </a:lnTo>
                  <a:lnTo>
                    <a:pt x="0" y="84658"/>
                  </a:lnTo>
                  <a:lnTo>
                    <a:pt x="286245" y="189052"/>
                  </a:lnTo>
                  <a:lnTo>
                    <a:pt x="286245" y="145402"/>
                  </a:lnTo>
                  <a:lnTo>
                    <a:pt x="311315" y="123761"/>
                  </a:lnTo>
                  <a:lnTo>
                    <a:pt x="318897" y="81241"/>
                  </a:lnTo>
                </a:path>
                <a:path w="466089" h="189229">
                  <a:moveTo>
                    <a:pt x="34556" y="28092"/>
                  </a:moveTo>
                  <a:lnTo>
                    <a:pt x="314363" y="119202"/>
                  </a:lnTo>
                  <a:lnTo>
                    <a:pt x="428625" y="70612"/>
                  </a:lnTo>
                </a:path>
                <a:path w="466089" h="189229">
                  <a:moveTo>
                    <a:pt x="0" y="45923"/>
                  </a:moveTo>
                  <a:lnTo>
                    <a:pt x="286245" y="141973"/>
                  </a:lnTo>
                  <a:lnTo>
                    <a:pt x="450265" y="72123"/>
                  </a:lnTo>
                </a:path>
                <a:path w="466089" h="189229">
                  <a:moveTo>
                    <a:pt x="286245" y="189052"/>
                  </a:moveTo>
                  <a:lnTo>
                    <a:pt x="465836" y="111226"/>
                  </a:lnTo>
                  <a:lnTo>
                    <a:pt x="465836" y="72123"/>
                  </a:lnTo>
                  <a:lnTo>
                    <a:pt x="428625" y="70612"/>
                  </a:lnTo>
                  <a:lnTo>
                    <a:pt x="394068" y="4859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25277" y="4989004"/>
              <a:ext cx="112356" cy="200812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471407" y="5803341"/>
              <a:ext cx="383781" cy="230047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2536685" y="5734989"/>
              <a:ext cx="260985" cy="86995"/>
            </a:xfrm>
            <a:custGeom>
              <a:avLst/>
              <a:gdLst/>
              <a:ahLst/>
              <a:cxnLst/>
              <a:rect l="l" t="t" r="r" b="b"/>
              <a:pathLst>
                <a:path w="260985" h="86995">
                  <a:moveTo>
                    <a:pt x="0" y="0"/>
                  </a:moveTo>
                  <a:lnTo>
                    <a:pt x="260819" y="86563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350668" y="5734240"/>
              <a:ext cx="330669" cy="263080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2420886" y="5935078"/>
              <a:ext cx="467359" cy="189230"/>
            </a:xfrm>
            <a:custGeom>
              <a:avLst/>
              <a:gdLst/>
              <a:ahLst/>
              <a:cxnLst/>
              <a:rect l="l" t="t" r="r" b="b"/>
              <a:pathLst>
                <a:path w="467360" h="189229">
                  <a:moveTo>
                    <a:pt x="59626" y="0"/>
                  </a:moveTo>
                  <a:lnTo>
                    <a:pt x="31508" y="34531"/>
                  </a:lnTo>
                  <a:lnTo>
                    <a:pt x="0" y="45542"/>
                  </a:lnTo>
                  <a:lnTo>
                    <a:pt x="0" y="84658"/>
                  </a:lnTo>
                  <a:lnTo>
                    <a:pt x="285495" y="189052"/>
                  </a:lnTo>
                  <a:lnTo>
                    <a:pt x="285495" y="145389"/>
                  </a:lnTo>
                  <a:lnTo>
                    <a:pt x="312077" y="123748"/>
                  </a:lnTo>
                  <a:lnTo>
                    <a:pt x="318515" y="83134"/>
                  </a:lnTo>
                </a:path>
                <a:path w="467360" h="189229">
                  <a:moveTo>
                    <a:pt x="35699" y="29984"/>
                  </a:moveTo>
                  <a:lnTo>
                    <a:pt x="315506" y="120332"/>
                  </a:lnTo>
                  <a:lnTo>
                    <a:pt x="429768" y="70599"/>
                  </a:lnTo>
                </a:path>
                <a:path w="467360" h="189229">
                  <a:moveTo>
                    <a:pt x="1524" y="45923"/>
                  </a:moveTo>
                  <a:lnTo>
                    <a:pt x="287388" y="142354"/>
                  </a:lnTo>
                  <a:lnTo>
                    <a:pt x="451789" y="72504"/>
                  </a:lnTo>
                </a:path>
                <a:path w="467360" h="189229">
                  <a:moveTo>
                    <a:pt x="285495" y="189052"/>
                  </a:moveTo>
                  <a:lnTo>
                    <a:pt x="467347" y="112737"/>
                  </a:lnTo>
                  <a:lnTo>
                    <a:pt x="467347" y="72504"/>
                  </a:lnTo>
                  <a:lnTo>
                    <a:pt x="429768" y="70599"/>
                  </a:lnTo>
                  <a:lnTo>
                    <a:pt x="395211" y="48958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297899" y="5621870"/>
              <a:ext cx="110070" cy="199301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923495" y="4540834"/>
              <a:ext cx="383628" cy="231952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5989929" y="4473054"/>
              <a:ext cx="259715" cy="86360"/>
            </a:xfrm>
            <a:custGeom>
              <a:avLst/>
              <a:gdLst/>
              <a:ahLst/>
              <a:cxnLst/>
              <a:rect l="l" t="t" r="r" b="b"/>
              <a:pathLst>
                <a:path w="259714" h="86360">
                  <a:moveTo>
                    <a:pt x="0" y="0"/>
                  </a:moveTo>
                  <a:lnTo>
                    <a:pt x="259676" y="86182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803150" y="4471924"/>
              <a:ext cx="329133" cy="263461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5873000" y="4675022"/>
              <a:ext cx="465455" cy="187325"/>
            </a:xfrm>
            <a:custGeom>
              <a:avLst/>
              <a:gdLst/>
              <a:ahLst/>
              <a:cxnLst/>
              <a:rect l="l" t="t" r="r" b="b"/>
              <a:pathLst>
                <a:path w="465454" h="187325">
                  <a:moveTo>
                    <a:pt x="59601" y="0"/>
                  </a:moveTo>
                  <a:lnTo>
                    <a:pt x="31508" y="34175"/>
                  </a:lnTo>
                  <a:lnTo>
                    <a:pt x="0" y="45186"/>
                  </a:lnTo>
                  <a:lnTo>
                    <a:pt x="0" y="83908"/>
                  </a:lnTo>
                  <a:lnTo>
                    <a:pt x="286258" y="186791"/>
                  </a:lnTo>
                  <a:lnTo>
                    <a:pt x="286258" y="145033"/>
                  </a:lnTo>
                  <a:lnTo>
                    <a:pt x="312826" y="123012"/>
                  </a:lnTo>
                  <a:lnTo>
                    <a:pt x="320421" y="80873"/>
                  </a:lnTo>
                </a:path>
                <a:path w="465454" h="187325">
                  <a:moveTo>
                    <a:pt x="35674" y="27724"/>
                  </a:moveTo>
                  <a:lnTo>
                    <a:pt x="315480" y="118452"/>
                  </a:lnTo>
                  <a:lnTo>
                    <a:pt x="429755" y="68338"/>
                  </a:lnTo>
                </a:path>
                <a:path w="465454" h="187325">
                  <a:moveTo>
                    <a:pt x="0" y="43662"/>
                  </a:moveTo>
                  <a:lnTo>
                    <a:pt x="287388" y="141998"/>
                  </a:lnTo>
                  <a:lnTo>
                    <a:pt x="451777" y="71754"/>
                  </a:lnTo>
                </a:path>
                <a:path w="465454" h="187325">
                  <a:moveTo>
                    <a:pt x="285877" y="186791"/>
                  </a:moveTo>
                  <a:lnTo>
                    <a:pt x="465442" y="110477"/>
                  </a:lnTo>
                  <a:lnTo>
                    <a:pt x="465442" y="71754"/>
                  </a:lnTo>
                  <a:lnTo>
                    <a:pt x="429755" y="68338"/>
                  </a:lnTo>
                  <a:lnTo>
                    <a:pt x="393306" y="46697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750001" y="4359935"/>
              <a:ext cx="110083" cy="198920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780834" y="3540658"/>
              <a:ext cx="5984875" cy="2677795"/>
            </a:xfrm>
            <a:custGeom>
              <a:avLst/>
              <a:gdLst/>
              <a:ahLst/>
              <a:cxnLst/>
              <a:rect l="l" t="t" r="r" b="b"/>
              <a:pathLst>
                <a:path w="5984875" h="2677795">
                  <a:moveTo>
                    <a:pt x="3693947" y="1749767"/>
                  </a:moveTo>
                  <a:lnTo>
                    <a:pt x="4161281" y="1879231"/>
                  </a:lnTo>
                  <a:lnTo>
                    <a:pt x="4342371" y="1827987"/>
                  </a:lnTo>
                  <a:lnTo>
                    <a:pt x="4342371" y="2085759"/>
                  </a:lnTo>
                </a:path>
                <a:path w="5984875" h="2677795">
                  <a:moveTo>
                    <a:pt x="1950986" y="2380360"/>
                  </a:moveTo>
                  <a:lnTo>
                    <a:pt x="2764574" y="2677248"/>
                  </a:lnTo>
                  <a:lnTo>
                    <a:pt x="3900068" y="2250909"/>
                  </a:lnTo>
                  <a:lnTo>
                    <a:pt x="4248607" y="2319616"/>
                  </a:lnTo>
                </a:path>
                <a:path w="5984875" h="2677795">
                  <a:moveTo>
                    <a:pt x="5426633" y="1119936"/>
                  </a:moveTo>
                  <a:lnTo>
                    <a:pt x="5984328" y="1260411"/>
                  </a:lnTo>
                  <a:lnTo>
                    <a:pt x="5026875" y="1660550"/>
                  </a:lnTo>
                  <a:lnTo>
                    <a:pt x="5026875" y="2046274"/>
                  </a:lnTo>
                </a:path>
                <a:path w="5984875" h="2677795">
                  <a:moveTo>
                    <a:pt x="1721307" y="799909"/>
                  </a:moveTo>
                  <a:lnTo>
                    <a:pt x="1475676" y="735749"/>
                  </a:lnTo>
                  <a:lnTo>
                    <a:pt x="1772945" y="645007"/>
                  </a:lnTo>
                  <a:lnTo>
                    <a:pt x="2535250" y="865200"/>
                  </a:lnTo>
                </a:path>
                <a:path w="5984875" h="2677795">
                  <a:moveTo>
                    <a:pt x="1802930" y="840905"/>
                  </a:moveTo>
                  <a:lnTo>
                    <a:pt x="1802930" y="887602"/>
                  </a:lnTo>
                </a:path>
                <a:path w="5984875" h="2677795">
                  <a:moveTo>
                    <a:pt x="1804073" y="771804"/>
                  </a:moveTo>
                  <a:lnTo>
                    <a:pt x="1925929" y="796861"/>
                  </a:lnTo>
                  <a:lnTo>
                    <a:pt x="1925929" y="798385"/>
                  </a:lnTo>
                  <a:lnTo>
                    <a:pt x="1802549" y="840524"/>
                  </a:lnTo>
                  <a:lnTo>
                    <a:pt x="1804073" y="840524"/>
                  </a:lnTo>
                  <a:lnTo>
                    <a:pt x="1682191" y="813942"/>
                  </a:lnTo>
                  <a:lnTo>
                    <a:pt x="1805978" y="771804"/>
                  </a:lnTo>
                </a:path>
                <a:path w="5984875" h="2677795">
                  <a:moveTo>
                    <a:pt x="1925929" y="798004"/>
                  </a:moveTo>
                  <a:lnTo>
                    <a:pt x="1925929" y="843178"/>
                  </a:lnTo>
                  <a:lnTo>
                    <a:pt x="1804454" y="887221"/>
                  </a:lnTo>
                  <a:lnTo>
                    <a:pt x="1680679" y="857224"/>
                  </a:lnTo>
                  <a:lnTo>
                    <a:pt x="1680679" y="813942"/>
                  </a:lnTo>
                </a:path>
                <a:path w="5984875" h="2677795">
                  <a:moveTo>
                    <a:pt x="3409568" y="154889"/>
                  </a:moveTo>
                  <a:lnTo>
                    <a:pt x="3166224" y="90728"/>
                  </a:lnTo>
                  <a:lnTo>
                    <a:pt x="3461219" y="0"/>
                  </a:lnTo>
                  <a:lnTo>
                    <a:pt x="4225442" y="217525"/>
                  </a:lnTo>
                </a:path>
                <a:path w="5984875" h="2677795">
                  <a:moveTo>
                    <a:pt x="3483597" y="197027"/>
                  </a:moveTo>
                  <a:lnTo>
                    <a:pt x="3483597" y="244106"/>
                  </a:lnTo>
                </a:path>
                <a:path w="5984875" h="2677795">
                  <a:moveTo>
                    <a:pt x="3485121" y="128308"/>
                  </a:moveTo>
                  <a:lnTo>
                    <a:pt x="3606622" y="153365"/>
                  </a:lnTo>
                  <a:lnTo>
                    <a:pt x="3606622" y="154889"/>
                  </a:lnTo>
                  <a:lnTo>
                    <a:pt x="3483229" y="196646"/>
                  </a:lnTo>
                  <a:lnTo>
                    <a:pt x="3485121" y="196646"/>
                  </a:lnTo>
                  <a:lnTo>
                    <a:pt x="3362896" y="170078"/>
                  </a:lnTo>
                  <a:lnTo>
                    <a:pt x="3486645" y="128308"/>
                  </a:lnTo>
                </a:path>
                <a:path w="5984875" h="2677795">
                  <a:moveTo>
                    <a:pt x="3606622" y="154889"/>
                  </a:moveTo>
                  <a:lnTo>
                    <a:pt x="3606622" y="199694"/>
                  </a:lnTo>
                  <a:lnTo>
                    <a:pt x="3485121" y="243725"/>
                  </a:lnTo>
                  <a:lnTo>
                    <a:pt x="3359848" y="213728"/>
                  </a:lnTo>
                  <a:lnTo>
                    <a:pt x="3359848" y="170078"/>
                  </a:lnTo>
                </a:path>
                <a:path w="5984875" h="2677795">
                  <a:moveTo>
                    <a:pt x="244868" y="1324571"/>
                  </a:moveTo>
                  <a:lnTo>
                    <a:pt x="0" y="1260792"/>
                  </a:lnTo>
                  <a:lnTo>
                    <a:pt x="296875" y="1168539"/>
                  </a:lnTo>
                  <a:lnTo>
                    <a:pt x="1058824" y="1386827"/>
                  </a:lnTo>
                </a:path>
                <a:path w="5984875" h="2677795">
                  <a:moveTo>
                    <a:pt x="316623" y="1366710"/>
                  </a:moveTo>
                  <a:lnTo>
                    <a:pt x="316623" y="1413408"/>
                  </a:lnTo>
                </a:path>
                <a:path w="5984875" h="2677795">
                  <a:moveTo>
                    <a:pt x="318516" y="1297990"/>
                  </a:moveTo>
                  <a:lnTo>
                    <a:pt x="440385" y="1323047"/>
                  </a:lnTo>
                  <a:lnTo>
                    <a:pt x="440385" y="1324571"/>
                  </a:lnTo>
                  <a:lnTo>
                    <a:pt x="317004" y="1367091"/>
                  </a:lnTo>
                  <a:lnTo>
                    <a:pt x="318516" y="1367091"/>
                  </a:lnTo>
                  <a:lnTo>
                    <a:pt x="196659" y="1340510"/>
                  </a:lnTo>
                  <a:lnTo>
                    <a:pt x="321932" y="1297990"/>
                  </a:lnTo>
                </a:path>
                <a:path w="5984875" h="2677795">
                  <a:moveTo>
                    <a:pt x="440385" y="1324952"/>
                  </a:moveTo>
                  <a:lnTo>
                    <a:pt x="440385" y="1370126"/>
                  </a:lnTo>
                  <a:lnTo>
                    <a:pt x="318516" y="1413789"/>
                  </a:lnTo>
                  <a:lnTo>
                    <a:pt x="194754" y="1384553"/>
                  </a:lnTo>
                  <a:lnTo>
                    <a:pt x="194754" y="1340510"/>
                  </a:lnTo>
                </a:path>
                <a:path w="5984875" h="2677795">
                  <a:moveTo>
                    <a:pt x="3270999" y="1553121"/>
                  </a:moveTo>
                  <a:lnTo>
                    <a:pt x="3109658" y="1498066"/>
                  </a:lnTo>
                </a:path>
                <a:path w="5984875" h="2677795">
                  <a:moveTo>
                    <a:pt x="4940693" y="907719"/>
                  </a:moveTo>
                  <a:lnTo>
                    <a:pt x="4837430" y="865581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004753" y="5609712"/>
              <a:ext cx="851857" cy="573642"/>
            </a:xfrm>
            <a:prstGeom prst="rect">
              <a:avLst/>
            </a:prstGeom>
          </p:spPr>
        </p:pic>
      </p:grpSp>
      <p:sp>
        <p:nvSpPr>
          <p:cNvPr id="63" name="object 6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62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1082" y="961543"/>
            <a:ext cx="537845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1495" algn="l"/>
              </a:tabLst>
            </a:pPr>
            <a:r>
              <a:rPr dirty="0" sz="1550" spc="40">
                <a:latin typeface="Times New Roman"/>
                <a:cs typeface="Times New Roman"/>
              </a:rPr>
              <a:t>6.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5" name="object 5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43966" y="1403261"/>
            <a:ext cx="6410960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Ladder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diagram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: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Main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 spc="-50">
                <a:latin typeface="Times New Roman"/>
                <a:cs typeface="Times New Roman"/>
              </a:rPr>
              <a:t>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43966" y="1580730"/>
            <a:ext cx="6410960" cy="246379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310" marR="4973320">
              <a:lnSpc>
                <a:spcPts val="94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Main</a:t>
            </a:r>
            <a:r>
              <a:rPr dirty="0" sz="750" spc="5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Conveyorcontrol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Conveyor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belt</a:t>
            </a:r>
            <a:r>
              <a:rPr dirty="0" sz="750" spc="12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control</a:t>
            </a:r>
            <a:r>
              <a:rPr dirty="0" sz="750" spc="12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application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43394" y="1878177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Motor2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43394" y="2985236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2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Motor1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43394" y="4047858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3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70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Delay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for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2zec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43394" y="5050116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4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Senzor1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43394" y="6037757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5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70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Delay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for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2zec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43394" y="7054824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6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Motor3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43394" y="7712557"/>
            <a:ext cx="6411595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7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End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31082" y="8339931"/>
            <a:ext cx="6320790" cy="9264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30"/>
              </a:spcBef>
              <a:buFont typeface="Symbol"/>
              <a:buChar char=""/>
              <a:tabLst>
                <a:tab pos="237490" algn="l"/>
              </a:tabLst>
            </a:pPr>
            <a:r>
              <a:rPr dirty="0" sz="1150" spc="50">
                <a:latin typeface="Times New Roman"/>
                <a:cs typeface="Times New Roman"/>
              </a:rPr>
              <a:t>Operation</a:t>
            </a:r>
            <a:r>
              <a:rPr dirty="0" sz="1150" spc="75">
                <a:latin typeface="Times New Roman"/>
                <a:cs typeface="Times New Roman"/>
              </a:rPr>
              <a:t> </a:t>
            </a:r>
            <a:r>
              <a:rPr dirty="0" sz="1150" spc="15">
                <a:latin typeface="Times New Roman"/>
                <a:cs typeface="Times New Roman"/>
              </a:rPr>
              <a:t>:</a:t>
            </a:r>
            <a:endParaRPr sz="1150">
              <a:latin typeface="Times New Roman"/>
              <a:cs typeface="Times New Roman"/>
            </a:endParaRPr>
          </a:p>
          <a:p>
            <a:pPr lvl="1" marL="1587500" indent="-225425">
              <a:lnSpc>
                <a:spcPct val="100000"/>
              </a:lnSpc>
              <a:spcBef>
                <a:spcPts val="990"/>
              </a:spcBef>
              <a:buAutoNum type="alphaLcParenR"/>
              <a:tabLst>
                <a:tab pos="1587500" algn="l"/>
              </a:tabLst>
            </a:pP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2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turnz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Senzor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3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detectz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product</a:t>
            </a:r>
            <a:endParaRPr sz="950">
              <a:latin typeface="Times New Roman"/>
              <a:cs typeface="Times New Roman"/>
            </a:endParaRPr>
          </a:p>
          <a:p>
            <a:pPr lvl="1" marL="1587500" indent="-225425">
              <a:lnSpc>
                <a:spcPct val="100000"/>
              </a:lnSpc>
              <a:spcBef>
                <a:spcPts val="45"/>
              </a:spcBef>
              <a:buAutoNum type="alphaLcParenR"/>
              <a:tabLst>
                <a:tab pos="1587500" algn="l"/>
              </a:tabLst>
            </a:pP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2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until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1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turned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product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out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detection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range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Senzor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 spc="-50"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  <a:p>
            <a:pPr lvl="1" marL="1587500" indent="-225425">
              <a:lnSpc>
                <a:spcPct val="100000"/>
              </a:lnSpc>
              <a:spcBef>
                <a:spcPts val="40"/>
              </a:spcBef>
              <a:buAutoNum type="alphaLcParenR"/>
              <a:tabLst>
                <a:tab pos="1587500" algn="l"/>
              </a:tabLst>
            </a:pP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1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turnz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Senzor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2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detectz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product</a:t>
            </a:r>
            <a:endParaRPr sz="950">
              <a:latin typeface="Times New Roman"/>
              <a:cs typeface="Times New Roman"/>
            </a:endParaRPr>
          </a:p>
          <a:p>
            <a:pPr lvl="1" marL="1587500" indent="-225425">
              <a:lnSpc>
                <a:spcPct val="100000"/>
              </a:lnSpc>
              <a:spcBef>
                <a:spcPts val="40"/>
              </a:spcBef>
              <a:buAutoNum type="alphaLcParenR"/>
              <a:tabLst>
                <a:tab pos="1587500" algn="l"/>
              </a:tabLst>
            </a:pPr>
            <a:r>
              <a:rPr dirty="0" sz="950">
                <a:latin typeface="Times New Roman"/>
                <a:cs typeface="Times New Roman"/>
              </a:rPr>
              <a:t>Motor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1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until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product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out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detection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range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Senzor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 spc="-50"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643394" y="2034235"/>
            <a:ext cx="639445" cy="869950"/>
          </a:xfrm>
          <a:custGeom>
            <a:avLst/>
            <a:gdLst/>
            <a:ahLst/>
            <a:cxnLst/>
            <a:rect l="l" t="t" r="r" b="b"/>
            <a:pathLst>
              <a:path w="639444" h="869950">
                <a:moveTo>
                  <a:pt x="0" y="0"/>
                </a:moveTo>
                <a:lnTo>
                  <a:pt x="0" y="869746"/>
                </a:lnTo>
              </a:path>
              <a:path w="639444" h="869950">
                <a:moveTo>
                  <a:pt x="629843" y="133997"/>
                </a:moveTo>
                <a:lnTo>
                  <a:pt x="629843" y="313562"/>
                </a:lnTo>
              </a:path>
              <a:path w="639444" h="869950">
                <a:moveTo>
                  <a:pt x="639330" y="593750"/>
                </a:moveTo>
                <a:lnTo>
                  <a:pt x="639330" y="773696"/>
                </a:lnTo>
              </a:path>
              <a:path w="639444" h="869950">
                <a:moveTo>
                  <a:pt x="0" y="228904"/>
                </a:moveTo>
                <a:lnTo>
                  <a:pt x="629843" y="228904"/>
                </a:lnTo>
              </a:path>
              <a:path w="639444" h="869950">
                <a:moveTo>
                  <a:pt x="639330" y="688657"/>
                </a:moveTo>
                <a:lnTo>
                  <a:pt x="9499" y="68865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" name="object 19" descr=""/>
          <p:cNvGrpSpPr/>
          <p:nvPr/>
        </p:nvGrpSpPr>
        <p:grpSpPr>
          <a:xfrm>
            <a:off x="1358652" y="2154193"/>
            <a:ext cx="1720850" cy="654050"/>
            <a:chOff x="1358652" y="2154193"/>
            <a:chExt cx="1720850" cy="654050"/>
          </a:xfrm>
        </p:grpSpPr>
        <p:sp>
          <p:nvSpPr>
            <p:cNvPr id="20" name="object 20" descr=""/>
            <p:cNvSpPr/>
            <p:nvPr/>
          </p:nvSpPr>
          <p:spPr>
            <a:xfrm>
              <a:off x="1363205" y="2168232"/>
              <a:ext cx="810260" cy="640080"/>
            </a:xfrm>
            <a:custGeom>
              <a:avLst/>
              <a:gdLst/>
              <a:ahLst/>
              <a:cxnLst/>
              <a:rect l="l" t="t" r="r" b="b"/>
              <a:pathLst>
                <a:path w="810260" h="640080">
                  <a:moveTo>
                    <a:pt x="0" y="0"/>
                  </a:moveTo>
                  <a:lnTo>
                    <a:pt x="0" y="179565"/>
                  </a:lnTo>
                </a:path>
                <a:path w="810260" h="640080">
                  <a:moveTo>
                    <a:pt x="9118" y="459752"/>
                  </a:moveTo>
                  <a:lnTo>
                    <a:pt x="9118" y="639699"/>
                  </a:lnTo>
                </a:path>
                <a:path w="810260" h="640080">
                  <a:moveTo>
                    <a:pt x="719810" y="0"/>
                  </a:moveTo>
                  <a:lnTo>
                    <a:pt x="719810" y="179565"/>
                  </a:lnTo>
                </a:path>
                <a:path w="810260" h="640080">
                  <a:moveTo>
                    <a:pt x="809777" y="0"/>
                  </a:moveTo>
                  <a:lnTo>
                    <a:pt x="809777" y="179565"/>
                  </a:lnTo>
                </a:path>
                <a:path w="810260" h="640080">
                  <a:moveTo>
                    <a:pt x="809777" y="0"/>
                  </a:moveTo>
                  <a:lnTo>
                    <a:pt x="719810" y="179565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99962" y="2154193"/>
              <a:ext cx="279234" cy="189052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363205" y="2263140"/>
              <a:ext cx="1440180" cy="461645"/>
            </a:xfrm>
            <a:custGeom>
              <a:avLst/>
              <a:gdLst/>
              <a:ahLst/>
              <a:cxnLst/>
              <a:rect l="l" t="t" r="r" b="b"/>
              <a:pathLst>
                <a:path w="1440180" h="461644">
                  <a:moveTo>
                    <a:pt x="0" y="0"/>
                  </a:moveTo>
                  <a:lnTo>
                    <a:pt x="719810" y="0"/>
                  </a:lnTo>
                </a:path>
                <a:path w="1440180" h="461644">
                  <a:moveTo>
                    <a:pt x="809777" y="0"/>
                  </a:moveTo>
                  <a:lnTo>
                    <a:pt x="1439608" y="0"/>
                  </a:lnTo>
                </a:path>
                <a:path w="1440180" h="461644">
                  <a:moveTo>
                    <a:pt x="359905" y="0"/>
                  </a:moveTo>
                  <a:lnTo>
                    <a:pt x="359905" y="461276"/>
                  </a:lnTo>
                </a:path>
                <a:path w="1440180" h="461644">
                  <a:moveTo>
                    <a:pt x="9118" y="459752"/>
                  </a:moveTo>
                  <a:lnTo>
                    <a:pt x="369404" y="459752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163722" y="2784513"/>
            <a:ext cx="33020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Motor2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737347" y="2353617"/>
            <a:ext cx="33020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Motor2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156164" y="2039652"/>
            <a:ext cx="193484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802640" algn="l"/>
                <a:tab pos="1614170" algn="l"/>
              </a:tabLst>
            </a:pPr>
            <a:r>
              <a:rPr dirty="0" baseline="3703" sz="1125" spc="-15">
                <a:latin typeface="Times New Roman"/>
                <a:cs typeface="Times New Roman"/>
              </a:rPr>
              <a:t>000.02</a:t>
            </a:r>
            <a:r>
              <a:rPr dirty="0" baseline="3703" sz="1125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TIM000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7407" sz="1125" spc="-15">
                <a:latin typeface="Times New Roman"/>
                <a:cs typeface="Times New Roman"/>
              </a:rPr>
              <a:t>010.01</a:t>
            </a:r>
            <a:endParaRPr baseline="7407" sz="1125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172074" y="2347008"/>
            <a:ext cx="307340" cy="2965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81915">
              <a:lnSpc>
                <a:spcPct val="118600"/>
              </a:lnSpc>
              <a:spcBef>
                <a:spcPts val="90"/>
              </a:spcBef>
            </a:pPr>
            <a:r>
              <a:rPr dirty="0" sz="750" spc="-25">
                <a:latin typeface="Times New Roman"/>
                <a:cs typeface="Times New Roman"/>
              </a:rPr>
              <a:t>S3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010.01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643394" y="3134055"/>
            <a:ext cx="639445" cy="879475"/>
          </a:xfrm>
          <a:custGeom>
            <a:avLst/>
            <a:gdLst/>
            <a:ahLst/>
            <a:cxnLst/>
            <a:rect l="l" t="t" r="r" b="b"/>
            <a:pathLst>
              <a:path w="639444" h="879475">
                <a:moveTo>
                  <a:pt x="0" y="0"/>
                </a:moveTo>
                <a:lnTo>
                  <a:pt x="0" y="879246"/>
                </a:lnTo>
              </a:path>
              <a:path w="639444" h="879475">
                <a:moveTo>
                  <a:pt x="629843" y="138188"/>
                </a:moveTo>
                <a:lnTo>
                  <a:pt x="629843" y="318147"/>
                </a:lnTo>
              </a:path>
              <a:path w="639444" h="879475">
                <a:moveTo>
                  <a:pt x="639330" y="598690"/>
                </a:moveTo>
                <a:lnTo>
                  <a:pt x="639330" y="778649"/>
                </a:lnTo>
              </a:path>
              <a:path w="639444" h="879475">
                <a:moveTo>
                  <a:pt x="0" y="233108"/>
                </a:moveTo>
                <a:lnTo>
                  <a:pt x="629843" y="233108"/>
                </a:lnTo>
              </a:path>
              <a:path w="639444" h="879475">
                <a:moveTo>
                  <a:pt x="639330" y="693991"/>
                </a:moveTo>
                <a:lnTo>
                  <a:pt x="9499" y="693991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8" name="object 28" descr=""/>
          <p:cNvGrpSpPr/>
          <p:nvPr/>
        </p:nvGrpSpPr>
        <p:grpSpPr>
          <a:xfrm>
            <a:off x="1358652" y="3258013"/>
            <a:ext cx="1720850" cy="655320"/>
            <a:chOff x="1358652" y="3258013"/>
            <a:chExt cx="1720850" cy="655320"/>
          </a:xfrm>
        </p:grpSpPr>
        <p:sp>
          <p:nvSpPr>
            <p:cNvPr id="29" name="object 29" descr=""/>
            <p:cNvSpPr/>
            <p:nvPr/>
          </p:nvSpPr>
          <p:spPr>
            <a:xfrm>
              <a:off x="1363205" y="3272243"/>
              <a:ext cx="810260" cy="640715"/>
            </a:xfrm>
            <a:custGeom>
              <a:avLst/>
              <a:gdLst/>
              <a:ahLst/>
              <a:cxnLst/>
              <a:rect l="l" t="t" r="r" b="b"/>
              <a:pathLst>
                <a:path w="810260" h="640714">
                  <a:moveTo>
                    <a:pt x="0" y="0"/>
                  </a:moveTo>
                  <a:lnTo>
                    <a:pt x="0" y="179958"/>
                  </a:lnTo>
                </a:path>
                <a:path w="810260" h="640714">
                  <a:moveTo>
                    <a:pt x="9118" y="460501"/>
                  </a:moveTo>
                  <a:lnTo>
                    <a:pt x="9118" y="640460"/>
                  </a:lnTo>
                </a:path>
                <a:path w="810260" h="640714">
                  <a:moveTo>
                    <a:pt x="719810" y="0"/>
                  </a:moveTo>
                  <a:lnTo>
                    <a:pt x="719810" y="179958"/>
                  </a:lnTo>
                </a:path>
                <a:path w="810260" h="640714">
                  <a:moveTo>
                    <a:pt x="809777" y="0"/>
                  </a:moveTo>
                  <a:lnTo>
                    <a:pt x="809777" y="179958"/>
                  </a:lnTo>
                </a:path>
                <a:path w="810260" h="640714">
                  <a:moveTo>
                    <a:pt x="809777" y="0"/>
                  </a:moveTo>
                  <a:lnTo>
                    <a:pt x="719810" y="179958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9962" y="3258013"/>
              <a:ext cx="279234" cy="189433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1363205" y="3367163"/>
              <a:ext cx="1440180" cy="461645"/>
            </a:xfrm>
            <a:custGeom>
              <a:avLst/>
              <a:gdLst/>
              <a:ahLst/>
              <a:cxnLst/>
              <a:rect l="l" t="t" r="r" b="b"/>
              <a:pathLst>
                <a:path w="1440180" h="461645">
                  <a:moveTo>
                    <a:pt x="0" y="0"/>
                  </a:moveTo>
                  <a:lnTo>
                    <a:pt x="719810" y="0"/>
                  </a:lnTo>
                </a:path>
                <a:path w="1440180" h="461645">
                  <a:moveTo>
                    <a:pt x="809777" y="0"/>
                  </a:moveTo>
                  <a:lnTo>
                    <a:pt x="1439608" y="0"/>
                  </a:lnTo>
                </a:path>
                <a:path w="1440180" h="461645">
                  <a:moveTo>
                    <a:pt x="359905" y="0"/>
                  </a:moveTo>
                  <a:lnTo>
                    <a:pt x="359905" y="461264"/>
                  </a:lnTo>
                </a:path>
                <a:path w="1440180" h="461645">
                  <a:moveTo>
                    <a:pt x="9118" y="460883"/>
                  </a:moveTo>
                  <a:lnTo>
                    <a:pt x="369404" y="460883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1163722" y="3899146"/>
            <a:ext cx="33020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Motor1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2732791" y="3448131"/>
            <a:ext cx="33020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Motor1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2748356" y="3138719"/>
            <a:ext cx="3073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010.00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172074" y="3148213"/>
            <a:ext cx="1144270" cy="6019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35"/>
              </a:spcBef>
              <a:tabLst>
                <a:tab pos="795655" algn="l"/>
              </a:tabLst>
            </a:pPr>
            <a:r>
              <a:rPr dirty="0" sz="750" spc="-10">
                <a:latin typeface="Times New Roman"/>
                <a:cs typeface="Times New Roman"/>
              </a:rPr>
              <a:t>000.01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TIM001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750">
              <a:latin typeface="Times New Roman"/>
              <a:cs typeface="Times New Roman"/>
            </a:endParaRPr>
          </a:p>
          <a:p>
            <a:pPr marL="12700" marR="842010" indent="81915">
              <a:lnSpc>
                <a:spcPct val="120900"/>
              </a:lnSpc>
            </a:pPr>
            <a:r>
              <a:rPr dirty="0" sz="750" spc="-25">
                <a:latin typeface="Times New Roman"/>
                <a:cs typeface="Times New Roman"/>
              </a:rPr>
              <a:t>S2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010.00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643394" y="4197819"/>
            <a:ext cx="629920" cy="822960"/>
          </a:xfrm>
          <a:custGeom>
            <a:avLst/>
            <a:gdLst/>
            <a:ahLst/>
            <a:cxnLst/>
            <a:rect l="l" t="t" r="r" b="b"/>
            <a:pathLst>
              <a:path w="629919" h="822960">
                <a:moveTo>
                  <a:pt x="0" y="0"/>
                </a:moveTo>
                <a:lnTo>
                  <a:pt x="0" y="822680"/>
                </a:lnTo>
              </a:path>
              <a:path w="629919" h="822960">
                <a:moveTo>
                  <a:pt x="629843" y="137807"/>
                </a:moveTo>
                <a:lnTo>
                  <a:pt x="629843" y="318135"/>
                </a:lnTo>
              </a:path>
              <a:path w="629919" h="822960">
                <a:moveTo>
                  <a:pt x="629843" y="223608"/>
                </a:moveTo>
                <a:lnTo>
                  <a:pt x="0" y="223608"/>
                </a:lnTo>
              </a:path>
              <a:path w="629919" h="822960">
                <a:moveTo>
                  <a:pt x="0" y="537184"/>
                </a:moveTo>
                <a:lnTo>
                  <a:pt x="359905" y="53718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7" name="object 37" descr=""/>
          <p:cNvGrpSpPr/>
          <p:nvPr/>
        </p:nvGrpSpPr>
        <p:grpSpPr>
          <a:xfrm>
            <a:off x="1358442" y="4278477"/>
            <a:ext cx="2259330" cy="656590"/>
            <a:chOff x="1358442" y="4278477"/>
            <a:chExt cx="2259330" cy="656590"/>
          </a:xfrm>
        </p:grpSpPr>
        <p:sp>
          <p:nvSpPr>
            <p:cNvPr id="38" name="object 38" descr=""/>
            <p:cNvSpPr/>
            <p:nvPr/>
          </p:nvSpPr>
          <p:spPr>
            <a:xfrm>
              <a:off x="1363205" y="4335627"/>
              <a:ext cx="1350010" cy="180340"/>
            </a:xfrm>
            <a:custGeom>
              <a:avLst/>
              <a:gdLst/>
              <a:ahLst/>
              <a:cxnLst/>
              <a:rect l="l" t="t" r="r" b="b"/>
              <a:pathLst>
                <a:path w="1350010" h="180339">
                  <a:moveTo>
                    <a:pt x="0" y="0"/>
                  </a:moveTo>
                  <a:lnTo>
                    <a:pt x="0" y="180327"/>
                  </a:lnTo>
                </a:path>
                <a:path w="1350010" h="180339">
                  <a:moveTo>
                    <a:pt x="629831" y="0"/>
                  </a:moveTo>
                  <a:lnTo>
                    <a:pt x="629831" y="180327"/>
                  </a:lnTo>
                </a:path>
                <a:path w="1350010" h="180339">
                  <a:moveTo>
                    <a:pt x="719810" y="0"/>
                  </a:moveTo>
                  <a:lnTo>
                    <a:pt x="719810" y="180327"/>
                  </a:lnTo>
                </a:path>
                <a:path w="1350010" h="180339">
                  <a:moveTo>
                    <a:pt x="0" y="85801"/>
                  </a:moveTo>
                  <a:lnTo>
                    <a:pt x="629831" y="85801"/>
                  </a:lnTo>
                </a:path>
                <a:path w="1350010" h="180339">
                  <a:moveTo>
                    <a:pt x="719810" y="85801"/>
                  </a:moveTo>
                  <a:lnTo>
                    <a:pt x="1349641" y="85801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712847" y="4283240"/>
              <a:ext cx="900430" cy="647065"/>
            </a:xfrm>
            <a:custGeom>
              <a:avLst/>
              <a:gdLst/>
              <a:ahLst/>
              <a:cxnLst/>
              <a:rect l="l" t="t" r="r" b="b"/>
              <a:pathLst>
                <a:path w="900429" h="647064">
                  <a:moveTo>
                    <a:pt x="0" y="0"/>
                  </a:moveTo>
                  <a:lnTo>
                    <a:pt x="900150" y="0"/>
                  </a:lnTo>
                  <a:lnTo>
                    <a:pt x="900150" y="646899"/>
                  </a:lnTo>
                  <a:lnTo>
                    <a:pt x="0" y="646899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2795431" y="4316376"/>
            <a:ext cx="211454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TIM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2795431" y="4526323"/>
            <a:ext cx="17462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000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2795431" y="4766252"/>
            <a:ext cx="27495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#0020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1172074" y="4211595"/>
            <a:ext cx="101790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23265" algn="l"/>
              </a:tabLst>
            </a:pPr>
            <a:r>
              <a:rPr dirty="0" sz="750" spc="-10">
                <a:latin typeface="Times New Roman"/>
                <a:cs typeface="Times New Roman"/>
              </a:rPr>
              <a:t>010.00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000.01</a:t>
            </a:r>
            <a:endParaRPr baseline="3703" sz="1125">
              <a:latin typeface="Times New Roman"/>
              <a:cs typeface="Times New Roman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1969328" y="4530116"/>
            <a:ext cx="12890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S2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1153854" y="4511135"/>
            <a:ext cx="33020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Motor1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643394" y="4919903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4" h="0">
                <a:moveTo>
                  <a:pt x="0" y="0"/>
                </a:moveTo>
                <a:lnTo>
                  <a:pt x="359905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1998738" y="4328795"/>
            <a:ext cx="1623060" cy="398780"/>
          </a:xfrm>
          <a:custGeom>
            <a:avLst/>
            <a:gdLst/>
            <a:ahLst/>
            <a:cxnLst/>
            <a:rect l="l" t="t" r="r" b="b"/>
            <a:pathLst>
              <a:path w="1623060" h="398779">
                <a:moveTo>
                  <a:pt x="714108" y="173113"/>
                </a:moveTo>
                <a:lnTo>
                  <a:pt x="1613877" y="173113"/>
                </a:lnTo>
              </a:path>
              <a:path w="1623060" h="398779">
                <a:moveTo>
                  <a:pt x="723214" y="398246"/>
                </a:moveTo>
                <a:lnTo>
                  <a:pt x="1622983" y="398246"/>
                </a:lnTo>
              </a:path>
              <a:path w="1623060" h="398779">
                <a:moveTo>
                  <a:pt x="89966" y="0"/>
                </a:moveTo>
                <a:lnTo>
                  <a:pt x="0" y="17994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643394" y="5204624"/>
            <a:ext cx="639445" cy="785495"/>
          </a:xfrm>
          <a:custGeom>
            <a:avLst/>
            <a:gdLst/>
            <a:ahLst/>
            <a:cxnLst/>
            <a:rect l="l" t="t" r="r" b="b"/>
            <a:pathLst>
              <a:path w="639444" h="785495">
                <a:moveTo>
                  <a:pt x="0" y="0"/>
                </a:moveTo>
                <a:lnTo>
                  <a:pt x="0" y="785482"/>
                </a:lnTo>
              </a:path>
              <a:path w="639444" h="785495">
                <a:moveTo>
                  <a:pt x="629843" y="129082"/>
                </a:moveTo>
                <a:lnTo>
                  <a:pt x="629843" y="308660"/>
                </a:lnTo>
              </a:path>
              <a:path w="639444" h="785495">
                <a:moveTo>
                  <a:pt x="639330" y="588835"/>
                </a:moveTo>
                <a:lnTo>
                  <a:pt x="639330" y="768400"/>
                </a:lnTo>
              </a:path>
              <a:path w="639444" h="785495">
                <a:moveTo>
                  <a:pt x="0" y="224002"/>
                </a:moveTo>
                <a:lnTo>
                  <a:pt x="629843" y="224002"/>
                </a:lnTo>
              </a:path>
              <a:path w="639444" h="785495">
                <a:moveTo>
                  <a:pt x="639330" y="683742"/>
                </a:moveTo>
                <a:lnTo>
                  <a:pt x="9499" y="68374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9" name="object 49" descr=""/>
          <p:cNvGrpSpPr/>
          <p:nvPr/>
        </p:nvGrpSpPr>
        <p:grpSpPr>
          <a:xfrm>
            <a:off x="1358652" y="5319096"/>
            <a:ext cx="1720850" cy="654050"/>
            <a:chOff x="1358652" y="5319096"/>
            <a:chExt cx="1720850" cy="654050"/>
          </a:xfrm>
        </p:grpSpPr>
        <p:sp>
          <p:nvSpPr>
            <p:cNvPr id="50" name="object 50" descr=""/>
            <p:cNvSpPr/>
            <p:nvPr/>
          </p:nvSpPr>
          <p:spPr>
            <a:xfrm>
              <a:off x="1363205" y="5333707"/>
              <a:ext cx="810260" cy="639445"/>
            </a:xfrm>
            <a:custGeom>
              <a:avLst/>
              <a:gdLst/>
              <a:ahLst/>
              <a:cxnLst/>
              <a:rect l="l" t="t" r="r" b="b"/>
              <a:pathLst>
                <a:path w="810260" h="639445">
                  <a:moveTo>
                    <a:pt x="0" y="0"/>
                  </a:moveTo>
                  <a:lnTo>
                    <a:pt x="0" y="179578"/>
                  </a:lnTo>
                </a:path>
                <a:path w="810260" h="639445">
                  <a:moveTo>
                    <a:pt x="9118" y="459752"/>
                  </a:moveTo>
                  <a:lnTo>
                    <a:pt x="9118" y="639318"/>
                  </a:lnTo>
                </a:path>
                <a:path w="810260" h="639445">
                  <a:moveTo>
                    <a:pt x="719810" y="0"/>
                  </a:moveTo>
                  <a:lnTo>
                    <a:pt x="719810" y="179578"/>
                  </a:lnTo>
                </a:path>
                <a:path w="810260" h="639445">
                  <a:moveTo>
                    <a:pt x="809777" y="0"/>
                  </a:moveTo>
                  <a:lnTo>
                    <a:pt x="809777" y="179578"/>
                  </a:lnTo>
                </a:path>
                <a:path w="810260" h="639445">
                  <a:moveTo>
                    <a:pt x="809777" y="0"/>
                  </a:moveTo>
                  <a:lnTo>
                    <a:pt x="719810" y="179578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99962" y="5319096"/>
              <a:ext cx="279234" cy="189433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1363205" y="5428627"/>
              <a:ext cx="1440180" cy="470534"/>
            </a:xfrm>
            <a:custGeom>
              <a:avLst/>
              <a:gdLst/>
              <a:ahLst/>
              <a:cxnLst/>
              <a:rect l="l" t="t" r="r" b="b"/>
              <a:pathLst>
                <a:path w="1440180" h="470535">
                  <a:moveTo>
                    <a:pt x="0" y="0"/>
                  </a:moveTo>
                  <a:lnTo>
                    <a:pt x="719810" y="0"/>
                  </a:lnTo>
                </a:path>
                <a:path w="1440180" h="470535">
                  <a:moveTo>
                    <a:pt x="809777" y="0"/>
                  </a:moveTo>
                  <a:lnTo>
                    <a:pt x="1439608" y="0"/>
                  </a:lnTo>
                </a:path>
                <a:path w="1440180" h="470535">
                  <a:moveTo>
                    <a:pt x="359905" y="0"/>
                  </a:moveTo>
                  <a:lnTo>
                    <a:pt x="359905" y="470369"/>
                  </a:lnTo>
                </a:path>
                <a:path w="1440180" h="470535">
                  <a:moveTo>
                    <a:pt x="9118" y="459739"/>
                  </a:moveTo>
                  <a:lnTo>
                    <a:pt x="369404" y="459739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2758226" y="5190696"/>
            <a:ext cx="3073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200.00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1172074" y="5209678"/>
            <a:ext cx="1144270" cy="5994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35"/>
              </a:spcBef>
              <a:tabLst>
                <a:tab pos="795655" algn="l"/>
              </a:tabLst>
            </a:pPr>
            <a:r>
              <a:rPr dirty="0" sz="750" spc="-10">
                <a:latin typeface="Times New Roman"/>
                <a:cs typeface="Times New Roman"/>
              </a:rPr>
              <a:t>000.00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TIM001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750">
              <a:latin typeface="Times New Roman"/>
              <a:cs typeface="Times New Roman"/>
            </a:endParaRPr>
          </a:p>
          <a:p>
            <a:pPr marL="12700" marR="842010" indent="81915">
              <a:lnSpc>
                <a:spcPct val="126499"/>
              </a:lnSpc>
            </a:pPr>
            <a:r>
              <a:rPr dirty="0" sz="750" spc="-25">
                <a:latin typeface="Times New Roman"/>
                <a:cs typeface="Times New Roman"/>
              </a:rPr>
              <a:t>S1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200.00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5" name="object 55" descr=""/>
          <p:cNvSpPr/>
          <p:nvPr/>
        </p:nvSpPr>
        <p:spPr>
          <a:xfrm>
            <a:off x="643394" y="6201968"/>
            <a:ext cx="629920" cy="814069"/>
          </a:xfrm>
          <a:custGeom>
            <a:avLst/>
            <a:gdLst/>
            <a:ahLst/>
            <a:cxnLst/>
            <a:rect l="l" t="t" r="r" b="b"/>
            <a:pathLst>
              <a:path w="629919" h="814070">
                <a:moveTo>
                  <a:pt x="0" y="0"/>
                </a:moveTo>
                <a:lnTo>
                  <a:pt x="0" y="813562"/>
                </a:lnTo>
              </a:path>
              <a:path w="629919" h="814070">
                <a:moveTo>
                  <a:pt x="629843" y="119570"/>
                </a:moveTo>
                <a:lnTo>
                  <a:pt x="629843" y="299135"/>
                </a:lnTo>
              </a:path>
              <a:path w="629919" h="814070">
                <a:moveTo>
                  <a:pt x="629843" y="204990"/>
                </a:moveTo>
                <a:lnTo>
                  <a:pt x="0" y="204990"/>
                </a:lnTo>
              </a:path>
              <a:path w="629919" h="814070">
                <a:moveTo>
                  <a:pt x="0" y="516686"/>
                </a:moveTo>
                <a:lnTo>
                  <a:pt x="359905" y="51668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1363205" y="6321539"/>
            <a:ext cx="1350010" cy="179705"/>
          </a:xfrm>
          <a:custGeom>
            <a:avLst/>
            <a:gdLst/>
            <a:ahLst/>
            <a:cxnLst/>
            <a:rect l="l" t="t" r="r" b="b"/>
            <a:pathLst>
              <a:path w="1350010" h="179704">
                <a:moveTo>
                  <a:pt x="0" y="0"/>
                </a:moveTo>
                <a:lnTo>
                  <a:pt x="0" y="179565"/>
                </a:lnTo>
              </a:path>
              <a:path w="1350010" h="179704">
                <a:moveTo>
                  <a:pt x="629831" y="0"/>
                </a:moveTo>
                <a:lnTo>
                  <a:pt x="629831" y="179565"/>
                </a:lnTo>
              </a:path>
              <a:path w="1350010" h="179704">
                <a:moveTo>
                  <a:pt x="719810" y="0"/>
                </a:moveTo>
                <a:lnTo>
                  <a:pt x="719810" y="179565"/>
                </a:lnTo>
              </a:path>
              <a:path w="1350010" h="179704">
                <a:moveTo>
                  <a:pt x="0" y="85420"/>
                </a:moveTo>
                <a:lnTo>
                  <a:pt x="629831" y="85420"/>
                </a:lnTo>
              </a:path>
              <a:path w="1350010" h="179704">
                <a:moveTo>
                  <a:pt x="719810" y="85420"/>
                </a:moveTo>
                <a:lnTo>
                  <a:pt x="1349641" y="8542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 txBox="1"/>
          <p:nvPr/>
        </p:nvSpPr>
        <p:spPr>
          <a:xfrm>
            <a:off x="2712847" y="6278257"/>
            <a:ext cx="900430" cy="23749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395"/>
              </a:spcBef>
            </a:pPr>
            <a:r>
              <a:rPr dirty="0" sz="750" spc="-25">
                <a:latin typeface="Times New Roman"/>
                <a:cs typeface="Times New Roman"/>
              </a:rPr>
              <a:t>TIM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2712847" y="6515544"/>
            <a:ext cx="900430" cy="23304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270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15"/>
              </a:spcBef>
            </a:pPr>
            <a:r>
              <a:rPr dirty="0" sz="750" spc="-25">
                <a:latin typeface="Times New Roman"/>
                <a:cs typeface="Times New Roman"/>
              </a:rPr>
              <a:t>001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2712847" y="6748259"/>
            <a:ext cx="900430" cy="18669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1524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Times New Roman"/>
                <a:cs typeface="Times New Roman"/>
              </a:rPr>
              <a:t>#0020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1172074" y="6188022"/>
            <a:ext cx="1026794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32155" algn="l"/>
              </a:tabLst>
            </a:pPr>
            <a:r>
              <a:rPr dirty="0" baseline="3703" sz="1125" spc="-15">
                <a:latin typeface="Times New Roman"/>
                <a:cs typeface="Times New Roman"/>
              </a:rPr>
              <a:t>200.00</a:t>
            </a:r>
            <a:r>
              <a:rPr dirty="0" baseline="3703" sz="1125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000.00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1978437" y="6506543"/>
            <a:ext cx="129539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S1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2" name="object 62" descr=""/>
          <p:cNvSpPr/>
          <p:nvPr/>
        </p:nvSpPr>
        <p:spPr>
          <a:xfrm>
            <a:off x="643394" y="6889877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4" h="0">
                <a:moveTo>
                  <a:pt x="0" y="0"/>
                </a:moveTo>
                <a:lnTo>
                  <a:pt x="359905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1998738" y="6323444"/>
            <a:ext cx="90170" cy="179705"/>
          </a:xfrm>
          <a:custGeom>
            <a:avLst/>
            <a:gdLst/>
            <a:ahLst/>
            <a:cxnLst/>
            <a:rect l="l" t="t" r="r" b="b"/>
            <a:pathLst>
              <a:path w="90169" h="179704">
                <a:moveTo>
                  <a:pt x="89966" y="0"/>
                </a:moveTo>
                <a:lnTo>
                  <a:pt x="0" y="179565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632015" y="7204595"/>
            <a:ext cx="632460" cy="460375"/>
          </a:xfrm>
          <a:custGeom>
            <a:avLst/>
            <a:gdLst/>
            <a:ahLst/>
            <a:cxnLst/>
            <a:rect l="l" t="t" r="r" b="b"/>
            <a:pathLst>
              <a:path w="632460" h="460375">
                <a:moveTo>
                  <a:pt x="632104" y="146545"/>
                </a:moveTo>
                <a:lnTo>
                  <a:pt x="632104" y="326491"/>
                </a:lnTo>
              </a:path>
              <a:path w="632460" h="460375">
                <a:moveTo>
                  <a:pt x="632104" y="241452"/>
                </a:moveTo>
                <a:lnTo>
                  <a:pt x="1892" y="241452"/>
                </a:lnTo>
              </a:path>
              <a:path w="632460" h="460375">
                <a:moveTo>
                  <a:pt x="0" y="0"/>
                </a:moveTo>
                <a:lnTo>
                  <a:pt x="0" y="45975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1354086" y="7351141"/>
            <a:ext cx="719455" cy="180340"/>
          </a:xfrm>
          <a:custGeom>
            <a:avLst/>
            <a:gdLst/>
            <a:ahLst/>
            <a:cxnLst/>
            <a:rect l="l" t="t" r="r" b="b"/>
            <a:pathLst>
              <a:path w="719455" h="180340">
                <a:moveTo>
                  <a:pt x="0" y="0"/>
                </a:moveTo>
                <a:lnTo>
                  <a:pt x="0" y="179946"/>
                </a:lnTo>
              </a:path>
              <a:path w="719455" h="180340">
                <a:moveTo>
                  <a:pt x="0" y="94907"/>
                </a:moveTo>
                <a:lnTo>
                  <a:pt x="719442" y="9490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/>
          <p:nvPr/>
        </p:nvSpPr>
        <p:spPr>
          <a:xfrm>
            <a:off x="2253856" y="7351141"/>
            <a:ext cx="90170" cy="180340"/>
          </a:xfrm>
          <a:custGeom>
            <a:avLst/>
            <a:gdLst/>
            <a:ahLst/>
            <a:cxnLst/>
            <a:rect l="l" t="t" r="r" b="b"/>
            <a:pathLst>
              <a:path w="90169" h="180340">
                <a:moveTo>
                  <a:pt x="0" y="94907"/>
                </a:moveTo>
                <a:lnTo>
                  <a:pt x="89585" y="94907"/>
                </a:lnTo>
              </a:path>
              <a:path w="90169" h="180340">
                <a:moveTo>
                  <a:pt x="89585" y="0"/>
                </a:moveTo>
                <a:lnTo>
                  <a:pt x="89585" y="17994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 txBox="1"/>
          <p:nvPr/>
        </p:nvSpPr>
        <p:spPr>
          <a:xfrm>
            <a:off x="1153469" y="7222172"/>
            <a:ext cx="1166495" cy="4692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68680" algn="l"/>
              </a:tabLst>
            </a:pPr>
            <a:r>
              <a:rPr dirty="0" sz="750" spc="-10">
                <a:latin typeface="Times New Roman"/>
                <a:cs typeface="Times New Roman"/>
              </a:rPr>
              <a:t>253.13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010.02</a:t>
            </a:r>
            <a:endParaRPr baseline="3703" sz="112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750">
              <a:latin typeface="Times New Roman"/>
              <a:cs typeface="Times New Roman"/>
            </a:endParaRPr>
          </a:p>
          <a:p>
            <a:pPr marL="86995">
              <a:lnSpc>
                <a:spcPct val="100000"/>
              </a:lnSpc>
              <a:tabLst>
                <a:tab pos="848994" algn="l"/>
              </a:tabLst>
            </a:pPr>
            <a:r>
              <a:rPr dirty="0" baseline="3703" sz="1125" spc="-37">
                <a:latin typeface="Times New Roman"/>
                <a:cs typeface="Times New Roman"/>
              </a:rPr>
              <a:t>NC</a:t>
            </a:r>
            <a:r>
              <a:rPr dirty="0" baseline="3703" sz="1125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Motor3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8" name="object 68" descr=""/>
          <p:cNvSpPr/>
          <p:nvPr/>
        </p:nvSpPr>
        <p:spPr>
          <a:xfrm>
            <a:off x="633907" y="7867840"/>
            <a:ext cx="630555" cy="251460"/>
          </a:xfrm>
          <a:custGeom>
            <a:avLst/>
            <a:gdLst/>
            <a:ahLst/>
            <a:cxnLst/>
            <a:rect l="l" t="t" r="r" b="b"/>
            <a:pathLst>
              <a:path w="630555" h="251459">
                <a:moveTo>
                  <a:pt x="0" y="0"/>
                </a:moveTo>
                <a:lnTo>
                  <a:pt x="0" y="250939"/>
                </a:lnTo>
              </a:path>
              <a:path w="630555" h="251459">
                <a:moveTo>
                  <a:pt x="630212" y="119202"/>
                </a:moveTo>
                <a:lnTo>
                  <a:pt x="0" y="11920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 txBox="1"/>
          <p:nvPr/>
        </p:nvSpPr>
        <p:spPr>
          <a:xfrm>
            <a:off x="1273330" y="7892135"/>
            <a:ext cx="667385" cy="19939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395"/>
              </a:spcBef>
            </a:pPr>
            <a:r>
              <a:rPr dirty="0" sz="750">
                <a:latin typeface="Times New Roman"/>
                <a:cs typeface="Times New Roman"/>
              </a:rPr>
              <a:t>End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(01)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0" name="object 7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63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1082" y="961543"/>
            <a:ext cx="6426835" cy="12865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31495" indent="-518795">
              <a:lnSpc>
                <a:spcPct val="100000"/>
              </a:lnSpc>
              <a:spcBef>
                <a:spcPts val="125"/>
              </a:spcBef>
              <a:buAutoNum type="arabicPeriod" startAt="6"/>
              <a:tabLst>
                <a:tab pos="531495" algn="l"/>
              </a:tabLst>
            </a:pP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  <a:p>
            <a:pPr lvl="1" marL="237490" indent="-224790">
              <a:lnSpc>
                <a:spcPct val="100000"/>
              </a:lnSpc>
              <a:spcBef>
                <a:spcPts val="1430"/>
              </a:spcBef>
              <a:buSzPct val="48387"/>
              <a:buFont typeface="Segoe UI Symbol"/>
              <a:buChar char="❑"/>
              <a:tabLst>
                <a:tab pos="237490" algn="l"/>
              </a:tabLst>
            </a:pPr>
            <a:r>
              <a:rPr dirty="0" sz="1550">
                <a:latin typeface="Times New Roman"/>
                <a:cs typeface="Times New Roman"/>
              </a:rPr>
              <a:t>Move</a:t>
            </a:r>
            <a:r>
              <a:rPr dirty="0" sz="1550" spc="80">
                <a:latin typeface="Times New Roman"/>
                <a:cs typeface="Times New Roman"/>
              </a:rPr>
              <a:t> </a:t>
            </a:r>
            <a:r>
              <a:rPr dirty="0" sz="1550">
                <a:latin typeface="Arial"/>
                <a:cs typeface="Arial"/>
              </a:rPr>
              <a:t>–</a:t>
            </a:r>
            <a:r>
              <a:rPr dirty="0" sz="1550" spc="35">
                <a:latin typeface="Arial"/>
                <a:cs typeface="Arial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MOV(21)</a:t>
            </a:r>
            <a:endParaRPr sz="1550">
              <a:latin typeface="Times New Roman"/>
              <a:cs typeface="Times New Roman"/>
            </a:endParaRPr>
          </a:p>
          <a:p>
            <a:pPr algn="just" marL="1362075" marR="5080" indent="-635">
              <a:lnSpc>
                <a:spcPct val="103600"/>
              </a:lnSpc>
              <a:spcBef>
                <a:spcPts val="1200"/>
              </a:spcBef>
            </a:pPr>
            <a:r>
              <a:rPr dirty="0" sz="950">
                <a:latin typeface="Times New Roman"/>
                <a:cs typeface="Times New Roman"/>
              </a:rPr>
              <a:t>MOV</a:t>
            </a:r>
            <a:r>
              <a:rPr dirty="0" sz="950" spc="2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tranzfer</a:t>
            </a:r>
            <a:r>
              <a:rPr dirty="0" sz="950" spc="2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zource</a:t>
            </a:r>
            <a:r>
              <a:rPr dirty="0" sz="950" spc="2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data</a:t>
            </a:r>
            <a:r>
              <a:rPr dirty="0" sz="950" spc="2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(either</a:t>
            </a:r>
            <a:r>
              <a:rPr dirty="0" sz="950" spc="2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2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data</a:t>
            </a:r>
            <a:r>
              <a:rPr dirty="0" sz="950" spc="2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in</a:t>
            </a:r>
            <a:r>
              <a:rPr dirty="0" sz="950" spc="2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2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zpecified</a:t>
            </a:r>
            <a:r>
              <a:rPr dirty="0" sz="950" spc="2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channel</a:t>
            </a:r>
            <a:r>
              <a:rPr dirty="0" sz="950" spc="2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or</a:t>
            </a:r>
            <a:r>
              <a:rPr dirty="0" sz="950" spc="2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2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four</a:t>
            </a:r>
            <a:r>
              <a:rPr dirty="0" sz="950" spc="2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digit</a:t>
            </a:r>
            <a:r>
              <a:rPr dirty="0" sz="950" spc="27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hexadecimal </a:t>
            </a:r>
            <a:r>
              <a:rPr dirty="0" sz="950">
                <a:latin typeface="Times New Roman"/>
                <a:cs typeface="Times New Roman"/>
              </a:rPr>
              <a:t>conztant)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1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deztination</a:t>
            </a:r>
            <a:r>
              <a:rPr dirty="0" sz="950" spc="1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channel.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Therefore,</a:t>
            </a:r>
            <a:r>
              <a:rPr dirty="0" sz="950" spc="1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MOV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requirez</a:t>
            </a:r>
            <a:r>
              <a:rPr dirty="0" sz="950" spc="1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two</a:t>
            </a:r>
            <a:r>
              <a:rPr dirty="0" sz="950" spc="17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data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parameterz</a:t>
            </a:r>
            <a:r>
              <a:rPr dirty="0" sz="950" spc="1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16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</a:t>
            </a:r>
            <a:r>
              <a:rPr dirty="0" sz="950" spc="16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zpecified: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8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zource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channel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or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conztant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deztination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channel.</a:t>
            </a:r>
            <a:endParaRPr sz="950">
              <a:latin typeface="Times New Roman"/>
              <a:cs typeface="Times New Roman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2152865" y="7129436"/>
          <a:ext cx="2288540" cy="961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5005"/>
                <a:gridCol w="899794"/>
                <a:gridCol w="618489"/>
              </a:tblGrid>
              <a:tr h="1689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Address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Instruction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950" spc="30">
                          <a:latin typeface="Times New Roman"/>
                          <a:cs typeface="Times New Roman"/>
                        </a:rPr>
                        <a:t>Data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LD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25313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MOV(21)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ts val="1115"/>
                        </a:lnSpc>
                        <a:spcBef>
                          <a:spcPts val="15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200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END(01)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2442908" y="3239604"/>
            <a:ext cx="909955" cy="27051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385"/>
              </a:spcBef>
            </a:pPr>
            <a:r>
              <a:rPr dirty="0" sz="950" spc="-10">
                <a:latin typeface="Times New Roman"/>
                <a:cs typeface="Times New Roman"/>
              </a:rPr>
              <a:t>MOV(21)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442908" y="3509898"/>
            <a:ext cx="909955" cy="26987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algn="r" marR="222885">
              <a:lnSpc>
                <a:spcPct val="100000"/>
              </a:lnSpc>
              <a:spcBef>
                <a:spcPts val="385"/>
              </a:spcBef>
            </a:pPr>
            <a:r>
              <a:rPr dirty="0" sz="950" spc="-50">
                <a:latin typeface="Times New Roman"/>
                <a:cs typeface="Times New Roman"/>
              </a:rPr>
              <a:t>S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442908" y="3779443"/>
            <a:ext cx="909955" cy="27114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596900">
              <a:lnSpc>
                <a:spcPct val="100000"/>
              </a:lnSpc>
              <a:spcBef>
                <a:spcPts val="385"/>
              </a:spcBef>
            </a:pPr>
            <a:r>
              <a:rPr dirty="0" sz="950" spc="-50">
                <a:latin typeface="Times New Roman"/>
                <a:cs typeface="Times New Roman"/>
              </a:rPr>
              <a:t>D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2172982" y="3381959"/>
            <a:ext cx="270510" cy="0"/>
          </a:xfrm>
          <a:custGeom>
            <a:avLst/>
            <a:gdLst/>
            <a:ahLst/>
            <a:cxnLst/>
            <a:rect l="l" t="t" r="r" b="b"/>
            <a:pathLst>
              <a:path w="270510" h="0">
                <a:moveTo>
                  <a:pt x="0" y="0"/>
                </a:moveTo>
                <a:lnTo>
                  <a:pt x="269925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3882516" y="3222129"/>
            <a:ext cx="2070100" cy="270510"/>
          </a:xfrm>
          <a:custGeom>
            <a:avLst/>
            <a:gdLst/>
            <a:ahLst/>
            <a:cxnLst/>
            <a:rect l="l" t="t" r="r" b="b"/>
            <a:pathLst>
              <a:path w="2070100" h="270510">
                <a:moveTo>
                  <a:pt x="0" y="0"/>
                </a:moveTo>
                <a:lnTo>
                  <a:pt x="2069820" y="0"/>
                </a:lnTo>
                <a:lnTo>
                  <a:pt x="2069820" y="270319"/>
                </a:lnTo>
                <a:lnTo>
                  <a:pt x="0" y="270319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3887070" y="3253795"/>
            <a:ext cx="206121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IR,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SR,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AR,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 spc="50">
                <a:latin typeface="Times New Roman"/>
                <a:cs typeface="Times New Roman"/>
              </a:rPr>
              <a:t>DM,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HR,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 spc="50">
                <a:latin typeface="Times New Roman"/>
                <a:cs typeface="Times New Roman"/>
              </a:rPr>
              <a:t>TC,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LR,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 spc="-50">
                <a:latin typeface="Times New Roman"/>
                <a:cs typeface="Times New Roman"/>
              </a:rPr>
              <a:t>#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3882516" y="3852329"/>
            <a:ext cx="2070100" cy="287655"/>
          </a:xfrm>
          <a:custGeom>
            <a:avLst/>
            <a:gdLst/>
            <a:ahLst/>
            <a:cxnLst/>
            <a:rect l="l" t="t" r="r" b="b"/>
            <a:pathLst>
              <a:path w="2070100" h="287654">
                <a:moveTo>
                  <a:pt x="0" y="0"/>
                </a:moveTo>
                <a:lnTo>
                  <a:pt x="2069820" y="0"/>
                </a:lnTo>
                <a:lnTo>
                  <a:pt x="2069820" y="287388"/>
                </a:lnTo>
                <a:lnTo>
                  <a:pt x="0" y="287388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3887070" y="3884005"/>
            <a:ext cx="206121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52755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IR,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AR,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 spc="50">
                <a:latin typeface="Times New Roman"/>
                <a:cs typeface="Times New Roman"/>
              </a:rPr>
              <a:t>DM,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HR,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LR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3882516" y="2969666"/>
            <a:ext cx="2070100" cy="270510"/>
          </a:xfrm>
          <a:custGeom>
            <a:avLst/>
            <a:gdLst/>
            <a:ahLst/>
            <a:cxnLst/>
            <a:rect l="l" t="t" r="r" b="b"/>
            <a:pathLst>
              <a:path w="2070100" h="270510">
                <a:moveTo>
                  <a:pt x="0" y="0"/>
                </a:moveTo>
                <a:lnTo>
                  <a:pt x="2069820" y="0"/>
                </a:lnTo>
                <a:lnTo>
                  <a:pt x="2069820" y="270319"/>
                </a:lnTo>
                <a:lnTo>
                  <a:pt x="0" y="270319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3877964" y="2965113"/>
            <a:ext cx="2078989" cy="28003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53340" rIns="0" bIns="0" rtlCol="0" vert="horz">
            <a:spAutoFit/>
          </a:bodyPr>
          <a:lstStyle/>
          <a:p>
            <a:pPr marL="555625">
              <a:lnSpc>
                <a:spcPct val="100000"/>
              </a:lnSpc>
              <a:spcBef>
                <a:spcPts val="420"/>
              </a:spcBef>
            </a:pPr>
            <a:r>
              <a:rPr dirty="0" sz="950">
                <a:solidFill>
                  <a:srgbClr val="FFFFFF"/>
                </a:solidFill>
                <a:latin typeface="Times New Roman"/>
                <a:cs typeface="Times New Roman"/>
              </a:rPr>
              <a:t>S:</a:t>
            </a:r>
            <a:r>
              <a:rPr dirty="0" sz="950" spc="1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50">
                <a:solidFill>
                  <a:srgbClr val="FFFFFF"/>
                </a:solidFill>
                <a:latin typeface="Times New Roman"/>
                <a:cs typeface="Times New Roman"/>
              </a:rPr>
              <a:t>Source</a:t>
            </a:r>
            <a:r>
              <a:rPr dirty="0" sz="950" spc="1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3882516" y="3582034"/>
            <a:ext cx="2070100" cy="271145"/>
          </a:xfrm>
          <a:custGeom>
            <a:avLst/>
            <a:gdLst/>
            <a:ahLst/>
            <a:cxnLst/>
            <a:rect l="l" t="t" r="r" b="b"/>
            <a:pathLst>
              <a:path w="2070100" h="271145">
                <a:moveTo>
                  <a:pt x="0" y="0"/>
                </a:moveTo>
                <a:lnTo>
                  <a:pt x="2069820" y="0"/>
                </a:lnTo>
                <a:lnTo>
                  <a:pt x="2069820" y="270700"/>
                </a:lnTo>
                <a:lnTo>
                  <a:pt x="0" y="270700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3877964" y="3577482"/>
            <a:ext cx="2078989" cy="28003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53975" rIns="0" bIns="0" rtlCol="0" vert="horz">
            <a:spAutoFit/>
          </a:bodyPr>
          <a:lstStyle/>
          <a:p>
            <a:pPr marL="423545">
              <a:lnSpc>
                <a:spcPct val="100000"/>
              </a:lnSpc>
              <a:spcBef>
                <a:spcPts val="425"/>
              </a:spcBef>
            </a:pPr>
            <a:r>
              <a:rPr dirty="0" sz="950" spc="10">
                <a:solidFill>
                  <a:srgbClr val="FFFFFF"/>
                </a:solidFill>
                <a:latin typeface="Times New Roman"/>
                <a:cs typeface="Times New Roman"/>
              </a:rPr>
              <a:t>D:</a:t>
            </a:r>
            <a:r>
              <a:rPr dirty="0" sz="950" spc="1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50" spc="10">
                <a:solidFill>
                  <a:srgbClr val="FFFFFF"/>
                </a:solidFill>
                <a:latin typeface="Times New Roman"/>
                <a:cs typeface="Times New Roman"/>
              </a:rPr>
              <a:t>Destination</a:t>
            </a:r>
            <a:r>
              <a:rPr dirty="0" sz="950" spc="2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344756" y="2717478"/>
            <a:ext cx="114490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65">
                <a:latin typeface="Times New Roman"/>
                <a:cs typeface="Times New Roman"/>
              </a:rPr>
              <a:t>Operand</a:t>
            </a:r>
            <a:r>
              <a:rPr dirty="0" sz="950" spc="50">
                <a:latin typeface="Times New Roman"/>
                <a:cs typeface="Times New Roman"/>
              </a:rPr>
              <a:t> Data </a:t>
            </a:r>
            <a:r>
              <a:rPr dirty="0" sz="950" spc="-10">
                <a:latin typeface="Times New Roman"/>
                <a:cs typeface="Times New Roman"/>
              </a:rPr>
              <a:t>Areas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2439314" y="2996903"/>
            <a:ext cx="90805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60">
                <a:latin typeface="Times New Roman"/>
                <a:cs typeface="Times New Roman"/>
              </a:rPr>
              <a:t>Ladder</a:t>
            </a:r>
            <a:r>
              <a:rPr dirty="0" sz="950" spc="6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Symbols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2172982" y="5388762"/>
            <a:ext cx="540385" cy="989965"/>
          </a:xfrm>
          <a:custGeom>
            <a:avLst/>
            <a:gdLst/>
            <a:ahLst/>
            <a:cxnLst/>
            <a:rect l="l" t="t" r="r" b="b"/>
            <a:pathLst>
              <a:path w="540385" h="989964">
                <a:moveTo>
                  <a:pt x="0" y="0"/>
                </a:moveTo>
                <a:lnTo>
                  <a:pt x="0" y="989723"/>
                </a:lnTo>
              </a:path>
              <a:path w="540385" h="989964">
                <a:moveTo>
                  <a:pt x="539864" y="269544"/>
                </a:moveTo>
                <a:lnTo>
                  <a:pt x="539864" y="449884"/>
                </a:lnTo>
              </a:path>
              <a:path w="540385" h="989964">
                <a:moveTo>
                  <a:pt x="539864" y="359524"/>
                </a:moveTo>
                <a:lnTo>
                  <a:pt x="0" y="35952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2798051" y="5563565"/>
            <a:ext cx="1639570" cy="820419"/>
            <a:chOff x="2798051" y="5563565"/>
            <a:chExt cx="1639570" cy="820419"/>
          </a:xfrm>
        </p:grpSpPr>
        <p:sp>
          <p:nvSpPr>
            <p:cNvPr id="25" name="object 25" descr=""/>
            <p:cNvSpPr/>
            <p:nvPr/>
          </p:nvSpPr>
          <p:spPr>
            <a:xfrm>
              <a:off x="2802813" y="5658307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w="0" h="180339">
                  <a:moveTo>
                    <a:pt x="0" y="0"/>
                  </a:moveTo>
                  <a:lnTo>
                    <a:pt x="0" y="180339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522624" y="5568327"/>
              <a:ext cx="909955" cy="810895"/>
            </a:xfrm>
            <a:custGeom>
              <a:avLst/>
              <a:gdLst/>
              <a:ahLst/>
              <a:cxnLst/>
              <a:rect l="l" t="t" r="r" b="b"/>
              <a:pathLst>
                <a:path w="909954" h="810895">
                  <a:moveTo>
                    <a:pt x="0" y="0"/>
                  </a:moveTo>
                  <a:lnTo>
                    <a:pt x="909637" y="0"/>
                  </a:lnTo>
                  <a:lnTo>
                    <a:pt x="909637" y="810539"/>
                  </a:lnTo>
                  <a:lnTo>
                    <a:pt x="0" y="810539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4086516" y="5870297"/>
            <a:ext cx="21336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25">
                <a:latin typeface="Times New Roman"/>
                <a:cs typeface="Times New Roman"/>
              </a:rPr>
              <a:t>000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4086064" y="6170224"/>
            <a:ext cx="21336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25">
                <a:latin typeface="Times New Roman"/>
                <a:cs typeface="Times New Roman"/>
              </a:rPr>
              <a:t>200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2802813" y="5748286"/>
            <a:ext cx="1629410" cy="369570"/>
          </a:xfrm>
          <a:custGeom>
            <a:avLst/>
            <a:gdLst/>
            <a:ahLst/>
            <a:cxnLst/>
            <a:rect l="l" t="t" r="r" b="b"/>
            <a:pathLst>
              <a:path w="1629410" h="369570">
                <a:moveTo>
                  <a:pt x="0" y="0"/>
                </a:moveTo>
                <a:lnTo>
                  <a:pt x="719810" y="0"/>
                </a:lnTo>
              </a:path>
              <a:path w="1629410" h="369570">
                <a:moveTo>
                  <a:pt x="719810" y="369379"/>
                </a:moveTo>
                <a:lnTo>
                  <a:pt x="1629067" y="369379"/>
                </a:lnTo>
              </a:path>
              <a:path w="1629410" h="369570">
                <a:moveTo>
                  <a:pt x="719810" y="99466"/>
                </a:moveTo>
                <a:lnTo>
                  <a:pt x="1629067" y="9946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2169021" y="4965735"/>
            <a:ext cx="1964689" cy="810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061720" indent="13970">
              <a:lnSpc>
                <a:spcPct val="103600"/>
              </a:lnSpc>
              <a:spcBef>
                <a:spcPts val="95"/>
              </a:spcBef>
            </a:pPr>
            <a:r>
              <a:rPr dirty="0" sz="950">
                <a:latin typeface="Times New Roman"/>
                <a:cs typeface="Times New Roman"/>
              </a:rPr>
              <a:t>Example</a:t>
            </a:r>
            <a:r>
              <a:rPr dirty="0" sz="950" spc="32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circuit </a:t>
            </a:r>
            <a:r>
              <a:rPr dirty="0" sz="950" spc="60">
                <a:latin typeface="Times New Roman"/>
                <a:cs typeface="Times New Roman"/>
              </a:rPr>
              <a:t>Ladder</a:t>
            </a:r>
            <a:r>
              <a:rPr dirty="0" sz="950" spc="65">
                <a:latin typeface="Times New Roman"/>
                <a:cs typeface="Times New Roman"/>
              </a:rPr>
              <a:t> </a:t>
            </a:r>
            <a:r>
              <a:rPr dirty="0" sz="950" spc="40">
                <a:latin typeface="Times New Roman"/>
                <a:cs typeface="Times New Roman"/>
              </a:rPr>
              <a:t>diagram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950">
              <a:latin typeface="Times New Roman"/>
              <a:cs typeface="Times New Roman"/>
            </a:endParaRPr>
          </a:p>
          <a:p>
            <a:pPr marL="430530">
              <a:lnSpc>
                <a:spcPts val="1005"/>
              </a:lnSpc>
            </a:pPr>
            <a:r>
              <a:rPr dirty="0" sz="950" spc="-10">
                <a:latin typeface="Times New Roman"/>
                <a:cs typeface="Times New Roman"/>
              </a:rPr>
              <a:t>25313</a:t>
            </a:r>
            <a:endParaRPr sz="950">
              <a:latin typeface="Times New Roman"/>
              <a:cs typeface="Times New Roman"/>
            </a:endParaRPr>
          </a:p>
          <a:p>
            <a:pPr algn="r" marR="5080">
              <a:lnSpc>
                <a:spcPts val="1005"/>
              </a:lnSpc>
            </a:pPr>
            <a:r>
              <a:rPr dirty="0" sz="950" spc="-10">
                <a:latin typeface="Times New Roman"/>
                <a:cs typeface="Times New Roman"/>
              </a:rPr>
              <a:t>MOV(21)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3" name="object 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64</a:t>
            </a:r>
          </a:p>
        </p:txBody>
      </p:sp>
      <p:sp>
        <p:nvSpPr>
          <p:cNvPr id="31" name="object 31" descr=""/>
          <p:cNvSpPr txBox="1"/>
          <p:nvPr/>
        </p:nvSpPr>
        <p:spPr>
          <a:xfrm>
            <a:off x="4486755" y="5891952"/>
            <a:ext cx="37528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Times New Roman"/>
                <a:cs typeface="Times New Roman"/>
              </a:rPr>
              <a:t>Source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4486755" y="6191867"/>
            <a:ext cx="60515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Times New Roman"/>
                <a:cs typeface="Times New Roman"/>
              </a:rPr>
              <a:t>Deztination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1082" y="961543"/>
            <a:ext cx="537845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1495" algn="l"/>
              </a:tabLst>
            </a:pPr>
            <a:r>
              <a:rPr dirty="0" sz="1550" spc="40">
                <a:latin typeface="Times New Roman"/>
                <a:cs typeface="Times New Roman"/>
              </a:rPr>
              <a:t>6.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5" name="object 5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2440092" y="1382128"/>
            <a:ext cx="280289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following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diagram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illuztratez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MOV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operation: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980717" y="7081425"/>
            <a:ext cx="374332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In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thiz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caze,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data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in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Input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Channel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000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moved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Output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Channel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 spc="-20">
                <a:latin typeface="Times New Roman"/>
                <a:cs typeface="Times New Roman"/>
              </a:rPr>
              <a:t>200.</a:t>
            </a:r>
            <a:endParaRPr sz="950">
              <a:latin typeface="Times New Roman"/>
              <a:cs typeface="Times New Roman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4634229" y="2418238"/>
          <a:ext cx="1313815" cy="3369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/>
                <a:gridCol w="356869"/>
              </a:tblGrid>
              <a:tr h="230504">
                <a:tc>
                  <a:txBody>
                    <a:bodyPr/>
                    <a:lstStyle/>
                    <a:p>
                      <a:pPr algn="ctr" marR="889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 marR="889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20001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marR="88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20002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marR="952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20003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4629">
                <a:tc>
                  <a:txBody>
                    <a:bodyPr/>
                    <a:lstStyle/>
                    <a:p>
                      <a:pPr algn="ctr" marR="88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20004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ctr" marR="88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20005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265">
                <a:tc>
                  <a:txBody>
                    <a:bodyPr/>
                    <a:lstStyle/>
                    <a:p>
                      <a:pPr algn="ctr" marR="952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20006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marR="88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20007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7645">
                <a:tc>
                  <a:txBody>
                    <a:bodyPr/>
                    <a:lstStyle/>
                    <a:p>
                      <a:pPr algn="ctr" marR="952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20008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254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254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2885">
                <a:tc>
                  <a:txBody>
                    <a:bodyPr/>
                    <a:lstStyle/>
                    <a:p>
                      <a:pPr algn="ctr" marR="952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20009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marR="88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20010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algn="ctr" marR="88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20011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marR="88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20012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marR="952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20013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265">
                <a:tc>
                  <a:txBody>
                    <a:bodyPr/>
                    <a:lstStyle/>
                    <a:p>
                      <a:pPr algn="ctr" marR="88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20014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2565">
                <a:tc>
                  <a:txBody>
                    <a:bodyPr/>
                    <a:lstStyle/>
                    <a:p>
                      <a:pPr algn="ctr" marR="88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20015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2094026" y="2427922"/>
          <a:ext cx="2538095" cy="3366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/>
                <a:gridCol w="356869"/>
                <a:gridCol w="674369"/>
                <a:gridCol w="549275"/>
              </a:tblGrid>
              <a:tr h="121285">
                <a:tc rowSpan="2"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79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33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33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6680">
                <a:tc rowSpan="2"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71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9060">
                <a:tc rowSpan="2"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668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73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73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9060">
                <a:tc rowSpan="2"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254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254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155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254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254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ysDot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265">
                <a:tc>
                  <a:txBody>
                    <a:bodyPr/>
                    <a:lstStyle/>
                    <a:p>
                      <a:pPr algn="ctr" marR="9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ysDot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marR="95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ysDot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marR="95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00006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ysDot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265">
                <a:tc>
                  <a:txBody>
                    <a:bodyPr/>
                    <a:lstStyle/>
                    <a:p>
                      <a:pPr algn="ctr" marR="952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00007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ysDot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7645">
                <a:tc>
                  <a:txBody>
                    <a:bodyPr/>
                    <a:lstStyle/>
                    <a:p>
                      <a:pPr algn="ctr" marR="952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ysDot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 marR="95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00009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ysDot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6375">
                <a:tc>
                  <a:txBody>
                    <a:bodyPr/>
                    <a:lstStyle/>
                    <a:p>
                      <a:pPr algn="ctr" marR="95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00010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ysDot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4629">
                <a:tc>
                  <a:txBody>
                    <a:bodyPr/>
                    <a:lstStyle/>
                    <a:p>
                      <a:pPr algn="ctr" marR="95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00011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ysDot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6375">
                <a:tc>
                  <a:txBody>
                    <a:bodyPr/>
                    <a:lstStyle/>
                    <a:p>
                      <a:pPr algn="ctr" marR="95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00012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ysDot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7950">
                <a:tc rowSpan="2"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00013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ysDot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71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8585">
                <a:tc rowSpan="2"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00014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155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68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68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0010">
                <a:tc rowSpan="2"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00015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5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5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130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15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15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2" name="object 12" descr=""/>
          <p:cNvSpPr/>
          <p:nvPr/>
        </p:nvSpPr>
        <p:spPr>
          <a:xfrm>
            <a:off x="4545380" y="2510294"/>
            <a:ext cx="98425" cy="99060"/>
          </a:xfrm>
          <a:custGeom>
            <a:avLst/>
            <a:gdLst/>
            <a:ahLst/>
            <a:cxnLst/>
            <a:rect l="l" t="t" r="r" b="b"/>
            <a:pathLst>
              <a:path w="98425" h="99060">
                <a:moveTo>
                  <a:pt x="0" y="0"/>
                </a:moveTo>
                <a:lnTo>
                  <a:pt x="0" y="98717"/>
                </a:lnTo>
                <a:lnTo>
                  <a:pt x="98336" y="493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4545380" y="2725940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0" y="0"/>
                </a:moveTo>
                <a:lnTo>
                  <a:pt x="0" y="98336"/>
                </a:lnTo>
                <a:lnTo>
                  <a:pt x="98336" y="493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4545380" y="2922587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0" y="0"/>
                </a:moveTo>
                <a:lnTo>
                  <a:pt x="0" y="98323"/>
                </a:lnTo>
                <a:lnTo>
                  <a:pt x="98336" y="4898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4545380" y="3128733"/>
            <a:ext cx="98425" cy="99060"/>
          </a:xfrm>
          <a:custGeom>
            <a:avLst/>
            <a:gdLst/>
            <a:ahLst/>
            <a:cxnLst/>
            <a:rect l="l" t="t" r="r" b="b"/>
            <a:pathLst>
              <a:path w="98425" h="99060">
                <a:moveTo>
                  <a:pt x="0" y="0"/>
                </a:moveTo>
                <a:lnTo>
                  <a:pt x="0" y="98717"/>
                </a:lnTo>
                <a:lnTo>
                  <a:pt x="98336" y="4973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4545380" y="5246776"/>
            <a:ext cx="98425" cy="99060"/>
          </a:xfrm>
          <a:custGeom>
            <a:avLst/>
            <a:gdLst/>
            <a:ahLst/>
            <a:cxnLst/>
            <a:rect l="l" t="t" r="r" b="b"/>
            <a:pathLst>
              <a:path w="98425" h="99060">
                <a:moveTo>
                  <a:pt x="0" y="0"/>
                </a:moveTo>
                <a:lnTo>
                  <a:pt x="0" y="98704"/>
                </a:lnTo>
                <a:lnTo>
                  <a:pt x="98336" y="493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4545380" y="5453303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0" y="0"/>
                </a:moveTo>
                <a:lnTo>
                  <a:pt x="0" y="98323"/>
                </a:lnTo>
                <a:lnTo>
                  <a:pt x="98336" y="493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4545380" y="5649950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0" y="0"/>
                </a:moveTo>
                <a:lnTo>
                  <a:pt x="0" y="98336"/>
                </a:lnTo>
                <a:lnTo>
                  <a:pt x="98336" y="4898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5927674" y="2427922"/>
            <a:ext cx="318770" cy="3374390"/>
          </a:xfrm>
          <a:custGeom>
            <a:avLst/>
            <a:gdLst/>
            <a:ahLst/>
            <a:cxnLst/>
            <a:rect l="l" t="t" r="r" b="b"/>
            <a:pathLst>
              <a:path w="318770" h="3374390">
                <a:moveTo>
                  <a:pt x="0" y="0"/>
                </a:moveTo>
                <a:lnTo>
                  <a:pt x="178054" y="0"/>
                </a:lnTo>
              </a:path>
              <a:path w="318770" h="3374390">
                <a:moveTo>
                  <a:pt x="0" y="3374263"/>
                </a:moveTo>
                <a:lnTo>
                  <a:pt x="178054" y="3374263"/>
                </a:lnTo>
              </a:path>
              <a:path w="318770" h="3374390">
                <a:moveTo>
                  <a:pt x="178054" y="3374263"/>
                </a:moveTo>
                <a:lnTo>
                  <a:pt x="178054" y="0"/>
                </a:lnTo>
              </a:path>
              <a:path w="318770" h="3374390">
                <a:moveTo>
                  <a:pt x="178054" y="1611960"/>
                </a:moveTo>
                <a:lnTo>
                  <a:pt x="318516" y="161196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691220" y="2446896"/>
            <a:ext cx="318770" cy="3345815"/>
          </a:xfrm>
          <a:custGeom>
            <a:avLst/>
            <a:gdLst/>
            <a:ahLst/>
            <a:cxnLst/>
            <a:rect l="l" t="t" r="r" b="b"/>
            <a:pathLst>
              <a:path w="318769" h="3345815">
                <a:moveTo>
                  <a:pt x="140843" y="0"/>
                </a:moveTo>
                <a:lnTo>
                  <a:pt x="318528" y="0"/>
                </a:lnTo>
              </a:path>
              <a:path w="318769" h="3345815">
                <a:moveTo>
                  <a:pt x="140843" y="3345802"/>
                </a:moveTo>
                <a:lnTo>
                  <a:pt x="318528" y="3345802"/>
                </a:lnTo>
              </a:path>
              <a:path w="318769" h="3345815">
                <a:moveTo>
                  <a:pt x="140843" y="0"/>
                </a:moveTo>
                <a:lnTo>
                  <a:pt x="140843" y="3345802"/>
                </a:lnTo>
              </a:path>
              <a:path w="318769" h="3345815">
                <a:moveTo>
                  <a:pt x="0" y="1602854"/>
                </a:moveTo>
                <a:lnTo>
                  <a:pt x="140843" y="160285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6277147" y="3729490"/>
            <a:ext cx="669290" cy="6261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Channel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200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950">
                <a:latin typeface="Times New Roman"/>
                <a:cs typeface="Times New Roman"/>
              </a:rPr>
              <a:t>bit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00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950" spc="-25">
                <a:latin typeface="Times New Roman"/>
                <a:cs typeface="Times New Roman"/>
              </a:rPr>
              <a:t>to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950">
                <a:latin typeface="Times New Roman"/>
                <a:cs typeface="Times New Roman"/>
              </a:rPr>
              <a:t>bit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15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056631" y="3738974"/>
            <a:ext cx="669290" cy="6261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Channel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000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950">
                <a:latin typeface="Times New Roman"/>
                <a:cs typeface="Times New Roman"/>
              </a:rPr>
              <a:t>bit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00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950" spc="-25">
                <a:latin typeface="Times New Roman"/>
                <a:cs typeface="Times New Roman"/>
              </a:rPr>
              <a:t>to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950">
                <a:latin typeface="Times New Roman"/>
                <a:cs typeface="Times New Roman"/>
              </a:rPr>
              <a:t>bit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15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440820" y="1845823"/>
            <a:ext cx="544830" cy="476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6040" marR="5080" indent="-53975">
              <a:lnSpc>
                <a:spcPct val="103600"/>
              </a:lnSpc>
              <a:spcBef>
                <a:spcPts val="95"/>
              </a:spcBef>
            </a:pPr>
            <a:r>
              <a:rPr dirty="0" sz="950" spc="40">
                <a:latin typeface="Times New Roman"/>
                <a:cs typeface="Times New Roman"/>
              </a:rPr>
              <a:t>SOURCE </a:t>
            </a:r>
            <a:r>
              <a:rPr dirty="0" sz="950" spc="-10">
                <a:latin typeface="Times New Roman"/>
                <a:cs typeface="Times New Roman"/>
              </a:rPr>
              <a:t>INPUT </a:t>
            </a:r>
            <a:r>
              <a:rPr dirty="0" sz="950" spc="70">
                <a:latin typeface="Times New Roman"/>
                <a:cs typeface="Times New Roman"/>
              </a:rPr>
              <a:t>CH</a:t>
            </a:r>
            <a:r>
              <a:rPr dirty="0" sz="950" spc="5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000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803732" y="1836715"/>
            <a:ext cx="897890" cy="476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9230" marR="5080" indent="-177165">
              <a:lnSpc>
                <a:spcPct val="103600"/>
              </a:lnSpc>
              <a:spcBef>
                <a:spcPts val="95"/>
              </a:spcBef>
            </a:pPr>
            <a:r>
              <a:rPr dirty="0" sz="950" spc="-10">
                <a:latin typeface="Times New Roman"/>
                <a:cs typeface="Times New Roman"/>
              </a:rPr>
              <a:t>DESTINATION </a:t>
            </a:r>
            <a:r>
              <a:rPr dirty="0" sz="950" spc="40">
                <a:latin typeface="Times New Roman"/>
                <a:cs typeface="Times New Roman"/>
              </a:rPr>
              <a:t>OUTPUT </a:t>
            </a:r>
            <a:r>
              <a:rPr dirty="0" sz="950" spc="70">
                <a:latin typeface="Times New Roman"/>
                <a:cs typeface="Times New Roman"/>
              </a:rPr>
              <a:t>CH</a:t>
            </a:r>
            <a:r>
              <a:rPr dirty="0" sz="950" spc="5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200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3104248" y="5867869"/>
            <a:ext cx="99060" cy="384810"/>
            <a:chOff x="3104248" y="5867869"/>
            <a:chExt cx="99060" cy="384810"/>
          </a:xfrm>
        </p:grpSpPr>
        <p:sp>
          <p:nvSpPr>
            <p:cNvPr id="26" name="object 26" descr=""/>
            <p:cNvSpPr/>
            <p:nvPr/>
          </p:nvSpPr>
          <p:spPr>
            <a:xfrm>
              <a:off x="3153613" y="5965062"/>
              <a:ext cx="0" cy="287020"/>
            </a:xfrm>
            <a:custGeom>
              <a:avLst/>
              <a:gdLst/>
              <a:ahLst/>
              <a:cxnLst/>
              <a:rect l="l" t="t" r="r" b="b"/>
              <a:pathLst>
                <a:path w="0" h="287020">
                  <a:moveTo>
                    <a:pt x="0" y="287007"/>
                  </a:move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104248" y="5867869"/>
              <a:ext cx="99060" cy="98425"/>
            </a:xfrm>
            <a:custGeom>
              <a:avLst/>
              <a:gdLst/>
              <a:ahLst/>
              <a:cxnLst/>
              <a:rect l="l" t="t" r="r" b="b"/>
              <a:pathLst>
                <a:path w="99060" h="98425">
                  <a:moveTo>
                    <a:pt x="49364" y="0"/>
                  </a:moveTo>
                  <a:lnTo>
                    <a:pt x="0" y="98336"/>
                  </a:lnTo>
                  <a:lnTo>
                    <a:pt x="98717" y="98336"/>
                  </a:lnTo>
                  <a:lnTo>
                    <a:pt x="493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 descr=""/>
          <p:cNvGrpSpPr/>
          <p:nvPr/>
        </p:nvGrpSpPr>
        <p:grpSpPr>
          <a:xfrm>
            <a:off x="5644070" y="5877737"/>
            <a:ext cx="99060" cy="384175"/>
            <a:chOff x="5644070" y="5877737"/>
            <a:chExt cx="99060" cy="384175"/>
          </a:xfrm>
        </p:grpSpPr>
        <p:sp>
          <p:nvSpPr>
            <p:cNvPr id="29" name="object 29" descr=""/>
            <p:cNvSpPr/>
            <p:nvPr/>
          </p:nvSpPr>
          <p:spPr>
            <a:xfrm>
              <a:off x="5693422" y="5974549"/>
              <a:ext cx="0" cy="287020"/>
            </a:xfrm>
            <a:custGeom>
              <a:avLst/>
              <a:gdLst/>
              <a:ahLst/>
              <a:cxnLst/>
              <a:rect l="l" t="t" r="r" b="b"/>
              <a:pathLst>
                <a:path w="0" h="287020">
                  <a:moveTo>
                    <a:pt x="0" y="287007"/>
                  </a:move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644070" y="5877737"/>
              <a:ext cx="99060" cy="98425"/>
            </a:xfrm>
            <a:custGeom>
              <a:avLst/>
              <a:gdLst/>
              <a:ahLst/>
              <a:cxnLst/>
              <a:rect l="l" t="t" r="r" b="b"/>
              <a:pathLst>
                <a:path w="99060" h="98425">
                  <a:moveTo>
                    <a:pt x="49352" y="0"/>
                  </a:moveTo>
                  <a:lnTo>
                    <a:pt x="0" y="97955"/>
                  </a:lnTo>
                  <a:lnTo>
                    <a:pt x="98717" y="97955"/>
                  </a:lnTo>
                  <a:lnTo>
                    <a:pt x="493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2984875" y="6260198"/>
            <a:ext cx="32893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Times New Roman"/>
                <a:cs typeface="Times New Roman"/>
              </a:rPr>
              <a:t>Statuz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3" name="object 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65</a:t>
            </a:r>
          </a:p>
        </p:txBody>
      </p:sp>
      <p:sp>
        <p:nvSpPr>
          <p:cNvPr id="32" name="object 32" descr=""/>
          <p:cNvSpPr txBox="1"/>
          <p:nvPr/>
        </p:nvSpPr>
        <p:spPr>
          <a:xfrm>
            <a:off x="5524699" y="6269306"/>
            <a:ext cx="32893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Times New Roman"/>
                <a:cs typeface="Times New Roman"/>
              </a:rPr>
              <a:t>Statuz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1082" y="961543"/>
            <a:ext cx="6415405" cy="15265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31495" indent="-518795">
              <a:lnSpc>
                <a:spcPct val="100000"/>
              </a:lnSpc>
              <a:spcBef>
                <a:spcPts val="125"/>
              </a:spcBef>
              <a:buAutoNum type="arabicPeriod" startAt="6"/>
              <a:tabLst>
                <a:tab pos="531495" algn="l"/>
              </a:tabLst>
            </a:pP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  <a:p>
            <a:pPr lvl="1" marL="237490" marR="271145" indent="-225425">
              <a:lnSpc>
                <a:spcPct val="101600"/>
              </a:lnSpc>
              <a:spcBef>
                <a:spcPts val="1400"/>
              </a:spcBef>
              <a:buSzPct val="48387"/>
              <a:buFont typeface="Segoe UI Symbol"/>
              <a:buChar char="❑"/>
              <a:tabLst>
                <a:tab pos="1699260" algn="l"/>
              </a:tabLst>
            </a:pPr>
            <a:r>
              <a:rPr dirty="0" sz="1550">
                <a:latin typeface="Times New Roman"/>
                <a:cs typeface="Times New Roman"/>
              </a:rPr>
              <a:t>Application</a:t>
            </a:r>
            <a:r>
              <a:rPr dirty="0" sz="1550" spc="19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#13:</a:t>
            </a:r>
            <a:r>
              <a:rPr dirty="0" sz="1550" spc="19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Display</a:t>
            </a:r>
            <a:r>
              <a:rPr dirty="0" sz="1550" spc="195">
                <a:latin typeface="Times New Roman"/>
                <a:cs typeface="Times New Roman"/>
              </a:rPr>
              <a:t> </a:t>
            </a:r>
            <a:r>
              <a:rPr dirty="0" sz="1550" spc="125">
                <a:latin typeface="Times New Roman"/>
                <a:cs typeface="Times New Roman"/>
              </a:rPr>
              <a:t>Error</a:t>
            </a:r>
            <a:r>
              <a:rPr dirty="0" sz="1550" spc="19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Code</a:t>
            </a:r>
            <a:r>
              <a:rPr dirty="0" sz="1550" spc="195">
                <a:latin typeface="Times New Roman"/>
                <a:cs typeface="Times New Roman"/>
              </a:rPr>
              <a:t> </a:t>
            </a:r>
            <a:r>
              <a:rPr dirty="0" sz="1550" spc="60">
                <a:latin typeface="Times New Roman"/>
                <a:cs typeface="Times New Roman"/>
              </a:rPr>
              <a:t>Of</a:t>
            </a:r>
            <a:r>
              <a:rPr dirty="0" sz="1550" spc="195">
                <a:latin typeface="Times New Roman"/>
                <a:cs typeface="Times New Roman"/>
              </a:rPr>
              <a:t> </a:t>
            </a:r>
            <a:r>
              <a:rPr dirty="0" sz="1550" spc="45">
                <a:latin typeface="Times New Roman"/>
                <a:cs typeface="Times New Roman"/>
              </a:rPr>
              <a:t>Machine</a:t>
            </a:r>
            <a:r>
              <a:rPr dirty="0" sz="1550" spc="19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To</a:t>
            </a:r>
            <a:r>
              <a:rPr dirty="0" sz="1550" spc="19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Aid</a:t>
            </a:r>
            <a:r>
              <a:rPr dirty="0" sz="1550" spc="195">
                <a:latin typeface="Times New Roman"/>
                <a:cs typeface="Times New Roman"/>
              </a:rPr>
              <a:t> </a:t>
            </a:r>
            <a:r>
              <a:rPr dirty="0" sz="1550" spc="90">
                <a:latin typeface="Times New Roman"/>
                <a:cs typeface="Times New Roman"/>
              </a:rPr>
              <a:t>In</a:t>
            </a:r>
            <a:r>
              <a:rPr dirty="0" sz="1550" spc="195">
                <a:latin typeface="Times New Roman"/>
                <a:cs typeface="Times New Roman"/>
              </a:rPr>
              <a:t> </a:t>
            </a:r>
            <a:r>
              <a:rPr dirty="0" sz="1550" spc="50">
                <a:latin typeface="Times New Roman"/>
                <a:cs typeface="Times New Roman"/>
              </a:rPr>
              <a:t>Tracing </a:t>
            </a:r>
            <a:r>
              <a:rPr dirty="0" sz="1550" spc="50">
                <a:latin typeface="Times New Roman"/>
                <a:cs typeface="Times New Roman"/>
              </a:rPr>
              <a:t>	</a:t>
            </a:r>
            <a:r>
              <a:rPr dirty="0" sz="1550" spc="60">
                <a:latin typeface="Times New Roman"/>
                <a:cs typeface="Times New Roman"/>
              </a:rPr>
              <a:t>The</a:t>
            </a:r>
            <a:r>
              <a:rPr dirty="0" sz="1550" spc="14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Source</a:t>
            </a:r>
            <a:r>
              <a:rPr dirty="0" sz="1550" spc="140">
                <a:latin typeface="Times New Roman"/>
                <a:cs typeface="Times New Roman"/>
              </a:rPr>
              <a:t> </a:t>
            </a:r>
            <a:r>
              <a:rPr dirty="0" sz="1550" spc="60">
                <a:latin typeface="Times New Roman"/>
                <a:cs typeface="Times New Roman"/>
              </a:rPr>
              <a:t>Of</a:t>
            </a:r>
            <a:r>
              <a:rPr dirty="0" sz="1550" spc="150">
                <a:latin typeface="Times New Roman"/>
                <a:cs typeface="Times New Roman"/>
              </a:rPr>
              <a:t> </a:t>
            </a:r>
            <a:r>
              <a:rPr dirty="0" sz="1550" spc="60">
                <a:latin typeface="Times New Roman"/>
                <a:cs typeface="Times New Roman"/>
              </a:rPr>
              <a:t>The</a:t>
            </a:r>
            <a:r>
              <a:rPr dirty="0" sz="1550" spc="140">
                <a:latin typeface="Times New Roman"/>
                <a:cs typeface="Times New Roman"/>
              </a:rPr>
              <a:t> </a:t>
            </a:r>
            <a:r>
              <a:rPr dirty="0" sz="1550" spc="50">
                <a:latin typeface="Times New Roman"/>
                <a:cs typeface="Times New Roman"/>
              </a:rPr>
              <a:t>Problem</a:t>
            </a:r>
            <a:endParaRPr sz="1550">
              <a:latin typeface="Times New Roman"/>
              <a:cs typeface="Times New Roman"/>
            </a:endParaRPr>
          </a:p>
          <a:p>
            <a:pPr lvl="2" marL="1586865" marR="5080" indent="-225425">
              <a:lnSpc>
                <a:spcPct val="103600"/>
              </a:lnSpc>
              <a:spcBef>
                <a:spcPts val="1200"/>
              </a:spcBef>
              <a:buAutoNum type="arabicPeriod"/>
              <a:tabLst>
                <a:tab pos="1586865" algn="l"/>
              </a:tabLst>
            </a:pPr>
            <a:r>
              <a:rPr dirty="0" sz="950">
                <a:latin typeface="Times New Roman"/>
                <a:cs typeface="Times New Roman"/>
              </a:rPr>
              <a:t>Activation</a:t>
            </a:r>
            <a:r>
              <a:rPr dirty="0" sz="950" spc="2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2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error</a:t>
            </a:r>
            <a:r>
              <a:rPr dirty="0" sz="950" spc="2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input</a:t>
            </a:r>
            <a:r>
              <a:rPr dirty="0" sz="950" spc="2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zignal</a:t>
            </a:r>
            <a:r>
              <a:rPr dirty="0" sz="950" spc="2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00001</a:t>
            </a:r>
            <a:r>
              <a:rPr dirty="0" sz="950" spc="2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2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00004</a:t>
            </a:r>
            <a:r>
              <a:rPr dirty="0" sz="950" spc="2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will</a:t>
            </a:r>
            <a:r>
              <a:rPr dirty="0" sz="950" spc="2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zound</a:t>
            </a:r>
            <a:r>
              <a:rPr dirty="0" sz="950" spc="2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</a:t>
            </a:r>
            <a:r>
              <a:rPr dirty="0" sz="950" spc="2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alarm</a:t>
            </a:r>
            <a:r>
              <a:rPr dirty="0" sz="950" spc="2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2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at</a:t>
            </a:r>
            <a:r>
              <a:rPr dirty="0" sz="950" spc="2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2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zame</a:t>
            </a:r>
            <a:r>
              <a:rPr dirty="0" sz="950" spc="215">
                <a:latin typeface="Times New Roman"/>
                <a:cs typeface="Times New Roman"/>
              </a:rPr>
              <a:t> </a:t>
            </a:r>
            <a:r>
              <a:rPr dirty="0" sz="950" spc="-20">
                <a:latin typeface="Times New Roman"/>
                <a:cs typeface="Times New Roman"/>
              </a:rPr>
              <a:t>time </a:t>
            </a:r>
            <a:r>
              <a:rPr dirty="0" sz="950">
                <a:latin typeface="Times New Roman"/>
                <a:cs typeface="Times New Roman"/>
              </a:rPr>
              <a:t>dizplay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error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code.</a:t>
            </a:r>
            <a:endParaRPr sz="950">
              <a:latin typeface="Times New Roman"/>
              <a:cs typeface="Times New Roman"/>
            </a:endParaRPr>
          </a:p>
          <a:p>
            <a:pPr lvl="2" marL="1586865" indent="-224790">
              <a:lnSpc>
                <a:spcPct val="100000"/>
              </a:lnSpc>
              <a:spcBef>
                <a:spcPts val="45"/>
              </a:spcBef>
              <a:buAutoNum type="arabicPeriod"/>
              <a:tabLst>
                <a:tab pos="1586865" algn="l"/>
              </a:tabLst>
            </a:pPr>
            <a:r>
              <a:rPr dirty="0" sz="950">
                <a:latin typeface="Times New Roman"/>
                <a:cs typeface="Times New Roman"/>
              </a:rPr>
              <a:t>Input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00005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zervez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rezet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error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code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dizplayed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upon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machine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recovery.</a:t>
            </a:r>
            <a:endParaRPr sz="950">
              <a:latin typeface="Times New Roman"/>
              <a:cs typeface="Times New Roman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1984298" y="5929566"/>
          <a:ext cx="3919220" cy="1591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3200"/>
                <a:gridCol w="2350770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Code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50">
                          <a:latin typeface="Times New Roman"/>
                          <a:cs typeface="Times New Roman"/>
                        </a:rPr>
                        <a:t>Fault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location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001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779780" indent="-635">
                        <a:lnSpc>
                          <a:spcPct val="103699"/>
                        </a:lnSpc>
                        <a:spcBef>
                          <a:spcPts val="2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Feeding</a:t>
                      </a:r>
                      <a:r>
                        <a:rPr dirty="0" sz="9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zection</a:t>
                      </a:r>
                      <a:r>
                        <a:rPr dirty="0" sz="9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problem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dirty="0" sz="9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Senzor</a:t>
                      </a:r>
                      <a:r>
                        <a:rPr dirty="0" sz="9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No:</a:t>
                      </a:r>
                      <a:r>
                        <a:rPr dirty="0" sz="9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5">
                          <a:latin typeface="Times New Roman"/>
                          <a:cs typeface="Times New Roman"/>
                        </a:rPr>
                        <a:t>S01</a:t>
                      </a:r>
                      <a:r>
                        <a:rPr dirty="0" sz="9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dirty="0" sz="9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Limit</a:t>
                      </a:r>
                      <a:r>
                        <a:rPr dirty="0" sz="9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Switch</a:t>
                      </a:r>
                      <a:r>
                        <a:rPr dirty="0" sz="9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No:</a:t>
                      </a:r>
                      <a:r>
                        <a:rPr dirty="0" sz="9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5">
                          <a:latin typeface="Times New Roman"/>
                          <a:cs typeface="Times New Roman"/>
                        </a:rPr>
                        <a:t>L03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934085" indent="-635">
                        <a:lnSpc>
                          <a:spcPct val="103800"/>
                        </a:lnSpc>
                        <a:spcBef>
                          <a:spcPts val="2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Labeling</a:t>
                      </a:r>
                      <a:r>
                        <a:rPr dirty="0" sz="9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Unit</a:t>
                      </a:r>
                      <a:r>
                        <a:rPr dirty="0" sz="9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Fault</a:t>
                      </a:r>
                      <a:r>
                        <a:rPr dirty="0" sz="9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dirty="0" sz="9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Contactor</a:t>
                      </a:r>
                      <a:r>
                        <a:rPr dirty="0" sz="9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No:</a:t>
                      </a:r>
                      <a:r>
                        <a:rPr dirty="0" sz="95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5">
                          <a:latin typeface="Times New Roman"/>
                          <a:cs typeface="Times New Roman"/>
                        </a:rPr>
                        <a:t>C01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877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Conveyor</a:t>
                      </a:r>
                      <a:r>
                        <a:rPr dirty="0" sz="9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5">
                          <a:latin typeface="Times New Roman"/>
                          <a:cs typeface="Times New Roman"/>
                        </a:rPr>
                        <a:t>Jam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6731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dirty="0" sz="95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Label</a:t>
                      </a:r>
                      <a:r>
                        <a:rPr dirty="0" sz="9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Senzor</a:t>
                      </a:r>
                      <a:r>
                        <a:rPr dirty="0" sz="9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No:</a:t>
                      </a:r>
                      <a:r>
                        <a:rPr dirty="0" sz="9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5">
                          <a:latin typeface="Times New Roman"/>
                          <a:cs typeface="Times New Roman"/>
                        </a:rPr>
                        <a:t>S05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004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Emergency</a:t>
                      </a:r>
                      <a:r>
                        <a:rPr dirty="0" sz="95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0">
                          <a:latin typeface="Times New Roman"/>
                          <a:cs typeface="Times New Roman"/>
                        </a:rPr>
                        <a:t>ztop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6731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dirty="0" sz="9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Emergency</a:t>
                      </a:r>
                      <a:r>
                        <a:rPr dirty="0" sz="9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Stop</a:t>
                      </a:r>
                      <a:r>
                        <a:rPr dirty="0" sz="9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button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9" name="object 9" descr=""/>
          <p:cNvGrpSpPr/>
          <p:nvPr/>
        </p:nvGrpSpPr>
        <p:grpSpPr>
          <a:xfrm>
            <a:off x="2998730" y="3411950"/>
            <a:ext cx="2015489" cy="1659255"/>
            <a:chOff x="2998730" y="3411950"/>
            <a:chExt cx="2015489" cy="1659255"/>
          </a:xfrm>
        </p:grpSpPr>
        <p:sp>
          <p:nvSpPr>
            <p:cNvPr id="10" name="object 10" descr=""/>
            <p:cNvSpPr/>
            <p:nvPr/>
          </p:nvSpPr>
          <p:spPr>
            <a:xfrm>
              <a:off x="3003283" y="3416503"/>
              <a:ext cx="1003935" cy="1650364"/>
            </a:xfrm>
            <a:custGeom>
              <a:avLst/>
              <a:gdLst/>
              <a:ahLst/>
              <a:cxnLst/>
              <a:rect l="l" t="t" r="r" b="b"/>
              <a:pathLst>
                <a:path w="1003935" h="1650364">
                  <a:moveTo>
                    <a:pt x="0" y="0"/>
                  </a:moveTo>
                  <a:lnTo>
                    <a:pt x="1003401" y="0"/>
                  </a:lnTo>
                  <a:lnTo>
                    <a:pt x="1003401" y="1649933"/>
                  </a:lnTo>
                  <a:lnTo>
                    <a:pt x="0" y="1649933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218891" y="3650742"/>
              <a:ext cx="45720" cy="563245"/>
            </a:xfrm>
            <a:custGeom>
              <a:avLst/>
              <a:gdLst/>
              <a:ahLst/>
              <a:cxnLst/>
              <a:rect l="l" t="t" r="r" b="b"/>
              <a:pathLst>
                <a:path w="45720" h="563245">
                  <a:moveTo>
                    <a:pt x="45178" y="0"/>
                  </a:moveTo>
                  <a:lnTo>
                    <a:pt x="0" y="0"/>
                  </a:lnTo>
                  <a:lnTo>
                    <a:pt x="0" y="562622"/>
                  </a:lnTo>
                  <a:lnTo>
                    <a:pt x="45178" y="562622"/>
                  </a:lnTo>
                  <a:lnTo>
                    <a:pt x="451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218891" y="3650742"/>
              <a:ext cx="45720" cy="563245"/>
            </a:xfrm>
            <a:custGeom>
              <a:avLst/>
              <a:gdLst/>
              <a:ahLst/>
              <a:cxnLst/>
              <a:rect l="l" t="t" r="r" b="b"/>
              <a:pathLst>
                <a:path w="45720" h="563245">
                  <a:moveTo>
                    <a:pt x="0" y="0"/>
                  </a:moveTo>
                  <a:lnTo>
                    <a:pt x="45178" y="0"/>
                  </a:lnTo>
                  <a:lnTo>
                    <a:pt x="45178" y="562622"/>
                  </a:lnTo>
                  <a:lnTo>
                    <a:pt x="0" y="562622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753053" y="3660228"/>
              <a:ext cx="45720" cy="553720"/>
            </a:xfrm>
            <a:custGeom>
              <a:avLst/>
              <a:gdLst/>
              <a:ahLst/>
              <a:cxnLst/>
              <a:rect l="l" t="t" r="r" b="b"/>
              <a:pathLst>
                <a:path w="45720" h="553720">
                  <a:moveTo>
                    <a:pt x="45556" y="0"/>
                  </a:moveTo>
                  <a:lnTo>
                    <a:pt x="0" y="0"/>
                  </a:lnTo>
                  <a:lnTo>
                    <a:pt x="0" y="553135"/>
                  </a:lnTo>
                  <a:lnTo>
                    <a:pt x="45556" y="553135"/>
                  </a:lnTo>
                  <a:lnTo>
                    <a:pt x="455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753053" y="3660228"/>
              <a:ext cx="45720" cy="553720"/>
            </a:xfrm>
            <a:custGeom>
              <a:avLst/>
              <a:gdLst/>
              <a:ahLst/>
              <a:cxnLst/>
              <a:rect l="l" t="t" r="r" b="b"/>
              <a:pathLst>
                <a:path w="45720" h="553720">
                  <a:moveTo>
                    <a:pt x="0" y="0"/>
                  </a:moveTo>
                  <a:lnTo>
                    <a:pt x="45556" y="0"/>
                  </a:lnTo>
                  <a:lnTo>
                    <a:pt x="45556" y="553135"/>
                  </a:lnTo>
                  <a:lnTo>
                    <a:pt x="0" y="553135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275088" y="3603675"/>
              <a:ext cx="488315" cy="45720"/>
            </a:xfrm>
            <a:custGeom>
              <a:avLst/>
              <a:gdLst/>
              <a:ahLst/>
              <a:cxnLst/>
              <a:rect l="l" t="t" r="r" b="b"/>
              <a:pathLst>
                <a:path w="488314" h="45720">
                  <a:moveTo>
                    <a:pt x="487832" y="0"/>
                  </a:moveTo>
                  <a:lnTo>
                    <a:pt x="0" y="0"/>
                  </a:lnTo>
                  <a:lnTo>
                    <a:pt x="0" y="45554"/>
                  </a:lnTo>
                  <a:lnTo>
                    <a:pt x="487832" y="45554"/>
                  </a:lnTo>
                  <a:lnTo>
                    <a:pt x="4878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275088" y="3603675"/>
              <a:ext cx="488315" cy="45720"/>
            </a:xfrm>
            <a:custGeom>
              <a:avLst/>
              <a:gdLst/>
              <a:ahLst/>
              <a:cxnLst/>
              <a:rect l="l" t="t" r="r" b="b"/>
              <a:pathLst>
                <a:path w="488314" h="45720">
                  <a:moveTo>
                    <a:pt x="0" y="0"/>
                  </a:moveTo>
                  <a:lnTo>
                    <a:pt x="487832" y="0"/>
                  </a:lnTo>
                  <a:lnTo>
                    <a:pt x="487832" y="45554"/>
                  </a:lnTo>
                  <a:lnTo>
                    <a:pt x="0" y="45554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265601" y="4212996"/>
              <a:ext cx="488315" cy="45720"/>
            </a:xfrm>
            <a:custGeom>
              <a:avLst/>
              <a:gdLst/>
              <a:ahLst/>
              <a:cxnLst/>
              <a:rect l="l" t="t" r="r" b="b"/>
              <a:pathLst>
                <a:path w="488314" h="45720">
                  <a:moveTo>
                    <a:pt x="487832" y="0"/>
                  </a:moveTo>
                  <a:lnTo>
                    <a:pt x="0" y="0"/>
                  </a:lnTo>
                  <a:lnTo>
                    <a:pt x="0" y="45556"/>
                  </a:lnTo>
                  <a:lnTo>
                    <a:pt x="487832" y="45556"/>
                  </a:lnTo>
                  <a:lnTo>
                    <a:pt x="4878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265601" y="4212996"/>
              <a:ext cx="488315" cy="45720"/>
            </a:xfrm>
            <a:custGeom>
              <a:avLst/>
              <a:gdLst/>
              <a:ahLst/>
              <a:cxnLst/>
              <a:rect l="l" t="t" r="r" b="b"/>
              <a:pathLst>
                <a:path w="488314" h="45720">
                  <a:moveTo>
                    <a:pt x="0" y="0"/>
                  </a:moveTo>
                  <a:lnTo>
                    <a:pt x="487832" y="0"/>
                  </a:lnTo>
                  <a:lnTo>
                    <a:pt x="487832" y="45556"/>
                  </a:lnTo>
                  <a:lnTo>
                    <a:pt x="0" y="45556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218891" y="4260075"/>
              <a:ext cx="45720" cy="563245"/>
            </a:xfrm>
            <a:custGeom>
              <a:avLst/>
              <a:gdLst/>
              <a:ahLst/>
              <a:cxnLst/>
              <a:rect l="l" t="t" r="r" b="b"/>
              <a:pathLst>
                <a:path w="45720" h="563245">
                  <a:moveTo>
                    <a:pt x="45178" y="0"/>
                  </a:moveTo>
                  <a:lnTo>
                    <a:pt x="0" y="0"/>
                  </a:lnTo>
                  <a:lnTo>
                    <a:pt x="0" y="562622"/>
                  </a:lnTo>
                  <a:lnTo>
                    <a:pt x="45178" y="562622"/>
                  </a:lnTo>
                  <a:lnTo>
                    <a:pt x="451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218891" y="4260075"/>
              <a:ext cx="45720" cy="563245"/>
            </a:xfrm>
            <a:custGeom>
              <a:avLst/>
              <a:gdLst/>
              <a:ahLst/>
              <a:cxnLst/>
              <a:rect l="l" t="t" r="r" b="b"/>
              <a:pathLst>
                <a:path w="45720" h="563245">
                  <a:moveTo>
                    <a:pt x="0" y="0"/>
                  </a:moveTo>
                  <a:lnTo>
                    <a:pt x="45178" y="0"/>
                  </a:lnTo>
                  <a:lnTo>
                    <a:pt x="45178" y="562622"/>
                  </a:lnTo>
                  <a:lnTo>
                    <a:pt x="0" y="562622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753053" y="4269562"/>
              <a:ext cx="45720" cy="553720"/>
            </a:xfrm>
            <a:custGeom>
              <a:avLst/>
              <a:gdLst/>
              <a:ahLst/>
              <a:cxnLst/>
              <a:rect l="l" t="t" r="r" b="b"/>
              <a:pathLst>
                <a:path w="45720" h="553720">
                  <a:moveTo>
                    <a:pt x="45556" y="0"/>
                  </a:moveTo>
                  <a:lnTo>
                    <a:pt x="0" y="0"/>
                  </a:lnTo>
                  <a:lnTo>
                    <a:pt x="0" y="553135"/>
                  </a:lnTo>
                  <a:lnTo>
                    <a:pt x="45556" y="553135"/>
                  </a:lnTo>
                  <a:lnTo>
                    <a:pt x="455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753053" y="4269562"/>
              <a:ext cx="45720" cy="553720"/>
            </a:xfrm>
            <a:custGeom>
              <a:avLst/>
              <a:gdLst/>
              <a:ahLst/>
              <a:cxnLst/>
              <a:rect l="l" t="t" r="r" b="b"/>
              <a:pathLst>
                <a:path w="45720" h="553720">
                  <a:moveTo>
                    <a:pt x="0" y="0"/>
                  </a:moveTo>
                  <a:lnTo>
                    <a:pt x="45556" y="0"/>
                  </a:lnTo>
                  <a:lnTo>
                    <a:pt x="45556" y="553135"/>
                  </a:lnTo>
                  <a:lnTo>
                    <a:pt x="0" y="553135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265601" y="4822329"/>
              <a:ext cx="488315" cy="45720"/>
            </a:xfrm>
            <a:custGeom>
              <a:avLst/>
              <a:gdLst/>
              <a:ahLst/>
              <a:cxnLst/>
              <a:rect l="l" t="t" r="r" b="b"/>
              <a:pathLst>
                <a:path w="488314" h="45720">
                  <a:moveTo>
                    <a:pt x="487832" y="0"/>
                  </a:moveTo>
                  <a:lnTo>
                    <a:pt x="0" y="0"/>
                  </a:lnTo>
                  <a:lnTo>
                    <a:pt x="0" y="45556"/>
                  </a:lnTo>
                  <a:lnTo>
                    <a:pt x="487832" y="45556"/>
                  </a:lnTo>
                  <a:lnTo>
                    <a:pt x="4878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265601" y="3416503"/>
              <a:ext cx="1744345" cy="1650364"/>
            </a:xfrm>
            <a:custGeom>
              <a:avLst/>
              <a:gdLst/>
              <a:ahLst/>
              <a:cxnLst/>
              <a:rect l="l" t="t" r="r" b="b"/>
              <a:pathLst>
                <a:path w="1744345" h="1650364">
                  <a:moveTo>
                    <a:pt x="0" y="1405826"/>
                  </a:moveTo>
                  <a:lnTo>
                    <a:pt x="487832" y="1405826"/>
                  </a:lnTo>
                  <a:lnTo>
                    <a:pt x="487832" y="1451382"/>
                  </a:lnTo>
                  <a:lnTo>
                    <a:pt x="0" y="1451382"/>
                  </a:lnTo>
                  <a:lnTo>
                    <a:pt x="0" y="1405826"/>
                  </a:lnTo>
                  <a:close/>
                </a:path>
                <a:path w="1744345" h="1650364">
                  <a:moveTo>
                    <a:pt x="740702" y="0"/>
                  </a:moveTo>
                  <a:lnTo>
                    <a:pt x="1743722" y="0"/>
                  </a:lnTo>
                  <a:lnTo>
                    <a:pt x="1743722" y="1649933"/>
                  </a:lnTo>
                  <a:lnTo>
                    <a:pt x="740702" y="1649933"/>
                  </a:lnTo>
                  <a:lnTo>
                    <a:pt x="740702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221911" y="3650742"/>
              <a:ext cx="45720" cy="563245"/>
            </a:xfrm>
            <a:custGeom>
              <a:avLst/>
              <a:gdLst/>
              <a:ahLst/>
              <a:cxnLst/>
              <a:rect l="l" t="t" r="r" b="b"/>
              <a:pathLst>
                <a:path w="45720" h="563245">
                  <a:moveTo>
                    <a:pt x="45557" y="0"/>
                  </a:moveTo>
                  <a:lnTo>
                    <a:pt x="0" y="0"/>
                  </a:lnTo>
                  <a:lnTo>
                    <a:pt x="0" y="562622"/>
                  </a:lnTo>
                  <a:lnTo>
                    <a:pt x="45557" y="562622"/>
                  </a:lnTo>
                  <a:lnTo>
                    <a:pt x="455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221911" y="3650742"/>
              <a:ext cx="45720" cy="563245"/>
            </a:xfrm>
            <a:custGeom>
              <a:avLst/>
              <a:gdLst/>
              <a:ahLst/>
              <a:cxnLst/>
              <a:rect l="l" t="t" r="r" b="b"/>
              <a:pathLst>
                <a:path w="45720" h="563245">
                  <a:moveTo>
                    <a:pt x="0" y="0"/>
                  </a:moveTo>
                  <a:lnTo>
                    <a:pt x="45557" y="0"/>
                  </a:lnTo>
                  <a:lnTo>
                    <a:pt x="45557" y="562622"/>
                  </a:lnTo>
                  <a:lnTo>
                    <a:pt x="0" y="562622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756073" y="3660228"/>
              <a:ext cx="45720" cy="553720"/>
            </a:xfrm>
            <a:custGeom>
              <a:avLst/>
              <a:gdLst/>
              <a:ahLst/>
              <a:cxnLst/>
              <a:rect l="l" t="t" r="r" b="b"/>
              <a:pathLst>
                <a:path w="45720" h="553720">
                  <a:moveTo>
                    <a:pt x="45178" y="0"/>
                  </a:moveTo>
                  <a:lnTo>
                    <a:pt x="0" y="0"/>
                  </a:lnTo>
                  <a:lnTo>
                    <a:pt x="0" y="553135"/>
                  </a:lnTo>
                  <a:lnTo>
                    <a:pt x="45178" y="553135"/>
                  </a:lnTo>
                  <a:lnTo>
                    <a:pt x="451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756073" y="3660228"/>
              <a:ext cx="45720" cy="553720"/>
            </a:xfrm>
            <a:custGeom>
              <a:avLst/>
              <a:gdLst/>
              <a:ahLst/>
              <a:cxnLst/>
              <a:rect l="l" t="t" r="r" b="b"/>
              <a:pathLst>
                <a:path w="45720" h="553720">
                  <a:moveTo>
                    <a:pt x="0" y="0"/>
                  </a:moveTo>
                  <a:lnTo>
                    <a:pt x="45178" y="0"/>
                  </a:lnTo>
                  <a:lnTo>
                    <a:pt x="45178" y="553135"/>
                  </a:lnTo>
                  <a:lnTo>
                    <a:pt x="0" y="553135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278109" y="3603675"/>
              <a:ext cx="488315" cy="45720"/>
            </a:xfrm>
            <a:custGeom>
              <a:avLst/>
              <a:gdLst/>
              <a:ahLst/>
              <a:cxnLst/>
              <a:rect l="l" t="t" r="r" b="b"/>
              <a:pathLst>
                <a:path w="488314" h="45720">
                  <a:moveTo>
                    <a:pt x="487832" y="0"/>
                  </a:moveTo>
                  <a:lnTo>
                    <a:pt x="0" y="0"/>
                  </a:lnTo>
                  <a:lnTo>
                    <a:pt x="0" y="45554"/>
                  </a:lnTo>
                  <a:lnTo>
                    <a:pt x="487832" y="45554"/>
                  </a:lnTo>
                  <a:lnTo>
                    <a:pt x="4878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278109" y="3603675"/>
              <a:ext cx="488315" cy="45720"/>
            </a:xfrm>
            <a:custGeom>
              <a:avLst/>
              <a:gdLst/>
              <a:ahLst/>
              <a:cxnLst/>
              <a:rect l="l" t="t" r="r" b="b"/>
              <a:pathLst>
                <a:path w="488314" h="45720">
                  <a:moveTo>
                    <a:pt x="0" y="0"/>
                  </a:moveTo>
                  <a:lnTo>
                    <a:pt x="487832" y="0"/>
                  </a:lnTo>
                  <a:lnTo>
                    <a:pt x="487832" y="45554"/>
                  </a:lnTo>
                  <a:lnTo>
                    <a:pt x="0" y="45554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268622" y="4212996"/>
              <a:ext cx="488315" cy="45720"/>
            </a:xfrm>
            <a:custGeom>
              <a:avLst/>
              <a:gdLst/>
              <a:ahLst/>
              <a:cxnLst/>
              <a:rect l="l" t="t" r="r" b="b"/>
              <a:pathLst>
                <a:path w="488314" h="45720">
                  <a:moveTo>
                    <a:pt x="487832" y="0"/>
                  </a:moveTo>
                  <a:lnTo>
                    <a:pt x="0" y="0"/>
                  </a:lnTo>
                  <a:lnTo>
                    <a:pt x="0" y="45554"/>
                  </a:lnTo>
                  <a:lnTo>
                    <a:pt x="487832" y="45554"/>
                  </a:lnTo>
                  <a:lnTo>
                    <a:pt x="4878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268622" y="4212996"/>
              <a:ext cx="488315" cy="45720"/>
            </a:xfrm>
            <a:custGeom>
              <a:avLst/>
              <a:gdLst/>
              <a:ahLst/>
              <a:cxnLst/>
              <a:rect l="l" t="t" r="r" b="b"/>
              <a:pathLst>
                <a:path w="488314" h="45720">
                  <a:moveTo>
                    <a:pt x="0" y="0"/>
                  </a:moveTo>
                  <a:lnTo>
                    <a:pt x="487832" y="0"/>
                  </a:lnTo>
                  <a:lnTo>
                    <a:pt x="487832" y="45554"/>
                  </a:lnTo>
                  <a:lnTo>
                    <a:pt x="0" y="45554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4221911" y="4260075"/>
              <a:ext cx="45720" cy="563245"/>
            </a:xfrm>
            <a:custGeom>
              <a:avLst/>
              <a:gdLst/>
              <a:ahLst/>
              <a:cxnLst/>
              <a:rect l="l" t="t" r="r" b="b"/>
              <a:pathLst>
                <a:path w="45720" h="563245">
                  <a:moveTo>
                    <a:pt x="45557" y="0"/>
                  </a:moveTo>
                  <a:lnTo>
                    <a:pt x="0" y="0"/>
                  </a:lnTo>
                  <a:lnTo>
                    <a:pt x="0" y="562622"/>
                  </a:lnTo>
                  <a:lnTo>
                    <a:pt x="45557" y="562622"/>
                  </a:lnTo>
                  <a:lnTo>
                    <a:pt x="455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221911" y="4260075"/>
              <a:ext cx="45720" cy="563245"/>
            </a:xfrm>
            <a:custGeom>
              <a:avLst/>
              <a:gdLst/>
              <a:ahLst/>
              <a:cxnLst/>
              <a:rect l="l" t="t" r="r" b="b"/>
              <a:pathLst>
                <a:path w="45720" h="563245">
                  <a:moveTo>
                    <a:pt x="0" y="0"/>
                  </a:moveTo>
                  <a:lnTo>
                    <a:pt x="45557" y="0"/>
                  </a:lnTo>
                  <a:lnTo>
                    <a:pt x="45557" y="562622"/>
                  </a:lnTo>
                  <a:lnTo>
                    <a:pt x="0" y="562622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4756073" y="4269562"/>
              <a:ext cx="45720" cy="553720"/>
            </a:xfrm>
            <a:custGeom>
              <a:avLst/>
              <a:gdLst/>
              <a:ahLst/>
              <a:cxnLst/>
              <a:rect l="l" t="t" r="r" b="b"/>
              <a:pathLst>
                <a:path w="45720" h="553720">
                  <a:moveTo>
                    <a:pt x="45178" y="0"/>
                  </a:moveTo>
                  <a:lnTo>
                    <a:pt x="0" y="0"/>
                  </a:lnTo>
                  <a:lnTo>
                    <a:pt x="0" y="553135"/>
                  </a:lnTo>
                  <a:lnTo>
                    <a:pt x="45178" y="553135"/>
                  </a:lnTo>
                  <a:lnTo>
                    <a:pt x="451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756073" y="4269562"/>
              <a:ext cx="45720" cy="553720"/>
            </a:xfrm>
            <a:custGeom>
              <a:avLst/>
              <a:gdLst/>
              <a:ahLst/>
              <a:cxnLst/>
              <a:rect l="l" t="t" r="r" b="b"/>
              <a:pathLst>
                <a:path w="45720" h="553720">
                  <a:moveTo>
                    <a:pt x="0" y="0"/>
                  </a:moveTo>
                  <a:lnTo>
                    <a:pt x="45178" y="0"/>
                  </a:lnTo>
                  <a:lnTo>
                    <a:pt x="45178" y="553135"/>
                  </a:lnTo>
                  <a:lnTo>
                    <a:pt x="0" y="553135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268622" y="4822329"/>
              <a:ext cx="488315" cy="45720"/>
            </a:xfrm>
            <a:custGeom>
              <a:avLst/>
              <a:gdLst/>
              <a:ahLst/>
              <a:cxnLst/>
              <a:rect l="l" t="t" r="r" b="b"/>
              <a:pathLst>
                <a:path w="488314" h="45720">
                  <a:moveTo>
                    <a:pt x="487832" y="0"/>
                  </a:moveTo>
                  <a:lnTo>
                    <a:pt x="0" y="0"/>
                  </a:lnTo>
                  <a:lnTo>
                    <a:pt x="0" y="45554"/>
                  </a:lnTo>
                  <a:lnTo>
                    <a:pt x="487832" y="45554"/>
                  </a:lnTo>
                  <a:lnTo>
                    <a:pt x="4878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268622" y="4822329"/>
              <a:ext cx="488315" cy="45720"/>
            </a:xfrm>
            <a:custGeom>
              <a:avLst/>
              <a:gdLst/>
              <a:ahLst/>
              <a:cxnLst/>
              <a:rect l="l" t="t" r="r" b="b"/>
              <a:pathLst>
                <a:path w="488314" h="45720">
                  <a:moveTo>
                    <a:pt x="0" y="0"/>
                  </a:moveTo>
                  <a:lnTo>
                    <a:pt x="487832" y="0"/>
                  </a:lnTo>
                  <a:lnTo>
                    <a:pt x="487832" y="45554"/>
                  </a:lnTo>
                  <a:lnTo>
                    <a:pt x="0" y="45554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3695947" y="3152105"/>
            <a:ext cx="63246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latin typeface="Times New Roman"/>
                <a:cs typeface="Times New Roman"/>
              </a:rPr>
              <a:t>Error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code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0" name="object 4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66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1082" y="961543"/>
            <a:ext cx="5378450" cy="6248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1495" algn="l"/>
              </a:tabLst>
            </a:pPr>
            <a:r>
              <a:rPr dirty="0" sz="1550" spc="40">
                <a:latin typeface="Times New Roman"/>
                <a:cs typeface="Times New Roman"/>
              </a:rPr>
              <a:t>6.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  <a:p>
            <a:pPr marL="743585">
              <a:lnSpc>
                <a:spcPct val="100000"/>
              </a:lnSpc>
              <a:spcBef>
                <a:spcPts val="1445"/>
              </a:spcBef>
            </a:pPr>
            <a:r>
              <a:rPr dirty="0" sz="1150" spc="45">
                <a:latin typeface="Times New Roman"/>
                <a:cs typeface="Times New Roman"/>
              </a:rPr>
              <a:t>Diagram</a:t>
            </a:r>
            <a:endParaRPr sz="1150">
              <a:latin typeface="Times New Roman"/>
              <a:cs typeface="Times New Roman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1534426" y="2030044"/>
          <a:ext cx="1107440" cy="8299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9580"/>
                <a:gridCol w="561975"/>
              </a:tblGrid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55">
                          <a:latin typeface="Times New Roman"/>
                          <a:cs typeface="Times New Roman"/>
                        </a:rPr>
                        <a:t>Input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Devices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114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114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PB1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114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114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PB2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1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1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PB3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PB4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2715514" y="2030044"/>
          <a:ext cx="1444625" cy="5054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2610"/>
                <a:gridCol w="787400"/>
              </a:tblGrid>
              <a:tr h="168275"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50">
                          <a:latin typeface="Times New Roman"/>
                          <a:cs typeface="Times New Roman"/>
                        </a:rPr>
                        <a:t>Output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Devices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1000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83185" indent="-635">
                        <a:lnSpc>
                          <a:spcPct val="103600"/>
                        </a:lnSpc>
                        <a:spcBef>
                          <a:spcPts val="2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Alarm Annunicator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1544881" y="1804112"/>
            <a:ext cx="87376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60">
                <a:latin typeface="Times New Roman"/>
                <a:cs typeface="Times New Roman"/>
              </a:rPr>
              <a:t>I/O </a:t>
            </a:r>
            <a:r>
              <a:rPr dirty="0" sz="950" spc="-10">
                <a:latin typeface="Times New Roman"/>
                <a:cs typeface="Times New Roman"/>
              </a:rPr>
              <a:t>Assignment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578032" y="2262777"/>
            <a:ext cx="1664335" cy="1675130"/>
            <a:chOff x="4578032" y="2262777"/>
            <a:chExt cx="1664335" cy="1675130"/>
          </a:xfrm>
        </p:grpSpPr>
        <p:sp>
          <p:nvSpPr>
            <p:cNvPr id="12" name="object 12" descr=""/>
            <p:cNvSpPr/>
            <p:nvPr/>
          </p:nvSpPr>
          <p:spPr>
            <a:xfrm>
              <a:off x="4887442" y="2395651"/>
              <a:ext cx="1350645" cy="1537970"/>
            </a:xfrm>
            <a:custGeom>
              <a:avLst/>
              <a:gdLst/>
              <a:ahLst/>
              <a:cxnLst/>
              <a:rect l="l" t="t" r="r" b="b"/>
              <a:pathLst>
                <a:path w="1350645" h="1537970">
                  <a:moveTo>
                    <a:pt x="0" y="0"/>
                  </a:moveTo>
                  <a:lnTo>
                    <a:pt x="675017" y="0"/>
                  </a:lnTo>
                  <a:lnTo>
                    <a:pt x="675017" y="1537563"/>
                  </a:lnTo>
                  <a:lnTo>
                    <a:pt x="0" y="1537563"/>
                  </a:lnTo>
                  <a:lnTo>
                    <a:pt x="0" y="0"/>
                  </a:lnTo>
                  <a:close/>
                </a:path>
                <a:path w="1350645" h="1537970">
                  <a:moveTo>
                    <a:pt x="674636" y="0"/>
                  </a:moveTo>
                  <a:lnTo>
                    <a:pt x="1350035" y="0"/>
                  </a:lnTo>
                  <a:lnTo>
                    <a:pt x="1350035" y="1537563"/>
                  </a:lnTo>
                  <a:lnTo>
                    <a:pt x="674636" y="1537563"/>
                  </a:lnTo>
                  <a:lnTo>
                    <a:pt x="674636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94902" y="3150012"/>
              <a:ext cx="98336" cy="9867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7305" y="3149885"/>
              <a:ext cx="98704" cy="9867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66785" y="3740524"/>
              <a:ext cx="98717" cy="130987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4578032" y="2267330"/>
              <a:ext cx="1659255" cy="1553210"/>
            </a:xfrm>
            <a:custGeom>
              <a:avLst/>
              <a:gdLst/>
              <a:ahLst/>
              <a:cxnLst/>
              <a:rect l="l" t="t" r="r" b="b"/>
              <a:pathLst>
                <a:path w="1659254" h="1553210">
                  <a:moveTo>
                    <a:pt x="0" y="1552740"/>
                  </a:moveTo>
                  <a:lnTo>
                    <a:pt x="430898" y="1552740"/>
                  </a:lnTo>
                </a:path>
                <a:path w="1659254" h="1553210">
                  <a:moveTo>
                    <a:pt x="309410" y="0"/>
                  </a:moveTo>
                  <a:lnTo>
                    <a:pt x="1659051" y="0"/>
                  </a:lnTo>
                </a:path>
                <a:path w="1659254" h="1553210">
                  <a:moveTo>
                    <a:pt x="309410" y="0"/>
                  </a:moveTo>
                  <a:lnTo>
                    <a:pt x="309410" y="103250"/>
                  </a:lnTo>
                </a:path>
                <a:path w="1659254" h="1553210">
                  <a:moveTo>
                    <a:pt x="1649171" y="0"/>
                  </a:moveTo>
                  <a:lnTo>
                    <a:pt x="1649171" y="10325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3980681" y="3632289"/>
            <a:ext cx="547370" cy="295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4000"/>
              </a:lnSpc>
              <a:spcBef>
                <a:spcPts val="95"/>
              </a:spcBef>
            </a:pPr>
            <a:r>
              <a:rPr dirty="0" sz="850" spc="-10">
                <a:latin typeface="Times New Roman"/>
                <a:cs typeface="Times New Roman"/>
              </a:rPr>
              <a:t>Emergency </a:t>
            </a:r>
            <a:r>
              <a:rPr dirty="0" sz="850">
                <a:latin typeface="Times New Roman"/>
                <a:cs typeface="Times New Roman"/>
              </a:rPr>
              <a:t>Stop</a:t>
            </a:r>
            <a:r>
              <a:rPr dirty="0" sz="850" spc="60">
                <a:latin typeface="Times New Roman"/>
                <a:cs typeface="Times New Roman"/>
              </a:rPr>
              <a:t> </a:t>
            </a:r>
            <a:r>
              <a:rPr dirty="0" sz="850" spc="-10">
                <a:latin typeface="Times New Roman"/>
                <a:cs typeface="Times New Roman"/>
              </a:rPr>
              <a:t>button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270713" y="1961445"/>
            <a:ext cx="582930" cy="2647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CODE</a:t>
            </a:r>
            <a:r>
              <a:rPr dirty="0" sz="750" spc="150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004</a:t>
            </a: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750">
                <a:latin typeface="Times New Roman"/>
                <a:cs typeface="Times New Roman"/>
              </a:rPr>
              <a:t>Fault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location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3533273" y="5668181"/>
            <a:ext cx="2718435" cy="820419"/>
            <a:chOff x="3533273" y="5668181"/>
            <a:chExt cx="2718435" cy="820419"/>
          </a:xfrm>
        </p:grpSpPr>
        <p:sp>
          <p:nvSpPr>
            <p:cNvPr id="20" name="object 20" descr=""/>
            <p:cNvSpPr/>
            <p:nvPr/>
          </p:nvSpPr>
          <p:spPr>
            <a:xfrm>
              <a:off x="3537826" y="5672734"/>
              <a:ext cx="2708910" cy="591185"/>
            </a:xfrm>
            <a:custGeom>
              <a:avLst/>
              <a:gdLst/>
              <a:ahLst/>
              <a:cxnLst/>
              <a:rect l="l" t="t" r="r" b="b"/>
              <a:pathLst>
                <a:path w="2708910" h="591185">
                  <a:moveTo>
                    <a:pt x="0" y="0"/>
                  </a:moveTo>
                  <a:lnTo>
                    <a:pt x="2708757" y="0"/>
                  </a:lnTo>
                  <a:lnTo>
                    <a:pt x="2708757" y="590740"/>
                  </a:lnTo>
                  <a:lnTo>
                    <a:pt x="0" y="59074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631590" y="5738406"/>
              <a:ext cx="459740" cy="459740"/>
            </a:xfrm>
            <a:custGeom>
              <a:avLst/>
              <a:gdLst/>
              <a:ahLst/>
              <a:cxnLst/>
              <a:rect l="l" t="t" r="r" b="b"/>
              <a:pathLst>
                <a:path w="459739" h="459739">
                  <a:moveTo>
                    <a:pt x="459371" y="0"/>
                  </a:moveTo>
                  <a:lnTo>
                    <a:pt x="0" y="0"/>
                  </a:lnTo>
                  <a:lnTo>
                    <a:pt x="0" y="459371"/>
                  </a:lnTo>
                  <a:lnTo>
                    <a:pt x="459371" y="459371"/>
                  </a:lnTo>
                  <a:lnTo>
                    <a:pt x="4593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631590" y="5738406"/>
              <a:ext cx="459740" cy="459740"/>
            </a:xfrm>
            <a:custGeom>
              <a:avLst/>
              <a:gdLst/>
              <a:ahLst/>
              <a:cxnLst/>
              <a:rect l="l" t="t" r="r" b="b"/>
              <a:pathLst>
                <a:path w="459739" h="459739">
                  <a:moveTo>
                    <a:pt x="0" y="0"/>
                  </a:moveTo>
                  <a:lnTo>
                    <a:pt x="459371" y="0"/>
                  </a:lnTo>
                  <a:lnTo>
                    <a:pt x="459371" y="459371"/>
                  </a:lnTo>
                  <a:lnTo>
                    <a:pt x="0" y="459371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812271" y="6263081"/>
              <a:ext cx="1359535" cy="225425"/>
            </a:xfrm>
            <a:custGeom>
              <a:avLst/>
              <a:gdLst/>
              <a:ahLst/>
              <a:cxnLst/>
              <a:rect l="l" t="t" r="r" b="b"/>
              <a:pathLst>
                <a:path w="1359535" h="225425">
                  <a:moveTo>
                    <a:pt x="0" y="0"/>
                  </a:moveTo>
                  <a:lnTo>
                    <a:pt x="0" y="168935"/>
                  </a:lnTo>
                </a:path>
                <a:path w="1359535" h="225425">
                  <a:moveTo>
                    <a:pt x="1359128" y="0"/>
                  </a:moveTo>
                  <a:lnTo>
                    <a:pt x="1359128" y="225132"/>
                  </a:lnTo>
                </a:path>
                <a:path w="1359535" h="225425">
                  <a:moveTo>
                    <a:pt x="1274470" y="0"/>
                  </a:moveTo>
                  <a:lnTo>
                    <a:pt x="1274470" y="225132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2408370" y="5668181"/>
            <a:ext cx="1050290" cy="782955"/>
            <a:chOff x="2408370" y="5668181"/>
            <a:chExt cx="1050290" cy="782955"/>
          </a:xfrm>
        </p:grpSpPr>
        <p:sp>
          <p:nvSpPr>
            <p:cNvPr id="25" name="object 25" descr=""/>
            <p:cNvSpPr/>
            <p:nvPr/>
          </p:nvSpPr>
          <p:spPr>
            <a:xfrm>
              <a:off x="2412923" y="5672734"/>
              <a:ext cx="1040765" cy="591185"/>
            </a:xfrm>
            <a:custGeom>
              <a:avLst/>
              <a:gdLst/>
              <a:ahLst/>
              <a:cxnLst/>
              <a:rect l="l" t="t" r="r" b="b"/>
              <a:pathLst>
                <a:path w="1040764" h="591185">
                  <a:moveTo>
                    <a:pt x="0" y="0"/>
                  </a:moveTo>
                  <a:lnTo>
                    <a:pt x="1040599" y="0"/>
                  </a:lnTo>
                  <a:lnTo>
                    <a:pt x="1040599" y="590740"/>
                  </a:lnTo>
                  <a:lnTo>
                    <a:pt x="0" y="59074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684754" y="5738406"/>
              <a:ext cx="459740" cy="459740"/>
            </a:xfrm>
            <a:custGeom>
              <a:avLst/>
              <a:gdLst/>
              <a:ahLst/>
              <a:cxnLst/>
              <a:rect l="l" t="t" r="r" b="b"/>
              <a:pathLst>
                <a:path w="459739" h="459739">
                  <a:moveTo>
                    <a:pt x="459371" y="0"/>
                  </a:moveTo>
                  <a:lnTo>
                    <a:pt x="0" y="0"/>
                  </a:lnTo>
                  <a:lnTo>
                    <a:pt x="0" y="459371"/>
                  </a:lnTo>
                  <a:lnTo>
                    <a:pt x="459371" y="459371"/>
                  </a:lnTo>
                  <a:lnTo>
                    <a:pt x="4593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684754" y="5738406"/>
              <a:ext cx="722630" cy="487680"/>
            </a:xfrm>
            <a:custGeom>
              <a:avLst/>
              <a:gdLst/>
              <a:ahLst/>
              <a:cxnLst/>
              <a:rect l="l" t="t" r="r" b="b"/>
              <a:pathLst>
                <a:path w="722629" h="487679">
                  <a:moveTo>
                    <a:pt x="0" y="0"/>
                  </a:moveTo>
                  <a:lnTo>
                    <a:pt x="459371" y="0"/>
                  </a:lnTo>
                  <a:lnTo>
                    <a:pt x="459371" y="459371"/>
                  </a:lnTo>
                  <a:lnTo>
                    <a:pt x="0" y="459371"/>
                  </a:lnTo>
                  <a:lnTo>
                    <a:pt x="0" y="0"/>
                  </a:lnTo>
                  <a:close/>
                </a:path>
                <a:path w="722629" h="487679">
                  <a:moveTo>
                    <a:pt x="632091" y="375094"/>
                  </a:moveTo>
                  <a:lnTo>
                    <a:pt x="722066" y="375094"/>
                  </a:lnTo>
                  <a:lnTo>
                    <a:pt x="722066" y="487470"/>
                  </a:lnTo>
                  <a:lnTo>
                    <a:pt x="632091" y="487470"/>
                  </a:lnTo>
                  <a:lnTo>
                    <a:pt x="632091" y="375094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312693" y="6047816"/>
              <a:ext cx="84455" cy="403225"/>
            </a:xfrm>
            <a:custGeom>
              <a:avLst/>
              <a:gdLst/>
              <a:ahLst/>
              <a:cxnLst/>
              <a:rect l="l" t="t" r="r" b="b"/>
              <a:pathLst>
                <a:path w="84454" h="403225">
                  <a:moveTo>
                    <a:pt x="0" y="65684"/>
                  </a:moveTo>
                  <a:lnTo>
                    <a:pt x="84277" y="0"/>
                  </a:lnTo>
                </a:path>
                <a:path w="84454" h="403225">
                  <a:moveTo>
                    <a:pt x="46672" y="140474"/>
                  </a:moveTo>
                  <a:lnTo>
                    <a:pt x="46672" y="402805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 descr=""/>
          <p:cNvGrpSpPr/>
          <p:nvPr/>
        </p:nvGrpSpPr>
        <p:grpSpPr>
          <a:xfrm>
            <a:off x="1180217" y="5668181"/>
            <a:ext cx="1153795" cy="600075"/>
            <a:chOff x="1180217" y="5668181"/>
            <a:chExt cx="1153795" cy="600075"/>
          </a:xfrm>
        </p:grpSpPr>
        <p:sp>
          <p:nvSpPr>
            <p:cNvPr id="30" name="object 30" descr=""/>
            <p:cNvSpPr/>
            <p:nvPr/>
          </p:nvSpPr>
          <p:spPr>
            <a:xfrm>
              <a:off x="1184770" y="5672734"/>
              <a:ext cx="1144270" cy="591185"/>
            </a:xfrm>
            <a:custGeom>
              <a:avLst/>
              <a:gdLst/>
              <a:ahLst/>
              <a:cxnLst/>
              <a:rect l="l" t="t" r="r" b="b"/>
              <a:pathLst>
                <a:path w="1144270" h="591185">
                  <a:moveTo>
                    <a:pt x="0" y="0"/>
                  </a:moveTo>
                  <a:lnTo>
                    <a:pt x="1144257" y="0"/>
                  </a:lnTo>
                  <a:lnTo>
                    <a:pt x="1144257" y="590740"/>
                  </a:lnTo>
                  <a:lnTo>
                    <a:pt x="0" y="59074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794103" y="5728919"/>
              <a:ext cx="460375" cy="460375"/>
            </a:xfrm>
            <a:custGeom>
              <a:avLst/>
              <a:gdLst/>
              <a:ahLst/>
              <a:cxnLst/>
              <a:rect l="l" t="t" r="r" b="b"/>
              <a:pathLst>
                <a:path w="460375" h="460375">
                  <a:moveTo>
                    <a:pt x="460133" y="0"/>
                  </a:moveTo>
                  <a:lnTo>
                    <a:pt x="0" y="0"/>
                  </a:lnTo>
                  <a:lnTo>
                    <a:pt x="0" y="459752"/>
                  </a:lnTo>
                  <a:lnTo>
                    <a:pt x="460133" y="459752"/>
                  </a:lnTo>
                  <a:lnTo>
                    <a:pt x="4601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794103" y="5728919"/>
              <a:ext cx="460375" cy="460375"/>
            </a:xfrm>
            <a:custGeom>
              <a:avLst/>
              <a:gdLst/>
              <a:ahLst/>
              <a:cxnLst/>
              <a:rect l="l" t="t" r="r" b="b"/>
              <a:pathLst>
                <a:path w="460375" h="460375">
                  <a:moveTo>
                    <a:pt x="0" y="0"/>
                  </a:moveTo>
                  <a:lnTo>
                    <a:pt x="460133" y="0"/>
                  </a:lnTo>
                  <a:lnTo>
                    <a:pt x="460133" y="459752"/>
                  </a:lnTo>
                  <a:lnTo>
                    <a:pt x="0" y="459752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/>
          <p:nvPr/>
        </p:nvSpPr>
        <p:spPr>
          <a:xfrm>
            <a:off x="3640696" y="4998110"/>
            <a:ext cx="460375" cy="459740"/>
          </a:xfrm>
          <a:custGeom>
            <a:avLst/>
            <a:gdLst/>
            <a:ahLst/>
            <a:cxnLst/>
            <a:rect l="l" t="t" r="r" b="b"/>
            <a:pathLst>
              <a:path w="460375" h="459739">
                <a:moveTo>
                  <a:pt x="0" y="0"/>
                </a:moveTo>
                <a:lnTo>
                  <a:pt x="459752" y="0"/>
                </a:lnTo>
                <a:lnTo>
                  <a:pt x="459752" y="459371"/>
                </a:lnTo>
                <a:lnTo>
                  <a:pt x="0" y="459371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3546932" y="4885728"/>
            <a:ext cx="1649730" cy="112395"/>
          </a:xfrm>
          <a:custGeom>
            <a:avLst/>
            <a:gdLst/>
            <a:ahLst/>
            <a:cxnLst/>
            <a:rect l="l" t="t" r="r" b="b"/>
            <a:pathLst>
              <a:path w="1649729" h="112395">
                <a:moveTo>
                  <a:pt x="9486" y="0"/>
                </a:moveTo>
                <a:lnTo>
                  <a:pt x="1649539" y="0"/>
                </a:lnTo>
              </a:path>
              <a:path w="1649729" h="112395">
                <a:moveTo>
                  <a:pt x="0" y="0"/>
                </a:moveTo>
                <a:lnTo>
                  <a:pt x="0" y="112382"/>
                </a:lnTo>
              </a:path>
              <a:path w="1649729" h="112395">
                <a:moveTo>
                  <a:pt x="1640052" y="0"/>
                </a:moveTo>
                <a:lnTo>
                  <a:pt x="1640052" y="11238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5205958" y="5382298"/>
            <a:ext cx="90170" cy="207010"/>
          </a:xfrm>
          <a:custGeom>
            <a:avLst/>
            <a:gdLst/>
            <a:ahLst/>
            <a:cxnLst/>
            <a:rect l="l" t="t" r="r" b="b"/>
            <a:pathLst>
              <a:path w="90170" h="207010">
                <a:moveTo>
                  <a:pt x="0" y="0"/>
                </a:moveTo>
                <a:lnTo>
                  <a:pt x="89595" y="0"/>
                </a:lnTo>
                <a:lnTo>
                  <a:pt x="89595" y="206540"/>
                </a:lnTo>
                <a:lnTo>
                  <a:pt x="0" y="206540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4012196" y="5137209"/>
            <a:ext cx="96583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43865" algn="l"/>
              </a:tabLst>
            </a:pPr>
            <a:r>
              <a:rPr dirty="0" u="sng" sz="9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none" sz="950" spc="295">
                <a:latin typeface="Times New Roman"/>
                <a:cs typeface="Times New Roman"/>
              </a:rPr>
              <a:t> </a:t>
            </a:r>
            <a:r>
              <a:rPr dirty="0" u="none" sz="950">
                <a:latin typeface="Times New Roman"/>
                <a:cs typeface="Times New Roman"/>
              </a:rPr>
              <a:t>Labeling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4505728" y="5287548"/>
            <a:ext cx="22034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20">
                <a:latin typeface="Times New Roman"/>
                <a:cs typeface="Times New Roman"/>
              </a:rPr>
              <a:t>unit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4034967" y="4528259"/>
            <a:ext cx="694055" cy="325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CODE</a:t>
            </a:r>
            <a:r>
              <a:rPr dirty="0" sz="950" spc="16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002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950">
                <a:latin typeface="Times New Roman"/>
                <a:cs typeface="Times New Roman"/>
              </a:rPr>
              <a:t>fault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location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5526971" y="5146700"/>
            <a:ext cx="92265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Label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Senzor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S05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5252669" y="5316626"/>
            <a:ext cx="347345" cy="168910"/>
          </a:xfrm>
          <a:custGeom>
            <a:avLst/>
            <a:gdLst/>
            <a:ahLst/>
            <a:cxnLst/>
            <a:rect l="l" t="t" r="r" b="b"/>
            <a:pathLst>
              <a:path w="347345" h="168910">
                <a:moveTo>
                  <a:pt x="0" y="168567"/>
                </a:moveTo>
                <a:lnTo>
                  <a:pt x="346976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1" name="object 41" descr=""/>
          <p:cNvGrpSpPr/>
          <p:nvPr/>
        </p:nvGrpSpPr>
        <p:grpSpPr>
          <a:xfrm>
            <a:off x="2089854" y="6465042"/>
            <a:ext cx="243840" cy="318770"/>
            <a:chOff x="2089854" y="6465042"/>
            <a:chExt cx="243840" cy="318770"/>
          </a:xfrm>
        </p:grpSpPr>
        <p:sp>
          <p:nvSpPr>
            <p:cNvPr id="42" name="object 42" descr=""/>
            <p:cNvSpPr/>
            <p:nvPr/>
          </p:nvSpPr>
          <p:spPr>
            <a:xfrm>
              <a:off x="2239416" y="6469595"/>
              <a:ext cx="90170" cy="206375"/>
            </a:xfrm>
            <a:custGeom>
              <a:avLst/>
              <a:gdLst/>
              <a:ahLst/>
              <a:cxnLst/>
              <a:rect l="l" t="t" r="r" b="b"/>
              <a:pathLst>
                <a:path w="90169" h="206375">
                  <a:moveTo>
                    <a:pt x="0" y="0"/>
                  </a:moveTo>
                  <a:lnTo>
                    <a:pt x="89595" y="0"/>
                  </a:lnTo>
                  <a:lnTo>
                    <a:pt x="89595" y="206159"/>
                  </a:lnTo>
                  <a:lnTo>
                    <a:pt x="0" y="206159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2094407" y="6600583"/>
              <a:ext cx="177800" cy="178435"/>
            </a:xfrm>
            <a:custGeom>
              <a:avLst/>
              <a:gdLst/>
              <a:ahLst/>
              <a:cxnLst/>
              <a:rect l="l" t="t" r="r" b="b"/>
              <a:pathLst>
                <a:path w="177800" h="178434">
                  <a:moveTo>
                    <a:pt x="177660" y="0"/>
                  </a:moveTo>
                  <a:lnTo>
                    <a:pt x="0" y="178422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/>
          <p:nvPr/>
        </p:nvSpPr>
        <p:spPr>
          <a:xfrm>
            <a:off x="6040424" y="6478727"/>
            <a:ext cx="178435" cy="226060"/>
          </a:xfrm>
          <a:custGeom>
            <a:avLst/>
            <a:gdLst/>
            <a:ahLst/>
            <a:cxnLst/>
            <a:rect l="l" t="t" r="r" b="b"/>
            <a:pathLst>
              <a:path w="178435" h="226059">
                <a:moveTo>
                  <a:pt x="0" y="0"/>
                </a:moveTo>
                <a:lnTo>
                  <a:pt x="178041" y="0"/>
                </a:lnTo>
                <a:lnTo>
                  <a:pt x="178041" y="225513"/>
                </a:lnTo>
                <a:lnTo>
                  <a:pt x="0" y="225513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5749607" y="6591477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4" h="0">
                <a:moveTo>
                  <a:pt x="0" y="0"/>
                </a:moveTo>
                <a:lnTo>
                  <a:pt x="299923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 txBox="1"/>
          <p:nvPr/>
        </p:nvSpPr>
        <p:spPr>
          <a:xfrm>
            <a:off x="5358410" y="6486842"/>
            <a:ext cx="34544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Times New Roman"/>
                <a:cs typeface="Times New Roman"/>
              </a:rPr>
              <a:t>Motor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4486742" y="6440149"/>
            <a:ext cx="52641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Times New Roman"/>
                <a:cs typeface="Times New Roman"/>
              </a:rPr>
              <a:t>Conveyor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515631" y="6833838"/>
            <a:ext cx="59880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Senzor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S01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2535735" y="6467862"/>
            <a:ext cx="92964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Limit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Switch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L03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0" name="object 50" descr=""/>
          <p:cNvSpPr/>
          <p:nvPr/>
        </p:nvSpPr>
        <p:spPr>
          <a:xfrm>
            <a:off x="2084539" y="7003757"/>
            <a:ext cx="1369060" cy="150495"/>
          </a:xfrm>
          <a:custGeom>
            <a:avLst/>
            <a:gdLst/>
            <a:ahLst/>
            <a:cxnLst/>
            <a:rect l="l" t="t" r="r" b="b"/>
            <a:pathLst>
              <a:path w="1369060" h="150495">
                <a:moveTo>
                  <a:pt x="1359484" y="149961"/>
                </a:moveTo>
                <a:lnTo>
                  <a:pt x="0" y="149961"/>
                </a:lnTo>
              </a:path>
              <a:path w="1369060" h="150495">
                <a:moveTo>
                  <a:pt x="1368590" y="149961"/>
                </a:moveTo>
                <a:lnTo>
                  <a:pt x="1368590" y="9499"/>
                </a:lnTo>
              </a:path>
              <a:path w="1369060" h="150495">
                <a:moveTo>
                  <a:pt x="9867" y="140474"/>
                </a:moveTo>
                <a:lnTo>
                  <a:pt x="9867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 txBox="1"/>
          <p:nvPr/>
        </p:nvSpPr>
        <p:spPr>
          <a:xfrm>
            <a:off x="2441600" y="7180833"/>
            <a:ext cx="694055" cy="325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CODE</a:t>
            </a:r>
            <a:r>
              <a:rPr dirty="0" sz="950" spc="16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001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950">
                <a:latin typeface="Times New Roman"/>
                <a:cs typeface="Times New Roman"/>
              </a:rPr>
              <a:t>fault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location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2" name="object 52" descr=""/>
          <p:cNvSpPr/>
          <p:nvPr/>
        </p:nvSpPr>
        <p:spPr>
          <a:xfrm>
            <a:off x="3537826" y="7003757"/>
            <a:ext cx="2718435" cy="150495"/>
          </a:xfrm>
          <a:custGeom>
            <a:avLst/>
            <a:gdLst/>
            <a:ahLst/>
            <a:cxnLst/>
            <a:rect l="l" t="t" r="r" b="b"/>
            <a:pathLst>
              <a:path w="2718435" h="150495">
                <a:moveTo>
                  <a:pt x="0" y="149961"/>
                </a:moveTo>
                <a:lnTo>
                  <a:pt x="2717850" y="149961"/>
                </a:lnTo>
              </a:path>
              <a:path w="2718435" h="150495">
                <a:moveTo>
                  <a:pt x="0" y="149961"/>
                </a:moveTo>
                <a:lnTo>
                  <a:pt x="0" y="9499"/>
                </a:lnTo>
              </a:path>
              <a:path w="2718435" h="150495">
                <a:moveTo>
                  <a:pt x="2708363" y="140474"/>
                </a:moveTo>
                <a:lnTo>
                  <a:pt x="2708363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 txBox="1"/>
          <p:nvPr/>
        </p:nvSpPr>
        <p:spPr>
          <a:xfrm>
            <a:off x="4531921" y="7180833"/>
            <a:ext cx="694055" cy="325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CODE</a:t>
            </a:r>
            <a:r>
              <a:rPr dirty="0" sz="950" spc="16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003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950">
                <a:latin typeface="Times New Roman"/>
                <a:cs typeface="Times New Roman"/>
              </a:rPr>
              <a:t>fault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location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4" name="object 5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67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641127" y="1400213"/>
            <a:ext cx="6417310" cy="132715"/>
            <a:chOff x="641127" y="1400213"/>
            <a:chExt cx="6417310" cy="132715"/>
          </a:xfrm>
        </p:grpSpPr>
        <p:sp>
          <p:nvSpPr>
            <p:cNvPr id="8" name="object 8" descr=""/>
            <p:cNvSpPr/>
            <p:nvPr/>
          </p:nvSpPr>
          <p:spPr>
            <a:xfrm>
              <a:off x="643966" y="1400213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4">
                  <a:moveTo>
                    <a:pt x="0" y="6464"/>
                  </a:moveTo>
                  <a:lnTo>
                    <a:pt x="0" y="0"/>
                  </a:lnTo>
                </a:path>
                <a:path w="0" h="6984">
                  <a:moveTo>
                    <a:pt x="0" y="6095"/>
                  </a:moveTo>
                  <a:lnTo>
                    <a:pt x="0" y="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46823" y="1400213"/>
              <a:ext cx="6408420" cy="6985"/>
            </a:xfrm>
            <a:custGeom>
              <a:avLst/>
              <a:gdLst/>
              <a:ahLst/>
              <a:cxnLst/>
              <a:rect l="l" t="t" r="r" b="b"/>
              <a:pathLst>
                <a:path w="6408420" h="6984">
                  <a:moveTo>
                    <a:pt x="0" y="3048"/>
                  </a:moveTo>
                  <a:lnTo>
                    <a:pt x="6404978" y="3048"/>
                  </a:lnTo>
                </a:path>
                <a:path w="6408420" h="6984">
                  <a:moveTo>
                    <a:pt x="6408000" y="6464"/>
                  </a:moveTo>
                  <a:lnTo>
                    <a:pt x="6408000" y="0"/>
                  </a:lnTo>
                </a:path>
                <a:path w="6408420" h="6984">
                  <a:moveTo>
                    <a:pt x="6408000" y="6095"/>
                  </a:moveTo>
                  <a:lnTo>
                    <a:pt x="640800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43966" y="1406677"/>
              <a:ext cx="0" cy="125730"/>
            </a:xfrm>
            <a:custGeom>
              <a:avLst/>
              <a:gdLst/>
              <a:ahLst/>
              <a:cxnLst/>
              <a:rect l="l" t="t" r="r" b="b"/>
              <a:pathLst>
                <a:path w="0" h="125730">
                  <a:moveTo>
                    <a:pt x="0" y="119570"/>
                  </a:moveTo>
                  <a:lnTo>
                    <a:pt x="0" y="0"/>
                  </a:lnTo>
                </a:path>
                <a:path w="0" h="125730">
                  <a:moveTo>
                    <a:pt x="0" y="125666"/>
                  </a:moveTo>
                  <a:lnTo>
                    <a:pt x="0" y="119570"/>
                  </a:lnTo>
                </a:path>
                <a:path w="0" h="125730">
                  <a:moveTo>
                    <a:pt x="0" y="125666"/>
                  </a:moveTo>
                  <a:lnTo>
                    <a:pt x="0" y="11957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46823" y="1406677"/>
              <a:ext cx="6408420" cy="125730"/>
            </a:xfrm>
            <a:custGeom>
              <a:avLst/>
              <a:gdLst/>
              <a:ahLst/>
              <a:cxnLst/>
              <a:rect l="l" t="t" r="r" b="b"/>
              <a:pathLst>
                <a:path w="6408420" h="125730">
                  <a:moveTo>
                    <a:pt x="0" y="122618"/>
                  </a:moveTo>
                  <a:lnTo>
                    <a:pt x="6404978" y="122618"/>
                  </a:lnTo>
                </a:path>
                <a:path w="6408420" h="125730">
                  <a:moveTo>
                    <a:pt x="6408000" y="119570"/>
                  </a:moveTo>
                  <a:lnTo>
                    <a:pt x="6408000" y="0"/>
                  </a:lnTo>
                </a:path>
                <a:path w="6408420" h="125730">
                  <a:moveTo>
                    <a:pt x="6408000" y="125666"/>
                  </a:moveTo>
                  <a:lnTo>
                    <a:pt x="6408000" y="119570"/>
                  </a:lnTo>
                </a:path>
                <a:path w="6408420" h="125730">
                  <a:moveTo>
                    <a:pt x="6408000" y="125666"/>
                  </a:moveTo>
                  <a:lnTo>
                    <a:pt x="6408000" y="11957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641127" y="1577886"/>
            <a:ext cx="6417310" cy="252095"/>
            <a:chOff x="641127" y="1577886"/>
            <a:chExt cx="6417310" cy="252095"/>
          </a:xfrm>
        </p:grpSpPr>
        <p:sp>
          <p:nvSpPr>
            <p:cNvPr id="13" name="object 13" descr=""/>
            <p:cNvSpPr/>
            <p:nvPr/>
          </p:nvSpPr>
          <p:spPr>
            <a:xfrm>
              <a:off x="643966" y="1577886"/>
              <a:ext cx="6408420" cy="6350"/>
            </a:xfrm>
            <a:custGeom>
              <a:avLst/>
              <a:gdLst/>
              <a:ahLst/>
              <a:cxnLst/>
              <a:rect l="l" t="t" r="r" b="b"/>
              <a:pathLst>
                <a:path w="6408420" h="6350">
                  <a:moveTo>
                    <a:pt x="0" y="6083"/>
                  </a:moveTo>
                  <a:lnTo>
                    <a:pt x="0" y="0"/>
                  </a:lnTo>
                </a:path>
                <a:path w="6408420" h="6350">
                  <a:moveTo>
                    <a:pt x="0" y="5702"/>
                  </a:moveTo>
                  <a:lnTo>
                    <a:pt x="0" y="0"/>
                  </a:lnTo>
                </a:path>
                <a:path w="6408420" h="6350">
                  <a:moveTo>
                    <a:pt x="2857" y="2844"/>
                  </a:moveTo>
                  <a:lnTo>
                    <a:pt x="6407835" y="2844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054824" y="1577886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w="0" h="6350">
                  <a:moveTo>
                    <a:pt x="0" y="6083"/>
                  </a:moveTo>
                  <a:lnTo>
                    <a:pt x="0" y="0"/>
                  </a:lnTo>
                </a:path>
                <a:path w="0" h="6350">
                  <a:moveTo>
                    <a:pt x="0" y="5702"/>
                  </a:moveTo>
                  <a:lnTo>
                    <a:pt x="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43966" y="1583969"/>
              <a:ext cx="0" cy="246379"/>
            </a:xfrm>
            <a:custGeom>
              <a:avLst/>
              <a:gdLst/>
              <a:ahLst/>
              <a:cxnLst/>
              <a:rect l="l" t="t" r="r" b="b"/>
              <a:pathLst>
                <a:path w="0" h="246380">
                  <a:moveTo>
                    <a:pt x="0" y="239928"/>
                  </a:moveTo>
                  <a:lnTo>
                    <a:pt x="0" y="0"/>
                  </a:lnTo>
                </a:path>
                <a:path w="0" h="246380">
                  <a:moveTo>
                    <a:pt x="0" y="246011"/>
                  </a:moveTo>
                  <a:lnTo>
                    <a:pt x="0" y="239915"/>
                  </a:lnTo>
                </a:path>
                <a:path w="0" h="246380">
                  <a:moveTo>
                    <a:pt x="0" y="246011"/>
                  </a:moveTo>
                  <a:lnTo>
                    <a:pt x="0" y="239915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46823" y="1583969"/>
              <a:ext cx="6408420" cy="246379"/>
            </a:xfrm>
            <a:custGeom>
              <a:avLst/>
              <a:gdLst/>
              <a:ahLst/>
              <a:cxnLst/>
              <a:rect l="l" t="t" r="r" b="b"/>
              <a:pathLst>
                <a:path w="6408420" h="246380">
                  <a:moveTo>
                    <a:pt x="0" y="242963"/>
                  </a:moveTo>
                  <a:lnTo>
                    <a:pt x="6404978" y="242963"/>
                  </a:lnTo>
                </a:path>
                <a:path w="6408420" h="246380">
                  <a:moveTo>
                    <a:pt x="6408000" y="239928"/>
                  </a:moveTo>
                  <a:lnTo>
                    <a:pt x="6408000" y="0"/>
                  </a:lnTo>
                </a:path>
                <a:path w="6408420" h="246380">
                  <a:moveTo>
                    <a:pt x="6408000" y="246011"/>
                  </a:moveTo>
                  <a:lnTo>
                    <a:pt x="6408000" y="239915"/>
                  </a:lnTo>
                </a:path>
                <a:path w="6408420" h="246380">
                  <a:moveTo>
                    <a:pt x="6408000" y="246011"/>
                  </a:moveTo>
                  <a:lnTo>
                    <a:pt x="6408000" y="239915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631082" y="961543"/>
            <a:ext cx="5378450" cy="1048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1495" algn="l"/>
              </a:tabLst>
            </a:pPr>
            <a:r>
              <a:rPr dirty="0" sz="1550" spc="40">
                <a:latin typeface="Times New Roman"/>
                <a:cs typeface="Times New Roman"/>
              </a:rPr>
              <a:t>6.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  <a:p>
            <a:pPr marL="80010">
              <a:lnSpc>
                <a:spcPct val="100000"/>
              </a:lnSpc>
              <a:spcBef>
                <a:spcPts val="1520"/>
              </a:spcBef>
            </a:pPr>
            <a:r>
              <a:rPr dirty="0" sz="750">
                <a:latin typeface="Times New Roman"/>
                <a:cs typeface="Times New Roman"/>
              </a:rPr>
              <a:t>Ladder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Diagram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:</a:t>
            </a:r>
            <a:r>
              <a:rPr dirty="0" sz="750" spc="12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Main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120">
                <a:latin typeface="Times New Roman"/>
                <a:cs typeface="Times New Roman"/>
              </a:rPr>
              <a:t> </a:t>
            </a:r>
            <a:r>
              <a:rPr dirty="0" sz="750" spc="-50">
                <a:latin typeface="Times New Roman"/>
                <a:cs typeface="Times New Roman"/>
              </a:rPr>
              <a:t>1</a:t>
            </a:r>
            <a:endParaRPr sz="750">
              <a:latin typeface="Times New Roman"/>
              <a:cs typeface="Times New Roman"/>
            </a:endParaRPr>
          </a:p>
          <a:p>
            <a:pPr marL="80010">
              <a:lnSpc>
                <a:spcPct val="100000"/>
              </a:lnSpc>
              <a:spcBef>
                <a:spcPts val="500"/>
              </a:spcBef>
            </a:pPr>
            <a:r>
              <a:rPr dirty="0" sz="750">
                <a:latin typeface="Times New Roman"/>
                <a:cs typeface="Times New Roman"/>
              </a:rPr>
              <a:t>Main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70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Error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Dizplay</a:t>
            </a:r>
            <a:endParaRPr sz="750">
              <a:latin typeface="Times New Roman"/>
              <a:cs typeface="Times New Roman"/>
            </a:endParaRPr>
          </a:p>
          <a:p>
            <a:pPr marL="80010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Times New Roman"/>
                <a:cs typeface="Times New Roman"/>
              </a:rPr>
              <a:t>Dizplay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error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code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of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machine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to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aid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tracing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zource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of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problem</a:t>
            </a:r>
            <a:endParaRPr sz="750">
              <a:latin typeface="Times New Roman"/>
              <a:cs typeface="Times New Roman"/>
            </a:endParaRPr>
          </a:p>
          <a:p>
            <a:pPr marL="80010">
              <a:lnSpc>
                <a:spcPct val="100000"/>
              </a:lnSpc>
              <a:spcBef>
                <a:spcPts val="495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-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Alarm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38632" y="1871992"/>
            <a:ext cx="6419850" cy="7247890"/>
            <a:chOff x="638632" y="1871992"/>
            <a:chExt cx="6419850" cy="7247890"/>
          </a:xfrm>
        </p:grpSpPr>
        <p:sp>
          <p:nvSpPr>
            <p:cNvPr id="19" name="object 19" descr=""/>
            <p:cNvSpPr/>
            <p:nvPr/>
          </p:nvSpPr>
          <p:spPr>
            <a:xfrm>
              <a:off x="643966" y="1875167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5">
                  <a:moveTo>
                    <a:pt x="0" y="6438"/>
                  </a:moveTo>
                  <a:lnTo>
                    <a:pt x="0" y="0"/>
                  </a:lnTo>
                </a:path>
                <a:path w="0" h="6985">
                  <a:moveTo>
                    <a:pt x="0" y="6057"/>
                  </a:moveTo>
                  <a:lnTo>
                    <a:pt x="0" y="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46823" y="1875167"/>
              <a:ext cx="6408420" cy="6985"/>
            </a:xfrm>
            <a:custGeom>
              <a:avLst/>
              <a:gdLst/>
              <a:ahLst/>
              <a:cxnLst/>
              <a:rect l="l" t="t" r="r" b="b"/>
              <a:pathLst>
                <a:path w="6408420" h="6985">
                  <a:moveTo>
                    <a:pt x="0" y="3009"/>
                  </a:moveTo>
                  <a:lnTo>
                    <a:pt x="6404978" y="3009"/>
                  </a:lnTo>
                </a:path>
                <a:path w="6408420" h="6985">
                  <a:moveTo>
                    <a:pt x="6408000" y="6438"/>
                  </a:moveTo>
                  <a:lnTo>
                    <a:pt x="6408000" y="0"/>
                  </a:lnTo>
                </a:path>
                <a:path w="6408420" h="6985">
                  <a:moveTo>
                    <a:pt x="6408000" y="6057"/>
                  </a:moveTo>
                  <a:lnTo>
                    <a:pt x="640800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43966" y="1881606"/>
              <a:ext cx="6408420" cy="125730"/>
            </a:xfrm>
            <a:custGeom>
              <a:avLst/>
              <a:gdLst/>
              <a:ahLst/>
              <a:cxnLst/>
              <a:rect l="l" t="t" r="r" b="b"/>
              <a:pathLst>
                <a:path w="6408420" h="125730">
                  <a:moveTo>
                    <a:pt x="0" y="119976"/>
                  </a:moveTo>
                  <a:lnTo>
                    <a:pt x="0" y="0"/>
                  </a:lnTo>
                </a:path>
                <a:path w="6408420" h="125730">
                  <a:moveTo>
                    <a:pt x="0" y="125653"/>
                  </a:moveTo>
                  <a:lnTo>
                    <a:pt x="0" y="119976"/>
                  </a:lnTo>
                </a:path>
                <a:path w="6408420" h="125730">
                  <a:moveTo>
                    <a:pt x="0" y="125653"/>
                  </a:moveTo>
                  <a:lnTo>
                    <a:pt x="0" y="119976"/>
                  </a:lnTo>
                </a:path>
                <a:path w="6408420" h="125730">
                  <a:moveTo>
                    <a:pt x="2857" y="122834"/>
                  </a:moveTo>
                  <a:lnTo>
                    <a:pt x="6407835" y="122834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054824" y="1881606"/>
              <a:ext cx="0" cy="125730"/>
            </a:xfrm>
            <a:custGeom>
              <a:avLst/>
              <a:gdLst/>
              <a:ahLst/>
              <a:cxnLst/>
              <a:rect l="l" t="t" r="r" b="b"/>
              <a:pathLst>
                <a:path w="0" h="125730">
                  <a:moveTo>
                    <a:pt x="0" y="119976"/>
                  </a:moveTo>
                  <a:lnTo>
                    <a:pt x="0" y="0"/>
                  </a:lnTo>
                </a:path>
                <a:path w="0" h="125730">
                  <a:moveTo>
                    <a:pt x="0" y="125653"/>
                  </a:moveTo>
                  <a:lnTo>
                    <a:pt x="0" y="119976"/>
                  </a:lnTo>
                </a:path>
                <a:path w="0" h="125730">
                  <a:moveTo>
                    <a:pt x="0" y="125653"/>
                  </a:moveTo>
                  <a:lnTo>
                    <a:pt x="0" y="119976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43966" y="3762362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5">
                  <a:moveTo>
                    <a:pt x="0" y="6451"/>
                  </a:moveTo>
                  <a:lnTo>
                    <a:pt x="0" y="0"/>
                  </a:lnTo>
                </a:path>
                <a:path w="0" h="6985">
                  <a:moveTo>
                    <a:pt x="0" y="6070"/>
                  </a:moveTo>
                  <a:lnTo>
                    <a:pt x="0" y="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46823" y="3762362"/>
              <a:ext cx="6408420" cy="6985"/>
            </a:xfrm>
            <a:custGeom>
              <a:avLst/>
              <a:gdLst/>
              <a:ahLst/>
              <a:cxnLst/>
              <a:rect l="l" t="t" r="r" b="b"/>
              <a:pathLst>
                <a:path w="6408420" h="6985">
                  <a:moveTo>
                    <a:pt x="0" y="3035"/>
                  </a:moveTo>
                  <a:lnTo>
                    <a:pt x="6404978" y="3035"/>
                  </a:lnTo>
                </a:path>
                <a:path w="6408420" h="6985">
                  <a:moveTo>
                    <a:pt x="6408000" y="6451"/>
                  </a:moveTo>
                  <a:lnTo>
                    <a:pt x="6408000" y="0"/>
                  </a:lnTo>
                </a:path>
                <a:path w="6408420" h="6985">
                  <a:moveTo>
                    <a:pt x="6408000" y="6070"/>
                  </a:moveTo>
                  <a:lnTo>
                    <a:pt x="640800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43966" y="3768813"/>
              <a:ext cx="6408420" cy="245745"/>
            </a:xfrm>
            <a:custGeom>
              <a:avLst/>
              <a:gdLst/>
              <a:ahLst/>
              <a:cxnLst/>
              <a:rect l="l" t="t" r="r" b="b"/>
              <a:pathLst>
                <a:path w="6408420" h="245745">
                  <a:moveTo>
                    <a:pt x="0" y="239941"/>
                  </a:moveTo>
                  <a:lnTo>
                    <a:pt x="0" y="0"/>
                  </a:lnTo>
                </a:path>
                <a:path w="6408420" h="245745">
                  <a:moveTo>
                    <a:pt x="0" y="245630"/>
                  </a:moveTo>
                  <a:lnTo>
                    <a:pt x="0" y="239941"/>
                  </a:lnTo>
                </a:path>
                <a:path w="6408420" h="245745">
                  <a:moveTo>
                    <a:pt x="0" y="245630"/>
                  </a:moveTo>
                  <a:lnTo>
                    <a:pt x="0" y="239941"/>
                  </a:lnTo>
                </a:path>
                <a:path w="6408420" h="245745">
                  <a:moveTo>
                    <a:pt x="2857" y="242785"/>
                  </a:moveTo>
                  <a:lnTo>
                    <a:pt x="6407835" y="242785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054824" y="3768813"/>
              <a:ext cx="0" cy="245745"/>
            </a:xfrm>
            <a:custGeom>
              <a:avLst/>
              <a:gdLst/>
              <a:ahLst/>
              <a:cxnLst/>
              <a:rect l="l" t="t" r="r" b="b"/>
              <a:pathLst>
                <a:path w="0" h="245745">
                  <a:moveTo>
                    <a:pt x="0" y="239941"/>
                  </a:moveTo>
                  <a:lnTo>
                    <a:pt x="0" y="0"/>
                  </a:lnTo>
                </a:path>
                <a:path w="0" h="245745">
                  <a:moveTo>
                    <a:pt x="0" y="245630"/>
                  </a:moveTo>
                  <a:lnTo>
                    <a:pt x="0" y="239941"/>
                  </a:lnTo>
                </a:path>
                <a:path w="0" h="245745">
                  <a:moveTo>
                    <a:pt x="0" y="245630"/>
                  </a:moveTo>
                  <a:lnTo>
                    <a:pt x="0" y="239941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43966" y="4794618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5">
                  <a:moveTo>
                    <a:pt x="0" y="6451"/>
                  </a:moveTo>
                  <a:lnTo>
                    <a:pt x="0" y="0"/>
                  </a:lnTo>
                </a:path>
                <a:path w="0" h="6985">
                  <a:moveTo>
                    <a:pt x="0" y="6070"/>
                  </a:moveTo>
                  <a:lnTo>
                    <a:pt x="0" y="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46823" y="4794618"/>
              <a:ext cx="6408420" cy="6985"/>
            </a:xfrm>
            <a:custGeom>
              <a:avLst/>
              <a:gdLst/>
              <a:ahLst/>
              <a:cxnLst/>
              <a:rect l="l" t="t" r="r" b="b"/>
              <a:pathLst>
                <a:path w="6408420" h="6985">
                  <a:moveTo>
                    <a:pt x="0" y="3035"/>
                  </a:moveTo>
                  <a:lnTo>
                    <a:pt x="6404978" y="3035"/>
                  </a:lnTo>
                </a:path>
                <a:path w="6408420" h="6985">
                  <a:moveTo>
                    <a:pt x="6408000" y="6451"/>
                  </a:moveTo>
                  <a:lnTo>
                    <a:pt x="6408000" y="0"/>
                  </a:lnTo>
                </a:path>
                <a:path w="6408420" h="6985">
                  <a:moveTo>
                    <a:pt x="6408000" y="6070"/>
                  </a:moveTo>
                  <a:lnTo>
                    <a:pt x="640800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43966" y="4801069"/>
              <a:ext cx="6408420" cy="245745"/>
            </a:xfrm>
            <a:custGeom>
              <a:avLst/>
              <a:gdLst/>
              <a:ahLst/>
              <a:cxnLst/>
              <a:rect l="l" t="t" r="r" b="b"/>
              <a:pathLst>
                <a:path w="6408420" h="245745">
                  <a:moveTo>
                    <a:pt x="0" y="239941"/>
                  </a:moveTo>
                  <a:lnTo>
                    <a:pt x="0" y="0"/>
                  </a:lnTo>
                </a:path>
                <a:path w="6408420" h="245745">
                  <a:moveTo>
                    <a:pt x="0" y="245630"/>
                  </a:moveTo>
                  <a:lnTo>
                    <a:pt x="0" y="239928"/>
                  </a:lnTo>
                </a:path>
                <a:path w="6408420" h="245745">
                  <a:moveTo>
                    <a:pt x="0" y="245630"/>
                  </a:moveTo>
                  <a:lnTo>
                    <a:pt x="0" y="239928"/>
                  </a:lnTo>
                </a:path>
                <a:path w="6408420" h="245745">
                  <a:moveTo>
                    <a:pt x="2857" y="242785"/>
                  </a:moveTo>
                  <a:lnTo>
                    <a:pt x="6407835" y="242785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054824" y="4801069"/>
              <a:ext cx="0" cy="245745"/>
            </a:xfrm>
            <a:custGeom>
              <a:avLst/>
              <a:gdLst/>
              <a:ahLst/>
              <a:cxnLst/>
              <a:rect l="l" t="t" r="r" b="b"/>
              <a:pathLst>
                <a:path w="0" h="245745">
                  <a:moveTo>
                    <a:pt x="0" y="239941"/>
                  </a:moveTo>
                  <a:lnTo>
                    <a:pt x="0" y="0"/>
                  </a:lnTo>
                </a:path>
                <a:path w="0" h="245745">
                  <a:moveTo>
                    <a:pt x="0" y="245630"/>
                  </a:moveTo>
                  <a:lnTo>
                    <a:pt x="0" y="239928"/>
                  </a:lnTo>
                </a:path>
                <a:path w="0" h="245745">
                  <a:moveTo>
                    <a:pt x="0" y="245630"/>
                  </a:moveTo>
                  <a:lnTo>
                    <a:pt x="0" y="239928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43966" y="5842050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5">
                  <a:moveTo>
                    <a:pt x="0" y="6464"/>
                  </a:moveTo>
                  <a:lnTo>
                    <a:pt x="0" y="0"/>
                  </a:lnTo>
                </a:path>
                <a:path w="0" h="6985">
                  <a:moveTo>
                    <a:pt x="0" y="6083"/>
                  </a:moveTo>
                  <a:lnTo>
                    <a:pt x="0" y="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46823" y="5842050"/>
              <a:ext cx="6408420" cy="6985"/>
            </a:xfrm>
            <a:custGeom>
              <a:avLst/>
              <a:gdLst/>
              <a:ahLst/>
              <a:cxnLst/>
              <a:rect l="l" t="t" r="r" b="b"/>
              <a:pathLst>
                <a:path w="6408420" h="6985">
                  <a:moveTo>
                    <a:pt x="0" y="3035"/>
                  </a:moveTo>
                  <a:lnTo>
                    <a:pt x="6404978" y="3035"/>
                  </a:lnTo>
                </a:path>
                <a:path w="6408420" h="6985">
                  <a:moveTo>
                    <a:pt x="6408000" y="6464"/>
                  </a:moveTo>
                  <a:lnTo>
                    <a:pt x="6408000" y="0"/>
                  </a:lnTo>
                </a:path>
                <a:path w="6408420" h="6985">
                  <a:moveTo>
                    <a:pt x="6408000" y="6083"/>
                  </a:moveTo>
                  <a:lnTo>
                    <a:pt x="640800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43966" y="5848515"/>
              <a:ext cx="6408420" cy="245745"/>
            </a:xfrm>
            <a:custGeom>
              <a:avLst/>
              <a:gdLst/>
              <a:ahLst/>
              <a:cxnLst/>
              <a:rect l="l" t="t" r="r" b="b"/>
              <a:pathLst>
                <a:path w="6408420" h="245745">
                  <a:moveTo>
                    <a:pt x="0" y="239928"/>
                  </a:moveTo>
                  <a:lnTo>
                    <a:pt x="0" y="0"/>
                  </a:lnTo>
                </a:path>
                <a:path w="6408420" h="245745">
                  <a:moveTo>
                    <a:pt x="0" y="245630"/>
                  </a:moveTo>
                  <a:lnTo>
                    <a:pt x="0" y="239928"/>
                  </a:lnTo>
                </a:path>
                <a:path w="6408420" h="245745">
                  <a:moveTo>
                    <a:pt x="0" y="245630"/>
                  </a:moveTo>
                  <a:lnTo>
                    <a:pt x="0" y="239928"/>
                  </a:lnTo>
                </a:path>
                <a:path w="6408420" h="245745">
                  <a:moveTo>
                    <a:pt x="2857" y="242773"/>
                  </a:moveTo>
                  <a:lnTo>
                    <a:pt x="6407835" y="242773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7054824" y="5848515"/>
              <a:ext cx="0" cy="245745"/>
            </a:xfrm>
            <a:custGeom>
              <a:avLst/>
              <a:gdLst/>
              <a:ahLst/>
              <a:cxnLst/>
              <a:rect l="l" t="t" r="r" b="b"/>
              <a:pathLst>
                <a:path w="0" h="245745">
                  <a:moveTo>
                    <a:pt x="0" y="239928"/>
                  </a:moveTo>
                  <a:lnTo>
                    <a:pt x="0" y="0"/>
                  </a:lnTo>
                </a:path>
                <a:path w="0" h="245745">
                  <a:moveTo>
                    <a:pt x="0" y="245630"/>
                  </a:moveTo>
                  <a:lnTo>
                    <a:pt x="0" y="239928"/>
                  </a:lnTo>
                </a:path>
                <a:path w="0" h="245745">
                  <a:moveTo>
                    <a:pt x="0" y="245630"/>
                  </a:moveTo>
                  <a:lnTo>
                    <a:pt x="0" y="239928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643966" y="6889496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4">
                  <a:moveTo>
                    <a:pt x="0" y="6451"/>
                  </a:moveTo>
                  <a:lnTo>
                    <a:pt x="0" y="0"/>
                  </a:lnTo>
                </a:path>
                <a:path w="0" h="6984">
                  <a:moveTo>
                    <a:pt x="0" y="6070"/>
                  </a:moveTo>
                  <a:lnTo>
                    <a:pt x="0" y="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46823" y="6889496"/>
              <a:ext cx="6408420" cy="6985"/>
            </a:xfrm>
            <a:custGeom>
              <a:avLst/>
              <a:gdLst/>
              <a:ahLst/>
              <a:cxnLst/>
              <a:rect l="l" t="t" r="r" b="b"/>
              <a:pathLst>
                <a:path w="6408420" h="6984">
                  <a:moveTo>
                    <a:pt x="0" y="3035"/>
                  </a:moveTo>
                  <a:lnTo>
                    <a:pt x="6404978" y="3035"/>
                  </a:lnTo>
                </a:path>
                <a:path w="6408420" h="6984">
                  <a:moveTo>
                    <a:pt x="6408000" y="6451"/>
                  </a:moveTo>
                  <a:lnTo>
                    <a:pt x="6408000" y="0"/>
                  </a:lnTo>
                </a:path>
                <a:path w="6408420" h="6984">
                  <a:moveTo>
                    <a:pt x="6408000" y="6070"/>
                  </a:moveTo>
                  <a:lnTo>
                    <a:pt x="640800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43966" y="6895947"/>
              <a:ext cx="6408420" cy="245745"/>
            </a:xfrm>
            <a:custGeom>
              <a:avLst/>
              <a:gdLst/>
              <a:ahLst/>
              <a:cxnLst/>
              <a:rect l="l" t="t" r="r" b="b"/>
              <a:pathLst>
                <a:path w="6408420" h="245745">
                  <a:moveTo>
                    <a:pt x="0" y="239928"/>
                  </a:moveTo>
                  <a:lnTo>
                    <a:pt x="0" y="0"/>
                  </a:lnTo>
                </a:path>
                <a:path w="6408420" h="245745">
                  <a:moveTo>
                    <a:pt x="0" y="245630"/>
                  </a:moveTo>
                  <a:lnTo>
                    <a:pt x="0" y="239928"/>
                  </a:lnTo>
                </a:path>
                <a:path w="6408420" h="245745">
                  <a:moveTo>
                    <a:pt x="0" y="245630"/>
                  </a:moveTo>
                  <a:lnTo>
                    <a:pt x="0" y="239928"/>
                  </a:lnTo>
                </a:path>
                <a:path w="6408420" h="245745">
                  <a:moveTo>
                    <a:pt x="2857" y="242785"/>
                  </a:moveTo>
                  <a:lnTo>
                    <a:pt x="6407835" y="242785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7054824" y="6895947"/>
              <a:ext cx="0" cy="245745"/>
            </a:xfrm>
            <a:custGeom>
              <a:avLst/>
              <a:gdLst/>
              <a:ahLst/>
              <a:cxnLst/>
              <a:rect l="l" t="t" r="r" b="b"/>
              <a:pathLst>
                <a:path w="0" h="245745">
                  <a:moveTo>
                    <a:pt x="0" y="239928"/>
                  </a:moveTo>
                  <a:lnTo>
                    <a:pt x="0" y="0"/>
                  </a:lnTo>
                </a:path>
                <a:path w="0" h="245745">
                  <a:moveTo>
                    <a:pt x="0" y="245630"/>
                  </a:moveTo>
                  <a:lnTo>
                    <a:pt x="0" y="239928"/>
                  </a:lnTo>
                </a:path>
                <a:path w="0" h="245745">
                  <a:moveTo>
                    <a:pt x="0" y="245630"/>
                  </a:moveTo>
                  <a:lnTo>
                    <a:pt x="0" y="239928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43966" y="7936928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4">
                  <a:moveTo>
                    <a:pt x="0" y="6451"/>
                  </a:moveTo>
                  <a:lnTo>
                    <a:pt x="0" y="0"/>
                  </a:lnTo>
                </a:path>
                <a:path w="0" h="6984">
                  <a:moveTo>
                    <a:pt x="0" y="6083"/>
                  </a:moveTo>
                  <a:lnTo>
                    <a:pt x="0" y="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46823" y="7936928"/>
              <a:ext cx="6408420" cy="6985"/>
            </a:xfrm>
            <a:custGeom>
              <a:avLst/>
              <a:gdLst/>
              <a:ahLst/>
              <a:cxnLst/>
              <a:rect l="l" t="t" r="r" b="b"/>
              <a:pathLst>
                <a:path w="6408420" h="6984">
                  <a:moveTo>
                    <a:pt x="0" y="3035"/>
                  </a:moveTo>
                  <a:lnTo>
                    <a:pt x="6404978" y="3035"/>
                  </a:lnTo>
                </a:path>
                <a:path w="6408420" h="6984">
                  <a:moveTo>
                    <a:pt x="6408000" y="6451"/>
                  </a:moveTo>
                  <a:lnTo>
                    <a:pt x="6408000" y="0"/>
                  </a:lnTo>
                </a:path>
                <a:path w="6408420" h="6984">
                  <a:moveTo>
                    <a:pt x="6408000" y="6083"/>
                  </a:moveTo>
                  <a:lnTo>
                    <a:pt x="640800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43966" y="7943380"/>
              <a:ext cx="0" cy="245745"/>
            </a:xfrm>
            <a:custGeom>
              <a:avLst/>
              <a:gdLst/>
              <a:ahLst/>
              <a:cxnLst/>
              <a:rect l="l" t="t" r="r" b="b"/>
              <a:pathLst>
                <a:path w="0" h="245745">
                  <a:moveTo>
                    <a:pt x="0" y="239560"/>
                  </a:moveTo>
                  <a:lnTo>
                    <a:pt x="0" y="0"/>
                  </a:lnTo>
                </a:path>
                <a:path w="0" h="245745">
                  <a:moveTo>
                    <a:pt x="0" y="245630"/>
                  </a:moveTo>
                  <a:lnTo>
                    <a:pt x="0" y="239560"/>
                  </a:lnTo>
                </a:path>
                <a:path w="0" h="245745">
                  <a:moveTo>
                    <a:pt x="0" y="245630"/>
                  </a:moveTo>
                  <a:lnTo>
                    <a:pt x="0" y="23956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46823" y="7943380"/>
              <a:ext cx="6408420" cy="245745"/>
            </a:xfrm>
            <a:custGeom>
              <a:avLst/>
              <a:gdLst/>
              <a:ahLst/>
              <a:cxnLst/>
              <a:rect l="l" t="t" r="r" b="b"/>
              <a:pathLst>
                <a:path w="6408420" h="245745">
                  <a:moveTo>
                    <a:pt x="0" y="242595"/>
                  </a:moveTo>
                  <a:lnTo>
                    <a:pt x="6404978" y="242595"/>
                  </a:lnTo>
                </a:path>
                <a:path w="6408420" h="245745">
                  <a:moveTo>
                    <a:pt x="6408000" y="239560"/>
                  </a:moveTo>
                  <a:lnTo>
                    <a:pt x="6408000" y="0"/>
                  </a:lnTo>
                </a:path>
                <a:path w="6408420" h="245745">
                  <a:moveTo>
                    <a:pt x="6408000" y="245630"/>
                  </a:moveTo>
                  <a:lnTo>
                    <a:pt x="6408000" y="239560"/>
                  </a:lnTo>
                </a:path>
                <a:path w="6408420" h="245745">
                  <a:moveTo>
                    <a:pt x="6408000" y="245630"/>
                  </a:moveTo>
                  <a:lnTo>
                    <a:pt x="6408000" y="23956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43966" y="8984360"/>
              <a:ext cx="6408420" cy="6350"/>
            </a:xfrm>
            <a:custGeom>
              <a:avLst/>
              <a:gdLst/>
              <a:ahLst/>
              <a:cxnLst/>
              <a:rect l="l" t="t" r="r" b="b"/>
              <a:pathLst>
                <a:path w="6408420" h="6350">
                  <a:moveTo>
                    <a:pt x="0" y="6083"/>
                  </a:moveTo>
                  <a:lnTo>
                    <a:pt x="0" y="0"/>
                  </a:lnTo>
                </a:path>
                <a:path w="6408420" h="6350">
                  <a:moveTo>
                    <a:pt x="0" y="5702"/>
                  </a:moveTo>
                  <a:lnTo>
                    <a:pt x="0" y="0"/>
                  </a:lnTo>
                </a:path>
                <a:path w="6408420" h="6350">
                  <a:moveTo>
                    <a:pt x="2857" y="2857"/>
                  </a:moveTo>
                  <a:lnTo>
                    <a:pt x="6407835" y="2857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7054824" y="8984360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w="0" h="6350">
                  <a:moveTo>
                    <a:pt x="0" y="6083"/>
                  </a:moveTo>
                  <a:lnTo>
                    <a:pt x="0" y="0"/>
                  </a:lnTo>
                </a:path>
                <a:path w="0" h="6350">
                  <a:moveTo>
                    <a:pt x="0" y="5702"/>
                  </a:moveTo>
                  <a:lnTo>
                    <a:pt x="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43966" y="8990444"/>
              <a:ext cx="0" cy="126364"/>
            </a:xfrm>
            <a:custGeom>
              <a:avLst/>
              <a:gdLst/>
              <a:ahLst/>
              <a:cxnLst/>
              <a:rect l="l" t="t" r="r" b="b"/>
              <a:pathLst>
                <a:path w="0" h="126365">
                  <a:moveTo>
                    <a:pt x="0" y="119964"/>
                  </a:moveTo>
                  <a:lnTo>
                    <a:pt x="0" y="0"/>
                  </a:lnTo>
                </a:path>
                <a:path w="0" h="126365">
                  <a:moveTo>
                    <a:pt x="0" y="126047"/>
                  </a:moveTo>
                  <a:lnTo>
                    <a:pt x="0" y="119964"/>
                  </a:lnTo>
                </a:path>
                <a:path w="0" h="126365">
                  <a:moveTo>
                    <a:pt x="0" y="126047"/>
                  </a:moveTo>
                  <a:lnTo>
                    <a:pt x="0" y="119964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46823" y="8990444"/>
              <a:ext cx="6408420" cy="126364"/>
            </a:xfrm>
            <a:custGeom>
              <a:avLst/>
              <a:gdLst/>
              <a:ahLst/>
              <a:cxnLst/>
              <a:rect l="l" t="t" r="r" b="b"/>
              <a:pathLst>
                <a:path w="6408420" h="126365">
                  <a:moveTo>
                    <a:pt x="0" y="122999"/>
                  </a:moveTo>
                  <a:lnTo>
                    <a:pt x="6404978" y="122999"/>
                  </a:lnTo>
                </a:path>
                <a:path w="6408420" h="126365">
                  <a:moveTo>
                    <a:pt x="6408000" y="119964"/>
                  </a:moveTo>
                  <a:lnTo>
                    <a:pt x="6408000" y="0"/>
                  </a:lnTo>
                </a:path>
                <a:path w="6408420" h="126365">
                  <a:moveTo>
                    <a:pt x="6408000" y="126047"/>
                  </a:moveTo>
                  <a:lnTo>
                    <a:pt x="6408000" y="119964"/>
                  </a:lnTo>
                </a:path>
                <a:path w="6408420" h="126365">
                  <a:moveTo>
                    <a:pt x="6408000" y="126047"/>
                  </a:moveTo>
                  <a:lnTo>
                    <a:pt x="6408000" y="119964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43394" y="2038769"/>
              <a:ext cx="728980" cy="1694814"/>
            </a:xfrm>
            <a:custGeom>
              <a:avLst/>
              <a:gdLst/>
              <a:ahLst/>
              <a:cxnLst/>
              <a:rect l="l" t="t" r="r" b="b"/>
              <a:pathLst>
                <a:path w="728980" h="1694814">
                  <a:moveTo>
                    <a:pt x="0" y="0"/>
                  </a:moveTo>
                  <a:lnTo>
                    <a:pt x="0" y="1694738"/>
                  </a:lnTo>
                </a:path>
                <a:path w="728980" h="1694814">
                  <a:moveTo>
                    <a:pt x="629843" y="128701"/>
                  </a:moveTo>
                  <a:lnTo>
                    <a:pt x="629843" y="308648"/>
                  </a:lnTo>
                </a:path>
                <a:path w="728980" h="1694814">
                  <a:moveTo>
                    <a:pt x="719810" y="128701"/>
                  </a:moveTo>
                  <a:lnTo>
                    <a:pt x="719810" y="308648"/>
                  </a:lnTo>
                </a:path>
                <a:path w="728980" h="1694814">
                  <a:moveTo>
                    <a:pt x="639330" y="569861"/>
                  </a:moveTo>
                  <a:lnTo>
                    <a:pt x="639330" y="749807"/>
                  </a:lnTo>
                </a:path>
                <a:path w="728980" h="1694814">
                  <a:moveTo>
                    <a:pt x="728929" y="569861"/>
                  </a:moveTo>
                  <a:lnTo>
                    <a:pt x="728929" y="749807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0573" y="2163171"/>
              <a:ext cx="278777" cy="189052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643394" y="2257463"/>
              <a:ext cx="1562100" cy="1295400"/>
            </a:xfrm>
            <a:custGeom>
              <a:avLst/>
              <a:gdLst/>
              <a:ahLst/>
              <a:cxnLst/>
              <a:rect l="l" t="t" r="r" b="b"/>
              <a:pathLst>
                <a:path w="1562100" h="1295400">
                  <a:moveTo>
                    <a:pt x="0" y="0"/>
                  </a:moveTo>
                  <a:lnTo>
                    <a:pt x="629843" y="0"/>
                  </a:lnTo>
                </a:path>
                <a:path w="1562100" h="1295400">
                  <a:moveTo>
                    <a:pt x="719810" y="0"/>
                  </a:moveTo>
                  <a:lnTo>
                    <a:pt x="1561477" y="0"/>
                  </a:lnTo>
                </a:path>
                <a:path w="1562100" h="1295400">
                  <a:moveTo>
                    <a:pt x="639330" y="441121"/>
                  </a:moveTo>
                  <a:lnTo>
                    <a:pt x="9499" y="441121"/>
                  </a:lnTo>
                </a:path>
                <a:path w="1562100" h="1295400">
                  <a:moveTo>
                    <a:pt x="1079715" y="0"/>
                  </a:moveTo>
                  <a:lnTo>
                    <a:pt x="1079715" y="1295336"/>
                  </a:lnTo>
                </a:path>
                <a:path w="1562100" h="1295400">
                  <a:moveTo>
                    <a:pt x="728929" y="441121"/>
                  </a:moveTo>
                  <a:lnTo>
                    <a:pt x="1089215" y="441121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2161047" y="2357036"/>
            <a:ext cx="2819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Alarm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1172074" y="2043446"/>
            <a:ext cx="3073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2148898" y="2033958"/>
            <a:ext cx="3073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010.00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1172074" y="2349292"/>
            <a:ext cx="307340" cy="2806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48895">
              <a:lnSpc>
                <a:spcPct val="111600"/>
              </a:lnSpc>
              <a:spcBef>
                <a:spcPts val="90"/>
              </a:spcBef>
            </a:pPr>
            <a:r>
              <a:rPr dirty="0" sz="750" spc="-25">
                <a:latin typeface="Times New Roman"/>
                <a:cs typeface="Times New Roman"/>
              </a:rPr>
              <a:t>PB1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000.02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629145" y="3025635"/>
            <a:ext cx="2267585" cy="1753870"/>
            <a:chOff x="629145" y="3025635"/>
            <a:chExt cx="2267585" cy="1753870"/>
          </a:xfrm>
        </p:grpSpPr>
        <p:sp>
          <p:nvSpPr>
            <p:cNvPr id="55" name="object 55" descr=""/>
            <p:cNvSpPr/>
            <p:nvPr/>
          </p:nvSpPr>
          <p:spPr>
            <a:xfrm>
              <a:off x="633907" y="3030397"/>
              <a:ext cx="1357630" cy="1744345"/>
            </a:xfrm>
            <a:custGeom>
              <a:avLst/>
              <a:gdLst/>
              <a:ahLst/>
              <a:cxnLst/>
              <a:rect l="l" t="t" r="r" b="b"/>
              <a:pathLst>
                <a:path w="1357630" h="1744345">
                  <a:moveTo>
                    <a:pt x="648817" y="0"/>
                  </a:moveTo>
                  <a:lnTo>
                    <a:pt x="648817" y="179958"/>
                  </a:lnTo>
                </a:path>
                <a:path w="1357630" h="1744345">
                  <a:moveTo>
                    <a:pt x="738416" y="0"/>
                  </a:moveTo>
                  <a:lnTo>
                    <a:pt x="738416" y="179958"/>
                  </a:lnTo>
                </a:path>
                <a:path w="1357630" h="1744345">
                  <a:moveTo>
                    <a:pt x="648817" y="89992"/>
                  </a:moveTo>
                  <a:lnTo>
                    <a:pt x="18986" y="89992"/>
                  </a:lnTo>
                </a:path>
                <a:path w="1357630" h="1744345">
                  <a:moveTo>
                    <a:pt x="738416" y="89992"/>
                  </a:moveTo>
                  <a:lnTo>
                    <a:pt x="1098702" y="89992"/>
                  </a:lnTo>
                </a:path>
                <a:path w="1357630" h="1744345">
                  <a:moveTo>
                    <a:pt x="648817" y="421043"/>
                  </a:moveTo>
                  <a:lnTo>
                    <a:pt x="648817" y="600989"/>
                  </a:lnTo>
                </a:path>
                <a:path w="1357630" h="1744345">
                  <a:moveTo>
                    <a:pt x="738416" y="421043"/>
                  </a:moveTo>
                  <a:lnTo>
                    <a:pt x="738416" y="600989"/>
                  </a:lnTo>
                </a:path>
                <a:path w="1357630" h="1744345">
                  <a:moveTo>
                    <a:pt x="648817" y="511771"/>
                  </a:moveTo>
                  <a:lnTo>
                    <a:pt x="18986" y="511771"/>
                  </a:lnTo>
                </a:path>
                <a:path w="1357630" h="1744345">
                  <a:moveTo>
                    <a:pt x="738416" y="511771"/>
                  </a:moveTo>
                  <a:lnTo>
                    <a:pt x="1098702" y="511771"/>
                  </a:lnTo>
                </a:path>
                <a:path w="1357630" h="1744345">
                  <a:moveTo>
                    <a:pt x="0" y="1005306"/>
                  </a:moveTo>
                  <a:lnTo>
                    <a:pt x="0" y="1743722"/>
                  </a:lnTo>
                </a:path>
                <a:path w="1357630" h="1744345">
                  <a:moveTo>
                    <a:pt x="637425" y="1124140"/>
                  </a:moveTo>
                  <a:lnTo>
                    <a:pt x="637425" y="1304086"/>
                  </a:lnTo>
                </a:path>
                <a:path w="1357630" h="1744345">
                  <a:moveTo>
                    <a:pt x="727405" y="1124140"/>
                  </a:moveTo>
                  <a:lnTo>
                    <a:pt x="727405" y="1304086"/>
                  </a:lnTo>
                </a:path>
                <a:path w="1357630" h="1744345">
                  <a:moveTo>
                    <a:pt x="630212" y="1204620"/>
                  </a:moveTo>
                  <a:lnTo>
                    <a:pt x="0" y="1204620"/>
                  </a:lnTo>
                </a:path>
                <a:path w="1357630" h="1744345">
                  <a:moveTo>
                    <a:pt x="727405" y="1204620"/>
                  </a:moveTo>
                  <a:lnTo>
                    <a:pt x="1357604" y="120462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991512" y="4088472"/>
              <a:ext cx="900430" cy="619125"/>
            </a:xfrm>
            <a:custGeom>
              <a:avLst/>
              <a:gdLst/>
              <a:ahLst/>
              <a:cxnLst/>
              <a:rect l="l" t="t" r="r" b="b"/>
              <a:pathLst>
                <a:path w="900430" h="619125">
                  <a:moveTo>
                    <a:pt x="0" y="0"/>
                  </a:moveTo>
                  <a:lnTo>
                    <a:pt x="900150" y="0"/>
                  </a:lnTo>
                  <a:lnTo>
                    <a:pt x="900150" y="618820"/>
                  </a:lnTo>
                  <a:lnTo>
                    <a:pt x="0" y="61882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2073729" y="4331563"/>
            <a:ext cx="27495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#0001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8" name="object 58" descr=""/>
          <p:cNvSpPr/>
          <p:nvPr/>
        </p:nvSpPr>
        <p:spPr>
          <a:xfrm>
            <a:off x="643394" y="4491278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4" h="0">
                <a:moveTo>
                  <a:pt x="0" y="0"/>
                </a:moveTo>
                <a:lnTo>
                  <a:pt x="359905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 txBox="1"/>
          <p:nvPr/>
        </p:nvSpPr>
        <p:spPr>
          <a:xfrm>
            <a:off x="698657" y="2789065"/>
            <a:ext cx="1798955" cy="14782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485775" marR="1022985" indent="6350">
              <a:lnSpc>
                <a:spcPct val="102600"/>
              </a:lnSpc>
              <a:spcBef>
                <a:spcPts val="110"/>
              </a:spcBef>
            </a:pPr>
            <a:r>
              <a:rPr dirty="0" sz="750" spc="-25">
                <a:latin typeface="Times New Roman"/>
                <a:cs typeface="Times New Roman"/>
              </a:rPr>
              <a:t>PB2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000.03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750">
              <a:latin typeface="Times New Roman"/>
              <a:cs typeface="Times New Roman"/>
            </a:endParaRPr>
          </a:p>
          <a:p>
            <a:pPr algn="ctr" marL="485775" marR="1022985" indent="-3810">
              <a:lnSpc>
                <a:spcPct val="103000"/>
              </a:lnSpc>
            </a:pPr>
            <a:r>
              <a:rPr dirty="0" sz="750" spc="-25">
                <a:latin typeface="Times New Roman"/>
                <a:cs typeface="Times New Roman"/>
              </a:rPr>
              <a:t>PB3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000.04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750">
              <a:latin typeface="Times New Roman"/>
              <a:cs typeface="Times New Roman"/>
            </a:endParaRPr>
          </a:p>
          <a:p>
            <a:pPr algn="ctr" marR="521334">
              <a:lnSpc>
                <a:spcPct val="100000"/>
              </a:lnSpc>
            </a:pPr>
            <a:r>
              <a:rPr dirty="0" sz="750" spc="-25">
                <a:latin typeface="Times New Roman"/>
                <a:cs typeface="Times New Roman"/>
              </a:rPr>
              <a:t>PB4</a:t>
            </a: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2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Code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 spc="-50">
                <a:latin typeface="Times New Roman"/>
                <a:cs typeface="Times New Roman"/>
              </a:rPr>
              <a:t>1</a:t>
            </a:r>
            <a:endParaRPr sz="750">
              <a:latin typeface="Times New Roman"/>
              <a:cs typeface="Times New Roman"/>
            </a:endParaRPr>
          </a:p>
          <a:p>
            <a:pPr algn="r" marR="1083310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Times New Roman"/>
                <a:cs typeface="Times New Roman"/>
              </a:rPr>
              <a:t>Feeding</a:t>
            </a:r>
            <a:r>
              <a:rPr dirty="0" sz="750" spc="13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Problem</a:t>
            </a:r>
            <a:endParaRPr sz="750">
              <a:latin typeface="Times New Roman"/>
              <a:cs typeface="Times New Roman"/>
            </a:endParaRPr>
          </a:p>
          <a:p>
            <a:pPr algn="r" marR="1029335">
              <a:lnSpc>
                <a:spcPts val="790"/>
              </a:lnSpc>
              <a:spcBef>
                <a:spcPts val="380"/>
              </a:spcBef>
            </a:pPr>
            <a:r>
              <a:rPr dirty="0" sz="750" spc="-10">
                <a:latin typeface="Times New Roman"/>
                <a:cs typeface="Times New Roman"/>
              </a:rPr>
              <a:t>000.01</a:t>
            </a:r>
            <a:endParaRPr sz="750">
              <a:latin typeface="Times New Roman"/>
              <a:cs typeface="Times New Roman"/>
            </a:endParaRPr>
          </a:p>
          <a:p>
            <a:pPr algn="r" marR="5080">
              <a:lnSpc>
                <a:spcPts val="790"/>
              </a:lnSpc>
            </a:pPr>
            <a:r>
              <a:rPr dirty="0" sz="750" spc="-10">
                <a:latin typeface="Times New Roman"/>
                <a:cs typeface="Times New Roman"/>
              </a:rPr>
              <a:t>MOV(21)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1219150" y="4329662"/>
            <a:ext cx="19494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PB1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629145" y="4296689"/>
            <a:ext cx="2276475" cy="1529715"/>
            <a:chOff x="629145" y="4296689"/>
            <a:chExt cx="2276475" cy="1529715"/>
          </a:xfrm>
        </p:grpSpPr>
        <p:sp>
          <p:nvSpPr>
            <p:cNvPr id="62" name="object 62" descr=""/>
            <p:cNvSpPr/>
            <p:nvPr/>
          </p:nvSpPr>
          <p:spPr>
            <a:xfrm>
              <a:off x="633907" y="4301451"/>
              <a:ext cx="2266950" cy="1520190"/>
            </a:xfrm>
            <a:custGeom>
              <a:avLst/>
              <a:gdLst/>
              <a:ahLst/>
              <a:cxnLst/>
              <a:rect l="l" t="t" r="r" b="b"/>
              <a:pathLst>
                <a:path w="2266950" h="1520189">
                  <a:moveTo>
                    <a:pt x="1357604" y="0"/>
                  </a:moveTo>
                  <a:lnTo>
                    <a:pt x="2257361" y="0"/>
                  </a:lnTo>
                </a:path>
                <a:path w="2266950" h="1520189">
                  <a:moveTo>
                    <a:pt x="0" y="380415"/>
                  </a:moveTo>
                  <a:lnTo>
                    <a:pt x="359905" y="380415"/>
                  </a:lnTo>
                </a:path>
                <a:path w="2266950" h="1520189">
                  <a:moveTo>
                    <a:pt x="1366723" y="200456"/>
                  </a:moveTo>
                  <a:lnTo>
                    <a:pt x="2266467" y="200456"/>
                  </a:lnTo>
                </a:path>
                <a:path w="2266950" h="1520189">
                  <a:moveTo>
                    <a:pt x="9486" y="781697"/>
                  </a:moveTo>
                  <a:lnTo>
                    <a:pt x="9486" y="1520101"/>
                  </a:lnTo>
                </a:path>
                <a:path w="2266950" h="1520189">
                  <a:moveTo>
                    <a:pt x="646912" y="881545"/>
                  </a:moveTo>
                  <a:lnTo>
                    <a:pt x="646912" y="1061491"/>
                  </a:lnTo>
                </a:path>
                <a:path w="2266950" h="1520189">
                  <a:moveTo>
                    <a:pt x="736511" y="881545"/>
                  </a:moveTo>
                  <a:lnTo>
                    <a:pt x="736511" y="1061491"/>
                  </a:lnTo>
                </a:path>
                <a:path w="2266950" h="1520189">
                  <a:moveTo>
                    <a:pt x="639330" y="962025"/>
                  </a:moveTo>
                  <a:lnTo>
                    <a:pt x="9486" y="962025"/>
                  </a:lnTo>
                </a:path>
                <a:path w="2266950" h="1520189">
                  <a:moveTo>
                    <a:pt x="736511" y="962025"/>
                  </a:moveTo>
                  <a:lnTo>
                    <a:pt x="1366723" y="962025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000630" y="5116550"/>
              <a:ext cx="900430" cy="657225"/>
            </a:xfrm>
            <a:custGeom>
              <a:avLst/>
              <a:gdLst/>
              <a:ahLst/>
              <a:cxnLst/>
              <a:rect l="l" t="t" r="r" b="b"/>
              <a:pathLst>
                <a:path w="900430" h="657225">
                  <a:moveTo>
                    <a:pt x="0" y="0"/>
                  </a:moveTo>
                  <a:lnTo>
                    <a:pt x="900150" y="0"/>
                  </a:lnTo>
                  <a:lnTo>
                    <a:pt x="900150" y="656780"/>
                  </a:lnTo>
                  <a:lnTo>
                    <a:pt x="0" y="65678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2083220" y="5374823"/>
            <a:ext cx="27495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#0002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629145" y="5343753"/>
            <a:ext cx="2285365" cy="1516380"/>
            <a:chOff x="629145" y="5343753"/>
            <a:chExt cx="2285365" cy="1516380"/>
          </a:xfrm>
        </p:grpSpPr>
        <p:sp>
          <p:nvSpPr>
            <p:cNvPr id="66" name="object 66" descr=""/>
            <p:cNvSpPr/>
            <p:nvPr/>
          </p:nvSpPr>
          <p:spPr>
            <a:xfrm>
              <a:off x="633907" y="5348516"/>
              <a:ext cx="2275840" cy="1506855"/>
            </a:xfrm>
            <a:custGeom>
              <a:avLst/>
              <a:gdLst/>
              <a:ahLst/>
              <a:cxnLst/>
              <a:rect l="l" t="t" r="r" b="b"/>
              <a:pathLst>
                <a:path w="2275840" h="1506854">
                  <a:moveTo>
                    <a:pt x="18986" y="189826"/>
                  </a:moveTo>
                  <a:lnTo>
                    <a:pt x="378510" y="189826"/>
                  </a:lnTo>
                </a:path>
                <a:path w="2275840" h="1506854">
                  <a:moveTo>
                    <a:pt x="1366723" y="0"/>
                  </a:moveTo>
                  <a:lnTo>
                    <a:pt x="2266467" y="0"/>
                  </a:lnTo>
                </a:path>
                <a:path w="2275840" h="1506854">
                  <a:moveTo>
                    <a:pt x="9486" y="380403"/>
                  </a:moveTo>
                  <a:lnTo>
                    <a:pt x="369392" y="380403"/>
                  </a:lnTo>
                </a:path>
                <a:path w="2275840" h="1506854">
                  <a:moveTo>
                    <a:pt x="1375841" y="228549"/>
                  </a:moveTo>
                  <a:lnTo>
                    <a:pt x="2275586" y="228549"/>
                  </a:lnTo>
                </a:path>
                <a:path w="2275840" h="1506854">
                  <a:moveTo>
                    <a:pt x="0" y="758520"/>
                  </a:moveTo>
                  <a:lnTo>
                    <a:pt x="0" y="1506423"/>
                  </a:lnTo>
                </a:path>
                <a:path w="2275840" h="1506854">
                  <a:moveTo>
                    <a:pt x="637425" y="876973"/>
                  </a:moveTo>
                  <a:lnTo>
                    <a:pt x="637425" y="1057300"/>
                  </a:lnTo>
                </a:path>
                <a:path w="2275840" h="1506854">
                  <a:moveTo>
                    <a:pt x="727405" y="876973"/>
                  </a:moveTo>
                  <a:lnTo>
                    <a:pt x="727405" y="1057300"/>
                  </a:lnTo>
                </a:path>
                <a:path w="2275840" h="1506854">
                  <a:moveTo>
                    <a:pt x="630212" y="957846"/>
                  </a:moveTo>
                  <a:lnTo>
                    <a:pt x="0" y="957846"/>
                  </a:lnTo>
                </a:path>
                <a:path w="2275840" h="1506854">
                  <a:moveTo>
                    <a:pt x="727405" y="957846"/>
                  </a:moveTo>
                  <a:lnTo>
                    <a:pt x="1357604" y="957846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991512" y="6159436"/>
              <a:ext cx="900430" cy="657225"/>
            </a:xfrm>
            <a:custGeom>
              <a:avLst/>
              <a:gdLst/>
              <a:ahLst/>
              <a:cxnLst/>
              <a:rect l="l" t="t" r="r" b="b"/>
              <a:pathLst>
                <a:path w="900430" h="657225">
                  <a:moveTo>
                    <a:pt x="0" y="0"/>
                  </a:moveTo>
                  <a:lnTo>
                    <a:pt x="900150" y="0"/>
                  </a:lnTo>
                  <a:lnTo>
                    <a:pt x="900150" y="656780"/>
                  </a:lnTo>
                  <a:lnTo>
                    <a:pt x="0" y="65678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 descr=""/>
          <p:cNvSpPr txBox="1"/>
          <p:nvPr/>
        </p:nvSpPr>
        <p:spPr>
          <a:xfrm>
            <a:off x="698657" y="4526319"/>
            <a:ext cx="1809114" cy="7689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87475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010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3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Code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 spc="-50">
                <a:latin typeface="Times New Roman"/>
                <a:cs typeface="Times New Roman"/>
              </a:rPr>
              <a:t>2</a:t>
            </a: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Times New Roman"/>
                <a:cs typeface="Times New Roman"/>
              </a:rPr>
              <a:t>No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Label</a:t>
            </a:r>
            <a:endParaRPr sz="750">
              <a:latin typeface="Times New Roman"/>
              <a:cs typeface="Times New Roman"/>
            </a:endParaRPr>
          </a:p>
          <a:p>
            <a:pPr marL="493395">
              <a:lnSpc>
                <a:spcPts val="800"/>
              </a:lnSpc>
              <a:spcBef>
                <a:spcPts val="335"/>
              </a:spcBef>
            </a:pPr>
            <a:r>
              <a:rPr dirty="0" sz="750" spc="-10">
                <a:latin typeface="Times New Roman"/>
                <a:cs typeface="Times New Roman"/>
              </a:rPr>
              <a:t>000.02</a:t>
            </a:r>
            <a:endParaRPr sz="750">
              <a:latin typeface="Times New Roman"/>
              <a:cs typeface="Times New Roman"/>
            </a:endParaRPr>
          </a:p>
          <a:p>
            <a:pPr marL="1397000">
              <a:lnSpc>
                <a:spcPts val="800"/>
              </a:lnSpc>
            </a:pPr>
            <a:r>
              <a:rPr dirty="0" sz="750" spc="-10">
                <a:latin typeface="Times New Roman"/>
                <a:cs typeface="Times New Roman"/>
              </a:rPr>
              <a:t>MOV(21)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1228261" y="5358121"/>
            <a:ext cx="19494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PB2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2073729" y="6417704"/>
            <a:ext cx="27495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#0003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71" name="object 71" descr=""/>
          <p:cNvGrpSpPr/>
          <p:nvPr/>
        </p:nvGrpSpPr>
        <p:grpSpPr>
          <a:xfrm>
            <a:off x="629145" y="6377152"/>
            <a:ext cx="2276475" cy="1537335"/>
            <a:chOff x="629145" y="6377152"/>
            <a:chExt cx="2276475" cy="1537335"/>
          </a:xfrm>
        </p:grpSpPr>
        <p:sp>
          <p:nvSpPr>
            <p:cNvPr id="72" name="object 72" descr=""/>
            <p:cNvSpPr/>
            <p:nvPr/>
          </p:nvSpPr>
          <p:spPr>
            <a:xfrm>
              <a:off x="633907" y="6381915"/>
              <a:ext cx="2266950" cy="1527810"/>
            </a:xfrm>
            <a:custGeom>
              <a:avLst/>
              <a:gdLst/>
              <a:ahLst/>
              <a:cxnLst/>
              <a:rect l="l" t="t" r="r" b="b"/>
              <a:pathLst>
                <a:path w="2266950" h="1527809">
                  <a:moveTo>
                    <a:pt x="9486" y="199301"/>
                  </a:moveTo>
                  <a:lnTo>
                    <a:pt x="369392" y="199301"/>
                  </a:lnTo>
                </a:path>
                <a:path w="2266950" h="1527809">
                  <a:moveTo>
                    <a:pt x="1357604" y="0"/>
                  </a:moveTo>
                  <a:lnTo>
                    <a:pt x="2257361" y="0"/>
                  </a:lnTo>
                </a:path>
                <a:path w="2266950" h="1527809">
                  <a:moveTo>
                    <a:pt x="0" y="389890"/>
                  </a:moveTo>
                  <a:lnTo>
                    <a:pt x="359905" y="389890"/>
                  </a:lnTo>
                </a:path>
                <a:path w="2266950" h="1527809">
                  <a:moveTo>
                    <a:pt x="1366723" y="228536"/>
                  </a:moveTo>
                  <a:lnTo>
                    <a:pt x="2266467" y="228536"/>
                  </a:lnTo>
                </a:path>
                <a:path w="2266950" h="1527809">
                  <a:moveTo>
                    <a:pt x="9486" y="769912"/>
                  </a:moveTo>
                  <a:lnTo>
                    <a:pt x="9486" y="1527302"/>
                  </a:lnTo>
                </a:path>
                <a:path w="2266950" h="1527809">
                  <a:moveTo>
                    <a:pt x="646912" y="898613"/>
                  </a:moveTo>
                  <a:lnTo>
                    <a:pt x="646912" y="1078560"/>
                  </a:lnTo>
                </a:path>
                <a:path w="2266950" h="1527809">
                  <a:moveTo>
                    <a:pt x="736511" y="898613"/>
                  </a:moveTo>
                  <a:lnTo>
                    <a:pt x="736511" y="1078560"/>
                  </a:lnTo>
                </a:path>
                <a:path w="2266950" h="1527809">
                  <a:moveTo>
                    <a:pt x="639330" y="979093"/>
                  </a:moveTo>
                  <a:lnTo>
                    <a:pt x="9486" y="979093"/>
                  </a:lnTo>
                </a:path>
                <a:path w="2266950" h="1527809">
                  <a:moveTo>
                    <a:pt x="736511" y="979093"/>
                  </a:moveTo>
                  <a:lnTo>
                    <a:pt x="1366723" y="979093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2000630" y="7213714"/>
              <a:ext cx="900430" cy="656590"/>
            </a:xfrm>
            <a:custGeom>
              <a:avLst/>
              <a:gdLst/>
              <a:ahLst/>
              <a:cxnLst/>
              <a:rect l="l" t="t" r="r" b="b"/>
              <a:pathLst>
                <a:path w="900430" h="656590">
                  <a:moveTo>
                    <a:pt x="0" y="0"/>
                  </a:moveTo>
                  <a:lnTo>
                    <a:pt x="900150" y="0"/>
                  </a:lnTo>
                  <a:lnTo>
                    <a:pt x="900150" y="656399"/>
                  </a:lnTo>
                  <a:lnTo>
                    <a:pt x="0" y="656399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 descr=""/>
          <p:cNvSpPr txBox="1"/>
          <p:nvPr/>
        </p:nvSpPr>
        <p:spPr>
          <a:xfrm>
            <a:off x="698657" y="5615139"/>
            <a:ext cx="1798955" cy="7232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970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010</a:t>
            </a: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4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Code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 spc="-50">
                <a:latin typeface="Times New Roman"/>
                <a:cs typeface="Times New Roman"/>
              </a:rPr>
              <a:t>3</a:t>
            </a: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Times New Roman"/>
                <a:cs typeface="Times New Roman"/>
              </a:rPr>
              <a:t>Conveyor</a:t>
            </a:r>
            <a:r>
              <a:rPr dirty="0" sz="750" spc="175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Jam</a:t>
            </a:r>
            <a:endParaRPr sz="750">
              <a:latin typeface="Times New Roman"/>
              <a:cs typeface="Times New Roman"/>
            </a:endParaRPr>
          </a:p>
          <a:p>
            <a:pPr marL="484505">
              <a:lnSpc>
                <a:spcPts val="800"/>
              </a:lnSpc>
              <a:spcBef>
                <a:spcPts val="300"/>
              </a:spcBef>
            </a:pPr>
            <a:r>
              <a:rPr dirty="0" sz="750" spc="-10">
                <a:latin typeface="Times New Roman"/>
                <a:cs typeface="Times New Roman"/>
              </a:rPr>
              <a:t>000.03</a:t>
            </a:r>
            <a:endParaRPr sz="750">
              <a:latin typeface="Times New Roman"/>
              <a:cs typeface="Times New Roman"/>
            </a:endParaRPr>
          </a:p>
          <a:p>
            <a:pPr marL="1387475">
              <a:lnSpc>
                <a:spcPts val="800"/>
              </a:lnSpc>
            </a:pPr>
            <a:r>
              <a:rPr dirty="0" sz="750" spc="-10">
                <a:latin typeface="Times New Roman"/>
                <a:cs typeface="Times New Roman"/>
              </a:rPr>
              <a:t>MOV(21)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1219150" y="6401001"/>
            <a:ext cx="19431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PB3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2083220" y="7471978"/>
            <a:ext cx="27495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#0004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77" name="object 77" descr=""/>
          <p:cNvGrpSpPr/>
          <p:nvPr/>
        </p:nvGrpSpPr>
        <p:grpSpPr>
          <a:xfrm>
            <a:off x="629145" y="7441285"/>
            <a:ext cx="2285365" cy="1523365"/>
            <a:chOff x="629145" y="7441285"/>
            <a:chExt cx="2285365" cy="1523365"/>
          </a:xfrm>
        </p:grpSpPr>
        <p:sp>
          <p:nvSpPr>
            <p:cNvPr id="78" name="object 78" descr=""/>
            <p:cNvSpPr/>
            <p:nvPr/>
          </p:nvSpPr>
          <p:spPr>
            <a:xfrm>
              <a:off x="633907" y="7446047"/>
              <a:ext cx="2275840" cy="1513840"/>
            </a:xfrm>
            <a:custGeom>
              <a:avLst/>
              <a:gdLst/>
              <a:ahLst/>
              <a:cxnLst/>
              <a:rect l="l" t="t" r="r" b="b"/>
              <a:pathLst>
                <a:path w="2275840" h="1513840">
                  <a:moveTo>
                    <a:pt x="18986" y="190207"/>
                  </a:moveTo>
                  <a:lnTo>
                    <a:pt x="378510" y="190207"/>
                  </a:lnTo>
                </a:path>
                <a:path w="2275840" h="1513840">
                  <a:moveTo>
                    <a:pt x="1366723" y="0"/>
                  </a:moveTo>
                  <a:lnTo>
                    <a:pt x="2266467" y="0"/>
                  </a:lnTo>
                </a:path>
                <a:path w="2275840" h="1513840">
                  <a:moveTo>
                    <a:pt x="9486" y="380403"/>
                  </a:moveTo>
                  <a:lnTo>
                    <a:pt x="369392" y="380403"/>
                  </a:lnTo>
                </a:path>
                <a:path w="2275840" h="1513840">
                  <a:moveTo>
                    <a:pt x="1375841" y="219430"/>
                  </a:moveTo>
                  <a:lnTo>
                    <a:pt x="2275586" y="219430"/>
                  </a:lnTo>
                </a:path>
                <a:path w="2275840" h="1513840">
                  <a:moveTo>
                    <a:pt x="0" y="774852"/>
                  </a:moveTo>
                  <a:lnTo>
                    <a:pt x="0" y="1513649"/>
                  </a:lnTo>
                </a:path>
                <a:path w="2275840" h="1513840">
                  <a:moveTo>
                    <a:pt x="637425" y="884199"/>
                  </a:moveTo>
                  <a:lnTo>
                    <a:pt x="637425" y="1064145"/>
                  </a:lnTo>
                </a:path>
                <a:path w="2275840" h="1513840">
                  <a:moveTo>
                    <a:pt x="727405" y="884199"/>
                  </a:moveTo>
                  <a:lnTo>
                    <a:pt x="727405" y="1064145"/>
                  </a:lnTo>
                </a:path>
                <a:path w="2275840" h="1513840">
                  <a:moveTo>
                    <a:pt x="630212" y="964679"/>
                  </a:moveTo>
                  <a:lnTo>
                    <a:pt x="0" y="964679"/>
                  </a:lnTo>
                </a:path>
                <a:path w="2275840" h="1513840">
                  <a:moveTo>
                    <a:pt x="727405" y="964679"/>
                  </a:moveTo>
                  <a:lnTo>
                    <a:pt x="1357604" y="964679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991512" y="8263800"/>
              <a:ext cx="900430" cy="657225"/>
            </a:xfrm>
            <a:custGeom>
              <a:avLst/>
              <a:gdLst/>
              <a:ahLst/>
              <a:cxnLst/>
              <a:rect l="l" t="t" r="r" b="b"/>
              <a:pathLst>
                <a:path w="900430" h="657225">
                  <a:moveTo>
                    <a:pt x="0" y="0"/>
                  </a:moveTo>
                  <a:lnTo>
                    <a:pt x="900150" y="0"/>
                  </a:lnTo>
                  <a:lnTo>
                    <a:pt x="900150" y="656767"/>
                  </a:lnTo>
                  <a:lnTo>
                    <a:pt x="0" y="656767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 descr=""/>
          <p:cNvSpPr txBox="1"/>
          <p:nvPr/>
        </p:nvSpPr>
        <p:spPr>
          <a:xfrm>
            <a:off x="698657" y="6642835"/>
            <a:ext cx="1809114" cy="749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87475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010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5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Code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 spc="-50">
                <a:latin typeface="Times New Roman"/>
                <a:cs typeface="Times New Roman"/>
              </a:rPr>
              <a:t>4</a:t>
            </a: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750">
                <a:latin typeface="Times New Roman"/>
                <a:cs typeface="Times New Roman"/>
              </a:rPr>
              <a:t>Emergency</a:t>
            </a:r>
            <a:r>
              <a:rPr dirty="0" sz="750" spc="160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Stop</a:t>
            </a:r>
            <a:endParaRPr sz="750">
              <a:latin typeface="Times New Roman"/>
              <a:cs typeface="Times New Roman"/>
            </a:endParaRPr>
          </a:p>
          <a:p>
            <a:pPr marL="493395">
              <a:lnSpc>
                <a:spcPts val="790"/>
              </a:lnSpc>
              <a:spcBef>
                <a:spcPts val="375"/>
              </a:spcBef>
            </a:pPr>
            <a:r>
              <a:rPr dirty="0" sz="750" spc="-10">
                <a:latin typeface="Times New Roman"/>
                <a:cs typeface="Times New Roman"/>
              </a:rPr>
              <a:t>000.04</a:t>
            </a:r>
            <a:endParaRPr sz="750">
              <a:latin typeface="Times New Roman"/>
              <a:cs typeface="Times New Roman"/>
            </a:endParaRPr>
          </a:p>
          <a:p>
            <a:pPr marL="1397000">
              <a:lnSpc>
                <a:spcPts val="790"/>
              </a:lnSpc>
            </a:pPr>
            <a:r>
              <a:rPr dirty="0" sz="750" spc="-10">
                <a:latin typeface="Times New Roman"/>
                <a:cs typeface="Times New Roman"/>
              </a:rPr>
              <a:t>MOV(21)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1228261" y="7455653"/>
            <a:ext cx="19494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PB4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2073729" y="8537257"/>
            <a:ext cx="27495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#0000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2073729" y="8777196"/>
            <a:ext cx="17462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010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84" name="object 84" descr=""/>
          <p:cNvGrpSpPr/>
          <p:nvPr/>
        </p:nvGrpSpPr>
        <p:grpSpPr>
          <a:xfrm>
            <a:off x="629145" y="8500491"/>
            <a:ext cx="2276475" cy="846455"/>
            <a:chOff x="629145" y="8500491"/>
            <a:chExt cx="2276475" cy="846455"/>
          </a:xfrm>
        </p:grpSpPr>
        <p:sp>
          <p:nvSpPr>
            <p:cNvPr id="85" name="object 85" descr=""/>
            <p:cNvSpPr/>
            <p:nvPr/>
          </p:nvSpPr>
          <p:spPr>
            <a:xfrm>
              <a:off x="633907" y="8505253"/>
              <a:ext cx="2266950" cy="836930"/>
            </a:xfrm>
            <a:custGeom>
              <a:avLst/>
              <a:gdLst/>
              <a:ahLst/>
              <a:cxnLst/>
              <a:rect l="l" t="t" r="r" b="b"/>
              <a:pathLst>
                <a:path w="2266950" h="836929">
                  <a:moveTo>
                    <a:pt x="9486" y="161734"/>
                  </a:moveTo>
                  <a:lnTo>
                    <a:pt x="369392" y="161734"/>
                  </a:lnTo>
                </a:path>
                <a:path w="2266950" h="836929">
                  <a:moveTo>
                    <a:pt x="1357604" y="0"/>
                  </a:moveTo>
                  <a:lnTo>
                    <a:pt x="2257361" y="0"/>
                  </a:lnTo>
                </a:path>
                <a:path w="2266950" h="836929">
                  <a:moveTo>
                    <a:pt x="0" y="352310"/>
                  </a:moveTo>
                  <a:lnTo>
                    <a:pt x="359905" y="352310"/>
                  </a:lnTo>
                </a:path>
                <a:path w="2266950" h="836929">
                  <a:moveTo>
                    <a:pt x="1366723" y="228180"/>
                  </a:moveTo>
                  <a:lnTo>
                    <a:pt x="2266467" y="228180"/>
                  </a:lnTo>
                </a:path>
                <a:path w="2266950" h="836929">
                  <a:moveTo>
                    <a:pt x="0" y="632117"/>
                  </a:moveTo>
                  <a:lnTo>
                    <a:pt x="0" y="836752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264119" y="9133941"/>
              <a:ext cx="676910" cy="198755"/>
            </a:xfrm>
            <a:custGeom>
              <a:avLst/>
              <a:gdLst/>
              <a:ahLst/>
              <a:cxnLst/>
              <a:rect l="l" t="t" r="r" b="b"/>
              <a:pathLst>
                <a:path w="676910" h="198754">
                  <a:moveTo>
                    <a:pt x="0" y="0"/>
                  </a:moveTo>
                  <a:lnTo>
                    <a:pt x="676528" y="0"/>
                  </a:lnTo>
                  <a:lnTo>
                    <a:pt x="676528" y="198539"/>
                  </a:lnTo>
                  <a:lnTo>
                    <a:pt x="0" y="198539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 descr=""/>
          <p:cNvSpPr txBox="1"/>
          <p:nvPr/>
        </p:nvSpPr>
        <p:spPr>
          <a:xfrm>
            <a:off x="698657" y="7697105"/>
            <a:ext cx="1798955" cy="745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970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010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6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Code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 spc="-50">
                <a:latin typeface="Times New Roman"/>
                <a:cs typeface="Times New Roman"/>
              </a:rPr>
              <a:t>5</a:t>
            </a:r>
            <a:endParaRPr sz="750">
              <a:latin typeface="Times New Roman"/>
              <a:cs typeface="Times New Roman"/>
            </a:endParaRPr>
          </a:p>
          <a:p>
            <a:pPr algn="r" marR="975994">
              <a:lnSpc>
                <a:spcPct val="100000"/>
              </a:lnSpc>
              <a:spcBef>
                <a:spcPts val="40"/>
              </a:spcBef>
            </a:pPr>
            <a:r>
              <a:rPr dirty="0" sz="750">
                <a:latin typeface="Times New Roman"/>
                <a:cs typeface="Times New Roman"/>
              </a:rPr>
              <a:t>Rezet</a:t>
            </a:r>
            <a:r>
              <a:rPr dirty="0" sz="750" spc="6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Code</a:t>
            </a:r>
            <a:r>
              <a:rPr dirty="0" sz="750" spc="6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Dizplay</a:t>
            </a:r>
            <a:endParaRPr sz="750">
              <a:latin typeface="Times New Roman"/>
              <a:cs typeface="Times New Roman"/>
            </a:endParaRPr>
          </a:p>
          <a:p>
            <a:pPr algn="r" marR="1024255">
              <a:lnSpc>
                <a:spcPts val="825"/>
              </a:lnSpc>
              <a:spcBef>
                <a:spcPts val="330"/>
              </a:spcBef>
            </a:pPr>
            <a:r>
              <a:rPr dirty="0" sz="750" spc="-10">
                <a:latin typeface="Times New Roman"/>
                <a:cs typeface="Times New Roman"/>
              </a:rPr>
              <a:t>000.05</a:t>
            </a:r>
            <a:endParaRPr sz="750">
              <a:latin typeface="Times New Roman"/>
              <a:cs typeface="Times New Roman"/>
            </a:endParaRPr>
          </a:p>
          <a:p>
            <a:pPr marL="1387475">
              <a:lnSpc>
                <a:spcPts val="825"/>
              </a:lnSpc>
            </a:pPr>
            <a:r>
              <a:rPr dirty="0" sz="750" spc="-10">
                <a:latin typeface="Times New Roman"/>
                <a:cs typeface="Times New Roman"/>
              </a:rPr>
              <a:t>MOV(21)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1143221" y="8495878"/>
            <a:ext cx="3568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Rezetzw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698657" y="8973850"/>
            <a:ext cx="1030605" cy="338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7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End</a:t>
            </a:r>
            <a:endParaRPr sz="750">
              <a:latin typeface="Times New Roman"/>
              <a:cs typeface="Times New Roman"/>
            </a:endParaRPr>
          </a:p>
          <a:p>
            <a:pPr marL="659765">
              <a:lnSpc>
                <a:spcPct val="100000"/>
              </a:lnSpc>
              <a:spcBef>
                <a:spcPts val="620"/>
              </a:spcBef>
            </a:pPr>
            <a:r>
              <a:rPr dirty="0" sz="750">
                <a:latin typeface="Times New Roman"/>
                <a:cs typeface="Times New Roman"/>
              </a:rPr>
              <a:t>End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(01)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0" name="object 90" descr=""/>
          <p:cNvSpPr/>
          <p:nvPr/>
        </p:nvSpPr>
        <p:spPr>
          <a:xfrm>
            <a:off x="633907" y="9240240"/>
            <a:ext cx="630555" cy="0"/>
          </a:xfrm>
          <a:custGeom>
            <a:avLst/>
            <a:gdLst/>
            <a:ahLst/>
            <a:cxnLst/>
            <a:rect l="l" t="t" r="r" b="b"/>
            <a:pathLst>
              <a:path w="630555" h="0">
                <a:moveTo>
                  <a:pt x="630212" y="0"/>
                </a:moveTo>
                <a:lnTo>
                  <a:pt x="0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68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1082" y="961543"/>
            <a:ext cx="6424295" cy="12865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31495" indent="-518795">
              <a:lnSpc>
                <a:spcPct val="100000"/>
              </a:lnSpc>
              <a:spcBef>
                <a:spcPts val="125"/>
              </a:spcBef>
              <a:buAutoNum type="arabicPeriod" startAt="6"/>
              <a:tabLst>
                <a:tab pos="531495" algn="l"/>
              </a:tabLst>
            </a:pP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  <a:p>
            <a:pPr lvl="1" marL="237490" indent="-224790">
              <a:lnSpc>
                <a:spcPct val="100000"/>
              </a:lnSpc>
              <a:spcBef>
                <a:spcPts val="1430"/>
              </a:spcBef>
              <a:buSzPct val="48387"/>
              <a:buFont typeface="Segoe UI Symbol"/>
              <a:buChar char="❑"/>
              <a:tabLst>
                <a:tab pos="237490" algn="l"/>
              </a:tabLst>
            </a:pPr>
            <a:r>
              <a:rPr dirty="0" sz="1550" spc="75">
                <a:latin typeface="Times New Roman"/>
                <a:cs typeface="Times New Roman"/>
              </a:rPr>
              <a:t>Compare</a:t>
            </a:r>
            <a:r>
              <a:rPr dirty="0" sz="1550" spc="40">
                <a:latin typeface="Times New Roman"/>
                <a:cs typeface="Times New Roman"/>
              </a:rPr>
              <a:t> </a:t>
            </a:r>
            <a:r>
              <a:rPr dirty="0" sz="1550">
                <a:latin typeface="Arial"/>
                <a:cs typeface="Arial"/>
              </a:rPr>
              <a:t>–</a:t>
            </a:r>
            <a:r>
              <a:rPr dirty="0" sz="1550" spc="-5">
                <a:latin typeface="Arial"/>
                <a:cs typeface="Arial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CMP(20)</a:t>
            </a:r>
            <a:endParaRPr sz="1550">
              <a:latin typeface="Times New Roman"/>
              <a:cs typeface="Times New Roman"/>
            </a:endParaRPr>
          </a:p>
          <a:p>
            <a:pPr algn="just" marL="1362075" marR="5080" indent="-635">
              <a:lnSpc>
                <a:spcPct val="103600"/>
              </a:lnSpc>
              <a:spcBef>
                <a:spcPts val="1200"/>
              </a:spcBef>
            </a:pPr>
            <a:r>
              <a:rPr dirty="0" sz="950">
                <a:latin typeface="Times New Roman"/>
                <a:cs typeface="Times New Roman"/>
              </a:rPr>
              <a:t>Compare</a:t>
            </a:r>
            <a:r>
              <a:rPr dirty="0" sz="950" spc="2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(CMP)</a:t>
            </a:r>
            <a:r>
              <a:rPr dirty="0" sz="950" spc="2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2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uzed</a:t>
            </a:r>
            <a:r>
              <a:rPr dirty="0" sz="950" spc="2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3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compare</a:t>
            </a:r>
            <a:r>
              <a:rPr dirty="0" sz="950" spc="2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2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data</a:t>
            </a:r>
            <a:r>
              <a:rPr dirty="0" sz="950" spc="2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in</a:t>
            </a:r>
            <a:r>
              <a:rPr dirty="0" sz="950" spc="2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2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zpecific</a:t>
            </a:r>
            <a:r>
              <a:rPr dirty="0" sz="950" spc="2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channel,</a:t>
            </a:r>
            <a:r>
              <a:rPr dirty="0" sz="950" spc="2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with</a:t>
            </a:r>
            <a:r>
              <a:rPr dirty="0" sz="950" spc="2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2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data</a:t>
            </a:r>
            <a:r>
              <a:rPr dirty="0" sz="950" spc="2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in</a:t>
            </a:r>
            <a:r>
              <a:rPr dirty="0" sz="950" spc="29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another </a:t>
            </a:r>
            <a:r>
              <a:rPr dirty="0" sz="950">
                <a:latin typeface="Times New Roman"/>
                <a:cs typeface="Times New Roman"/>
              </a:rPr>
              <a:t>channel,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or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four-digit,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hexadecimal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conztant.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Therefore,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two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data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muzt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zpecified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immediately </a:t>
            </a:r>
            <a:r>
              <a:rPr dirty="0" sz="950">
                <a:latin typeface="Times New Roman"/>
                <a:cs typeface="Times New Roman"/>
              </a:rPr>
              <a:t>after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CMP(20)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inztruction.</a:t>
            </a:r>
            <a:endParaRPr sz="950">
              <a:latin typeface="Times New Roman"/>
              <a:cs typeface="Times New Roman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08702" y="5959741"/>
          <a:ext cx="2119630" cy="2208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8490"/>
                <a:gridCol w="843280"/>
                <a:gridCol w="562610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Address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Instruction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30">
                          <a:latin typeface="Times New Roman"/>
                          <a:cs typeface="Times New Roman"/>
                        </a:rPr>
                        <a:t>Data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LD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25313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OUT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TR</a:t>
                      </a:r>
                      <a:r>
                        <a:rPr dirty="0" sz="95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5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CMP(20)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5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-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ts val="1105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#01F0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AND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25505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OUT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01000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LD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TR</a:t>
                      </a:r>
                      <a:r>
                        <a:rPr dirty="0" sz="95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0006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AND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25506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0007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OUT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01001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LD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TR</a:t>
                      </a:r>
                      <a:r>
                        <a:rPr dirty="0" sz="95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0009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5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AND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15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25507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Times New Roman"/>
                          <a:cs typeface="Times New Roman"/>
                        </a:rPr>
                        <a:t>0010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5">
                          <a:latin typeface="Times New Roman"/>
                          <a:cs typeface="Times New Roman"/>
                        </a:rPr>
                        <a:t>OUT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01002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2490000" y="3381578"/>
            <a:ext cx="909319" cy="27940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385"/>
              </a:spcBef>
            </a:pPr>
            <a:r>
              <a:rPr dirty="0" sz="950" spc="-10">
                <a:latin typeface="Times New Roman"/>
                <a:cs typeface="Times New Roman"/>
              </a:rPr>
              <a:t>CMP(20)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490000" y="3660609"/>
            <a:ext cx="909319" cy="28003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69850" rIns="0" bIns="0" rtlCol="0" vert="horz">
            <a:spAutoFit/>
          </a:bodyPr>
          <a:lstStyle/>
          <a:p>
            <a:pPr marL="567690">
              <a:lnSpc>
                <a:spcPct val="100000"/>
              </a:lnSpc>
              <a:spcBef>
                <a:spcPts val="550"/>
              </a:spcBef>
            </a:pPr>
            <a:r>
              <a:rPr dirty="0" sz="950">
                <a:latin typeface="Times New Roman"/>
                <a:cs typeface="Times New Roman"/>
              </a:rPr>
              <a:t>Cp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 spc="-50"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490000" y="3940035"/>
            <a:ext cx="909319" cy="28892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90805" rIns="0" bIns="0" rtlCol="0" vert="horz">
            <a:spAutoFit/>
          </a:bodyPr>
          <a:lstStyle/>
          <a:p>
            <a:pPr marL="567690">
              <a:lnSpc>
                <a:spcPct val="100000"/>
              </a:lnSpc>
              <a:spcBef>
                <a:spcPts val="715"/>
              </a:spcBef>
            </a:pPr>
            <a:r>
              <a:rPr dirty="0" sz="950">
                <a:latin typeface="Times New Roman"/>
                <a:cs typeface="Times New Roman"/>
              </a:rPr>
              <a:t>Cp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 spc="-50"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2219680" y="3561537"/>
            <a:ext cx="270510" cy="0"/>
          </a:xfrm>
          <a:custGeom>
            <a:avLst/>
            <a:gdLst/>
            <a:ahLst/>
            <a:cxnLst/>
            <a:rect l="l" t="t" r="r" b="b"/>
            <a:pathLst>
              <a:path w="270510" h="0">
                <a:moveTo>
                  <a:pt x="0" y="0"/>
                </a:moveTo>
                <a:lnTo>
                  <a:pt x="270319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3929227" y="3364115"/>
            <a:ext cx="2070735" cy="270510"/>
          </a:xfrm>
          <a:custGeom>
            <a:avLst/>
            <a:gdLst/>
            <a:ahLst/>
            <a:cxnLst/>
            <a:rect l="l" t="t" r="r" b="b"/>
            <a:pathLst>
              <a:path w="2070735" h="270510">
                <a:moveTo>
                  <a:pt x="0" y="0"/>
                </a:moveTo>
                <a:lnTo>
                  <a:pt x="2070201" y="0"/>
                </a:lnTo>
                <a:lnTo>
                  <a:pt x="2070201" y="270319"/>
                </a:lnTo>
                <a:lnTo>
                  <a:pt x="0" y="270319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3933780" y="3396161"/>
            <a:ext cx="206121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4732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IR,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SR,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AR,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 spc="50">
                <a:latin typeface="Times New Roman"/>
                <a:cs typeface="Times New Roman"/>
              </a:rPr>
              <a:t>DM,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HR,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 spc="50">
                <a:latin typeface="Times New Roman"/>
                <a:cs typeface="Times New Roman"/>
              </a:rPr>
              <a:t>TC,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LR,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 spc="-50">
                <a:latin typeface="Times New Roman"/>
                <a:cs typeface="Times New Roman"/>
              </a:rPr>
              <a:t>#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3929227" y="3993946"/>
            <a:ext cx="2070735" cy="288290"/>
          </a:xfrm>
          <a:custGeom>
            <a:avLst/>
            <a:gdLst/>
            <a:ahLst/>
            <a:cxnLst/>
            <a:rect l="l" t="t" r="r" b="b"/>
            <a:pathLst>
              <a:path w="2070735" h="288289">
                <a:moveTo>
                  <a:pt x="0" y="0"/>
                </a:moveTo>
                <a:lnTo>
                  <a:pt x="2070201" y="0"/>
                </a:lnTo>
                <a:lnTo>
                  <a:pt x="2070201" y="287769"/>
                </a:lnTo>
                <a:lnTo>
                  <a:pt x="0" y="287769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3933780" y="4025610"/>
            <a:ext cx="206121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4732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IR,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SR,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AR,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 spc="50">
                <a:latin typeface="Times New Roman"/>
                <a:cs typeface="Times New Roman"/>
              </a:rPr>
              <a:t>DM,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HR,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 spc="50">
                <a:latin typeface="Times New Roman"/>
                <a:cs typeface="Times New Roman"/>
              </a:rPr>
              <a:t>TC,</a:t>
            </a:r>
            <a:r>
              <a:rPr dirty="0" sz="950" spc="13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LR,</a:t>
            </a:r>
            <a:r>
              <a:rPr dirty="0" sz="950" spc="130">
                <a:latin typeface="Times New Roman"/>
                <a:cs typeface="Times New Roman"/>
              </a:rPr>
              <a:t> </a:t>
            </a:r>
            <a:r>
              <a:rPr dirty="0" sz="950" spc="-50">
                <a:latin typeface="Times New Roman"/>
                <a:cs typeface="Times New Roman"/>
              </a:rPr>
              <a:t>#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3929227" y="3111665"/>
            <a:ext cx="2070735" cy="270510"/>
          </a:xfrm>
          <a:custGeom>
            <a:avLst/>
            <a:gdLst/>
            <a:ahLst/>
            <a:cxnLst/>
            <a:rect l="l" t="t" r="r" b="b"/>
            <a:pathLst>
              <a:path w="2070735" h="270510">
                <a:moveTo>
                  <a:pt x="0" y="0"/>
                </a:moveTo>
                <a:lnTo>
                  <a:pt x="2070201" y="0"/>
                </a:lnTo>
                <a:lnTo>
                  <a:pt x="2070201" y="270319"/>
                </a:lnTo>
                <a:lnTo>
                  <a:pt x="0" y="270319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3924674" y="3107112"/>
            <a:ext cx="2079625" cy="28003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53975" rIns="0" bIns="0" rtlCol="0" vert="horz">
            <a:spAutoFit/>
          </a:bodyPr>
          <a:lstStyle/>
          <a:p>
            <a:pPr marL="366395">
              <a:lnSpc>
                <a:spcPct val="100000"/>
              </a:lnSpc>
              <a:spcBef>
                <a:spcPts val="425"/>
              </a:spcBef>
            </a:pPr>
            <a:r>
              <a:rPr dirty="0" sz="950" spc="60">
                <a:solidFill>
                  <a:srgbClr val="FFFFFF"/>
                </a:solidFill>
                <a:latin typeface="Times New Roman"/>
                <a:cs typeface="Times New Roman"/>
              </a:rPr>
              <a:t>Cp</a:t>
            </a:r>
            <a:r>
              <a:rPr dirty="0" sz="95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50" spc="60">
                <a:solidFill>
                  <a:srgbClr val="FFFFFF"/>
                </a:solidFill>
                <a:latin typeface="Times New Roman"/>
                <a:cs typeface="Times New Roman"/>
              </a:rPr>
              <a:t>: </a:t>
            </a:r>
            <a:r>
              <a:rPr dirty="0" sz="950" spc="5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dirty="0" sz="95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50" spc="45">
                <a:solidFill>
                  <a:srgbClr val="FFFFFF"/>
                </a:solidFill>
                <a:latin typeface="Times New Roman"/>
                <a:cs typeface="Times New Roman"/>
              </a:rPr>
              <a:t>compare</a:t>
            </a:r>
            <a:r>
              <a:rPr dirty="0" sz="95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50" spc="-20">
                <a:solidFill>
                  <a:srgbClr val="FFFFFF"/>
                </a:solidFill>
                <a:latin typeface="Times New Roman"/>
                <a:cs typeface="Times New Roman"/>
              </a:rPr>
              <a:t>word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3929227" y="3723640"/>
            <a:ext cx="2070735" cy="271145"/>
          </a:xfrm>
          <a:custGeom>
            <a:avLst/>
            <a:gdLst/>
            <a:ahLst/>
            <a:cxnLst/>
            <a:rect l="l" t="t" r="r" b="b"/>
            <a:pathLst>
              <a:path w="2070735" h="271145">
                <a:moveTo>
                  <a:pt x="0" y="0"/>
                </a:moveTo>
                <a:lnTo>
                  <a:pt x="2070201" y="0"/>
                </a:lnTo>
                <a:lnTo>
                  <a:pt x="2070201" y="270700"/>
                </a:lnTo>
                <a:lnTo>
                  <a:pt x="0" y="270700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3924674" y="3719086"/>
            <a:ext cx="2079625" cy="28003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53975" rIns="0" bIns="0" rtlCol="0" vert="horz">
            <a:spAutoFit/>
          </a:bodyPr>
          <a:lstStyle/>
          <a:p>
            <a:pPr marL="273050">
              <a:lnSpc>
                <a:spcPct val="100000"/>
              </a:lnSpc>
              <a:spcBef>
                <a:spcPts val="425"/>
              </a:spcBef>
            </a:pPr>
            <a:r>
              <a:rPr dirty="0" sz="950">
                <a:solidFill>
                  <a:srgbClr val="FFFFFF"/>
                </a:solidFill>
                <a:latin typeface="Times New Roman"/>
                <a:cs typeface="Times New Roman"/>
              </a:rPr>
              <a:t>Cp2</a:t>
            </a:r>
            <a:r>
              <a:rPr dirty="0" sz="950" spc="1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50" spc="6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dirty="0" sz="950" spc="1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50">
                <a:solidFill>
                  <a:srgbClr val="FFFFFF"/>
                </a:solidFill>
                <a:latin typeface="Times New Roman"/>
                <a:cs typeface="Times New Roman"/>
              </a:rPr>
              <a:t>Second</a:t>
            </a:r>
            <a:r>
              <a:rPr dirty="0" sz="950" spc="1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50" spc="45">
                <a:solidFill>
                  <a:srgbClr val="FFFFFF"/>
                </a:solidFill>
                <a:latin typeface="Times New Roman"/>
                <a:cs typeface="Times New Roman"/>
              </a:rPr>
              <a:t>compare</a:t>
            </a:r>
            <a:r>
              <a:rPr dirty="0" sz="950" spc="1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50" spc="-20">
                <a:solidFill>
                  <a:srgbClr val="FFFFFF"/>
                </a:solidFill>
                <a:latin typeface="Times New Roman"/>
                <a:cs typeface="Times New Roman"/>
              </a:rPr>
              <a:t>word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391462" y="2859085"/>
            <a:ext cx="114490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65">
                <a:latin typeface="Times New Roman"/>
                <a:cs typeface="Times New Roman"/>
              </a:rPr>
              <a:t>Operand</a:t>
            </a:r>
            <a:r>
              <a:rPr dirty="0" sz="950" spc="50">
                <a:latin typeface="Times New Roman"/>
                <a:cs typeface="Times New Roman"/>
              </a:rPr>
              <a:t> Data </a:t>
            </a:r>
            <a:r>
              <a:rPr dirty="0" sz="950" spc="-10">
                <a:latin typeface="Times New Roman"/>
                <a:cs typeface="Times New Roman"/>
              </a:rPr>
              <a:t>Areas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2486010" y="3157490"/>
            <a:ext cx="90741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60">
                <a:latin typeface="Times New Roman"/>
                <a:cs typeface="Times New Roman"/>
              </a:rPr>
              <a:t>Ladder</a:t>
            </a:r>
            <a:r>
              <a:rPr dirty="0" sz="950" spc="6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Symbols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2083015" y="5746000"/>
            <a:ext cx="360045" cy="2607945"/>
          </a:xfrm>
          <a:custGeom>
            <a:avLst/>
            <a:gdLst/>
            <a:ahLst/>
            <a:cxnLst/>
            <a:rect l="l" t="t" r="r" b="b"/>
            <a:pathLst>
              <a:path w="360044" h="2607945">
                <a:moveTo>
                  <a:pt x="0" y="0"/>
                </a:moveTo>
                <a:lnTo>
                  <a:pt x="0" y="2607398"/>
                </a:lnTo>
              </a:path>
              <a:path w="360044" h="2607945">
                <a:moveTo>
                  <a:pt x="359892" y="270306"/>
                </a:moveTo>
                <a:lnTo>
                  <a:pt x="0" y="270306"/>
                </a:lnTo>
              </a:path>
              <a:path w="360044" h="2607945">
                <a:moveTo>
                  <a:pt x="359892" y="179946"/>
                </a:moveTo>
                <a:lnTo>
                  <a:pt x="359892" y="35953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2532900" y="5925946"/>
            <a:ext cx="989965" cy="179705"/>
          </a:xfrm>
          <a:custGeom>
            <a:avLst/>
            <a:gdLst/>
            <a:ahLst/>
            <a:cxnLst/>
            <a:rect l="l" t="t" r="r" b="b"/>
            <a:pathLst>
              <a:path w="989964" h="179704">
                <a:moveTo>
                  <a:pt x="0" y="0"/>
                </a:moveTo>
                <a:lnTo>
                  <a:pt x="0" y="179590"/>
                </a:lnTo>
              </a:path>
              <a:path w="989964" h="179704">
                <a:moveTo>
                  <a:pt x="0" y="90360"/>
                </a:moveTo>
                <a:lnTo>
                  <a:pt x="989723" y="9036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3522624" y="5873559"/>
            <a:ext cx="900430" cy="217804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395"/>
              </a:spcBef>
            </a:pPr>
            <a:r>
              <a:rPr dirty="0" sz="750" spc="-10">
                <a:latin typeface="Times New Roman"/>
                <a:cs typeface="Times New Roman"/>
              </a:rPr>
              <a:t>CMP(20)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522624" y="6091097"/>
            <a:ext cx="900430" cy="25717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72390" rIns="0" bIns="0" rtlCol="0" vert="horz">
            <a:spAutoFit/>
          </a:bodyPr>
          <a:lstStyle/>
          <a:p>
            <a:pPr marL="547370">
              <a:lnSpc>
                <a:spcPct val="100000"/>
              </a:lnSpc>
              <a:spcBef>
                <a:spcPts val="570"/>
              </a:spcBef>
            </a:pPr>
            <a:r>
              <a:rPr dirty="0" sz="750" spc="-10">
                <a:latin typeface="Times New Roman"/>
                <a:cs typeface="Times New Roman"/>
              </a:rPr>
              <a:t>#01F0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3522624" y="6348120"/>
            <a:ext cx="900430" cy="18542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5880" rIns="0" bIns="0" rtlCol="0" vert="horz">
            <a:spAutoFit/>
          </a:bodyPr>
          <a:lstStyle/>
          <a:p>
            <a:pPr algn="r" marR="86360">
              <a:lnSpc>
                <a:spcPct val="100000"/>
              </a:lnSpc>
              <a:spcBef>
                <a:spcPts val="440"/>
              </a:spcBef>
            </a:pPr>
            <a:r>
              <a:rPr dirty="0" sz="750" spc="-25">
                <a:latin typeface="Times New Roman"/>
                <a:cs typeface="Times New Roman"/>
              </a:rPr>
              <a:t>000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3252685" y="6978713"/>
            <a:ext cx="450215" cy="180340"/>
          </a:xfrm>
          <a:custGeom>
            <a:avLst/>
            <a:gdLst/>
            <a:ahLst/>
            <a:cxnLst/>
            <a:rect l="l" t="t" r="r" b="b"/>
            <a:pathLst>
              <a:path w="450214" h="180340">
                <a:moveTo>
                  <a:pt x="0" y="0"/>
                </a:moveTo>
                <a:lnTo>
                  <a:pt x="0" y="179946"/>
                </a:lnTo>
              </a:path>
              <a:path w="450214" h="180340">
                <a:moveTo>
                  <a:pt x="0" y="96050"/>
                </a:moveTo>
                <a:lnTo>
                  <a:pt x="449884" y="9605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3252685" y="7406195"/>
            <a:ext cx="450215" cy="180340"/>
          </a:xfrm>
          <a:custGeom>
            <a:avLst/>
            <a:gdLst/>
            <a:ahLst/>
            <a:cxnLst/>
            <a:rect l="l" t="t" r="r" b="b"/>
            <a:pathLst>
              <a:path w="450214" h="180340">
                <a:moveTo>
                  <a:pt x="0" y="0"/>
                </a:moveTo>
                <a:lnTo>
                  <a:pt x="0" y="179946"/>
                </a:lnTo>
              </a:path>
              <a:path w="450214" h="180340">
                <a:moveTo>
                  <a:pt x="0" y="96037"/>
                </a:moveTo>
                <a:lnTo>
                  <a:pt x="449884" y="9603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3252685" y="7870876"/>
            <a:ext cx="450215" cy="180340"/>
          </a:xfrm>
          <a:custGeom>
            <a:avLst/>
            <a:gdLst/>
            <a:ahLst/>
            <a:cxnLst/>
            <a:rect l="l" t="t" r="r" b="b"/>
            <a:pathLst>
              <a:path w="450214" h="180340">
                <a:moveTo>
                  <a:pt x="0" y="0"/>
                </a:moveTo>
                <a:lnTo>
                  <a:pt x="0" y="179946"/>
                </a:lnTo>
              </a:path>
              <a:path w="450214" h="180340">
                <a:moveTo>
                  <a:pt x="0" y="83896"/>
                </a:moveTo>
                <a:lnTo>
                  <a:pt x="449884" y="8389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2802813" y="5612942"/>
            <a:ext cx="540385" cy="2425700"/>
          </a:xfrm>
          <a:custGeom>
            <a:avLst/>
            <a:gdLst/>
            <a:ahLst/>
            <a:cxnLst/>
            <a:rect l="l" t="t" r="r" b="b"/>
            <a:pathLst>
              <a:path w="540385" h="2425700">
                <a:moveTo>
                  <a:pt x="539864" y="179755"/>
                </a:moveTo>
                <a:lnTo>
                  <a:pt x="533430" y="131987"/>
                </a:lnTo>
                <a:lnTo>
                  <a:pt x="515278" y="89052"/>
                </a:lnTo>
                <a:lnTo>
                  <a:pt x="487129" y="52668"/>
                </a:lnTo>
                <a:lnTo>
                  <a:pt x="450704" y="24553"/>
                </a:lnTo>
                <a:lnTo>
                  <a:pt x="407726" y="6424"/>
                </a:lnTo>
                <a:lnTo>
                  <a:pt x="359918" y="0"/>
                </a:lnTo>
                <a:lnTo>
                  <a:pt x="312094" y="6424"/>
                </a:lnTo>
                <a:lnTo>
                  <a:pt x="269111" y="24553"/>
                </a:lnTo>
                <a:lnTo>
                  <a:pt x="232686" y="52668"/>
                </a:lnTo>
                <a:lnTo>
                  <a:pt x="204539" y="89052"/>
                </a:lnTo>
                <a:lnTo>
                  <a:pt x="186390" y="131987"/>
                </a:lnTo>
                <a:lnTo>
                  <a:pt x="179959" y="179755"/>
                </a:lnTo>
                <a:lnTo>
                  <a:pt x="186390" y="227529"/>
                </a:lnTo>
                <a:lnTo>
                  <a:pt x="204539" y="270468"/>
                </a:lnTo>
                <a:lnTo>
                  <a:pt x="232686" y="306854"/>
                </a:lnTo>
                <a:lnTo>
                  <a:pt x="269111" y="334970"/>
                </a:lnTo>
                <a:lnTo>
                  <a:pt x="312094" y="353099"/>
                </a:lnTo>
                <a:lnTo>
                  <a:pt x="359918" y="359524"/>
                </a:lnTo>
                <a:lnTo>
                  <a:pt x="407726" y="353099"/>
                </a:lnTo>
                <a:lnTo>
                  <a:pt x="450704" y="334970"/>
                </a:lnTo>
                <a:lnTo>
                  <a:pt x="487129" y="306854"/>
                </a:lnTo>
                <a:lnTo>
                  <a:pt x="515278" y="270468"/>
                </a:lnTo>
                <a:lnTo>
                  <a:pt x="533430" y="227529"/>
                </a:lnTo>
                <a:lnTo>
                  <a:pt x="539864" y="179755"/>
                </a:lnTo>
                <a:close/>
              </a:path>
              <a:path w="540385" h="2425700">
                <a:moveTo>
                  <a:pt x="359918" y="1365770"/>
                </a:moveTo>
                <a:lnTo>
                  <a:pt x="359918" y="1545716"/>
                </a:lnTo>
              </a:path>
              <a:path w="540385" h="2425700">
                <a:moveTo>
                  <a:pt x="359918" y="1799704"/>
                </a:moveTo>
                <a:lnTo>
                  <a:pt x="359918" y="1979269"/>
                </a:lnTo>
              </a:path>
              <a:path w="540385" h="2425700">
                <a:moveTo>
                  <a:pt x="359918" y="2245398"/>
                </a:moveTo>
                <a:lnTo>
                  <a:pt x="359918" y="2425357"/>
                </a:lnTo>
              </a:path>
              <a:path w="540385" h="2425700">
                <a:moveTo>
                  <a:pt x="359918" y="1461820"/>
                </a:moveTo>
                <a:lnTo>
                  <a:pt x="0" y="1461820"/>
                </a:lnTo>
              </a:path>
              <a:path w="540385" h="2425700">
                <a:moveTo>
                  <a:pt x="359918" y="1889290"/>
                </a:moveTo>
                <a:lnTo>
                  <a:pt x="0" y="1889290"/>
                </a:lnTo>
              </a:path>
              <a:path w="540385" h="2425700">
                <a:moveTo>
                  <a:pt x="359918" y="2335377"/>
                </a:moveTo>
                <a:lnTo>
                  <a:pt x="0" y="2335377"/>
                </a:lnTo>
              </a:path>
              <a:path w="540385" h="2425700">
                <a:moveTo>
                  <a:pt x="0" y="2332342"/>
                </a:moveTo>
                <a:lnTo>
                  <a:pt x="0" y="40336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2360359" y="5774209"/>
            <a:ext cx="27432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25313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6" name="object 3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69</a:t>
            </a:r>
          </a:p>
        </p:txBody>
      </p:sp>
      <p:sp>
        <p:nvSpPr>
          <p:cNvPr id="33" name="object 33" descr=""/>
          <p:cNvSpPr txBox="1"/>
          <p:nvPr/>
        </p:nvSpPr>
        <p:spPr>
          <a:xfrm>
            <a:off x="2973484" y="6772519"/>
            <a:ext cx="1054100" cy="126936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750">
                <a:latin typeface="Times New Roman"/>
                <a:cs typeface="Times New Roman"/>
              </a:rPr>
              <a:t>25505</a:t>
            </a:r>
            <a:r>
              <a:rPr dirty="0" sz="750" spc="95">
                <a:latin typeface="Times New Roman"/>
                <a:cs typeface="Times New Roman"/>
              </a:rPr>
              <a:t> (&gt;)</a:t>
            </a:r>
            <a:endParaRPr sz="750">
              <a:latin typeface="Times New Roman"/>
              <a:cs typeface="Times New Roman"/>
            </a:endParaRPr>
          </a:p>
          <a:p>
            <a:pPr marL="782955">
              <a:lnSpc>
                <a:spcPct val="100000"/>
              </a:lnSpc>
              <a:spcBef>
                <a:spcPts val="500"/>
              </a:spcBef>
            </a:pPr>
            <a:r>
              <a:rPr dirty="0" sz="750" spc="-10">
                <a:latin typeface="Times New Roman"/>
                <a:cs typeface="Times New Roman"/>
              </a:rPr>
              <a:t>01000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750">
              <a:latin typeface="Times New Roman"/>
              <a:cs typeface="Times New Roman"/>
            </a:endParaRPr>
          </a:p>
          <a:p>
            <a:pPr marL="59690">
              <a:lnSpc>
                <a:spcPct val="100000"/>
              </a:lnSpc>
            </a:pPr>
            <a:r>
              <a:rPr dirty="0" sz="750">
                <a:latin typeface="Times New Roman"/>
                <a:cs typeface="Times New Roman"/>
              </a:rPr>
              <a:t>25506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 spc="65">
                <a:latin typeface="Times New Roman"/>
                <a:cs typeface="Times New Roman"/>
              </a:rPr>
              <a:t>(=)</a:t>
            </a:r>
            <a:endParaRPr sz="750">
              <a:latin typeface="Times New Roman"/>
              <a:cs typeface="Times New Roman"/>
            </a:endParaRPr>
          </a:p>
          <a:p>
            <a:pPr marL="791845">
              <a:lnSpc>
                <a:spcPct val="100000"/>
              </a:lnSpc>
              <a:spcBef>
                <a:spcPts val="440"/>
              </a:spcBef>
            </a:pPr>
            <a:r>
              <a:rPr dirty="0" sz="750" spc="-10">
                <a:latin typeface="Times New Roman"/>
                <a:cs typeface="Times New Roman"/>
              </a:rPr>
              <a:t>01001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75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</a:pPr>
            <a:r>
              <a:rPr dirty="0" sz="750">
                <a:latin typeface="Times New Roman"/>
                <a:cs typeface="Times New Roman"/>
              </a:rPr>
              <a:t>25507</a:t>
            </a:r>
            <a:r>
              <a:rPr dirty="0" sz="750" spc="95">
                <a:latin typeface="Times New Roman"/>
                <a:cs typeface="Times New Roman"/>
              </a:rPr>
              <a:t> (&lt;)</a:t>
            </a:r>
            <a:endParaRPr sz="750">
              <a:latin typeface="Times New Roman"/>
              <a:cs typeface="Times New Roman"/>
            </a:endParaRPr>
          </a:p>
          <a:p>
            <a:pPr marL="791845">
              <a:lnSpc>
                <a:spcPct val="100000"/>
              </a:lnSpc>
              <a:spcBef>
                <a:spcPts val="620"/>
              </a:spcBef>
            </a:pPr>
            <a:r>
              <a:rPr dirty="0" sz="750" spc="-10">
                <a:latin typeface="Times New Roman"/>
                <a:cs typeface="Times New Roman"/>
              </a:rPr>
              <a:t>01002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3047895" y="5740801"/>
            <a:ext cx="233679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TR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 spc="-50">
                <a:latin typeface="Times New Roman"/>
                <a:cs typeface="Times New Roman"/>
              </a:rPr>
              <a:t>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978058" y="5153661"/>
            <a:ext cx="908050" cy="325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3335">
              <a:lnSpc>
                <a:spcPct val="103600"/>
              </a:lnSpc>
              <a:spcBef>
                <a:spcPts val="95"/>
              </a:spcBef>
            </a:pPr>
            <a:r>
              <a:rPr dirty="0" sz="950">
                <a:latin typeface="Times New Roman"/>
                <a:cs typeface="Times New Roman"/>
              </a:rPr>
              <a:t>Example</a:t>
            </a:r>
            <a:r>
              <a:rPr dirty="0" sz="950" spc="32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circuit </a:t>
            </a:r>
            <a:r>
              <a:rPr dirty="0" sz="950" spc="60">
                <a:latin typeface="Times New Roman"/>
                <a:cs typeface="Times New Roman"/>
              </a:rPr>
              <a:t>Ladder</a:t>
            </a:r>
            <a:r>
              <a:rPr dirty="0" sz="950" spc="65">
                <a:latin typeface="Times New Roman"/>
                <a:cs typeface="Times New Roman"/>
              </a:rPr>
              <a:t> </a:t>
            </a:r>
            <a:r>
              <a:rPr dirty="0" sz="950" spc="45">
                <a:latin typeface="Times New Roman"/>
                <a:cs typeface="Times New Roman"/>
              </a:rPr>
              <a:t>diagram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1082" y="961543"/>
            <a:ext cx="537845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1495" algn="l"/>
              </a:tabLst>
            </a:pPr>
            <a:r>
              <a:rPr dirty="0" sz="1550" spc="40">
                <a:latin typeface="Times New Roman"/>
                <a:cs typeface="Times New Roman"/>
              </a:rPr>
              <a:t>6.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5" name="object 5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3230664" y="2153069"/>
            <a:ext cx="281305" cy="349250"/>
          </a:xfrm>
          <a:prstGeom prst="rect">
            <a:avLst/>
          </a:prstGeom>
          <a:ln w="5676">
            <a:solidFill>
              <a:srgbClr val="000000"/>
            </a:solidFill>
          </a:ln>
        </p:spPr>
        <p:txBody>
          <a:bodyPr wrap="square" lIns="0" tIns="1225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65"/>
              </a:spcBef>
            </a:pPr>
            <a:r>
              <a:rPr dirty="0" sz="950" spc="-50">
                <a:latin typeface="Times New Roman"/>
                <a:cs typeface="Times New Roman"/>
              </a:rPr>
              <a:t>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511803" y="2153069"/>
            <a:ext cx="274955" cy="349250"/>
          </a:xfrm>
          <a:prstGeom prst="rect">
            <a:avLst/>
          </a:prstGeom>
          <a:ln w="5676">
            <a:solidFill>
              <a:srgbClr val="000000"/>
            </a:solidFill>
          </a:ln>
        </p:spPr>
        <p:txBody>
          <a:bodyPr wrap="square" lIns="0" tIns="12255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965"/>
              </a:spcBef>
            </a:pPr>
            <a:r>
              <a:rPr dirty="0" sz="950" spc="-50"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786476" y="2153069"/>
            <a:ext cx="288290" cy="349250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122555" rIns="0" bIns="0" rtlCol="0" vert="horz">
            <a:spAutoFit/>
          </a:bodyPr>
          <a:lstStyle/>
          <a:p>
            <a:pPr algn="ctr" marL="7620">
              <a:lnSpc>
                <a:spcPct val="100000"/>
              </a:lnSpc>
              <a:spcBef>
                <a:spcPts val="965"/>
              </a:spcBef>
            </a:pPr>
            <a:r>
              <a:rPr dirty="0" sz="950">
                <a:latin typeface="Times New Roman"/>
                <a:cs typeface="Times New Roman"/>
              </a:rPr>
              <a:t>F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074236" y="2153069"/>
            <a:ext cx="281940" cy="349250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122555" rIns="0" bIns="0" rtlCol="0" vert="horz">
            <a:spAutoFit/>
          </a:bodyPr>
          <a:lstStyle/>
          <a:p>
            <a:pPr algn="ctr" marR="1905">
              <a:lnSpc>
                <a:spcPct val="100000"/>
              </a:lnSpc>
              <a:spcBef>
                <a:spcPts val="965"/>
              </a:spcBef>
            </a:pPr>
            <a:r>
              <a:rPr dirty="0" sz="950" spc="-50">
                <a:latin typeface="Times New Roman"/>
                <a:cs typeface="Times New Roman"/>
              </a:rPr>
              <a:t>0</a:t>
            </a:r>
            <a:endParaRPr sz="950">
              <a:latin typeface="Times New Roman"/>
              <a:cs typeface="Times New Roman"/>
            </a:endParaRPr>
          </a:p>
        </p:txBody>
      </p:sp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1091012" y="3104826"/>
          <a:ext cx="5480685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7185"/>
                <a:gridCol w="337820"/>
                <a:gridCol w="337184"/>
                <a:gridCol w="337184"/>
                <a:gridCol w="337185"/>
                <a:gridCol w="337819"/>
                <a:gridCol w="337185"/>
                <a:gridCol w="337185"/>
                <a:gridCol w="337185"/>
                <a:gridCol w="337819"/>
                <a:gridCol w="337185"/>
                <a:gridCol w="337185"/>
                <a:gridCol w="337185"/>
                <a:gridCol w="337820"/>
                <a:gridCol w="337185"/>
                <a:gridCol w="337185"/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object 13" descr=""/>
          <p:cNvGraphicFramePr>
            <a:graphicFrameLocks noGrp="1"/>
          </p:cNvGraphicFramePr>
          <p:nvPr/>
        </p:nvGraphicFramePr>
        <p:xfrm>
          <a:off x="3227635" y="5846616"/>
          <a:ext cx="1207770" cy="325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735"/>
                <a:gridCol w="269874"/>
                <a:gridCol w="281304"/>
                <a:gridCol w="281305"/>
              </a:tblGrid>
              <a:tr h="3257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14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14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F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14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14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 descr=""/>
          <p:cNvSpPr txBox="1"/>
          <p:nvPr/>
        </p:nvSpPr>
        <p:spPr>
          <a:xfrm>
            <a:off x="1980716" y="6880913"/>
            <a:ext cx="5073650" cy="6261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-635">
              <a:lnSpc>
                <a:spcPct val="103600"/>
              </a:lnSpc>
              <a:spcBef>
                <a:spcPts val="95"/>
              </a:spcBef>
            </a:pPr>
            <a:r>
              <a:rPr dirty="0" sz="950">
                <a:latin typeface="Times New Roman"/>
                <a:cs typeface="Times New Roman"/>
              </a:rPr>
              <a:t>If</a:t>
            </a:r>
            <a:r>
              <a:rPr dirty="0" sz="950" spc="1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2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conztant</a:t>
            </a:r>
            <a:r>
              <a:rPr dirty="0" sz="950" spc="2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(#01F0)</a:t>
            </a:r>
            <a:r>
              <a:rPr dirty="0" sz="950" spc="2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175">
                <a:latin typeface="Times New Roman"/>
                <a:cs typeface="Times New Roman"/>
              </a:rPr>
              <a:t> </a:t>
            </a:r>
            <a:r>
              <a:rPr dirty="0" sz="950" i="1">
                <a:latin typeface="Segoe UI Symbol"/>
                <a:cs typeface="Segoe UI Symbol"/>
              </a:rPr>
              <a:t>e</a:t>
            </a:r>
            <a:r>
              <a:rPr dirty="0" sz="950">
                <a:latin typeface="Segoe UI Symbol"/>
                <a:cs typeface="Segoe UI Symbol"/>
              </a:rPr>
              <a:t>q</a:t>
            </a:r>
            <a:r>
              <a:rPr dirty="0" sz="950" i="1">
                <a:latin typeface="Segoe UI Symbol"/>
                <a:cs typeface="Segoe UI Symbol"/>
              </a:rPr>
              <a:t>ual</a:t>
            </a:r>
            <a:r>
              <a:rPr dirty="0" sz="950" spc="180" i="1">
                <a:latin typeface="Segoe UI Symbol"/>
                <a:cs typeface="Segoe UI Symbol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2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Channel</a:t>
            </a:r>
            <a:r>
              <a:rPr dirty="0" sz="950" spc="20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000</a:t>
            </a:r>
            <a:r>
              <a:rPr dirty="0" sz="950" spc="2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data,</a:t>
            </a:r>
            <a:r>
              <a:rPr dirty="0" sz="950" spc="2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zpecial</a:t>
            </a:r>
            <a:r>
              <a:rPr dirty="0" sz="950" spc="2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relay</a:t>
            </a:r>
            <a:r>
              <a:rPr dirty="0" sz="950" spc="20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25506</a:t>
            </a:r>
            <a:r>
              <a:rPr dirty="0" sz="950" spc="20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turnz</a:t>
            </a:r>
            <a:r>
              <a:rPr dirty="0" sz="950" spc="1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ON.</a:t>
            </a:r>
            <a:r>
              <a:rPr dirty="0" sz="950" spc="19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However, </a:t>
            </a:r>
            <a:r>
              <a:rPr dirty="0" sz="950">
                <a:latin typeface="Times New Roman"/>
                <a:cs typeface="Times New Roman"/>
              </a:rPr>
              <a:t>zpecial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relay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25505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will</a:t>
            </a:r>
            <a:r>
              <a:rPr dirty="0" sz="950" spc="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turn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if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conztant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75">
                <a:latin typeface="Times New Roman"/>
                <a:cs typeface="Times New Roman"/>
              </a:rPr>
              <a:t> </a:t>
            </a:r>
            <a:r>
              <a:rPr dirty="0" sz="950" spc="-20" i="1">
                <a:latin typeface="Segoe UI Symbol"/>
                <a:cs typeface="Segoe UI Symbol"/>
              </a:rPr>
              <a:t>greater</a:t>
            </a:r>
            <a:r>
              <a:rPr dirty="0" sz="950" spc="75" i="1">
                <a:latin typeface="Segoe UI Symbol"/>
                <a:cs typeface="Segoe UI Symbol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than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Channel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000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data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zpecial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relay </a:t>
            </a:r>
            <a:r>
              <a:rPr dirty="0" sz="950">
                <a:latin typeface="Times New Roman"/>
                <a:cs typeface="Times New Roman"/>
              </a:rPr>
              <a:t>25507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will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turn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if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conztant</a:t>
            </a:r>
            <a:r>
              <a:rPr dirty="0" sz="950" spc="114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65">
                <a:latin typeface="Times New Roman"/>
                <a:cs typeface="Times New Roman"/>
              </a:rPr>
              <a:t> </a:t>
            </a:r>
            <a:r>
              <a:rPr dirty="0" sz="950" i="1">
                <a:latin typeface="Segoe UI Symbol"/>
                <a:cs typeface="Segoe UI Symbol"/>
              </a:rPr>
              <a:t>leJJ</a:t>
            </a:r>
            <a:r>
              <a:rPr dirty="0" sz="950" spc="90" i="1">
                <a:latin typeface="Segoe UI Symbol"/>
                <a:cs typeface="Segoe UI Symbol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than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Channel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000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data.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At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any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one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time,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only</a:t>
            </a:r>
            <a:r>
              <a:rPr dirty="0" sz="950" spc="10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one</a:t>
            </a:r>
            <a:r>
              <a:rPr dirty="0" sz="950" spc="11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rezult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true,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either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relay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 spc="70">
                <a:latin typeface="Times New Roman"/>
                <a:cs typeface="Times New Roman"/>
              </a:rPr>
              <a:t>25505(&gt;)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or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 spc="50">
                <a:latin typeface="Times New Roman"/>
                <a:cs typeface="Times New Roman"/>
              </a:rPr>
              <a:t>25506(=)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or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 spc="65">
                <a:latin typeface="Times New Roman"/>
                <a:cs typeface="Times New Roman"/>
              </a:rPr>
              <a:t>25507(&lt;)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10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ON.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382817" y="1536404"/>
            <a:ext cx="288988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10">
                <a:latin typeface="Times New Roman"/>
                <a:cs typeface="Times New Roman"/>
              </a:rPr>
              <a:t>The</a:t>
            </a:r>
            <a:r>
              <a:rPr dirty="0" sz="950" spc="14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following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 spc="55">
                <a:latin typeface="Times New Roman"/>
                <a:cs typeface="Times New Roman"/>
              </a:rPr>
              <a:t>diagram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illustrates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the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 spc="70">
                <a:latin typeface="Times New Roman"/>
                <a:cs typeface="Times New Roman"/>
              </a:rPr>
              <a:t>CMP</a:t>
            </a:r>
            <a:r>
              <a:rPr dirty="0" sz="950" spc="14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operation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076749" y="2254952"/>
            <a:ext cx="8826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50">
                <a:latin typeface="Times New Roman"/>
                <a:cs typeface="Times New Roman"/>
              </a:rPr>
              <a:t>#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539483" y="3190774"/>
            <a:ext cx="37655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20">
                <a:latin typeface="Times New Roman"/>
                <a:cs typeface="Times New Roman"/>
              </a:rPr>
              <a:t>DATA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067256" y="5927628"/>
            <a:ext cx="8826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50">
                <a:latin typeface="Times New Roman"/>
                <a:cs typeface="Times New Roman"/>
              </a:rPr>
              <a:t>#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407412" y="3700256"/>
            <a:ext cx="750570" cy="476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 indent="-1270">
              <a:lnSpc>
                <a:spcPct val="103600"/>
              </a:lnSpc>
              <a:spcBef>
                <a:spcPts val="95"/>
              </a:spcBef>
            </a:pPr>
            <a:r>
              <a:rPr dirty="0" sz="950" spc="-10">
                <a:latin typeface="Times New Roman"/>
                <a:cs typeface="Times New Roman"/>
              </a:rPr>
              <a:t>Conztant </a:t>
            </a:r>
            <a:r>
              <a:rPr dirty="0" sz="950">
                <a:latin typeface="Times New Roman"/>
                <a:cs typeface="Times New Roman"/>
              </a:rPr>
              <a:t>Compare</a:t>
            </a:r>
            <a:r>
              <a:rPr dirty="0" sz="950" spc="195">
                <a:latin typeface="Times New Roman"/>
                <a:cs typeface="Times New Roman"/>
              </a:rPr>
              <a:t> </a:t>
            </a:r>
            <a:r>
              <a:rPr dirty="0" sz="950" spc="-20">
                <a:latin typeface="Times New Roman"/>
                <a:cs typeface="Times New Roman"/>
              </a:rPr>
              <a:t>with </a:t>
            </a:r>
            <a:r>
              <a:rPr dirty="0" sz="950" spc="-10">
                <a:latin typeface="Times New Roman"/>
                <a:cs typeface="Times New Roman"/>
              </a:rPr>
              <a:t>Channel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081506" y="2532697"/>
            <a:ext cx="2422525" cy="533400"/>
            <a:chOff x="1081506" y="2532697"/>
            <a:chExt cx="2422525" cy="533400"/>
          </a:xfrm>
        </p:grpSpPr>
        <p:sp>
          <p:nvSpPr>
            <p:cNvPr id="21" name="object 21" descr=""/>
            <p:cNvSpPr/>
            <p:nvPr/>
          </p:nvSpPr>
          <p:spPr>
            <a:xfrm>
              <a:off x="1960003" y="2532697"/>
              <a:ext cx="1263650" cy="317500"/>
            </a:xfrm>
            <a:custGeom>
              <a:avLst/>
              <a:gdLst/>
              <a:ahLst/>
              <a:cxnLst/>
              <a:rect l="l" t="t" r="r" b="b"/>
              <a:pathLst>
                <a:path w="1263650" h="317500">
                  <a:moveTo>
                    <a:pt x="9118" y="312839"/>
                  </a:moveTo>
                  <a:lnTo>
                    <a:pt x="8737" y="310934"/>
                  </a:lnTo>
                  <a:lnTo>
                    <a:pt x="7607" y="309791"/>
                  </a:lnTo>
                  <a:lnTo>
                    <a:pt x="6083" y="308648"/>
                  </a:lnTo>
                  <a:lnTo>
                    <a:pt x="4559" y="308267"/>
                  </a:lnTo>
                  <a:lnTo>
                    <a:pt x="2654" y="308648"/>
                  </a:lnTo>
                  <a:lnTo>
                    <a:pt x="1143" y="309791"/>
                  </a:lnTo>
                  <a:lnTo>
                    <a:pt x="381" y="310934"/>
                  </a:lnTo>
                  <a:lnTo>
                    <a:pt x="0" y="312839"/>
                  </a:lnTo>
                  <a:lnTo>
                    <a:pt x="381" y="314718"/>
                  </a:lnTo>
                  <a:lnTo>
                    <a:pt x="1143" y="316230"/>
                  </a:lnTo>
                  <a:lnTo>
                    <a:pt x="2654" y="316992"/>
                  </a:lnTo>
                  <a:lnTo>
                    <a:pt x="4559" y="317373"/>
                  </a:lnTo>
                  <a:lnTo>
                    <a:pt x="6083" y="316992"/>
                  </a:lnTo>
                  <a:lnTo>
                    <a:pt x="7607" y="316230"/>
                  </a:lnTo>
                  <a:lnTo>
                    <a:pt x="8737" y="314718"/>
                  </a:lnTo>
                  <a:lnTo>
                    <a:pt x="9118" y="312839"/>
                  </a:lnTo>
                  <a:close/>
                </a:path>
                <a:path w="1263650" h="317500">
                  <a:moveTo>
                    <a:pt x="26962" y="308267"/>
                  </a:moveTo>
                  <a:lnTo>
                    <a:pt x="26581" y="306743"/>
                  </a:lnTo>
                  <a:lnTo>
                    <a:pt x="25819" y="305219"/>
                  </a:lnTo>
                  <a:lnTo>
                    <a:pt x="24295" y="304088"/>
                  </a:lnTo>
                  <a:lnTo>
                    <a:pt x="22402" y="303707"/>
                  </a:lnTo>
                  <a:lnTo>
                    <a:pt x="20510" y="304088"/>
                  </a:lnTo>
                  <a:lnTo>
                    <a:pt x="18986" y="305219"/>
                  </a:lnTo>
                  <a:lnTo>
                    <a:pt x="18237" y="306743"/>
                  </a:lnTo>
                  <a:lnTo>
                    <a:pt x="17856" y="308267"/>
                  </a:lnTo>
                  <a:lnTo>
                    <a:pt x="18237" y="310172"/>
                  </a:lnTo>
                  <a:lnTo>
                    <a:pt x="18986" y="311696"/>
                  </a:lnTo>
                  <a:lnTo>
                    <a:pt x="20510" y="312839"/>
                  </a:lnTo>
                  <a:lnTo>
                    <a:pt x="22402" y="313220"/>
                  </a:lnTo>
                  <a:lnTo>
                    <a:pt x="24295" y="312839"/>
                  </a:lnTo>
                  <a:lnTo>
                    <a:pt x="25819" y="311696"/>
                  </a:lnTo>
                  <a:lnTo>
                    <a:pt x="26581" y="310172"/>
                  </a:lnTo>
                  <a:lnTo>
                    <a:pt x="26962" y="308267"/>
                  </a:lnTo>
                  <a:close/>
                </a:path>
                <a:path w="1263650" h="317500">
                  <a:moveTo>
                    <a:pt x="44792" y="302590"/>
                  </a:moveTo>
                  <a:lnTo>
                    <a:pt x="43662" y="301066"/>
                  </a:lnTo>
                  <a:lnTo>
                    <a:pt x="42138" y="299923"/>
                  </a:lnTo>
                  <a:lnTo>
                    <a:pt x="40246" y="299542"/>
                  </a:lnTo>
                  <a:lnTo>
                    <a:pt x="38354" y="299923"/>
                  </a:lnTo>
                  <a:lnTo>
                    <a:pt x="36830" y="301066"/>
                  </a:lnTo>
                  <a:lnTo>
                    <a:pt x="36068" y="302590"/>
                  </a:lnTo>
                  <a:lnTo>
                    <a:pt x="35687" y="303707"/>
                  </a:lnTo>
                  <a:lnTo>
                    <a:pt x="36068" y="305600"/>
                  </a:lnTo>
                  <a:lnTo>
                    <a:pt x="36830" y="307124"/>
                  </a:lnTo>
                  <a:lnTo>
                    <a:pt x="38354" y="308267"/>
                  </a:lnTo>
                  <a:lnTo>
                    <a:pt x="40246" y="308648"/>
                  </a:lnTo>
                  <a:lnTo>
                    <a:pt x="42138" y="308267"/>
                  </a:lnTo>
                  <a:lnTo>
                    <a:pt x="43662" y="307124"/>
                  </a:lnTo>
                  <a:lnTo>
                    <a:pt x="44792" y="305600"/>
                  </a:lnTo>
                  <a:lnTo>
                    <a:pt x="44792" y="302590"/>
                  </a:lnTo>
                  <a:close/>
                </a:path>
                <a:path w="1263650" h="317500">
                  <a:moveTo>
                    <a:pt x="62649" y="299923"/>
                  </a:moveTo>
                  <a:lnTo>
                    <a:pt x="62268" y="298018"/>
                  </a:lnTo>
                  <a:lnTo>
                    <a:pt x="61506" y="296494"/>
                  </a:lnTo>
                  <a:lnTo>
                    <a:pt x="59994" y="295351"/>
                  </a:lnTo>
                  <a:lnTo>
                    <a:pt x="58089" y="294970"/>
                  </a:lnTo>
                  <a:lnTo>
                    <a:pt x="56565" y="295351"/>
                  </a:lnTo>
                  <a:lnTo>
                    <a:pt x="55041" y="296494"/>
                  </a:lnTo>
                  <a:lnTo>
                    <a:pt x="53911" y="298018"/>
                  </a:lnTo>
                  <a:lnTo>
                    <a:pt x="53530" y="299923"/>
                  </a:lnTo>
                  <a:lnTo>
                    <a:pt x="53911" y="301447"/>
                  </a:lnTo>
                  <a:lnTo>
                    <a:pt x="55041" y="302958"/>
                  </a:lnTo>
                  <a:lnTo>
                    <a:pt x="56565" y="303707"/>
                  </a:lnTo>
                  <a:lnTo>
                    <a:pt x="58089" y="304088"/>
                  </a:lnTo>
                  <a:lnTo>
                    <a:pt x="59994" y="303707"/>
                  </a:lnTo>
                  <a:lnTo>
                    <a:pt x="61506" y="302958"/>
                  </a:lnTo>
                  <a:lnTo>
                    <a:pt x="62268" y="301447"/>
                  </a:lnTo>
                  <a:lnTo>
                    <a:pt x="62649" y="299923"/>
                  </a:lnTo>
                  <a:close/>
                </a:path>
                <a:path w="1263650" h="317500">
                  <a:moveTo>
                    <a:pt x="80873" y="295351"/>
                  </a:moveTo>
                  <a:lnTo>
                    <a:pt x="80492" y="293458"/>
                  </a:lnTo>
                  <a:lnTo>
                    <a:pt x="79349" y="291947"/>
                  </a:lnTo>
                  <a:lnTo>
                    <a:pt x="77825" y="290817"/>
                  </a:lnTo>
                  <a:lnTo>
                    <a:pt x="75933" y="290436"/>
                  </a:lnTo>
                  <a:lnTo>
                    <a:pt x="74028" y="290817"/>
                  </a:lnTo>
                  <a:lnTo>
                    <a:pt x="72517" y="291947"/>
                  </a:lnTo>
                  <a:lnTo>
                    <a:pt x="71767" y="293458"/>
                  </a:lnTo>
                  <a:lnTo>
                    <a:pt x="71386" y="295351"/>
                  </a:lnTo>
                  <a:lnTo>
                    <a:pt x="71767" y="296875"/>
                  </a:lnTo>
                  <a:lnTo>
                    <a:pt x="72517" y="298399"/>
                  </a:lnTo>
                  <a:lnTo>
                    <a:pt x="74028" y="299542"/>
                  </a:lnTo>
                  <a:lnTo>
                    <a:pt x="75933" y="299923"/>
                  </a:lnTo>
                  <a:lnTo>
                    <a:pt x="77825" y="299542"/>
                  </a:lnTo>
                  <a:lnTo>
                    <a:pt x="79349" y="298399"/>
                  </a:lnTo>
                  <a:lnTo>
                    <a:pt x="80492" y="296875"/>
                  </a:lnTo>
                  <a:lnTo>
                    <a:pt x="80873" y="295351"/>
                  </a:lnTo>
                  <a:close/>
                </a:path>
                <a:path w="1263650" h="317500">
                  <a:moveTo>
                    <a:pt x="98323" y="290817"/>
                  </a:moveTo>
                  <a:lnTo>
                    <a:pt x="97561" y="287769"/>
                  </a:lnTo>
                  <a:lnTo>
                    <a:pt x="96050" y="286626"/>
                  </a:lnTo>
                  <a:lnTo>
                    <a:pt x="94157" y="286245"/>
                  </a:lnTo>
                  <a:lnTo>
                    <a:pt x="92265" y="286626"/>
                  </a:lnTo>
                  <a:lnTo>
                    <a:pt x="90741" y="287769"/>
                  </a:lnTo>
                  <a:lnTo>
                    <a:pt x="89598" y="289293"/>
                  </a:lnTo>
                  <a:lnTo>
                    <a:pt x="89217" y="290817"/>
                  </a:lnTo>
                  <a:lnTo>
                    <a:pt x="89598" y="292696"/>
                  </a:lnTo>
                  <a:lnTo>
                    <a:pt x="90741" y="293839"/>
                  </a:lnTo>
                  <a:lnTo>
                    <a:pt x="92265" y="294970"/>
                  </a:lnTo>
                  <a:lnTo>
                    <a:pt x="94157" y="295351"/>
                  </a:lnTo>
                  <a:lnTo>
                    <a:pt x="96050" y="294970"/>
                  </a:lnTo>
                  <a:lnTo>
                    <a:pt x="97561" y="293839"/>
                  </a:lnTo>
                  <a:lnTo>
                    <a:pt x="97942" y="292696"/>
                  </a:lnTo>
                  <a:lnTo>
                    <a:pt x="98323" y="290817"/>
                  </a:lnTo>
                  <a:close/>
                </a:path>
                <a:path w="1263650" h="317500">
                  <a:moveTo>
                    <a:pt x="116560" y="286626"/>
                  </a:moveTo>
                  <a:lnTo>
                    <a:pt x="116179" y="284721"/>
                  </a:lnTo>
                  <a:lnTo>
                    <a:pt x="115036" y="283210"/>
                  </a:lnTo>
                  <a:lnTo>
                    <a:pt x="113525" y="282079"/>
                  </a:lnTo>
                  <a:lnTo>
                    <a:pt x="111620" y="281698"/>
                  </a:lnTo>
                  <a:lnTo>
                    <a:pt x="110096" y="282079"/>
                  </a:lnTo>
                  <a:lnTo>
                    <a:pt x="108953" y="283210"/>
                  </a:lnTo>
                  <a:lnTo>
                    <a:pt x="107823" y="284721"/>
                  </a:lnTo>
                  <a:lnTo>
                    <a:pt x="107442" y="286626"/>
                  </a:lnTo>
                  <a:lnTo>
                    <a:pt x="107823" y="288531"/>
                  </a:lnTo>
                  <a:lnTo>
                    <a:pt x="108953" y="290055"/>
                  </a:lnTo>
                  <a:lnTo>
                    <a:pt x="110477" y="290436"/>
                  </a:lnTo>
                  <a:lnTo>
                    <a:pt x="111620" y="290817"/>
                  </a:lnTo>
                  <a:lnTo>
                    <a:pt x="113525" y="290436"/>
                  </a:lnTo>
                  <a:lnTo>
                    <a:pt x="115036" y="290055"/>
                  </a:lnTo>
                  <a:lnTo>
                    <a:pt x="116179" y="288531"/>
                  </a:lnTo>
                  <a:lnTo>
                    <a:pt x="116560" y="286626"/>
                  </a:lnTo>
                  <a:close/>
                </a:path>
                <a:path w="1263650" h="317500">
                  <a:moveTo>
                    <a:pt x="134785" y="282079"/>
                  </a:moveTo>
                  <a:lnTo>
                    <a:pt x="134404" y="280187"/>
                  </a:lnTo>
                  <a:lnTo>
                    <a:pt x="133261" y="278663"/>
                  </a:lnTo>
                  <a:lnTo>
                    <a:pt x="131737" y="277520"/>
                  </a:lnTo>
                  <a:lnTo>
                    <a:pt x="129832" y="277139"/>
                  </a:lnTo>
                  <a:lnTo>
                    <a:pt x="127939" y="277520"/>
                  </a:lnTo>
                  <a:lnTo>
                    <a:pt x="126428" y="278663"/>
                  </a:lnTo>
                  <a:lnTo>
                    <a:pt x="125666" y="280187"/>
                  </a:lnTo>
                  <a:lnTo>
                    <a:pt x="125298" y="282079"/>
                  </a:lnTo>
                  <a:lnTo>
                    <a:pt x="125666" y="283959"/>
                  </a:lnTo>
                  <a:lnTo>
                    <a:pt x="126428" y="285483"/>
                  </a:lnTo>
                  <a:lnTo>
                    <a:pt x="127939" y="286245"/>
                  </a:lnTo>
                  <a:lnTo>
                    <a:pt x="129832" y="286626"/>
                  </a:lnTo>
                  <a:lnTo>
                    <a:pt x="131737" y="286245"/>
                  </a:lnTo>
                  <a:lnTo>
                    <a:pt x="133261" y="285483"/>
                  </a:lnTo>
                  <a:lnTo>
                    <a:pt x="134404" y="283959"/>
                  </a:lnTo>
                  <a:lnTo>
                    <a:pt x="134785" y="282079"/>
                  </a:lnTo>
                  <a:close/>
                </a:path>
                <a:path w="1263650" h="317500">
                  <a:moveTo>
                    <a:pt x="152234" y="277520"/>
                  </a:moveTo>
                  <a:lnTo>
                    <a:pt x="151853" y="275996"/>
                  </a:lnTo>
                  <a:lnTo>
                    <a:pt x="150710" y="274472"/>
                  </a:lnTo>
                  <a:lnTo>
                    <a:pt x="149580" y="273342"/>
                  </a:lnTo>
                  <a:lnTo>
                    <a:pt x="148069" y="272948"/>
                  </a:lnTo>
                  <a:lnTo>
                    <a:pt x="146177" y="273342"/>
                  </a:lnTo>
                  <a:lnTo>
                    <a:pt x="144653" y="274472"/>
                  </a:lnTo>
                  <a:lnTo>
                    <a:pt x="143510" y="275996"/>
                  </a:lnTo>
                  <a:lnTo>
                    <a:pt x="143129" y="277520"/>
                  </a:lnTo>
                  <a:lnTo>
                    <a:pt x="143510" y="279425"/>
                  </a:lnTo>
                  <a:lnTo>
                    <a:pt x="144653" y="280949"/>
                  </a:lnTo>
                  <a:lnTo>
                    <a:pt x="146177" y="281698"/>
                  </a:lnTo>
                  <a:lnTo>
                    <a:pt x="148069" y="282079"/>
                  </a:lnTo>
                  <a:lnTo>
                    <a:pt x="149961" y="281698"/>
                  </a:lnTo>
                  <a:lnTo>
                    <a:pt x="150710" y="280949"/>
                  </a:lnTo>
                  <a:lnTo>
                    <a:pt x="151853" y="279425"/>
                  </a:lnTo>
                  <a:lnTo>
                    <a:pt x="152234" y="277520"/>
                  </a:lnTo>
                  <a:close/>
                </a:path>
                <a:path w="1263650" h="317500">
                  <a:moveTo>
                    <a:pt x="170459" y="273342"/>
                  </a:moveTo>
                  <a:lnTo>
                    <a:pt x="170078" y="271449"/>
                  </a:lnTo>
                  <a:lnTo>
                    <a:pt x="168948" y="269938"/>
                  </a:lnTo>
                  <a:lnTo>
                    <a:pt x="167436" y="268795"/>
                  </a:lnTo>
                  <a:lnTo>
                    <a:pt x="165531" y="268414"/>
                  </a:lnTo>
                  <a:lnTo>
                    <a:pt x="164007" y="268795"/>
                  </a:lnTo>
                  <a:lnTo>
                    <a:pt x="162483" y="269938"/>
                  </a:lnTo>
                  <a:lnTo>
                    <a:pt x="161721" y="271449"/>
                  </a:lnTo>
                  <a:lnTo>
                    <a:pt x="161340" y="273342"/>
                  </a:lnTo>
                  <a:lnTo>
                    <a:pt x="161721" y="275234"/>
                  </a:lnTo>
                  <a:lnTo>
                    <a:pt x="162483" y="276758"/>
                  </a:lnTo>
                  <a:lnTo>
                    <a:pt x="165531" y="277520"/>
                  </a:lnTo>
                  <a:lnTo>
                    <a:pt x="167436" y="277139"/>
                  </a:lnTo>
                  <a:lnTo>
                    <a:pt x="168948" y="276758"/>
                  </a:lnTo>
                  <a:lnTo>
                    <a:pt x="170078" y="275234"/>
                  </a:lnTo>
                  <a:lnTo>
                    <a:pt x="170459" y="273342"/>
                  </a:lnTo>
                  <a:close/>
                </a:path>
                <a:path w="1263650" h="317500">
                  <a:moveTo>
                    <a:pt x="188315" y="268795"/>
                  </a:moveTo>
                  <a:lnTo>
                    <a:pt x="187934" y="266890"/>
                  </a:lnTo>
                  <a:lnTo>
                    <a:pt x="187172" y="265366"/>
                  </a:lnTo>
                  <a:lnTo>
                    <a:pt x="185648" y="264223"/>
                  </a:lnTo>
                  <a:lnTo>
                    <a:pt x="183743" y="263842"/>
                  </a:lnTo>
                  <a:lnTo>
                    <a:pt x="181851" y="264223"/>
                  </a:lnTo>
                  <a:lnTo>
                    <a:pt x="181851" y="264604"/>
                  </a:lnTo>
                  <a:lnTo>
                    <a:pt x="180340" y="265366"/>
                  </a:lnTo>
                  <a:lnTo>
                    <a:pt x="179197" y="266890"/>
                  </a:lnTo>
                  <a:lnTo>
                    <a:pt x="178816" y="268795"/>
                  </a:lnTo>
                  <a:lnTo>
                    <a:pt x="179197" y="270687"/>
                  </a:lnTo>
                  <a:lnTo>
                    <a:pt x="180340" y="272211"/>
                  </a:lnTo>
                  <a:lnTo>
                    <a:pt x="181851" y="273342"/>
                  </a:lnTo>
                  <a:lnTo>
                    <a:pt x="183743" y="273710"/>
                  </a:lnTo>
                  <a:lnTo>
                    <a:pt x="185648" y="273342"/>
                  </a:lnTo>
                  <a:lnTo>
                    <a:pt x="185648" y="272948"/>
                  </a:lnTo>
                  <a:lnTo>
                    <a:pt x="187172" y="272211"/>
                  </a:lnTo>
                  <a:lnTo>
                    <a:pt x="187934" y="270687"/>
                  </a:lnTo>
                  <a:lnTo>
                    <a:pt x="188315" y="268795"/>
                  </a:lnTo>
                  <a:close/>
                </a:path>
                <a:path w="1263650" h="317500">
                  <a:moveTo>
                    <a:pt x="206146" y="264223"/>
                  </a:moveTo>
                  <a:lnTo>
                    <a:pt x="205765" y="262699"/>
                  </a:lnTo>
                  <a:lnTo>
                    <a:pt x="204622" y="261188"/>
                  </a:lnTo>
                  <a:lnTo>
                    <a:pt x="203492" y="260438"/>
                  </a:lnTo>
                  <a:lnTo>
                    <a:pt x="201599" y="260070"/>
                  </a:lnTo>
                  <a:lnTo>
                    <a:pt x="199707" y="260438"/>
                  </a:lnTo>
                  <a:lnTo>
                    <a:pt x="198183" y="261188"/>
                  </a:lnTo>
                  <a:lnTo>
                    <a:pt x="197421" y="262699"/>
                  </a:lnTo>
                  <a:lnTo>
                    <a:pt x="197040" y="264223"/>
                  </a:lnTo>
                  <a:lnTo>
                    <a:pt x="197421" y="266128"/>
                  </a:lnTo>
                  <a:lnTo>
                    <a:pt x="198183" y="267652"/>
                  </a:lnTo>
                  <a:lnTo>
                    <a:pt x="199707" y="268795"/>
                  </a:lnTo>
                  <a:lnTo>
                    <a:pt x="201599" y="269176"/>
                  </a:lnTo>
                  <a:lnTo>
                    <a:pt x="203492" y="268795"/>
                  </a:lnTo>
                  <a:lnTo>
                    <a:pt x="204622" y="267652"/>
                  </a:lnTo>
                  <a:lnTo>
                    <a:pt x="205765" y="266128"/>
                  </a:lnTo>
                  <a:lnTo>
                    <a:pt x="206146" y="264223"/>
                  </a:lnTo>
                  <a:close/>
                </a:path>
                <a:path w="1263650" h="317500">
                  <a:moveTo>
                    <a:pt x="223989" y="260070"/>
                  </a:moveTo>
                  <a:lnTo>
                    <a:pt x="223608" y="258165"/>
                  </a:lnTo>
                  <a:lnTo>
                    <a:pt x="222859" y="256641"/>
                  </a:lnTo>
                  <a:lnTo>
                    <a:pt x="221335" y="255879"/>
                  </a:lnTo>
                  <a:lnTo>
                    <a:pt x="219443" y="255498"/>
                  </a:lnTo>
                  <a:lnTo>
                    <a:pt x="217538" y="255879"/>
                  </a:lnTo>
                  <a:lnTo>
                    <a:pt x="216395" y="256641"/>
                  </a:lnTo>
                  <a:lnTo>
                    <a:pt x="215252" y="258165"/>
                  </a:lnTo>
                  <a:lnTo>
                    <a:pt x="214871" y="260070"/>
                  </a:lnTo>
                  <a:lnTo>
                    <a:pt x="215252" y="261950"/>
                  </a:lnTo>
                  <a:lnTo>
                    <a:pt x="216395" y="263461"/>
                  </a:lnTo>
                  <a:lnTo>
                    <a:pt x="217538" y="264223"/>
                  </a:lnTo>
                  <a:lnTo>
                    <a:pt x="219443" y="264604"/>
                  </a:lnTo>
                  <a:lnTo>
                    <a:pt x="221335" y="264223"/>
                  </a:lnTo>
                  <a:lnTo>
                    <a:pt x="222859" y="263461"/>
                  </a:lnTo>
                  <a:lnTo>
                    <a:pt x="223608" y="261950"/>
                  </a:lnTo>
                  <a:lnTo>
                    <a:pt x="223989" y="260070"/>
                  </a:lnTo>
                  <a:close/>
                </a:path>
                <a:path w="1263650" h="317500">
                  <a:moveTo>
                    <a:pt x="242227" y="255498"/>
                  </a:moveTo>
                  <a:lnTo>
                    <a:pt x="241846" y="253593"/>
                  </a:lnTo>
                  <a:lnTo>
                    <a:pt x="240703" y="252069"/>
                  </a:lnTo>
                  <a:lnTo>
                    <a:pt x="239179" y="251320"/>
                  </a:lnTo>
                  <a:lnTo>
                    <a:pt x="237274" y="250939"/>
                  </a:lnTo>
                  <a:lnTo>
                    <a:pt x="235381" y="251320"/>
                  </a:lnTo>
                  <a:lnTo>
                    <a:pt x="233870" y="252069"/>
                  </a:lnTo>
                  <a:lnTo>
                    <a:pt x="233108" y="253593"/>
                  </a:lnTo>
                  <a:lnTo>
                    <a:pt x="232727" y="255498"/>
                  </a:lnTo>
                  <a:lnTo>
                    <a:pt x="233108" y="257403"/>
                  </a:lnTo>
                  <a:lnTo>
                    <a:pt x="233870" y="258927"/>
                  </a:lnTo>
                  <a:lnTo>
                    <a:pt x="235381" y="260070"/>
                  </a:lnTo>
                  <a:lnTo>
                    <a:pt x="237274" y="260438"/>
                  </a:lnTo>
                  <a:lnTo>
                    <a:pt x="239179" y="260070"/>
                  </a:lnTo>
                  <a:lnTo>
                    <a:pt x="240703" y="258927"/>
                  </a:lnTo>
                  <a:lnTo>
                    <a:pt x="241846" y="257403"/>
                  </a:lnTo>
                  <a:lnTo>
                    <a:pt x="242227" y="255498"/>
                  </a:lnTo>
                  <a:close/>
                </a:path>
                <a:path w="1263650" h="317500">
                  <a:moveTo>
                    <a:pt x="259676" y="250939"/>
                  </a:moveTo>
                  <a:lnTo>
                    <a:pt x="259295" y="249440"/>
                  </a:lnTo>
                  <a:lnTo>
                    <a:pt x="258533" y="247916"/>
                  </a:lnTo>
                  <a:lnTo>
                    <a:pt x="257009" y="247154"/>
                  </a:lnTo>
                  <a:lnTo>
                    <a:pt x="255498" y="246773"/>
                  </a:lnTo>
                  <a:lnTo>
                    <a:pt x="253606" y="247154"/>
                  </a:lnTo>
                  <a:lnTo>
                    <a:pt x="252095" y="247916"/>
                  </a:lnTo>
                  <a:lnTo>
                    <a:pt x="250952" y="249440"/>
                  </a:lnTo>
                  <a:lnTo>
                    <a:pt x="250571" y="250939"/>
                  </a:lnTo>
                  <a:lnTo>
                    <a:pt x="250952" y="252831"/>
                  </a:lnTo>
                  <a:lnTo>
                    <a:pt x="252095" y="254355"/>
                  </a:lnTo>
                  <a:lnTo>
                    <a:pt x="253606" y="255498"/>
                  </a:lnTo>
                  <a:lnTo>
                    <a:pt x="255498" y="255879"/>
                  </a:lnTo>
                  <a:lnTo>
                    <a:pt x="257009" y="255498"/>
                  </a:lnTo>
                  <a:lnTo>
                    <a:pt x="258533" y="254355"/>
                  </a:lnTo>
                  <a:lnTo>
                    <a:pt x="259295" y="252831"/>
                  </a:lnTo>
                  <a:lnTo>
                    <a:pt x="259676" y="250939"/>
                  </a:lnTo>
                  <a:close/>
                </a:path>
                <a:path w="1263650" h="317500">
                  <a:moveTo>
                    <a:pt x="277901" y="246773"/>
                  </a:moveTo>
                  <a:lnTo>
                    <a:pt x="277520" y="244868"/>
                  </a:lnTo>
                  <a:lnTo>
                    <a:pt x="276390" y="243725"/>
                  </a:lnTo>
                  <a:lnTo>
                    <a:pt x="274866" y="242582"/>
                  </a:lnTo>
                  <a:lnTo>
                    <a:pt x="272973" y="242201"/>
                  </a:lnTo>
                  <a:lnTo>
                    <a:pt x="271068" y="242582"/>
                  </a:lnTo>
                  <a:lnTo>
                    <a:pt x="269925" y="243725"/>
                  </a:lnTo>
                  <a:lnTo>
                    <a:pt x="269163" y="244868"/>
                  </a:lnTo>
                  <a:lnTo>
                    <a:pt x="268782" y="246773"/>
                  </a:lnTo>
                  <a:lnTo>
                    <a:pt x="269163" y="248678"/>
                  </a:lnTo>
                  <a:lnTo>
                    <a:pt x="269925" y="250177"/>
                  </a:lnTo>
                  <a:lnTo>
                    <a:pt x="271449" y="250939"/>
                  </a:lnTo>
                  <a:lnTo>
                    <a:pt x="272973" y="251320"/>
                  </a:lnTo>
                  <a:lnTo>
                    <a:pt x="274866" y="250939"/>
                  </a:lnTo>
                  <a:lnTo>
                    <a:pt x="276390" y="250177"/>
                  </a:lnTo>
                  <a:lnTo>
                    <a:pt x="277520" y="248678"/>
                  </a:lnTo>
                  <a:lnTo>
                    <a:pt x="277901" y="246773"/>
                  </a:lnTo>
                  <a:close/>
                </a:path>
                <a:path w="1263650" h="317500">
                  <a:moveTo>
                    <a:pt x="296125" y="242201"/>
                  </a:moveTo>
                  <a:lnTo>
                    <a:pt x="295757" y="240677"/>
                  </a:lnTo>
                  <a:lnTo>
                    <a:pt x="294614" y="239179"/>
                  </a:lnTo>
                  <a:lnTo>
                    <a:pt x="293090" y="238048"/>
                  </a:lnTo>
                  <a:lnTo>
                    <a:pt x="291185" y="237667"/>
                  </a:lnTo>
                  <a:lnTo>
                    <a:pt x="289280" y="238048"/>
                  </a:lnTo>
                  <a:lnTo>
                    <a:pt x="287769" y="239179"/>
                  </a:lnTo>
                  <a:lnTo>
                    <a:pt x="287020" y="240677"/>
                  </a:lnTo>
                  <a:lnTo>
                    <a:pt x="286639" y="242201"/>
                  </a:lnTo>
                  <a:lnTo>
                    <a:pt x="287020" y="244106"/>
                  </a:lnTo>
                  <a:lnTo>
                    <a:pt x="287769" y="245630"/>
                  </a:lnTo>
                  <a:lnTo>
                    <a:pt x="289280" y="246773"/>
                  </a:lnTo>
                  <a:lnTo>
                    <a:pt x="291185" y="247154"/>
                  </a:lnTo>
                  <a:lnTo>
                    <a:pt x="293090" y="246773"/>
                  </a:lnTo>
                  <a:lnTo>
                    <a:pt x="294614" y="245630"/>
                  </a:lnTo>
                  <a:lnTo>
                    <a:pt x="295757" y="244106"/>
                  </a:lnTo>
                  <a:lnTo>
                    <a:pt x="296125" y="242201"/>
                  </a:lnTo>
                  <a:close/>
                </a:path>
                <a:path w="1263650" h="317500">
                  <a:moveTo>
                    <a:pt x="313588" y="237667"/>
                  </a:moveTo>
                  <a:lnTo>
                    <a:pt x="313207" y="236524"/>
                  </a:lnTo>
                  <a:lnTo>
                    <a:pt x="312064" y="235000"/>
                  </a:lnTo>
                  <a:lnTo>
                    <a:pt x="310540" y="233857"/>
                  </a:lnTo>
                  <a:lnTo>
                    <a:pt x="309410" y="233476"/>
                  </a:lnTo>
                  <a:lnTo>
                    <a:pt x="307517" y="233857"/>
                  </a:lnTo>
                  <a:lnTo>
                    <a:pt x="306006" y="235000"/>
                  </a:lnTo>
                  <a:lnTo>
                    <a:pt x="304863" y="236524"/>
                  </a:lnTo>
                  <a:lnTo>
                    <a:pt x="304482" y="237667"/>
                  </a:lnTo>
                  <a:lnTo>
                    <a:pt x="304863" y="239560"/>
                  </a:lnTo>
                  <a:lnTo>
                    <a:pt x="306006" y="241058"/>
                  </a:lnTo>
                  <a:lnTo>
                    <a:pt x="307517" y="242201"/>
                  </a:lnTo>
                  <a:lnTo>
                    <a:pt x="309410" y="242582"/>
                  </a:lnTo>
                  <a:lnTo>
                    <a:pt x="310921" y="242201"/>
                  </a:lnTo>
                  <a:lnTo>
                    <a:pt x="312064" y="241058"/>
                  </a:lnTo>
                  <a:lnTo>
                    <a:pt x="313207" y="239560"/>
                  </a:lnTo>
                  <a:lnTo>
                    <a:pt x="313588" y="237667"/>
                  </a:lnTo>
                  <a:close/>
                </a:path>
                <a:path w="1263650" h="317500">
                  <a:moveTo>
                    <a:pt x="331800" y="233857"/>
                  </a:moveTo>
                  <a:lnTo>
                    <a:pt x="331431" y="231952"/>
                  </a:lnTo>
                  <a:lnTo>
                    <a:pt x="330288" y="230428"/>
                  </a:lnTo>
                  <a:lnTo>
                    <a:pt x="328777" y="229298"/>
                  </a:lnTo>
                  <a:lnTo>
                    <a:pt x="326885" y="228930"/>
                  </a:lnTo>
                  <a:lnTo>
                    <a:pt x="324980" y="229298"/>
                  </a:lnTo>
                  <a:lnTo>
                    <a:pt x="323456" y="230428"/>
                  </a:lnTo>
                  <a:lnTo>
                    <a:pt x="322694" y="231952"/>
                  </a:lnTo>
                  <a:lnTo>
                    <a:pt x="322694" y="235381"/>
                  </a:lnTo>
                  <a:lnTo>
                    <a:pt x="323456" y="236905"/>
                  </a:lnTo>
                  <a:lnTo>
                    <a:pt x="324980" y="237667"/>
                  </a:lnTo>
                  <a:lnTo>
                    <a:pt x="326885" y="238048"/>
                  </a:lnTo>
                  <a:lnTo>
                    <a:pt x="328777" y="237667"/>
                  </a:lnTo>
                  <a:lnTo>
                    <a:pt x="330288" y="236905"/>
                  </a:lnTo>
                  <a:lnTo>
                    <a:pt x="331431" y="235381"/>
                  </a:lnTo>
                  <a:lnTo>
                    <a:pt x="331800" y="233857"/>
                  </a:lnTo>
                  <a:close/>
                </a:path>
                <a:path w="1263650" h="317500">
                  <a:moveTo>
                    <a:pt x="349288" y="227418"/>
                  </a:moveTo>
                  <a:lnTo>
                    <a:pt x="348526" y="225894"/>
                  </a:lnTo>
                  <a:lnTo>
                    <a:pt x="347002" y="224751"/>
                  </a:lnTo>
                  <a:lnTo>
                    <a:pt x="345097" y="224370"/>
                  </a:lnTo>
                  <a:lnTo>
                    <a:pt x="343192" y="224751"/>
                  </a:lnTo>
                  <a:lnTo>
                    <a:pt x="341680" y="225894"/>
                  </a:lnTo>
                  <a:lnTo>
                    <a:pt x="340550" y="227418"/>
                  </a:lnTo>
                  <a:lnTo>
                    <a:pt x="340169" y="229298"/>
                  </a:lnTo>
                  <a:lnTo>
                    <a:pt x="340550" y="230809"/>
                  </a:lnTo>
                  <a:lnTo>
                    <a:pt x="341680" y="232333"/>
                  </a:lnTo>
                  <a:lnTo>
                    <a:pt x="343192" y="233476"/>
                  </a:lnTo>
                  <a:lnTo>
                    <a:pt x="345097" y="233857"/>
                  </a:lnTo>
                  <a:lnTo>
                    <a:pt x="347002" y="233476"/>
                  </a:lnTo>
                  <a:lnTo>
                    <a:pt x="348526" y="232333"/>
                  </a:lnTo>
                  <a:lnTo>
                    <a:pt x="349288" y="230809"/>
                  </a:lnTo>
                  <a:lnTo>
                    <a:pt x="349288" y="227418"/>
                  </a:lnTo>
                  <a:close/>
                </a:path>
                <a:path w="1263650" h="317500">
                  <a:moveTo>
                    <a:pt x="367499" y="224751"/>
                  </a:moveTo>
                  <a:lnTo>
                    <a:pt x="367118" y="223227"/>
                  </a:lnTo>
                  <a:lnTo>
                    <a:pt x="365975" y="221703"/>
                  </a:lnTo>
                  <a:lnTo>
                    <a:pt x="364451" y="220560"/>
                  </a:lnTo>
                  <a:lnTo>
                    <a:pt x="362559" y="220179"/>
                  </a:lnTo>
                  <a:lnTo>
                    <a:pt x="361048" y="220560"/>
                  </a:lnTo>
                  <a:lnTo>
                    <a:pt x="359537" y="221703"/>
                  </a:lnTo>
                  <a:lnTo>
                    <a:pt x="358775" y="223227"/>
                  </a:lnTo>
                  <a:lnTo>
                    <a:pt x="358394" y="224751"/>
                  </a:lnTo>
                  <a:lnTo>
                    <a:pt x="358775" y="226656"/>
                  </a:lnTo>
                  <a:lnTo>
                    <a:pt x="359537" y="227799"/>
                  </a:lnTo>
                  <a:lnTo>
                    <a:pt x="361048" y="228930"/>
                  </a:lnTo>
                  <a:lnTo>
                    <a:pt x="362559" y="229298"/>
                  </a:lnTo>
                  <a:lnTo>
                    <a:pt x="364451" y="228930"/>
                  </a:lnTo>
                  <a:lnTo>
                    <a:pt x="365975" y="227799"/>
                  </a:lnTo>
                  <a:lnTo>
                    <a:pt x="367118" y="226656"/>
                  </a:lnTo>
                  <a:lnTo>
                    <a:pt x="367499" y="224751"/>
                  </a:lnTo>
                  <a:close/>
                </a:path>
                <a:path w="1263650" h="317500">
                  <a:moveTo>
                    <a:pt x="385330" y="220560"/>
                  </a:moveTo>
                  <a:lnTo>
                    <a:pt x="384949" y="218668"/>
                  </a:lnTo>
                  <a:lnTo>
                    <a:pt x="384200" y="217170"/>
                  </a:lnTo>
                  <a:lnTo>
                    <a:pt x="382689" y="216027"/>
                  </a:lnTo>
                  <a:lnTo>
                    <a:pt x="380796" y="215646"/>
                  </a:lnTo>
                  <a:lnTo>
                    <a:pt x="378891" y="216027"/>
                  </a:lnTo>
                  <a:lnTo>
                    <a:pt x="377367" y="217170"/>
                  </a:lnTo>
                  <a:lnTo>
                    <a:pt x="376224" y="218668"/>
                  </a:lnTo>
                  <a:lnTo>
                    <a:pt x="375843" y="220560"/>
                  </a:lnTo>
                  <a:lnTo>
                    <a:pt x="376224" y="222465"/>
                  </a:lnTo>
                  <a:lnTo>
                    <a:pt x="377367" y="223608"/>
                  </a:lnTo>
                  <a:lnTo>
                    <a:pt x="378891" y="224370"/>
                  </a:lnTo>
                  <a:lnTo>
                    <a:pt x="380796" y="224751"/>
                  </a:lnTo>
                  <a:lnTo>
                    <a:pt x="382689" y="224370"/>
                  </a:lnTo>
                  <a:lnTo>
                    <a:pt x="384200" y="223608"/>
                  </a:lnTo>
                  <a:lnTo>
                    <a:pt x="384949" y="222465"/>
                  </a:lnTo>
                  <a:lnTo>
                    <a:pt x="385330" y="220560"/>
                  </a:lnTo>
                  <a:close/>
                </a:path>
                <a:path w="1263650" h="317500">
                  <a:moveTo>
                    <a:pt x="403186" y="216027"/>
                  </a:moveTo>
                  <a:lnTo>
                    <a:pt x="402818" y="214122"/>
                  </a:lnTo>
                  <a:lnTo>
                    <a:pt x="402056" y="212598"/>
                  </a:lnTo>
                  <a:lnTo>
                    <a:pt x="400532" y="211455"/>
                  </a:lnTo>
                  <a:lnTo>
                    <a:pt x="398627" y="211074"/>
                  </a:lnTo>
                  <a:lnTo>
                    <a:pt x="396722" y="211455"/>
                  </a:lnTo>
                  <a:lnTo>
                    <a:pt x="395211" y="212598"/>
                  </a:lnTo>
                  <a:lnTo>
                    <a:pt x="394449" y="214122"/>
                  </a:lnTo>
                  <a:lnTo>
                    <a:pt x="394068" y="216027"/>
                  </a:lnTo>
                  <a:lnTo>
                    <a:pt x="394449" y="217906"/>
                  </a:lnTo>
                  <a:lnTo>
                    <a:pt x="395211" y="219430"/>
                  </a:lnTo>
                  <a:lnTo>
                    <a:pt x="396722" y="220179"/>
                  </a:lnTo>
                  <a:lnTo>
                    <a:pt x="398627" y="220560"/>
                  </a:lnTo>
                  <a:lnTo>
                    <a:pt x="400532" y="220179"/>
                  </a:lnTo>
                  <a:lnTo>
                    <a:pt x="402056" y="219430"/>
                  </a:lnTo>
                  <a:lnTo>
                    <a:pt x="402818" y="217906"/>
                  </a:lnTo>
                  <a:lnTo>
                    <a:pt x="403186" y="216027"/>
                  </a:lnTo>
                  <a:close/>
                </a:path>
                <a:path w="1263650" h="317500">
                  <a:moveTo>
                    <a:pt x="421030" y="211455"/>
                  </a:moveTo>
                  <a:lnTo>
                    <a:pt x="420649" y="209931"/>
                  </a:lnTo>
                  <a:lnTo>
                    <a:pt x="419887" y="208419"/>
                  </a:lnTo>
                  <a:lnTo>
                    <a:pt x="418363" y="207289"/>
                  </a:lnTo>
                  <a:lnTo>
                    <a:pt x="416471" y="206921"/>
                  </a:lnTo>
                  <a:lnTo>
                    <a:pt x="414959" y="207289"/>
                  </a:lnTo>
                  <a:lnTo>
                    <a:pt x="413448" y="208419"/>
                  </a:lnTo>
                  <a:lnTo>
                    <a:pt x="412305" y="209931"/>
                  </a:lnTo>
                  <a:lnTo>
                    <a:pt x="411924" y="211455"/>
                  </a:lnTo>
                  <a:lnTo>
                    <a:pt x="412305" y="213360"/>
                  </a:lnTo>
                  <a:lnTo>
                    <a:pt x="413448" y="214884"/>
                  </a:lnTo>
                  <a:lnTo>
                    <a:pt x="414959" y="215646"/>
                  </a:lnTo>
                  <a:lnTo>
                    <a:pt x="416471" y="216027"/>
                  </a:lnTo>
                  <a:lnTo>
                    <a:pt x="418363" y="215646"/>
                  </a:lnTo>
                  <a:lnTo>
                    <a:pt x="419887" y="214884"/>
                  </a:lnTo>
                  <a:lnTo>
                    <a:pt x="420649" y="213360"/>
                  </a:lnTo>
                  <a:lnTo>
                    <a:pt x="421030" y="211455"/>
                  </a:lnTo>
                  <a:close/>
                </a:path>
                <a:path w="1263650" h="317500">
                  <a:moveTo>
                    <a:pt x="439242" y="207289"/>
                  </a:moveTo>
                  <a:lnTo>
                    <a:pt x="438861" y="205397"/>
                  </a:lnTo>
                  <a:lnTo>
                    <a:pt x="437730" y="203873"/>
                  </a:lnTo>
                  <a:lnTo>
                    <a:pt x="436219" y="202730"/>
                  </a:lnTo>
                  <a:lnTo>
                    <a:pt x="434327" y="202349"/>
                  </a:lnTo>
                  <a:lnTo>
                    <a:pt x="432422" y="202730"/>
                  </a:lnTo>
                  <a:lnTo>
                    <a:pt x="431279" y="203873"/>
                  </a:lnTo>
                  <a:lnTo>
                    <a:pt x="430136" y="205397"/>
                  </a:lnTo>
                  <a:lnTo>
                    <a:pt x="429755" y="207289"/>
                  </a:lnTo>
                  <a:lnTo>
                    <a:pt x="430136" y="209169"/>
                  </a:lnTo>
                  <a:lnTo>
                    <a:pt x="431279" y="210693"/>
                  </a:lnTo>
                  <a:lnTo>
                    <a:pt x="434327" y="211455"/>
                  </a:lnTo>
                  <a:lnTo>
                    <a:pt x="436219" y="211074"/>
                  </a:lnTo>
                  <a:lnTo>
                    <a:pt x="437730" y="210693"/>
                  </a:lnTo>
                  <a:lnTo>
                    <a:pt x="438861" y="209169"/>
                  </a:lnTo>
                  <a:lnTo>
                    <a:pt x="439242" y="207289"/>
                  </a:lnTo>
                  <a:close/>
                </a:path>
                <a:path w="1263650" h="317500">
                  <a:moveTo>
                    <a:pt x="457098" y="202730"/>
                  </a:moveTo>
                  <a:lnTo>
                    <a:pt x="456717" y="200825"/>
                  </a:lnTo>
                  <a:lnTo>
                    <a:pt x="455587" y="199301"/>
                  </a:lnTo>
                  <a:lnTo>
                    <a:pt x="454444" y="198158"/>
                  </a:lnTo>
                  <a:lnTo>
                    <a:pt x="452539" y="197789"/>
                  </a:lnTo>
                  <a:lnTo>
                    <a:pt x="450634" y="198158"/>
                  </a:lnTo>
                  <a:lnTo>
                    <a:pt x="450634" y="198539"/>
                  </a:lnTo>
                  <a:lnTo>
                    <a:pt x="449110" y="199301"/>
                  </a:lnTo>
                  <a:lnTo>
                    <a:pt x="447979" y="200825"/>
                  </a:lnTo>
                  <a:lnTo>
                    <a:pt x="447598" y="202730"/>
                  </a:lnTo>
                  <a:lnTo>
                    <a:pt x="447979" y="204635"/>
                  </a:lnTo>
                  <a:lnTo>
                    <a:pt x="449110" y="206159"/>
                  </a:lnTo>
                  <a:lnTo>
                    <a:pt x="450634" y="207289"/>
                  </a:lnTo>
                  <a:lnTo>
                    <a:pt x="452539" y="207657"/>
                  </a:lnTo>
                  <a:lnTo>
                    <a:pt x="454444" y="207289"/>
                  </a:lnTo>
                  <a:lnTo>
                    <a:pt x="454444" y="206921"/>
                  </a:lnTo>
                  <a:lnTo>
                    <a:pt x="455587" y="206159"/>
                  </a:lnTo>
                  <a:lnTo>
                    <a:pt x="456717" y="204635"/>
                  </a:lnTo>
                  <a:lnTo>
                    <a:pt x="457098" y="202730"/>
                  </a:lnTo>
                  <a:close/>
                </a:path>
                <a:path w="1263650" h="317500">
                  <a:moveTo>
                    <a:pt x="474941" y="198158"/>
                  </a:moveTo>
                  <a:lnTo>
                    <a:pt x="474560" y="196659"/>
                  </a:lnTo>
                  <a:lnTo>
                    <a:pt x="473417" y="195148"/>
                  </a:lnTo>
                  <a:lnTo>
                    <a:pt x="471893" y="194386"/>
                  </a:lnTo>
                  <a:lnTo>
                    <a:pt x="470369" y="194005"/>
                  </a:lnTo>
                  <a:lnTo>
                    <a:pt x="468490" y="194386"/>
                  </a:lnTo>
                  <a:lnTo>
                    <a:pt x="467347" y="195148"/>
                  </a:lnTo>
                  <a:lnTo>
                    <a:pt x="466217" y="196659"/>
                  </a:lnTo>
                  <a:lnTo>
                    <a:pt x="465836" y="198158"/>
                  </a:lnTo>
                  <a:lnTo>
                    <a:pt x="466217" y="200063"/>
                  </a:lnTo>
                  <a:lnTo>
                    <a:pt x="467347" y="201587"/>
                  </a:lnTo>
                  <a:lnTo>
                    <a:pt x="468490" y="202730"/>
                  </a:lnTo>
                  <a:lnTo>
                    <a:pt x="470369" y="203111"/>
                  </a:lnTo>
                  <a:lnTo>
                    <a:pt x="472274" y="202730"/>
                  </a:lnTo>
                  <a:lnTo>
                    <a:pt x="473417" y="201587"/>
                  </a:lnTo>
                  <a:lnTo>
                    <a:pt x="474560" y="200063"/>
                  </a:lnTo>
                  <a:lnTo>
                    <a:pt x="474941" y="198158"/>
                  </a:lnTo>
                  <a:close/>
                </a:path>
                <a:path w="1263650" h="317500">
                  <a:moveTo>
                    <a:pt x="493153" y="194005"/>
                  </a:moveTo>
                  <a:lnTo>
                    <a:pt x="492772" y="192100"/>
                  </a:lnTo>
                  <a:lnTo>
                    <a:pt x="491629" y="190576"/>
                  </a:lnTo>
                  <a:lnTo>
                    <a:pt x="490118" y="189814"/>
                  </a:lnTo>
                  <a:lnTo>
                    <a:pt x="488238" y="189433"/>
                  </a:lnTo>
                  <a:lnTo>
                    <a:pt x="486333" y="189814"/>
                  </a:lnTo>
                  <a:lnTo>
                    <a:pt x="484809" y="190576"/>
                  </a:lnTo>
                  <a:lnTo>
                    <a:pt x="484047" y="192100"/>
                  </a:lnTo>
                  <a:lnTo>
                    <a:pt x="483666" y="194005"/>
                  </a:lnTo>
                  <a:lnTo>
                    <a:pt x="484047" y="195897"/>
                  </a:lnTo>
                  <a:lnTo>
                    <a:pt x="484809" y="197421"/>
                  </a:lnTo>
                  <a:lnTo>
                    <a:pt x="486333" y="198158"/>
                  </a:lnTo>
                  <a:lnTo>
                    <a:pt x="488238" y="198539"/>
                  </a:lnTo>
                  <a:lnTo>
                    <a:pt x="490118" y="198158"/>
                  </a:lnTo>
                  <a:lnTo>
                    <a:pt x="491629" y="197421"/>
                  </a:lnTo>
                  <a:lnTo>
                    <a:pt x="492772" y="195897"/>
                  </a:lnTo>
                  <a:lnTo>
                    <a:pt x="493153" y="194005"/>
                  </a:lnTo>
                  <a:close/>
                </a:path>
                <a:path w="1263650" h="317500">
                  <a:moveTo>
                    <a:pt x="510628" y="189433"/>
                  </a:moveTo>
                  <a:lnTo>
                    <a:pt x="510247" y="187528"/>
                  </a:lnTo>
                  <a:lnTo>
                    <a:pt x="509498" y="186029"/>
                  </a:lnTo>
                  <a:lnTo>
                    <a:pt x="507974" y="185280"/>
                  </a:lnTo>
                  <a:lnTo>
                    <a:pt x="506450" y="184899"/>
                  </a:lnTo>
                  <a:lnTo>
                    <a:pt x="504545" y="185280"/>
                  </a:lnTo>
                  <a:lnTo>
                    <a:pt x="503021" y="186029"/>
                  </a:lnTo>
                  <a:lnTo>
                    <a:pt x="501891" y="187528"/>
                  </a:lnTo>
                  <a:lnTo>
                    <a:pt x="501510" y="189433"/>
                  </a:lnTo>
                  <a:lnTo>
                    <a:pt x="501891" y="191338"/>
                  </a:lnTo>
                  <a:lnTo>
                    <a:pt x="503021" y="192862"/>
                  </a:lnTo>
                  <a:lnTo>
                    <a:pt x="504545" y="194005"/>
                  </a:lnTo>
                  <a:lnTo>
                    <a:pt x="506450" y="194386"/>
                  </a:lnTo>
                  <a:lnTo>
                    <a:pt x="507974" y="194005"/>
                  </a:lnTo>
                  <a:lnTo>
                    <a:pt x="509498" y="192862"/>
                  </a:lnTo>
                  <a:lnTo>
                    <a:pt x="510247" y="191338"/>
                  </a:lnTo>
                  <a:lnTo>
                    <a:pt x="510628" y="189433"/>
                  </a:lnTo>
                  <a:close/>
                </a:path>
                <a:path w="1263650" h="317500">
                  <a:moveTo>
                    <a:pt x="528853" y="184899"/>
                  </a:moveTo>
                  <a:lnTo>
                    <a:pt x="528472" y="183375"/>
                  </a:lnTo>
                  <a:lnTo>
                    <a:pt x="527329" y="181851"/>
                  </a:lnTo>
                  <a:lnTo>
                    <a:pt x="525805" y="181089"/>
                  </a:lnTo>
                  <a:lnTo>
                    <a:pt x="523900" y="180708"/>
                  </a:lnTo>
                  <a:lnTo>
                    <a:pt x="522020" y="181089"/>
                  </a:lnTo>
                  <a:lnTo>
                    <a:pt x="520877" y="181851"/>
                  </a:lnTo>
                  <a:lnTo>
                    <a:pt x="520128" y="183375"/>
                  </a:lnTo>
                  <a:lnTo>
                    <a:pt x="519747" y="184899"/>
                  </a:lnTo>
                  <a:lnTo>
                    <a:pt x="520128" y="186778"/>
                  </a:lnTo>
                  <a:lnTo>
                    <a:pt x="520877" y="188290"/>
                  </a:lnTo>
                  <a:lnTo>
                    <a:pt x="522020" y="189433"/>
                  </a:lnTo>
                  <a:lnTo>
                    <a:pt x="523900" y="189814"/>
                  </a:lnTo>
                  <a:lnTo>
                    <a:pt x="525805" y="189433"/>
                  </a:lnTo>
                  <a:lnTo>
                    <a:pt x="527329" y="188290"/>
                  </a:lnTo>
                  <a:lnTo>
                    <a:pt x="528472" y="186778"/>
                  </a:lnTo>
                  <a:lnTo>
                    <a:pt x="528853" y="184899"/>
                  </a:lnTo>
                  <a:close/>
                </a:path>
                <a:path w="1263650" h="317500">
                  <a:moveTo>
                    <a:pt x="546684" y="180708"/>
                  </a:moveTo>
                  <a:lnTo>
                    <a:pt x="546303" y="178803"/>
                  </a:lnTo>
                  <a:lnTo>
                    <a:pt x="545541" y="177660"/>
                  </a:lnTo>
                  <a:lnTo>
                    <a:pt x="544029" y="176517"/>
                  </a:lnTo>
                  <a:lnTo>
                    <a:pt x="542137" y="176149"/>
                  </a:lnTo>
                  <a:lnTo>
                    <a:pt x="540245" y="176517"/>
                  </a:lnTo>
                  <a:lnTo>
                    <a:pt x="538721" y="177660"/>
                  </a:lnTo>
                  <a:lnTo>
                    <a:pt x="537578" y="178803"/>
                  </a:lnTo>
                  <a:lnTo>
                    <a:pt x="537197" y="180708"/>
                  </a:lnTo>
                  <a:lnTo>
                    <a:pt x="537578" y="182613"/>
                  </a:lnTo>
                  <a:lnTo>
                    <a:pt x="538721" y="184137"/>
                  </a:lnTo>
                  <a:lnTo>
                    <a:pt x="540245" y="184899"/>
                  </a:lnTo>
                  <a:lnTo>
                    <a:pt x="542137" y="185280"/>
                  </a:lnTo>
                  <a:lnTo>
                    <a:pt x="544029" y="184899"/>
                  </a:lnTo>
                  <a:lnTo>
                    <a:pt x="545541" y="184137"/>
                  </a:lnTo>
                  <a:lnTo>
                    <a:pt x="546303" y="182613"/>
                  </a:lnTo>
                  <a:lnTo>
                    <a:pt x="546684" y="180708"/>
                  </a:lnTo>
                  <a:close/>
                </a:path>
                <a:path w="1263650" h="317500">
                  <a:moveTo>
                    <a:pt x="564540" y="176149"/>
                  </a:moveTo>
                  <a:lnTo>
                    <a:pt x="564159" y="174637"/>
                  </a:lnTo>
                  <a:lnTo>
                    <a:pt x="563029" y="173126"/>
                  </a:lnTo>
                  <a:lnTo>
                    <a:pt x="561505" y="171983"/>
                  </a:lnTo>
                  <a:lnTo>
                    <a:pt x="559981" y="171602"/>
                  </a:lnTo>
                  <a:lnTo>
                    <a:pt x="558076" y="171983"/>
                  </a:lnTo>
                  <a:lnTo>
                    <a:pt x="556552" y="173126"/>
                  </a:lnTo>
                  <a:lnTo>
                    <a:pt x="555790" y="174637"/>
                  </a:lnTo>
                  <a:lnTo>
                    <a:pt x="555409" y="176149"/>
                  </a:lnTo>
                  <a:lnTo>
                    <a:pt x="555790" y="178041"/>
                  </a:lnTo>
                  <a:lnTo>
                    <a:pt x="556552" y="179565"/>
                  </a:lnTo>
                  <a:lnTo>
                    <a:pt x="558076" y="180708"/>
                  </a:lnTo>
                  <a:lnTo>
                    <a:pt x="559981" y="181089"/>
                  </a:lnTo>
                  <a:lnTo>
                    <a:pt x="561505" y="180708"/>
                  </a:lnTo>
                  <a:lnTo>
                    <a:pt x="563029" y="179565"/>
                  </a:lnTo>
                  <a:lnTo>
                    <a:pt x="564159" y="178041"/>
                  </a:lnTo>
                  <a:lnTo>
                    <a:pt x="564540" y="176149"/>
                  </a:lnTo>
                  <a:close/>
                </a:path>
                <a:path w="1263650" h="317500">
                  <a:moveTo>
                    <a:pt x="582383" y="171602"/>
                  </a:moveTo>
                  <a:lnTo>
                    <a:pt x="582002" y="170459"/>
                  </a:lnTo>
                  <a:lnTo>
                    <a:pt x="581240" y="168935"/>
                  </a:lnTo>
                  <a:lnTo>
                    <a:pt x="579716" y="167792"/>
                  </a:lnTo>
                  <a:lnTo>
                    <a:pt x="577811" y="167411"/>
                  </a:lnTo>
                  <a:lnTo>
                    <a:pt x="575919" y="167792"/>
                  </a:lnTo>
                  <a:lnTo>
                    <a:pt x="574408" y="168935"/>
                  </a:lnTo>
                  <a:lnTo>
                    <a:pt x="573659" y="170459"/>
                  </a:lnTo>
                  <a:lnTo>
                    <a:pt x="573278" y="171602"/>
                  </a:lnTo>
                  <a:lnTo>
                    <a:pt x="573659" y="173507"/>
                  </a:lnTo>
                  <a:lnTo>
                    <a:pt x="574408" y="175018"/>
                  </a:lnTo>
                  <a:lnTo>
                    <a:pt x="575919" y="176149"/>
                  </a:lnTo>
                  <a:lnTo>
                    <a:pt x="577811" y="176517"/>
                  </a:lnTo>
                  <a:lnTo>
                    <a:pt x="579716" y="176149"/>
                  </a:lnTo>
                  <a:lnTo>
                    <a:pt x="581240" y="175018"/>
                  </a:lnTo>
                  <a:lnTo>
                    <a:pt x="582002" y="173507"/>
                  </a:lnTo>
                  <a:lnTo>
                    <a:pt x="582383" y="171602"/>
                  </a:lnTo>
                  <a:close/>
                </a:path>
                <a:path w="1263650" h="317500">
                  <a:moveTo>
                    <a:pt x="600595" y="167792"/>
                  </a:moveTo>
                  <a:lnTo>
                    <a:pt x="600214" y="165887"/>
                  </a:lnTo>
                  <a:lnTo>
                    <a:pt x="599071" y="164388"/>
                  </a:lnTo>
                  <a:lnTo>
                    <a:pt x="597560" y="163258"/>
                  </a:lnTo>
                  <a:lnTo>
                    <a:pt x="595668" y="162877"/>
                  </a:lnTo>
                  <a:lnTo>
                    <a:pt x="593775" y="163258"/>
                  </a:lnTo>
                  <a:lnTo>
                    <a:pt x="592632" y="164388"/>
                  </a:lnTo>
                  <a:lnTo>
                    <a:pt x="591489" y="165887"/>
                  </a:lnTo>
                  <a:lnTo>
                    <a:pt x="591108" y="167792"/>
                  </a:lnTo>
                  <a:lnTo>
                    <a:pt x="591489" y="169316"/>
                  </a:lnTo>
                  <a:lnTo>
                    <a:pt x="592632" y="170840"/>
                  </a:lnTo>
                  <a:lnTo>
                    <a:pt x="594156" y="171602"/>
                  </a:lnTo>
                  <a:lnTo>
                    <a:pt x="595668" y="171983"/>
                  </a:lnTo>
                  <a:lnTo>
                    <a:pt x="597560" y="171602"/>
                  </a:lnTo>
                  <a:lnTo>
                    <a:pt x="599071" y="170840"/>
                  </a:lnTo>
                  <a:lnTo>
                    <a:pt x="600214" y="169316"/>
                  </a:lnTo>
                  <a:lnTo>
                    <a:pt x="600595" y="167792"/>
                  </a:lnTo>
                  <a:close/>
                </a:path>
                <a:path w="1263650" h="317500">
                  <a:moveTo>
                    <a:pt x="618439" y="163258"/>
                  </a:moveTo>
                  <a:lnTo>
                    <a:pt x="618058" y="161353"/>
                  </a:lnTo>
                  <a:lnTo>
                    <a:pt x="616927" y="159829"/>
                  </a:lnTo>
                  <a:lnTo>
                    <a:pt x="615416" y="158686"/>
                  </a:lnTo>
                  <a:lnTo>
                    <a:pt x="613892" y="158305"/>
                  </a:lnTo>
                  <a:lnTo>
                    <a:pt x="611987" y="158686"/>
                  </a:lnTo>
                  <a:lnTo>
                    <a:pt x="610463" y="159829"/>
                  </a:lnTo>
                  <a:lnTo>
                    <a:pt x="609320" y="161353"/>
                  </a:lnTo>
                  <a:lnTo>
                    <a:pt x="608939" y="163258"/>
                  </a:lnTo>
                  <a:lnTo>
                    <a:pt x="609320" y="164769"/>
                  </a:lnTo>
                  <a:lnTo>
                    <a:pt x="610463" y="166268"/>
                  </a:lnTo>
                  <a:lnTo>
                    <a:pt x="611987" y="167411"/>
                  </a:lnTo>
                  <a:lnTo>
                    <a:pt x="613892" y="167792"/>
                  </a:lnTo>
                  <a:lnTo>
                    <a:pt x="615416" y="167411"/>
                  </a:lnTo>
                  <a:lnTo>
                    <a:pt x="616927" y="166268"/>
                  </a:lnTo>
                  <a:lnTo>
                    <a:pt x="618058" y="164769"/>
                  </a:lnTo>
                  <a:lnTo>
                    <a:pt x="618439" y="163258"/>
                  </a:lnTo>
                  <a:close/>
                </a:path>
                <a:path w="1263650" h="317500">
                  <a:moveTo>
                    <a:pt x="636295" y="158686"/>
                  </a:moveTo>
                  <a:lnTo>
                    <a:pt x="635914" y="157162"/>
                  </a:lnTo>
                  <a:lnTo>
                    <a:pt x="634771" y="155638"/>
                  </a:lnTo>
                  <a:lnTo>
                    <a:pt x="633247" y="154508"/>
                  </a:lnTo>
                  <a:lnTo>
                    <a:pt x="631723" y="154139"/>
                  </a:lnTo>
                  <a:lnTo>
                    <a:pt x="629831" y="154508"/>
                  </a:lnTo>
                  <a:lnTo>
                    <a:pt x="628319" y="155638"/>
                  </a:lnTo>
                  <a:lnTo>
                    <a:pt x="627189" y="157162"/>
                  </a:lnTo>
                  <a:lnTo>
                    <a:pt x="627189" y="160591"/>
                  </a:lnTo>
                  <a:lnTo>
                    <a:pt x="628319" y="161734"/>
                  </a:lnTo>
                  <a:lnTo>
                    <a:pt x="629831" y="162877"/>
                  </a:lnTo>
                  <a:lnTo>
                    <a:pt x="631723" y="163258"/>
                  </a:lnTo>
                  <a:lnTo>
                    <a:pt x="633628" y="162877"/>
                  </a:lnTo>
                  <a:lnTo>
                    <a:pt x="635914" y="160591"/>
                  </a:lnTo>
                  <a:lnTo>
                    <a:pt x="636295" y="158686"/>
                  </a:lnTo>
                  <a:close/>
                </a:path>
                <a:path w="1263650" h="317500">
                  <a:moveTo>
                    <a:pt x="654126" y="154508"/>
                  </a:moveTo>
                  <a:lnTo>
                    <a:pt x="653745" y="152628"/>
                  </a:lnTo>
                  <a:lnTo>
                    <a:pt x="652983" y="151104"/>
                  </a:lnTo>
                  <a:lnTo>
                    <a:pt x="651459" y="149961"/>
                  </a:lnTo>
                  <a:lnTo>
                    <a:pt x="649579" y="149580"/>
                  </a:lnTo>
                  <a:lnTo>
                    <a:pt x="647687" y="149961"/>
                  </a:lnTo>
                  <a:lnTo>
                    <a:pt x="646163" y="151104"/>
                  </a:lnTo>
                  <a:lnTo>
                    <a:pt x="645401" y="152628"/>
                  </a:lnTo>
                  <a:lnTo>
                    <a:pt x="645020" y="154508"/>
                  </a:lnTo>
                  <a:lnTo>
                    <a:pt x="645401" y="156400"/>
                  </a:lnTo>
                  <a:lnTo>
                    <a:pt x="646163" y="157543"/>
                  </a:lnTo>
                  <a:lnTo>
                    <a:pt x="647687" y="158305"/>
                  </a:lnTo>
                  <a:lnTo>
                    <a:pt x="649579" y="158686"/>
                  </a:lnTo>
                  <a:lnTo>
                    <a:pt x="651459" y="158305"/>
                  </a:lnTo>
                  <a:lnTo>
                    <a:pt x="652983" y="157543"/>
                  </a:lnTo>
                  <a:lnTo>
                    <a:pt x="653745" y="156400"/>
                  </a:lnTo>
                  <a:lnTo>
                    <a:pt x="654126" y="154508"/>
                  </a:lnTo>
                  <a:close/>
                </a:path>
                <a:path w="1263650" h="317500">
                  <a:moveTo>
                    <a:pt x="671969" y="149961"/>
                  </a:moveTo>
                  <a:lnTo>
                    <a:pt x="671588" y="148056"/>
                  </a:lnTo>
                  <a:lnTo>
                    <a:pt x="670839" y="146532"/>
                  </a:lnTo>
                  <a:lnTo>
                    <a:pt x="669328" y="145389"/>
                  </a:lnTo>
                  <a:lnTo>
                    <a:pt x="667423" y="145008"/>
                  </a:lnTo>
                  <a:lnTo>
                    <a:pt x="665899" y="145389"/>
                  </a:lnTo>
                  <a:lnTo>
                    <a:pt x="664375" y="146532"/>
                  </a:lnTo>
                  <a:lnTo>
                    <a:pt x="663232" y="148056"/>
                  </a:lnTo>
                  <a:lnTo>
                    <a:pt x="662851" y="149961"/>
                  </a:lnTo>
                  <a:lnTo>
                    <a:pt x="663232" y="151866"/>
                  </a:lnTo>
                  <a:lnTo>
                    <a:pt x="664375" y="153390"/>
                  </a:lnTo>
                  <a:lnTo>
                    <a:pt x="665899" y="154139"/>
                  </a:lnTo>
                  <a:lnTo>
                    <a:pt x="667423" y="154508"/>
                  </a:lnTo>
                  <a:lnTo>
                    <a:pt x="669328" y="154139"/>
                  </a:lnTo>
                  <a:lnTo>
                    <a:pt x="670839" y="153390"/>
                  </a:lnTo>
                  <a:lnTo>
                    <a:pt x="671588" y="151866"/>
                  </a:lnTo>
                  <a:lnTo>
                    <a:pt x="671969" y="149961"/>
                  </a:lnTo>
                  <a:close/>
                </a:path>
                <a:path w="1263650" h="317500">
                  <a:moveTo>
                    <a:pt x="690206" y="145389"/>
                  </a:moveTo>
                  <a:lnTo>
                    <a:pt x="689825" y="143878"/>
                  </a:lnTo>
                  <a:lnTo>
                    <a:pt x="688682" y="142379"/>
                  </a:lnTo>
                  <a:lnTo>
                    <a:pt x="687158" y="141236"/>
                  </a:lnTo>
                  <a:lnTo>
                    <a:pt x="685253" y="140855"/>
                  </a:lnTo>
                  <a:lnTo>
                    <a:pt x="683348" y="141236"/>
                  </a:lnTo>
                  <a:lnTo>
                    <a:pt x="681850" y="142379"/>
                  </a:lnTo>
                  <a:lnTo>
                    <a:pt x="681088" y="143878"/>
                  </a:lnTo>
                  <a:lnTo>
                    <a:pt x="680720" y="145389"/>
                  </a:lnTo>
                  <a:lnTo>
                    <a:pt x="681088" y="147294"/>
                  </a:lnTo>
                  <a:lnTo>
                    <a:pt x="681850" y="148818"/>
                  </a:lnTo>
                  <a:lnTo>
                    <a:pt x="683348" y="149580"/>
                  </a:lnTo>
                  <a:lnTo>
                    <a:pt x="685253" y="149961"/>
                  </a:lnTo>
                  <a:lnTo>
                    <a:pt x="687158" y="149580"/>
                  </a:lnTo>
                  <a:lnTo>
                    <a:pt x="688682" y="148818"/>
                  </a:lnTo>
                  <a:lnTo>
                    <a:pt x="689825" y="147294"/>
                  </a:lnTo>
                  <a:lnTo>
                    <a:pt x="690206" y="145389"/>
                  </a:lnTo>
                  <a:close/>
                </a:path>
                <a:path w="1263650" h="317500">
                  <a:moveTo>
                    <a:pt x="707656" y="141236"/>
                  </a:moveTo>
                  <a:lnTo>
                    <a:pt x="707275" y="139331"/>
                  </a:lnTo>
                  <a:lnTo>
                    <a:pt x="706513" y="137807"/>
                  </a:lnTo>
                  <a:lnTo>
                    <a:pt x="705370" y="136664"/>
                  </a:lnTo>
                  <a:lnTo>
                    <a:pt x="703491" y="136283"/>
                  </a:lnTo>
                  <a:lnTo>
                    <a:pt x="701598" y="136664"/>
                  </a:lnTo>
                  <a:lnTo>
                    <a:pt x="700074" y="137807"/>
                  </a:lnTo>
                  <a:lnTo>
                    <a:pt x="698931" y="139331"/>
                  </a:lnTo>
                  <a:lnTo>
                    <a:pt x="698550" y="141236"/>
                  </a:lnTo>
                  <a:lnTo>
                    <a:pt x="698931" y="143116"/>
                  </a:lnTo>
                  <a:lnTo>
                    <a:pt x="700074" y="144259"/>
                  </a:lnTo>
                  <a:lnTo>
                    <a:pt x="701598" y="145008"/>
                  </a:lnTo>
                  <a:lnTo>
                    <a:pt x="703491" y="145389"/>
                  </a:lnTo>
                  <a:lnTo>
                    <a:pt x="705370" y="145008"/>
                  </a:lnTo>
                  <a:lnTo>
                    <a:pt x="706513" y="144259"/>
                  </a:lnTo>
                  <a:lnTo>
                    <a:pt x="707275" y="143116"/>
                  </a:lnTo>
                  <a:lnTo>
                    <a:pt x="707656" y="141236"/>
                  </a:lnTo>
                  <a:close/>
                </a:path>
                <a:path w="1263650" h="317500">
                  <a:moveTo>
                    <a:pt x="725881" y="136664"/>
                  </a:moveTo>
                  <a:lnTo>
                    <a:pt x="725500" y="134759"/>
                  </a:lnTo>
                  <a:lnTo>
                    <a:pt x="724369" y="133248"/>
                  </a:lnTo>
                  <a:lnTo>
                    <a:pt x="722858" y="132118"/>
                  </a:lnTo>
                  <a:lnTo>
                    <a:pt x="720953" y="131749"/>
                  </a:lnTo>
                  <a:lnTo>
                    <a:pt x="719429" y="132118"/>
                  </a:lnTo>
                  <a:lnTo>
                    <a:pt x="719429" y="132486"/>
                  </a:lnTo>
                  <a:lnTo>
                    <a:pt x="717905" y="133248"/>
                  </a:lnTo>
                  <a:lnTo>
                    <a:pt x="717143" y="134759"/>
                  </a:lnTo>
                  <a:lnTo>
                    <a:pt x="716762" y="136664"/>
                  </a:lnTo>
                  <a:lnTo>
                    <a:pt x="717143" y="138569"/>
                  </a:lnTo>
                  <a:lnTo>
                    <a:pt x="717905" y="140093"/>
                  </a:lnTo>
                  <a:lnTo>
                    <a:pt x="719429" y="141236"/>
                  </a:lnTo>
                  <a:lnTo>
                    <a:pt x="720953" y="141617"/>
                  </a:lnTo>
                  <a:lnTo>
                    <a:pt x="722858" y="141236"/>
                  </a:lnTo>
                  <a:lnTo>
                    <a:pt x="722858" y="140855"/>
                  </a:lnTo>
                  <a:lnTo>
                    <a:pt x="724369" y="140093"/>
                  </a:lnTo>
                  <a:lnTo>
                    <a:pt x="725500" y="138569"/>
                  </a:lnTo>
                  <a:lnTo>
                    <a:pt x="725881" y="136664"/>
                  </a:lnTo>
                  <a:close/>
                </a:path>
                <a:path w="1263650" h="317500">
                  <a:moveTo>
                    <a:pt x="743737" y="132118"/>
                  </a:moveTo>
                  <a:lnTo>
                    <a:pt x="743356" y="130606"/>
                  </a:lnTo>
                  <a:lnTo>
                    <a:pt x="742594" y="129082"/>
                  </a:lnTo>
                  <a:lnTo>
                    <a:pt x="741070" y="128320"/>
                  </a:lnTo>
                  <a:lnTo>
                    <a:pt x="739165" y="127939"/>
                  </a:lnTo>
                  <a:lnTo>
                    <a:pt x="737260" y="128320"/>
                  </a:lnTo>
                  <a:lnTo>
                    <a:pt x="735749" y="129082"/>
                  </a:lnTo>
                  <a:lnTo>
                    <a:pt x="734618" y="130606"/>
                  </a:lnTo>
                  <a:lnTo>
                    <a:pt x="734237" y="132118"/>
                  </a:lnTo>
                  <a:lnTo>
                    <a:pt x="734618" y="134010"/>
                  </a:lnTo>
                  <a:lnTo>
                    <a:pt x="735749" y="135521"/>
                  </a:lnTo>
                  <a:lnTo>
                    <a:pt x="737260" y="136664"/>
                  </a:lnTo>
                  <a:lnTo>
                    <a:pt x="739165" y="137045"/>
                  </a:lnTo>
                  <a:lnTo>
                    <a:pt x="741070" y="136664"/>
                  </a:lnTo>
                  <a:lnTo>
                    <a:pt x="742594" y="135521"/>
                  </a:lnTo>
                  <a:lnTo>
                    <a:pt x="743356" y="134010"/>
                  </a:lnTo>
                  <a:lnTo>
                    <a:pt x="743737" y="132118"/>
                  </a:lnTo>
                  <a:close/>
                </a:path>
                <a:path w="1263650" h="317500">
                  <a:moveTo>
                    <a:pt x="761568" y="127939"/>
                  </a:moveTo>
                  <a:lnTo>
                    <a:pt x="761187" y="126034"/>
                  </a:lnTo>
                  <a:lnTo>
                    <a:pt x="760044" y="124510"/>
                  </a:lnTo>
                  <a:lnTo>
                    <a:pt x="758901" y="123748"/>
                  </a:lnTo>
                  <a:lnTo>
                    <a:pt x="757008" y="123367"/>
                  </a:lnTo>
                  <a:lnTo>
                    <a:pt x="755129" y="123748"/>
                  </a:lnTo>
                  <a:lnTo>
                    <a:pt x="753986" y="124510"/>
                  </a:lnTo>
                  <a:lnTo>
                    <a:pt x="752843" y="126034"/>
                  </a:lnTo>
                  <a:lnTo>
                    <a:pt x="752462" y="127939"/>
                  </a:lnTo>
                  <a:lnTo>
                    <a:pt x="752843" y="129844"/>
                  </a:lnTo>
                  <a:lnTo>
                    <a:pt x="753986" y="130987"/>
                  </a:lnTo>
                  <a:lnTo>
                    <a:pt x="755497" y="132118"/>
                  </a:lnTo>
                  <a:lnTo>
                    <a:pt x="757008" y="132486"/>
                  </a:lnTo>
                  <a:lnTo>
                    <a:pt x="758901" y="132118"/>
                  </a:lnTo>
                  <a:lnTo>
                    <a:pt x="761187" y="129844"/>
                  </a:lnTo>
                  <a:lnTo>
                    <a:pt x="761568" y="127939"/>
                  </a:lnTo>
                  <a:close/>
                </a:path>
                <a:path w="1263650" h="317500">
                  <a:moveTo>
                    <a:pt x="779780" y="123367"/>
                  </a:moveTo>
                  <a:lnTo>
                    <a:pt x="779399" y="121488"/>
                  </a:lnTo>
                  <a:lnTo>
                    <a:pt x="778281" y="119976"/>
                  </a:lnTo>
                  <a:lnTo>
                    <a:pt x="776757" y="119214"/>
                  </a:lnTo>
                  <a:lnTo>
                    <a:pt x="774865" y="118833"/>
                  </a:lnTo>
                  <a:lnTo>
                    <a:pt x="772960" y="119214"/>
                  </a:lnTo>
                  <a:lnTo>
                    <a:pt x="771817" y="119976"/>
                  </a:lnTo>
                  <a:lnTo>
                    <a:pt x="770674" y="121488"/>
                  </a:lnTo>
                  <a:lnTo>
                    <a:pt x="770293" y="123367"/>
                  </a:lnTo>
                  <a:lnTo>
                    <a:pt x="770674" y="125272"/>
                  </a:lnTo>
                  <a:lnTo>
                    <a:pt x="771817" y="126796"/>
                  </a:lnTo>
                  <a:lnTo>
                    <a:pt x="772960" y="127939"/>
                  </a:lnTo>
                  <a:lnTo>
                    <a:pt x="774865" y="128320"/>
                  </a:lnTo>
                  <a:lnTo>
                    <a:pt x="776757" y="127939"/>
                  </a:lnTo>
                  <a:lnTo>
                    <a:pt x="778281" y="126796"/>
                  </a:lnTo>
                  <a:lnTo>
                    <a:pt x="779399" y="125272"/>
                  </a:lnTo>
                  <a:lnTo>
                    <a:pt x="779780" y="123367"/>
                  </a:lnTo>
                  <a:close/>
                </a:path>
                <a:path w="1263650" h="317500">
                  <a:moveTo>
                    <a:pt x="797648" y="118833"/>
                  </a:moveTo>
                  <a:lnTo>
                    <a:pt x="797267" y="117309"/>
                  </a:lnTo>
                  <a:lnTo>
                    <a:pt x="796124" y="115785"/>
                  </a:lnTo>
                  <a:lnTo>
                    <a:pt x="794600" y="115023"/>
                  </a:lnTo>
                  <a:lnTo>
                    <a:pt x="793076" y="114642"/>
                  </a:lnTo>
                  <a:lnTo>
                    <a:pt x="791171" y="115023"/>
                  </a:lnTo>
                  <a:lnTo>
                    <a:pt x="789660" y="115785"/>
                  </a:lnTo>
                  <a:lnTo>
                    <a:pt x="788530" y="117309"/>
                  </a:lnTo>
                  <a:lnTo>
                    <a:pt x="788149" y="118833"/>
                  </a:lnTo>
                  <a:lnTo>
                    <a:pt x="788530" y="120738"/>
                  </a:lnTo>
                  <a:lnTo>
                    <a:pt x="789660" y="122237"/>
                  </a:lnTo>
                  <a:lnTo>
                    <a:pt x="791171" y="123367"/>
                  </a:lnTo>
                  <a:lnTo>
                    <a:pt x="793076" y="123748"/>
                  </a:lnTo>
                  <a:lnTo>
                    <a:pt x="794981" y="123367"/>
                  </a:lnTo>
                  <a:lnTo>
                    <a:pt x="796124" y="122237"/>
                  </a:lnTo>
                  <a:lnTo>
                    <a:pt x="797267" y="120738"/>
                  </a:lnTo>
                  <a:lnTo>
                    <a:pt x="797648" y="118833"/>
                  </a:lnTo>
                  <a:close/>
                </a:path>
                <a:path w="1263650" h="317500">
                  <a:moveTo>
                    <a:pt x="815479" y="114642"/>
                  </a:moveTo>
                  <a:lnTo>
                    <a:pt x="815098" y="112737"/>
                  </a:lnTo>
                  <a:lnTo>
                    <a:pt x="813955" y="111607"/>
                  </a:lnTo>
                  <a:lnTo>
                    <a:pt x="812431" y="110477"/>
                  </a:lnTo>
                  <a:lnTo>
                    <a:pt x="810920" y="110109"/>
                  </a:lnTo>
                  <a:lnTo>
                    <a:pt x="809028" y="110477"/>
                  </a:lnTo>
                  <a:lnTo>
                    <a:pt x="807516" y="111607"/>
                  </a:lnTo>
                  <a:lnTo>
                    <a:pt x="806754" y="112737"/>
                  </a:lnTo>
                  <a:lnTo>
                    <a:pt x="806373" y="114642"/>
                  </a:lnTo>
                  <a:lnTo>
                    <a:pt x="806754" y="116547"/>
                  </a:lnTo>
                  <a:lnTo>
                    <a:pt x="807516" y="118071"/>
                  </a:lnTo>
                  <a:lnTo>
                    <a:pt x="809028" y="118833"/>
                  </a:lnTo>
                  <a:lnTo>
                    <a:pt x="810920" y="119214"/>
                  </a:lnTo>
                  <a:lnTo>
                    <a:pt x="812431" y="118833"/>
                  </a:lnTo>
                  <a:lnTo>
                    <a:pt x="813955" y="118071"/>
                  </a:lnTo>
                  <a:lnTo>
                    <a:pt x="815098" y="116547"/>
                  </a:lnTo>
                  <a:lnTo>
                    <a:pt x="815479" y="114642"/>
                  </a:lnTo>
                  <a:close/>
                </a:path>
                <a:path w="1263650" h="317500">
                  <a:moveTo>
                    <a:pt x="833310" y="110109"/>
                  </a:moveTo>
                  <a:lnTo>
                    <a:pt x="832929" y="108585"/>
                  </a:lnTo>
                  <a:lnTo>
                    <a:pt x="832180" y="107061"/>
                  </a:lnTo>
                  <a:lnTo>
                    <a:pt x="830668" y="105918"/>
                  </a:lnTo>
                  <a:lnTo>
                    <a:pt x="828776" y="105537"/>
                  </a:lnTo>
                  <a:lnTo>
                    <a:pt x="826871" y="105918"/>
                  </a:lnTo>
                  <a:lnTo>
                    <a:pt x="825728" y="107061"/>
                  </a:lnTo>
                  <a:lnTo>
                    <a:pt x="824585" y="108585"/>
                  </a:lnTo>
                  <a:lnTo>
                    <a:pt x="824204" y="110109"/>
                  </a:lnTo>
                  <a:lnTo>
                    <a:pt x="824585" y="112001"/>
                  </a:lnTo>
                  <a:lnTo>
                    <a:pt x="825728" y="113499"/>
                  </a:lnTo>
                  <a:lnTo>
                    <a:pt x="826871" y="114642"/>
                  </a:lnTo>
                  <a:lnTo>
                    <a:pt x="828776" y="115023"/>
                  </a:lnTo>
                  <a:lnTo>
                    <a:pt x="830668" y="114642"/>
                  </a:lnTo>
                  <a:lnTo>
                    <a:pt x="832180" y="113499"/>
                  </a:lnTo>
                  <a:lnTo>
                    <a:pt x="832929" y="112001"/>
                  </a:lnTo>
                  <a:lnTo>
                    <a:pt x="833310" y="110109"/>
                  </a:lnTo>
                  <a:close/>
                </a:path>
                <a:path w="1263650" h="317500">
                  <a:moveTo>
                    <a:pt x="851560" y="105537"/>
                  </a:moveTo>
                  <a:lnTo>
                    <a:pt x="851179" y="104394"/>
                  </a:lnTo>
                  <a:lnTo>
                    <a:pt x="850036" y="102870"/>
                  </a:lnTo>
                  <a:lnTo>
                    <a:pt x="848512" y="101739"/>
                  </a:lnTo>
                  <a:lnTo>
                    <a:pt x="846607" y="101358"/>
                  </a:lnTo>
                  <a:lnTo>
                    <a:pt x="844702" y="101739"/>
                  </a:lnTo>
                  <a:lnTo>
                    <a:pt x="843178" y="102870"/>
                  </a:lnTo>
                  <a:lnTo>
                    <a:pt x="842429" y="104394"/>
                  </a:lnTo>
                  <a:lnTo>
                    <a:pt x="842060" y="105537"/>
                  </a:lnTo>
                  <a:lnTo>
                    <a:pt x="842429" y="107442"/>
                  </a:lnTo>
                  <a:lnTo>
                    <a:pt x="843178" y="108966"/>
                  </a:lnTo>
                  <a:lnTo>
                    <a:pt x="844702" y="110109"/>
                  </a:lnTo>
                  <a:lnTo>
                    <a:pt x="846607" y="110477"/>
                  </a:lnTo>
                  <a:lnTo>
                    <a:pt x="848512" y="110109"/>
                  </a:lnTo>
                  <a:lnTo>
                    <a:pt x="850036" y="108966"/>
                  </a:lnTo>
                  <a:lnTo>
                    <a:pt x="851179" y="107442"/>
                  </a:lnTo>
                  <a:lnTo>
                    <a:pt x="851560" y="105537"/>
                  </a:lnTo>
                  <a:close/>
                </a:path>
                <a:path w="1263650" h="317500">
                  <a:moveTo>
                    <a:pt x="869010" y="101739"/>
                  </a:moveTo>
                  <a:lnTo>
                    <a:pt x="868629" y="99860"/>
                  </a:lnTo>
                  <a:lnTo>
                    <a:pt x="867867" y="98336"/>
                  </a:lnTo>
                  <a:lnTo>
                    <a:pt x="866343" y="97193"/>
                  </a:lnTo>
                  <a:lnTo>
                    <a:pt x="864819" y="96812"/>
                  </a:lnTo>
                  <a:lnTo>
                    <a:pt x="862939" y="97193"/>
                  </a:lnTo>
                  <a:lnTo>
                    <a:pt x="861428" y="98336"/>
                  </a:lnTo>
                  <a:lnTo>
                    <a:pt x="860285" y="99860"/>
                  </a:lnTo>
                  <a:lnTo>
                    <a:pt x="859904" y="101739"/>
                  </a:lnTo>
                  <a:lnTo>
                    <a:pt x="860285" y="103251"/>
                  </a:lnTo>
                  <a:lnTo>
                    <a:pt x="861428" y="104775"/>
                  </a:lnTo>
                  <a:lnTo>
                    <a:pt x="862939" y="105537"/>
                  </a:lnTo>
                  <a:lnTo>
                    <a:pt x="864819" y="105918"/>
                  </a:lnTo>
                  <a:lnTo>
                    <a:pt x="866343" y="105537"/>
                  </a:lnTo>
                  <a:lnTo>
                    <a:pt x="867867" y="104775"/>
                  </a:lnTo>
                  <a:lnTo>
                    <a:pt x="868629" y="103251"/>
                  </a:lnTo>
                  <a:lnTo>
                    <a:pt x="869010" y="101739"/>
                  </a:lnTo>
                  <a:close/>
                </a:path>
                <a:path w="1263650" h="317500">
                  <a:moveTo>
                    <a:pt x="887222" y="97193"/>
                  </a:moveTo>
                  <a:lnTo>
                    <a:pt x="886841" y="95288"/>
                  </a:lnTo>
                  <a:lnTo>
                    <a:pt x="885710" y="93764"/>
                  </a:lnTo>
                  <a:lnTo>
                    <a:pt x="884199" y="92621"/>
                  </a:lnTo>
                  <a:lnTo>
                    <a:pt x="882307" y="92240"/>
                  </a:lnTo>
                  <a:lnTo>
                    <a:pt x="880402" y="92621"/>
                  </a:lnTo>
                  <a:lnTo>
                    <a:pt x="878878" y="93764"/>
                  </a:lnTo>
                  <a:lnTo>
                    <a:pt x="878497" y="95288"/>
                  </a:lnTo>
                  <a:lnTo>
                    <a:pt x="878116" y="97193"/>
                  </a:lnTo>
                  <a:lnTo>
                    <a:pt x="878878" y="100228"/>
                  </a:lnTo>
                  <a:lnTo>
                    <a:pt x="880402" y="101358"/>
                  </a:lnTo>
                  <a:lnTo>
                    <a:pt x="882307" y="101739"/>
                  </a:lnTo>
                  <a:lnTo>
                    <a:pt x="884199" y="101358"/>
                  </a:lnTo>
                  <a:lnTo>
                    <a:pt x="885710" y="100228"/>
                  </a:lnTo>
                  <a:lnTo>
                    <a:pt x="886841" y="98717"/>
                  </a:lnTo>
                  <a:lnTo>
                    <a:pt x="887222" y="97193"/>
                  </a:lnTo>
                  <a:close/>
                </a:path>
                <a:path w="1263650" h="317500">
                  <a:moveTo>
                    <a:pt x="905078" y="92621"/>
                  </a:moveTo>
                  <a:lnTo>
                    <a:pt x="904709" y="91109"/>
                  </a:lnTo>
                  <a:lnTo>
                    <a:pt x="903947" y="89598"/>
                  </a:lnTo>
                  <a:lnTo>
                    <a:pt x="902423" y="88468"/>
                  </a:lnTo>
                  <a:lnTo>
                    <a:pt x="900518" y="88087"/>
                  </a:lnTo>
                  <a:lnTo>
                    <a:pt x="898613" y="88468"/>
                  </a:lnTo>
                  <a:lnTo>
                    <a:pt x="897089" y="89598"/>
                  </a:lnTo>
                  <a:lnTo>
                    <a:pt x="895959" y="91109"/>
                  </a:lnTo>
                  <a:lnTo>
                    <a:pt x="895578" y="92621"/>
                  </a:lnTo>
                  <a:lnTo>
                    <a:pt x="895959" y="94526"/>
                  </a:lnTo>
                  <a:lnTo>
                    <a:pt x="897089" y="95669"/>
                  </a:lnTo>
                  <a:lnTo>
                    <a:pt x="898613" y="96812"/>
                  </a:lnTo>
                  <a:lnTo>
                    <a:pt x="900518" y="97193"/>
                  </a:lnTo>
                  <a:lnTo>
                    <a:pt x="902423" y="96812"/>
                  </a:lnTo>
                  <a:lnTo>
                    <a:pt x="903947" y="95669"/>
                  </a:lnTo>
                  <a:lnTo>
                    <a:pt x="904709" y="94526"/>
                  </a:lnTo>
                  <a:lnTo>
                    <a:pt x="905078" y="92621"/>
                  </a:lnTo>
                  <a:close/>
                </a:path>
                <a:path w="1263650" h="317500">
                  <a:moveTo>
                    <a:pt x="922921" y="88468"/>
                  </a:moveTo>
                  <a:lnTo>
                    <a:pt x="922540" y="86563"/>
                  </a:lnTo>
                  <a:lnTo>
                    <a:pt x="921397" y="85039"/>
                  </a:lnTo>
                  <a:lnTo>
                    <a:pt x="919873" y="83896"/>
                  </a:lnTo>
                  <a:lnTo>
                    <a:pt x="918349" y="83515"/>
                  </a:lnTo>
                  <a:lnTo>
                    <a:pt x="916470" y="83896"/>
                  </a:lnTo>
                  <a:lnTo>
                    <a:pt x="915339" y="85039"/>
                  </a:lnTo>
                  <a:lnTo>
                    <a:pt x="914196" y="86563"/>
                  </a:lnTo>
                  <a:lnTo>
                    <a:pt x="913815" y="88468"/>
                  </a:lnTo>
                  <a:lnTo>
                    <a:pt x="914196" y="90347"/>
                  </a:lnTo>
                  <a:lnTo>
                    <a:pt x="915339" y="91490"/>
                  </a:lnTo>
                  <a:lnTo>
                    <a:pt x="916838" y="92240"/>
                  </a:lnTo>
                  <a:lnTo>
                    <a:pt x="918349" y="92621"/>
                  </a:lnTo>
                  <a:lnTo>
                    <a:pt x="919873" y="92240"/>
                  </a:lnTo>
                  <a:lnTo>
                    <a:pt x="921397" y="91490"/>
                  </a:lnTo>
                  <a:lnTo>
                    <a:pt x="922540" y="90347"/>
                  </a:lnTo>
                  <a:lnTo>
                    <a:pt x="922921" y="88468"/>
                  </a:lnTo>
                  <a:close/>
                </a:path>
                <a:path w="1263650" h="317500">
                  <a:moveTo>
                    <a:pt x="941133" y="83896"/>
                  </a:moveTo>
                  <a:lnTo>
                    <a:pt x="940752" y="81991"/>
                  </a:lnTo>
                  <a:lnTo>
                    <a:pt x="939609" y="80467"/>
                  </a:lnTo>
                  <a:lnTo>
                    <a:pt x="938098" y="79349"/>
                  </a:lnTo>
                  <a:lnTo>
                    <a:pt x="936218" y="78968"/>
                  </a:lnTo>
                  <a:lnTo>
                    <a:pt x="934313" y="79349"/>
                  </a:lnTo>
                  <a:lnTo>
                    <a:pt x="932789" y="80467"/>
                  </a:lnTo>
                  <a:lnTo>
                    <a:pt x="931646" y="81991"/>
                  </a:lnTo>
                  <a:lnTo>
                    <a:pt x="931646" y="85801"/>
                  </a:lnTo>
                  <a:lnTo>
                    <a:pt x="932789" y="87325"/>
                  </a:lnTo>
                  <a:lnTo>
                    <a:pt x="934313" y="88087"/>
                  </a:lnTo>
                  <a:lnTo>
                    <a:pt x="936218" y="88468"/>
                  </a:lnTo>
                  <a:lnTo>
                    <a:pt x="938098" y="88087"/>
                  </a:lnTo>
                  <a:lnTo>
                    <a:pt x="939609" y="87325"/>
                  </a:lnTo>
                  <a:lnTo>
                    <a:pt x="940752" y="85801"/>
                  </a:lnTo>
                  <a:lnTo>
                    <a:pt x="941133" y="83896"/>
                  </a:lnTo>
                  <a:close/>
                </a:path>
                <a:path w="1263650" h="317500">
                  <a:moveTo>
                    <a:pt x="958608" y="79349"/>
                  </a:moveTo>
                  <a:lnTo>
                    <a:pt x="958240" y="77838"/>
                  </a:lnTo>
                  <a:lnTo>
                    <a:pt x="957478" y="76314"/>
                  </a:lnTo>
                  <a:lnTo>
                    <a:pt x="955954" y="75171"/>
                  </a:lnTo>
                  <a:lnTo>
                    <a:pt x="954430" y="74790"/>
                  </a:lnTo>
                  <a:lnTo>
                    <a:pt x="952525" y="75171"/>
                  </a:lnTo>
                  <a:lnTo>
                    <a:pt x="951001" y="76314"/>
                  </a:lnTo>
                  <a:lnTo>
                    <a:pt x="949858" y="77838"/>
                  </a:lnTo>
                  <a:lnTo>
                    <a:pt x="949490" y="79349"/>
                  </a:lnTo>
                  <a:lnTo>
                    <a:pt x="949858" y="81229"/>
                  </a:lnTo>
                  <a:lnTo>
                    <a:pt x="951001" y="82753"/>
                  </a:lnTo>
                  <a:lnTo>
                    <a:pt x="952525" y="83515"/>
                  </a:lnTo>
                  <a:lnTo>
                    <a:pt x="954430" y="83896"/>
                  </a:lnTo>
                  <a:lnTo>
                    <a:pt x="956335" y="83515"/>
                  </a:lnTo>
                  <a:lnTo>
                    <a:pt x="957478" y="82753"/>
                  </a:lnTo>
                  <a:lnTo>
                    <a:pt x="958240" y="81229"/>
                  </a:lnTo>
                  <a:lnTo>
                    <a:pt x="958608" y="79349"/>
                  </a:lnTo>
                  <a:close/>
                </a:path>
                <a:path w="1263650" h="317500">
                  <a:moveTo>
                    <a:pt x="976833" y="75171"/>
                  </a:moveTo>
                  <a:lnTo>
                    <a:pt x="976452" y="73266"/>
                  </a:lnTo>
                  <a:lnTo>
                    <a:pt x="975309" y="71742"/>
                  </a:lnTo>
                  <a:lnTo>
                    <a:pt x="973785" y="70599"/>
                  </a:lnTo>
                  <a:lnTo>
                    <a:pt x="971880" y="70218"/>
                  </a:lnTo>
                  <a:lnTo>
                    <a:pt x="970368" y="70599"/>
                  </a:lnTo>
                  <a:lnTo>
                    <a:pt x="968870" y="71742"/>
                  </a:lnTo>
                  <a:lnTo>
                    <a:pt x="968108" y="73266"/>
                  </a:lnTo>
                  <a:lnTo>
                    <a:pt x="967727" y="75171"/>
                  </a:lnTo>
                  <a:lnTo>
                    <a:pt x="968108" y="77076"/>
                  </a:lnTo>
                  <a:lnTo>
                    <a:pt x="968870" y="78219"/>
                  </a:lnTo>
                  <a:lnTo>
                    <a:pt x="970368" y="78968"/>
                  </a:lnTo>
                  <a:lnTo>
                    <a:pt x="971880" y="79349"/>
                  </a:lnTo>
                  <a:lnTo>
                    <a:pt x="973785" y="78968"/>
                  </a:lnTo>
                  <a:lnTo>
                    <a:pt x="975309" y="78219"/>
                  </a:lnTo>
                  <a:lnTo>
                    <a:pt x="976452" y="77076"/>
                  </a:lnTo>
                  <a:lnTo>
                    <a:pt x="976833" y="75171"/>
                  </a:lnTo>
                  <a:close/>
                </a:path>
                <a:path w="1263650" h="317500">
                  <a:moveTo>
                    <a:pt x="994664" y="70599"/>
                  </a:moveTo>
                  <a:lnTo>
                    <a:pt x="994283" y="68719"/>
                  </a:lnTo>
                  <a:lnTo>
                    <a:pt x="993521" y="67208"/>
                  </a:lnTo>
                  <a:lnTo>
                    <a:pt x="992009" y="66065"/>
                  </a:lnTo>
                  <a:lnTo>
                    <a:pt x="990130" y="65684"/>
                  </a:lnTo>
                  <a:lnTo>
                    <a:pt x="988225" y="66065"/>
                  </a:lnTo>
                  <a:lnTo>
                    <a:pt x="988225" y="66446"/>
                  </a:lnTo>
                  <a:lnTo>
                    <a:pt x="986701" y="67208"/>
                  </a:lnTo>
                  <a:lnTo>
                    <a:pt x="985558" y="68719"/>
                  </a:lnTo>
                  <a:lnTo>
                    <a:pt x="985177" y="70599"/>
                  </a:lnTo>
                  <a:lnTo>
                    <a:pt x="985558" y="72504"/>
                  </a:lnTo>
                  <a:lnTo>
                    <a:pt x="986701" y="74028"/>
                  </a:lnTo>
                  <a:lnTo>
                    <a:pt x="988225" y="75171"/>
                  </a:lnTo>
                  <a:lnTo>
                    <a:pt x="990130" y="75552"/>
                  </a:lnTo>
                  <a:lnTo>
                    <a:pt x="992009" y="75171"/>
                  </a:lnTo>
                  <a:lnTo>
                    <a:pt x="992009" y="74790"/>
                  </a:lnTo>
                  <a:lnTo>
                    <a:pt x="993521" y="74028"/>
                  </a:lnTo>
                  <a:lnTo>
                    <a:pt x="994283" y="72504"/>
                  </a:lnTo>
                  <a:lnTo>
                    <a:pt x="994664" y="70599"/>
                  </a:lnTo>
                  <a:close/>
                </a:path>
                <a:path w="1263650" h="317500">
                  <a:moveTo>
                    <a:pt x="1012520" y="66065"/>
                  </a:moveTo>
                  <a:lnTo>
                    <a:pt x="1012139" y="64541"/>
                  </a:lnTo>
                  <a:lnTo>
                    <a:pt x="1011008" y="63017"/>
                  </a:lnTo>
                  <a:lnTo>
                    <a:pt x="1009865" y="62255"/>
                  </a:lnTo>
                  <a:lnTo>
                    <a:pt x="1007960" y="61874"/>
                  </a:lnTo>
                  <a:lnTo>
                    <a:pt x="1006055" y="62255"/>
                  </a:lnTo>
                  <a:lnTo>
                    <a:pt x="1004531" y="63017"/>
                  </a:lnTo>
                  <a:lnTo>
                    <a:pt x="1003769" y="64541"/>
                  </a:lnTo>
                  <a:lnTo>
                    <a:pt x="1003388" y="66065"/>
                  </a:lnTo>
                  <a:lnTo>
                    <a:pt x="1003769" y="67970"/>
                  </a:lnTo>
                  <a:lnTo>
                    <a:pt x="1004531" y="69469"/>
                  </a:lnTo>
                  <a:lnTo>
                    <a:pt x="1006055" y="70599"/>
                  </a:lnTo>
                  <a:lnTo>
                    <a:pt x="1007960" y="70980"/>
                  </a:lnTo>
                  <a:lnTo>
                    <a:pt x="1009865" y="70599"/>
                  </a:lnTo>
                  <a:lnTo>
                    <a:pt x="1011008" y="69469"/>
                  </a:lnTo>
                  <a:lnTo>
                    <a:pt x="1012139" y="67970"/>
                  </a:lnTo>
                  <a:lnTo>
                    <a:pt x="1012520" y="66065"/>
                  </a:lnTo>
                  <a:close/>
                </a:path>
                <a:path w="1263650" h="317500">
                  <a:moveTo>
                    <a:pt x="1030363" y="61874"/>
                  </a:moveTo>
                  <a:lnTo>
                    <a:pt x="1029982" y="59969"/>
                  </a:lnTo>
                  <a:lnTo>
                    <a:pt x="1029220" y="58470"/>
                  </a:lnTo>
                  <a:lnTo>
                    <a:pt x="1027696" y="57721"/>
                  </a:lnTo>
                  <a:lnTo>
                    <a:pt x="1025791" y="57340"/>
                  </a:lnTo>
                  <a:lnTo>
                    <a:pt x="1023899" y="57721"/>
                  </a:lnTo>
                  <a:lnTo>
                    <a:pt x="1022769" y="58470"/>
                  </a:lnTo>
                  <a:lnTo>
                    <a:pt x="1021638" y="59969"/>
                  </a:lnTo>
                  <a:lnTo>
                    <a:pt x="1021257" y="61874"/>
                  </a:lnTo>
                  <a:lnTo>
                    <a:pt x="1021638" y="63779"/>
                  </a:lnTo>
                  <a:lnTo>
                    <a:pt x="1023899" y="66065"/>
                  </a:lnTo>
                  <a:lnTo>
                    <a:pt x="1025791" y="66446"/>
                  </a:lnTo>
                  <a:lnTo>
                    <a:pt x="1027696" y="66065"/>
                  </a:lnTo>
                  <a:lnTo>
                    <a:pt x="1029220" y="64922"/>
                  </a:lnTo>
                  <a:lnTo>
                    <a:pt x="1029982" y="63779"/>
                  </a:lnTo>
                  <a:lnTo>
                    <a:pt x="1030363" y="61874"/>
                  </a:lnTo>
                  <a:close/>
                </a:path>
                <a:path w="1263650" h="317500">
                  <a:moveTo>
                    <a:pt x="1048575" y="57340"/>
                  </a:moveTo>
                  <a:lnTo>
                    <a:pt x="1048194" y="55435"/>
                  </a:lnTo>
                  <a:lnTo>
                    <a:pt x="1047051" y="53911"/>
                  </a:lnTo>
                  <a:lnTo>
                    <a:pt x="1045527" y="53149"/>
                  </a:lnTo>
                  <a:lnTo>
                    <a:pt x="1043660" y="52768"/>
                  </a:lnTo>
                  <a:lnTo>
                    <a:pt x="1041755" y="53149"/>
                  </a:lnTo>
                  <a:lnTo>
                    <a:pt x="1040231" y="53911"/>
                  </a:lnTo>
                  <a:lnTo>
                    <a:pt x="1039469" y="55435"/>
                  </a:lnTo>
                  <a:lnTo>
                    <a:pt x="1039088" y="57340"/>
                  </a:lnTo>
                  <a:lnTo>
                    <a:pt x="1039469" y="59220"/>
                  </a:lnTo>
                  <a:lnTo>
                    <a:pt x="1040231" y="60731"/>
                  </a:lnTo>
                  <a:lnTo>
                    <a:pt x="1041755" y="61874"/>
                  </a:lnTo>
                  <a:lnTo>
                    <a:pt x="1043660" y="62255"/>
                  </a:lnTo>
                  <a:lnTo>
                    <a:pt x="1045527" y="61874"/>
                  </a:lnTo>
                  <a:lnTo>
                    <a:pt x="1047051" y="60731"/>
                  </a:lnTo>
                  <a:lnTo>
                    <a:pt x="1048194" y="59220"/>
                  </a:lnTo>
                  <a:lnTo>
                    <a:pt x="1048575" y="57340"/>
                  </a:lnTo>
                  <a:close/>
                </a:path>
                <a:path w="1263650" h="317500">
                  <a:moveTo>
                    <a:pt x="1066050" y="52768"/>
                  </a:moveTo>
                  <a:lnTo>
                    <a:pt x="1065669" y="51244"/>
                  </a:lnTo>
                  <a:lnTo>
                    <a:pt x="1064920" y="49720"/>
                  </a:lnTo>
                  <a:lnTo>
                    <a:pt x="1063777" y="48958"/>
                  </a:lnTo>
                  <a:lnTo>
                    <a:pt x="1061872" y="48577"/>
                  </a:lnTo>
                  <a:lnTo>
                    <a:pt x="1059967" y="48958"/>
                  </a:lnTo>
                  <a:lnTo>
                    <a:pt x="1058443" y="49720"/>
                  </a:lnTo>
                  <a:lnTo>
                    <a:pt x="1057300" y="51244"/>
                  </a:lnTo>
                  <a:lnTo>
                    <a:pt x="1056919" y="52768"/>
                  </a:lnTo>
                  <a:lnTo>
                    <a:pt x="1057300" y="54673"/>
                  </a:lnTo>
                  <a:lnTo>
                    <a:pt x="1058443" y="56197"/>
                  </a:lnTo>
                  <a:lnTo>
                    <a:pt x="1059967" y="57340"/>
                  </a:lnTo>
                  <a:lnTo>
                    <a:pt x="1061872" y="57721"/>
                  </a:lnTo>
                  <a:lnTo>
                    <a:pt x="1063777" y="57340"/>
                  </a:lnTo>
                  <a:lnTo>
                    <a:pt x="1064920" y="56197"/>
                  </a:lnTo>
                  <a:lnTo>
                    <a:pt x="1065669" y="54673"/>
                  </a:lnTo>
                  <a:lnTo>
                    <a:pt x="1066050" y="52768"/>
                  </a:lnTo>
                  <a:close/>
                </a:path>
                <a:path w="1263650" h="317500">
                  <a:moveTo>
                    <a:pt x="1084275" y="48577"/>
                  </a:moveTo>
                  <a:lnTo>
                    <a:pt x="1083894" y="46710"/>
                  </a:lnTo>
                  <a:lnTo>
                    <a:pt x="1082751" y="45567"/>
                  </a:lnTo>
                  <a:lnTo>
                    <a:pt x="1081227" y="44424"/>
                  </a:lnTo>
                  <a:lnTo>
                    <a:pt x="1079322" y="44043"/>
                  </a:lnTo>
                  <a:lnTo>
                    <a:pt x="1077429" y="44424"/>
                  </a:lnTo>
                  <a:lnTo>
                    <a:pt x="1076680" y="45567"/>
                  </a:lnTo>
                  <a:lnTo>
                    <a:pt x="1075550" y="46710"/>
                  </a:lnTo>
                  <a:lnTo>
                    <a:pt x="1075169" y="48577"/>
                  </a:lnTo>
                  <a:lnTo>
                    <a:pt x="1075550" y="50482"/>
                  </a:lnTo>
                  <a:lnTo>
                    <a:pt x="1077798" y="52768"/>
                  </a:lnTo>
                  <a:lnTo>
                    <a:pt x="1079322" y="53149"/>
                  </a:lnTo>
                  <a:lnTo>
                    <a:pt x="1081227" y="52768"/>
                  </a:lnTo>
                  <a:lnTo>
                    <a:pt x="1082751" y="51625"/>
                  </a:lnTo>
                  <a:lnTo>
                    <a:pt x="1083894" y="50482"/>
                  </a:lnTo>
                  <a:lnTo>
                    <a:pt x="1084275" y="48577"/>
                  </a:lnTo>
                  <a:close/>
                </a:path>
                <a:path w="1263650" h="317500">
                  <a:moveTo>
                    <a:pt x="1102487" y="44043"/>
                  </a:moveTo>
                  <a:lnTo>
                    <a:pt x="1102106" y="42519"/>
                  </a:lnTo>
                  <a:lnTo>
                    <a:pt x="1100963" y="40995"/>
                  </a:lnTo>
                  <a:lnTo>
                    <a:pt x="1099439" y="39852"/>
                  </a:lnTo>
                  <a:lnTo>
                    <a:pt x="1097559" y="39471"/>
                  </a:lnTo>
                  <a:lnTo>
                    <a:pt x="1095667" y="39852"/>
                  </a:lnTo>
                  <a:lnTo>
                    <a:pt x="1094143" y="40995"/>
                  </a:lnTo>
                  <a:lnTo>
                    <a:pt x="1093000" y="42519"/>
                  </a:lnTo>
                  <a:lnTo>
                    <a:pt x="1092619" y="44043"/>
                  </a:lnTo>
                  <a:lnTo>
                    <a:pt x="1093000" y="45948"/>
                  </a:lnTo>
                  <a:lnTo>
                    <a:pt x="1094143" y="47447"/>
                  </a:lnTo>
                  <a:lnTo>
                    <a:pt x="1095667" y="48577"/>
                  </a:lnTo>
                  <a:lnTo>
                    <a:pt x="1097559" y="48958"/>
                  </a:lnTo>
                  <a:lnTo>
                    <a:pt x="1099439" y="48577"/>
                  </a:lnTo>
                  <a:lnTo>
                    <a:pt x="1100963" y="47447"/>
                  </a:lnTo>
                  <a:lnTo>
                    <a:pt x="1102106" y="45948"/>
                  </a:lnTo>
                  <a:lnTo>
                    <a:pt x="1102487" y="44043"/>
                  </a:lnTo>
                  <a:close/>
                </a:path>
                <a:path w="1263650" h="317500">
                  <a:moveTo>
                    <a:pt x="1119949" y="39471"/>
                  </a:moveTo>
                  <a:lnTo>
                    <a:pt x="1119568" y="38328"/>
                  </a:lnTo>
                  <a:lnTo>
                    <a:pt x="1118450" y="36817"/>
                  </a:lnTo>
                  <a:lnTo>
                    <a:pt x="1116926" y="35699"/>
                  </a:lnTo>
                  <a:lnTo>
                    <a:pt x="1115783" y="35318"/>
                  </a:lnTo>
                  <a:lnTo>
                    <a:pt x="1113878" y="35699"/>
                  </a:lnTo>
                  <a:lnTo>
                    <a:pt x="1112354" y="36817"/>
                  </a:lnTo>
                  <a:lnTo>
                    <a:pt x="1111211" y="38328"/>
                  </a:lnTo>
                  <a:lnTo>
                    <a:pt x="1110830" y="39471"/>
                  </a:lnTo>
                  <a:lnTo>
                    <a:pt x="1111211" y="41376"/>
                  </a:lnTo>
                  <a:lnTo>
                    <a:pt x="1112354" y="42900"/>
                  </a:lnTo>
                  <a:lnTo>
                    <a:pt x="1113878" y="44043"/>
                  </a:lnTo>
                  <a:lnTo>
                    <a:pt x="1115783" y="44424"/>
                  </a:lnTo>
                  <a:lnTo>
                    <a:pt x="1117307" y="44043"/>
                  </a:lnTo>
                  <a:lnTo>
                    <a:pt x="1118450" y="42900"/>
                  </a:lnTo>
                  <a:lnTo>
                    <a:pt x="1119568" y="41376"/>
                  </a:lnTo>
                  <a:lnTo>
                    <a:pt x="1119949" y="39471"/>
                  </a:lnTo>
                  <a:close/>
                </a:path>
                <a:path w="1263650" h="317500">
                  <a:moveTo>
                    <a:pt x="1138186" y="35699"/>
                  </a:moveTo>
                  <a:lnTo>
                    <a:pt x="1137805" y="33794"/>
                  </a:lnTo>
                  <a:lnTo>
                    <a:pt x="1136662" y="32270"/>
                  </a:lnTo>
                  <a:lnTo>
                    <a:pt x="1135138" y="31127"/>
                  </a:lnTo>
                  <a:lnTo>
                    <a:pt x="1133233" y="30746"/>
                  </a:lnTo>
                  <a:lnTo>
                    <a:pt x="1131328" y="31127"/>
                  </a:lnTo>
                  <a:lnTo>
                    <a:pt x="1129830" y="32270"/>
                  </a:lnTo>
                  <a:lnTo>
                    <a:pt x="1129449" y="33794"/>
                  </a:lnTo>
                  <a:lnTo>
                    <a:pt x="1129080" y="35699"/>
                  </a:lnTo>
                  <a:lnTo>
                    <a:pt x="1129449" y="37211"/>
                  </a:lnTo>
                  <a:lnTo>
                    <a:pt x="1129830" y="38328"/>
                  </a:lnTo>
                  <a:lnTo>
                    <a:pt x="1131328" y="39471"/>
                  </a:lnTo>
                  <a:lnTo>
                    <a:pt x="1133233" y="39852"/>
                  </a:lnTo>
                  <a:lnTo>
                    <a:pt x="1135138" y="39471"/>
                  </a:lnTo>
                  <a:lnTo>
                    <a:pt x="1136662" y="38328"/>
                  </a:lnTo>
                  <a:lnTo>
                    <a:pt x="1137805" y="37211"/>
                  </a:lnTo>
                  <a:lnTo>
                    <a:pt x="1138186" y="35699"/>
                  </a:lnTo>
                  <a:close/>
                </a:path>
                <a:path w="1263650" h="317500">
                  <a:moveTo>
                    <a:pt x="1156017" y="31127"/>
                  </a:moveTo>
                  <a:lnTo>
                    <a:pt x="1155636" y="29222"/>
                  </a:lnTo>
                  <a:lnTo>
                    <a:pt x="1154874" y="27698"/>
                  </a:lnTo>
                  <a:lnTo>
                    <a:pt x="1153350" y="26568"/>
                  </a:lnTo>
                  <a:lnTo>
                    <a:pt x="1151470" y="26212"/>
                  </a:lnTo>
                  <a:lnTo>
                    <a:pt x="1149578" y="26568"/>
                  </a:lnTo>
                  <a:lnTo>
                    <a:pt x="1148054" y="27698"/>
                  </a:lnTo>
                  <a:lnTo>
                    <a:pt x="1146911" y="29222"/>
                  </a:lnTo>
                  <a:lnTo>
                    <a:pt x="1146530" y="31127"/>
                  </a:lnTo>
                  <a:lnTo>
                    <a:pt x="1146911" y="32651"/>
                  </a:lnTo>
                  <a:lnTo>
                    <a:pt x="1148054" y="34175"/>
                  </a:lnTo>
                  <a:lnTo>
                    <a:pt x="1149578" y="35318"/>
                  </a:lnTo>
                  <a:lnTo>
                    <a:pt x="1151470" y="35699"/>
                  </a:lnTo>
                  <a:lnTo>
                    <a:pt x="1153350" y="35318"/>
                  </a:lnTo>
                  <a:lnTo>
                    <a:pt x="1154874" y="34175"/>
                  </a:lnTo>
                  <a:lnTo>
                    <a:pt x="1155636" y="32651"/>
                  </a:lnTo>
                  <a:lnTo>
                    <a:pt x="1156017" y="31127"/>
                  </a:lnTo>
                  <a:close/>
                </a:path>
                <a:path w="1263650" h="317500">
                  <a:moveTo>
                    <a:pt x="1173848" y="26568"/>
                  </a:moveTo>
                  <a:lnTo>
                    <a:pt x="1173480" y="25069"/>
                  </a:lnTo>
                  <a:lnTo>
                    <a:pt x="1172349" y="23545"/>
                  </a:lnTo>
                  <a:lnTo>
                    <a:pt x="1170838" y="22402"/>
                  </a:lnTo>
                  <a:lnTo>
                    <a:pt x="1169314" y="22021"/>
                  </a:lnTo>
                  <a:lnTo>
                    <a:pt x="1167409" y="22402"/>
                  </a:lnTo>
                  <a:lnTo>
                    <a:pt x="1165885" y="23545"/>
                  </a:lnTo>
                  <a:lnTo>
                    <a:pt x="1165123" y="25069"/>
                  </a:lnTo>
                  <a:lnTo>
                    <a:pt x="1164742" y="26568"/>
                  </a:lnTo>
                  <a:lnTo>
                    <a:pt x="1165123" y="28460"/>
                  </a:lnTo>
                  <a:lnTo>
                    <a:pt x="1165885" y="29603"/>
                  </a:lnTo>
                  <a:lnTo>
                    <a:pt x="1167409" y="30746"/>
                  </a:lnTo>
                  <a:lnTo>
                    <a:pt x="1169314" y="31127"/>
                  </a:lnTo>
                  <a:lnTo>
                    <a:pt x="1170838" y="30746"/>
                  </a:lnTo>
                  <a:lnTo>
                    <a:pt x="1172349" y="29603"/>
                  </a:lnTo>
                  <a:lnTo>
                    <a:pt x="1173480" y="28460"/>
                  </a:lnTo>
                  <a:lnTo>
                    <a:pt x="1173848" y="26568"/>
                  </a:lnTo>
                  <a:close/>
                </a:path>
                <a:path w="1263650" h="317500">
                  <a:moveTo>
                    <a:pt x="1191717" y="22402"/>
                  </a:moveTo>
                  <a:lnTo>
                    <a:pt x="1191336" y="20497"/>
                  </a:lnTo>
                  <a:lnTo>
                    <a:pt x="1190574" y="18973"/>
                  </a:lnTo>
                  <a:lnTo>
                    <a:pt x="1189050" y="17830"/>
                  </a:lnTo>
                  <a:lnTo>
                    <a:pt x="1187145" y="17449"/>
                  </a:lnTo>
                  <a:lnTo>
                    <a:pt x="1185240" y="17830"/>
                  </a:lnTo>
                  <a:lnTo>
                    <a:pt x="1183728" y="18973"/>
                  </a:lnTo>
                  <a:lnTo>
                    <a:pt x="1182979" y="20497"/>
                  </a:lnTo>
                  <a:lnTo>
                    <a:pt x="1182598" y="22402"/>
                  </a:lnTo>
                  <a:lnTo>
                    <a:pt x="1182979" y="24307"/>
                  </a:lnTo>
                  <a:lnTo>
                    <a:pt x="1183728" y="25450"/>
                  </a:lnTo>
                  <a:lnTo>
                    <a:pt x="1185240" y="26212"/>
                  </a:lnTo>
                  <a:lnTo>
                    <a:pt x="1187145" y="26568"/>
                  </a:lnTo>
                  <a:lnTo>
                    <a:pt x="1189050" y="26212"/>
                  </a:lnTo>
                  <a:lnTo>
                    <a:pt x="1190574" y="25450"/>
                  </a:lnTo>
                  <a:lnTo>
                    <a:pt x="1191336" y="24307"/>
                  </a:lnTo>
                  <a:lnTo>
                    <a:pt x="1191717" y="22402"/>
                  </a:lnTo>
                  <a:close/>
                </a:path>
                <a:path w="1263650" h="317500">
                  <a:moveTo>
                    <a:pt x="1209548" y="17830"/>
                  </a:moveTo>
                  <a:lnTo>
                    <a:pt x="1209167" y="15938"/>
                  </a:lnTo>
                  <a:lnTo>
                    <a:pt x="1208405" y="14439"/>
                  </a:lnTo>
                  <a:lnTo>
                    <a:pt x="1206881" y="13296"/>
                  </a:lnTo>
                  <a:lnTo>
                    <a:pt x="1204988" y="12915"/>
                  </a:lnTo>
                  <a:lnTo>
                    <a:pt x="1203109" y="13296"/>
                  </a:lnTo>
                  <a:lnTo>
                    <a:pt x="1201585" y="14439"/>
                  </a:lnTo>
                  <a:lnTo>
                    <a:pt x="1200823" y="15938"/>
                  </a:lnTo>
                  <a:lnTo>
                    <a:pt x="1200442" y="17830"/>
                  </a:lnTo>
                  <a:lnTo>
                    <a:pt x="1200823" y="19735"/>
                  </a:lnTo>
                  <a:lnTo>
                    <a:pt x="1201585" y="21259"/>
                  </a:lnTo>
                  <a:lnTo>
                    <a:pt x="1203109" y="22021"/>
                  </a:lnTo>
                  <a:lnTo>
                    <a:pt x="1204988" y="22402"/>
                  </a:lnTo>
                  <a:lnTo>
                    <a:pt x="1206881" y="22021"/>
                  </a:lnTo>
                  <a:lnTo>
                    <a:pt x="1208405" y="21259"/>
                  </a:lnTo>
                  <a:lnTo>
                    <a:pt x="1209167" y="19735"/>
                  </a:lnTo>
                  <a:lnTo>
                    <a:pt x="1209548" y="17830"/>
                  </a:lnTo>
                  <a:close/>
                </a:path>
                <a:path w="1263650" h="317500">
                  <a:moveTo>
                    <a:pt x="1227378" y="13296"/>
                  </a:moveTo>
                  <a:lnTo>
                    <a:pt x="1226997" y="11772"/>
                  </a:lnTo>
                  <a:lnTo>
                    <a:pt x="1226248" y="10248"/>
                  </a:lnTo>
                  <a:lnTo>
                    <a:pt x="1224749" y="9105"/>
                  </a:lnTo>
                  <a:lnTo>
                    <a:pt x="1222844" y="8724"/>
                  </a:lnTo>
                  <a:lnTo>
                    <a:pt x="1221320" y="9105"/>
                  </a:lnTo>
                  <a:lnTo>
                    <a:pt x="1219796" y="10248"/>
                  </a:lnTo>
                  <a:lnTo>
                    <a:pt x="1218653" y="11772"/>
                  </a:lnTo>
                  <a:lnTo>
                    <a:pt x="1218272" y="13296"/>
                  </a:lnTo>
                  <a:lnTo>
                    <a:pt x="1218653" y="15189"/>
                  </a:lnTo>
                  <a:lnTo>
                    <a:pt x="1219796" y="16700"/>
                  </a:lnTo>
                  <a:lnTo>
                    <a:pt x="1221320" y="17449"/>
                  </a:lnTo>
                  <a:lnTo>
                    <a:pt x="1222844" y="17830"/>
                  </a:lnTo>
                  <a:lnTo>
                    <a:pt x="1224749" y="17449"/>
                  </a:lnTo>
                  <a:lnTo>
                    <a:pt x="1226248" y="16700"/>
                  </a:lnTo>
                  <a:lnTo>
                    <a:pt x="1226997" y="15189"/>
                  </a:lnTo>
                  <a:lnTo>
                    <a:pt x="1227378" y="13296"/>
                  </a:lnTo>
                  <a:close/>
                </a:path>
                <a:path w="1263650" h="317500">
                  <a:moveTo>
                    <a:pt x="1245628" y="9105"/>
                  </a:moveTo>
                  <a:lnTo>
                    <a:pt x="1245247" y="7200"/>
                  </a:lnTo>
                  <a:lnTo>
                    <a:pt x="1244104" y="5676"/>
                  </a:lnTo>
                  <a:lnTo>
                    <a:pt x="1242580" y="4559"/>
                  </a:lnTo>
                  <a:lnTo>
                    <a:pt x="1240675" y="4191"/>
                  </a:lnTo>
                  <a:lnTo>
                    <a:pt x="1238770" y="4559"/>
                  </a:lnTo>
                  <a:lnTo>
                    <a:pt x="1237627" y="5676"/>
                  </a:lnTo>
                  <a:lnTo>
                    <a:pt x="1236510" y="7200"/>
                  </a:lnTo>
                  <a:lnTo>
                    <a:pt x="1236141" y="9105"/>
                  </a:lnTo>
                  <a:lnTo>
                    <a:pt x="1236510" y="11010"/>
                  </a:lnTo>
                  <a:lnTo>
                    <a:pt x="1237627" y="12153"/>
                  </a:lnTo>
                  <a:lnTo>
                    <a:pt x="1239151" y="12915"/>
                  </a:lnTo>
                  <a:lnTo>
                    <a:pt x="1240675" y="13296"/>
                  </a:lnTo>
                  <a:lnTo>
                    <a:pt x="1242580" y="12915"/>
                  </a:lnTo>
                  <a:lnTo>
                    <a:pt x="1244104" y="12153"/>
                  </a:lnTo>
                  <a:lnTo>
                    <a:pt x="1245247" y="11010"/>
                  </a:lnTo>
                  <a:lnTo>
                    <a:pt x="1245628" y="9105"/>
                  </a:lnTo>
                  <a:close/>
                </a:path>
                <a:path w="1263650" h="317500">
                  <a:moveTo>
                    <a:pt x="1263078" y="4559"/>
                  </a:moveTo>
                  <a:lnTo>
                    <a:pt x="1262697" y="2667"/>
                  </a:lnTo>
                  <a:lnTo>
                    <a:pt x="1262316" y="1143"/>
                  </a:lnTo>
                  <a:lnTo>
                    <a:pt x="1260792" y="381"/>
                  </a:lnTo>
                  <a:lnTo>
                    <a:pt x="1258887" y="0"/>
                  </a:lnTo>
                  <a:lnTo>
                    <a:pt x="1257020" y="381"/>
                  </a:lnTo>
                  <a:lnTo>
                    <a:pt x="1255496" y="1143"/>
                  </a:lnTo>
                  <a:lnTo>
                    <a:pt x="1254353" y="2667"/>
                  </a:lnTo>
                  <a:lnTo>
                    <a:pt x="1253972" y="4559"/>
                  </a:lnTo>
                  <a:lnTo>
                    <a:pt x="1254353" y="6438"/>
                  </a:lnTo>
                  <a:lnTo>
                    <a:pt x="1255496" y="7962"/>
                  </a:lnTo>
                  <a:lnTo>
                    <a:pt x="1257020" y="9105"/>
                  </a:lnTo>
                  <a:lnTo>
                    <a:pt x="1258887" y="9486"/>
                  </a:lnTo>
                  <a:lnTo>
                    <a:pt x="1260792" y="9105"/>
                  </a:lnTo>
                  <a:lnTo>
                    <a:pt x="1262316" y="7962"/>
                  </a:lnTo>
                  <a:lnTo>
                    <a:pt x="1262697" y="6438"/>
                  </a:lnTo>
                  <a:lnTo>
                    <a:pt x="1263078" y="45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081506" y="2840964"/>
              <a:ext cx="1706880" cy="225425"/>
            </a:xfrm>
            <a:custGeom>
              <a:avLst/>
              <a:gdLst/>
              <a:ahLst/>
              <a:cxnLst/>
              <a:rect l="l" t="t" r="r" b="b"/>
              <a:pathLst>
                <a:path w="1706880" h="225425">
                  <a:moveTo>
                    <a:pt x="9499" y="220192"/>
                  </a:moveTo>
                  <a:lnTo>
                    <a:pt x="9118" y="218681"/>
                  </a:lnTo>
                  <a:lnTo>
                    <a:pt x="8356" y="217170"/>
                  </a:lnTo>
                  <a:lnTo>
                    <a:pt x="6832" y="216408"/>
                  </a:lnTo>
                  <a:lnTo>
                    <a:pt x="4940" y="216027"/>
                  </a:lnTo>
                  <a:lnTo>
                    <a:pt x="3048" y="216408"/>
                  </a:lnTo>
                  <a:lnTo>
                    <a:pt x="1524" y="217170"/>
                  </a:lnTo>
                  <a:lnTo>
                    <a:pt x="381" y="218681"/>
                  </a:lnTo>
                  <a:lnTo>
                    <a:pt x="0" y="220192"/>
                  </a:lnTo>
                  <a:lnTo>
                    <a:pt x="381" y="222084"/>
                  </a:lnTo>
                  <a:lnTo>
                    <a:pt x="1524" y="223608"/>
                  </a:lnTo>
                  <a:lnTo>
                    <a:pt x="3048" y="224751"/>
                  </a:lnTo>
                  <a:lnTo>
                    <a:pt x="4940" y="225132"/>
                  </a:lnTo>
                  <a:lnTo>
                    <a:pt x="6832" y="224751"/>
                  </a:lnTo>
                  <a:lnTo>
                    <a:pt x="8356" y="223608"/>
                  </a:lnTo>
                  <a:lnTo>
                    <a:pt x="9118" y="222084"/>
                  </a:lnTo>
                  <a:lnTo>
                    <a:pt x="9499" y="220192"/>
                  </a:lnTo>
                  <a:close/>
                </a:path>
                <a:path w="1706880" h="225425">
                  <a:moveTo>
                    <a:pt x="27343" y="216027"/>
                  </a:moveTo>
                  <a:lnTo>
                    <a:pt x="26962" y="214122"/>
                  </a:lnTo>
                  <a:lnTo>
                    <a:pt x="25819" y="212598"/>
                  </a:lnTo>
                  <a:lnTo>
                    <a:pt x="24307" y="211836"/>
                  </a:lnTo>
                  <a:lnTo>
                    <a:pt x="23164" y="211455"/>
                  </a:lnTo>
                  <a:lnTo>
                    <a:pt x="21259" y="211836"/>
                  </a:lnTo>
                  <a:lnTo>
                    <a:pt x="20891" y="211836"/>
                  </a:lnTo>
                  <a:lnTo>
                    <a:pt x="19748" y="212598"/>
                  </a:lnTo>
                  <a:lnTo>
                    <a:pt x="18605" y="214122"/>
                  </a:lnTo>
                  <a:lnTo>
                    <a:pt x="18224" y="216027"/>
                  </a:lnTo>
                  <a:lnTo>
                    <a:pt x="18605" y="217932"/>
                  </a:lnTo>
                  <a:lnTo>
                    <a:pt x="19748" y="219430"/>
                  </a:lnTo>
                  <a:lnTo>
                    <a:pt x="21259" y="220192"/>
                  </a:lnTo>
                  <a:lnTo>
                    <a:pt x="22783" y="220573"/>
                  </a:lnTo>
                  <a:lnTo>
                    <a:pt x="24307" y="220192"/>
                  </a:lnTo>
                  <a:lnTo>
                    <a:pt x="24676" y="220192"/>
                  </a:lnTo>
                  <a:lnTo>
                    <a:pt x="25819" y="219430"/>
                  </a:lnTo>
                  <a:lnTo>
                    <a:pt x="26962" y="217932"/>
                  </a:lnTo>
                  <a:lnTo>
                    <a:pt x="27343" y="216027"/>
                  </a:lnTo>
                  <a:close/>
                </a:path>
                <a:path w="1706880" h="225425">
                  <a:moveTo>
                    <a:pt x="45567" y="211455"/>
                  </a:moveTo>
                  <a:lnTo>
                    <a:pt x="45186" y="209562"/>
                  </a:lnTo>
                  <a:lnTo>
                    <a:pt x="44043" y="208051"/>
                  </a:lnTo>
                  <a:lnTo>
                    <a:pt x="42532" y="207289"/>
                  </a:lnTo>
                  <a:lnTo>
                    <a:pt x="40627" y="206921"/>
                  </a:lnTo>
                  <a:lnTo>
                    <a:pt x="38722" y="207289"/>
                  </a:lnTo>
                  <a:lnTo>
                    <a:pt x="37211" y="208051"/>
                  </a:lnTo>
                  <a:lnTo>
                    <a:pt x="36830" y="209562"/>
                  </a:lnTo>
                  <a:lnTo>
                    <a:pt x="36449" y="211455"/>
                  </a:lnTo>
                  <a:lnTo>
                    <a:pt x="36830" y="213360"/>
                  </a:lnTo>
                  <a:lnTo>
                    <a:pt x="37211" y="214884"/>
                  </a:lnTo>
                  <a:lnTo>
                    <a:pt x="38722" y="216027"/>
                  </a:lnTo>
                  <a:lnTo>
                    <a:pt x="40627" y="216408"/>
                  </a:lnTo>
                  <a:lnTo>
                    <a:pt x="42532" y="216027"/>
                  </a:lnTo>
                  <a:lnTo>
                    <a:pt x="44043" y="214884"/>
                  </a:lnTo>
                  <a:lnTo>
                    <a:pt x="45186" y="213360"/>
                  </a:lnTo>
                  <a:lnTo>
                    <a:pt x="45567" y="211455"/>
                  </a:lnTo>
                  <a:close/>
                </a:path>
                <a:path w="1706880" h="225425">
                  <a:moveTo>
                    <a:pt x="63411" y="206921"/>
                  </a:moveTo>
                  <a:lnTo>
                    <a:pt x="63030" y="205397"/>
                  </a:lnTo>
                  <a:lnTo>
                    <a:pt x="61887" y="203873"/>
                  </a:lnTo>
                  <a:lnTo>
                    <a:pt x="60363" y="203111"/>
                  </a:lnTo>
                  <a:lnTo>
                    <a:pt x="58851" y="202730"/>
                  </a:lnTo>
                  <a:lnTo>
                    <a:pt x="56946" y="203111"/>
                  </a:lnTo>
                  <a:lnTo>
                    <a:pt x="55435" y="203873"/>
                  </a:lnTo>
                  <a:lnTo>
                    <a:pt x="54292" y="205397"/>
                  </a:lnTo>
                  <a:lnTo>
                    <a:pt x="53911" y="206921"/>
                  </a:lnTo>
                  <a:lnTo>
                    <a:pt x="54292" y="208800"/>
                  </a:lnTo>
                  <a:lnTo>
                    <a:pt x="55435" y="210324"/>
                  </a:lnTo>
                  <a:lnTo>
                    <a:pt x="56946" y="211455"/>
                  </a:lnTo>
                  <a:lnTo>
                    <a:pt x="58851" y="211836"/>
                  </a:lnTo>
                  <a:lnTo>
                    <a:pt x="60744" y="211455"/>
                  </a:lnTo>
                  <a:lnTo>
                    <a:pt x="61887" y="210324"/>
                  </a:lnTo>
                  <a:lnTo>
                    <a:pt x="63030" y="208800"/>
                  </a:lnTo>
                  <a:lnTo>
                    <a:pt x="63411" y="206921"/>
                  </a:lnTo>
                  <a:close/>
                </a:path>
                <a:path w="1706880" h="225425">
                  <a:moveTo>
                    <a:pt x="81241" y="202730"/>
                  </a:moveTo>
                  <a:lnTo>
                    <a:pt x="80873" y="200825"/>
                  </a:lnTo>
                  <a:lnTo>
                    <a:pt x="79730" y="199682"/>
                  </a:lnTo>
                  <a:lnTo>
                    <a:pt x="78206" y="198551"/>
                  </a:lnTo>
                  <a:lnTo>
                    <a:pt x="76695" y="198170"/>
                  </a:lnTo>
                  <a:lnTo>
                    <a:pt x="74790" y="198551"/>
                  </a:lnTo>
                  <a:lnTo>
                    <a:pt x="73279" y="199682"/>
                  </a:lnTo>
                  <a:lnTo>
                    <a:pt x="72517" y="200825"/>
                  </a:lnTo>
                  <a:lnTo>
                    <a:pt x="72136" y="202730"/>
                  </a:lnTo>
                  <a:lnTo>
                    <a:pt x="72517" y="204635"/>
                  </a:lnTo>
                  <a:lnTo>
                    <a:pt x="73279" y="206159"/>
                  </a:lnTo>
                  <a:lnTo>
                    <a:pt x="74790" y="206921"/>
                  </a:lnTo>
                  <a:lnTo>
                    <a:pt x="76695" y="207289"/>
                  </a:lnTo>
                  <a:lnTo>
                    <a:pt x="78206" y="206921"/>
                  </a:lnTo>
                  <a:lnTo>
                    <a:pt x="79730" y="206159"/>
                  </a:lnTo>
                  <a:lnTo>
                    <a:pt x="80873" y="204635"/>
                  </a:lnTo>
                  <a:lnTo>
                    <a:pt x="81241" y="202730"/>
                  </a:lnTo>
                  <a:close/>
                </a:path>
                <a:path w="1706880" h="225425">
                  <a:moveTo>
                    <a:pt x="99085" y="198170"/>
                  </a:moveTo>
                  <a:lnTo>
                    <a:pt x="98717" y="196672"/>
                  </a:lnTo>
                  <a:lnTo>
                    <a:pt x="97955" y="195148"/>
                  </a:lnTo>
                  <a:lnTo>
                    <a:pt x="96431" y="194005"/>
                  </a:lnTo>
                  <a:lnTo>
                    <a:pt x="94538" y="193624"/>
                  </a:lnTo>
                  <a:lnTo>
                    <a:pt x="92633" y="194005"/>
                  </a:lnTo>
                  <a:lnTo>
                    <a:pt x="91122" y="195148"/>
                  </a:lnTo>
                  <a:lnTo>
                    <a:pt x="89979" y="196672"/>
                  </a:lnTo>
                  <a:lnTo>
                    <a:pt x="89979" y="200063"/>
                  </a:lnTo>
                  <a:lnTo>
                    <a:pt x="91122" y="201587"/>
                  </a:lnTo>
                  <a:lnTo>
                    <a:pt x="92633" y="202730"/>
                  </a:lnTo>
                  <a:lnTo>
                    <a:pt x="94538" y="203111"/>
                  </a:lnTo>
                  <a:lnTo>
                    <a:pt x="96431" y="202730"/>
                  </a:lnTo>
                  <a:lnTo>
                    <a:pt x="97955" y="201587"/>
                  </a:lnTo>
                  <a:lnTo>
                    <a:pt x="98717" y="200063"/>
                  </a:lnTo>
                  <a:lnTo>
                    <a:pt x="99085" y="198170"/>
                  </a:lnTo>
                  <a:close/>
                </a:path>
                <a:path w="1706880" h="225425">
                  <a:moveTo>
                    <a:pt x="116941" y="193624"/>
                  </a:moveTo>
                  <a:lnTo>
                    <a:pt x="116560" y="192481"/>
                  </a:lnTo>
                  <a:lnTo>
                    <a:pt x="115798" y="190957"/>
                  </a:lnTo>
                  <a:lnTo>
                    <a:pt x="114274" y="189814"/>
                  </a:lnTo>
                  <a:lnTo>
                    <a:pt x="112382" y="189433"/>
                  </a:lnTo>
                  <a:lnTo>
                    <a:pt x="110477" y="189814"/>
                  </a:lnTo>
                  <a:lnTo>
                    <a:pt x="108966" y="190957"/>
                  </a:lnTo>
                  <a:lnTo>
                    <a:pt x="108204" y="192481"/>
                  </a:lnTo>
                  <a:lnTo>
                    <a:pt x="107823" y="193624"/>
                  </a:lnTo>
                  <a:lnTo>
                    <a:pt x="108204" y="195529"/>
                  </a:lnTo>
                  <a:lnTo>
                    <a:pt x="108966" y="197040"/>
                  </a:lnTo>
                  <a:lnTo>
                    <a:pt x="110477" y="198170"/>
                  </a:lnTo>
                  <a:lnTo>
                    <a:pt x="112382" y="198551"/>
                  </a:lnTo>
                  <a:lnTo>
                    <a:pt x="114274" y="198170"/>
                  </a:lnTo>
                  <a:lnTo>
                    <a:pt x="115798" y="197040"/>
                  </a:lnTo>
                  <a:lnTo>
                    <a:pt x="116560" y="195529"/>
                  </a:lnTo>
                  <a:lnTo>
                    <a:pt x="116941" y="193624"/>
                  </a:lnTo>
                  <a:close/>
                </a:path>
                <a:path w="1706880" h="225425">
                  <a:moveTo>
                    <a:pt x="134772" y="189814"/>
                  </a:moveTo>
                  <a:lnTo>
                    <a:pt x="134391" y="187921"/>
                  </a:lnTo>
                  <a:lnTo>
                    <a:pt x="133642" y="186410"/>
                  </a:lnTo>
                  <a:lnTo>
                    <a:pt x="132118" y="185280"/>
                  </a:lnTo>
                  <a:lnTo>
                    <a:pt x="130225" y="184899"/>
                  </a:lnTo>
                  <a:lnTo>
                    <a:pt x="128701" y="185280"/>
                  </a:lnTo>
                  <a:lnTo>
                    <a:pt x="127190" y="186410"/>
                  </a:lnTo>
                  <a:lnTo>
                    <a:pt x="126047" y="187921"/>
                  </a:lnTo>
                  <a:lnTo>
                    <a:pt x="125666" y="189814"/>
                  </a:lnTo>
                  <a:lnTo>
                    <a:pt x="126047" y="191338"/>
                  </a:lnTo>
                  <a:lnTo>
                    <a:pt x="127190" y="192862"/>
                  </a:lnTo>
                  <a:lnTo>
                    <a:pt x="128701" y="193624"/>
                  </a:lnTo>
                  <a:lnTo>
                    <a:pt x="130225" y="194005"/>
                  </a:lnTo>
                  <a:lnTo>
                    <a:pt x="132118" y="193624"/>
                  </a:lnTo>
                  <a:lnTo>
                    <a:pt x="133642" y="192862"/>
                  </a:lnTo>
                  <a:lnTo>
                    <a:pt x="134391" y="191338"/>
                  </a:lnTo>
                  <a:lnTo>
                    <a:pt x="134772" y="189814"/>
                  </a:lnTo>
                  <a:close/>
                </a:path>
                <a:path w="1706880" h="225425">
                  <a:moveTo>
                    <a:pt x="152996" y="185280"/>
                  </a:moveTo>
                  <a:lnTo>
                    <a:pt x="152615" y="183375"/>
                  </a:lnTo>
                  <a:lnTo>
                    <a:pt x="151485" y="181851"/>
                  </a:lnTo>
                  <a:lnTo>
                    <a:pt x="149961" y="180708"/>
                  </a:lnTo>
                  <a:lnTo>
                    <a:pt x="148069" y="180327"/>
                  </a:lnTo>
                  <a:lnTo>
                    <a:pt x="146164" y="180708"/>
                  </a:lnTo>
                  <a:lnTo>
                    <a:pt x="144640" y="181851"/>
                  </a:lnTo>
                  <a:lnTo>
                    <a:pt x="143891" y="183375"/>
                  </a:lnTo>
                  <a:lnTo>
                    <a:pt x="143510" y="185280"/>
                  </a:lnTo>
                  <a:lnTo>
                    <a:pt x="143891" y="186791"/>
                  </a:lnTo>
                  <a:lnTo>
                    <a:pt x="144640" y="188302"/>
                  </a:lnTo>
                  <a:lnTo>
                    <a:pt x="146164" y="189433"/>
                  </a:lnTo>
                  <a:lnTo>
                    <a:pt x="148069" y="189814"/>
                  </a:lnTo>
                  <a:lnTo>
                    <a:pt x="149961" y="189433"/>
                  </a:lnTo>
                  <a:lnTo>
                    <a:pt x="151485" y="188302"/>
                  </a:lnTo>
                  <a:lnTo>
                    <a:pt x="152615" y="186791"/>
                  </a:lnTo>
                  <a:lnTo>
                    <a:pt x="152996" y="185280"/>
                  </a:lnTo>
                  <a:close/>
                </a:path>
                <a:path w="1706880" h="225425">
                  <a:moveTo>
                    <a:pt x="170472" y="180708"/>
                  </a:moveTo>
                  <a:lnTo>
                    <a:pt x="170091" y="179184"/>
                  </a:lnTo>
                  <a:lnTo>
                    <a:pt x="169329" y="177673"/>
                  </a:lnTo>
                  <a:lnTo>
                    <a:pt x="168186" y="176542"/>
                  </a:lnTo>
                  <a:lnTo>
                    <a:pt x="166281" y="176161"/>
                  </a:lnTo>
                  <a:lnTo>
                    <a:pt x="164388" y="176542"/>
                  </a:lnTo>
                  <a:lnTo>
                    <a:pt x="162877" y="177673"/>
                  </a:lnTo>
                  <a:lnTo>
                    <a:pt x="161734" y="179184"/>
                  </a:lnTo>
                  <a:lnTo>
                    <a:pt x="161353" y="180708"/>
                  </a:lnTo>
                  <a:lnTo>
                    <a:pt x="161734" y="182613"/>
                  </a:lnTo>
                  <a:lnTo>
                    <a:pt x="162877" y="183756"/>
                  </a:lnTo>
                  <a:lnTo>
                    <a:pt x="164388" y="184899"/>
                  </a:lnTo>
                  <a:lnTo>
                    <a:pt x="166281" y="185280"/>
                  </a:lnTo>
                  <a:lnTo>
                    <a:pt x="168186" y="184899"/>
                  </a:lnTo>
                  <a:lnTo>
                    <a:pt x="169329" y="183756"/>
                  </a:lnTo>
                  <a:lnTo>
                    <a:pt x="170091" y="182613"/>
                  </a:lnTo>
                  <a:lnTo>
                    <a:pt x="170472" y="180708"/>
                  </a:lnTo>
                  <a:close/>
                </a:path>
                <a:path w="1706880" h="225425">
                  <a:moveTo>
                    <a:pt x="188683" y="176542"/>
                  </a:moveTo>
                  <a:lnTo>
                    <a:pt x="188302" y="174650"/>
                  </a:lnTo>
                  <a:lnTo>
                    <a:pt x="187172" y="173126"/>
                  </a:lnTo>
                  <a:lnTo>
                    <a:pt x="185648" y="171983"/>
                  </a:lnTo>
                  <a:lnTo>
                    <a:pt x="183756" y="171602"/>
                  </a:lnTo>
                  <a:lnTo>
                    <a:pt x="182232" y="171983"/>
                  </a:lnTo>
                  <a:lnTo>
                    <a:pt x="181102" y="173126"/>
                  </a:lnTo>
                  <a:lnTo>
                    <a:pt x="179959" y="174650"/>
                  </a:lnTo>
                  <a:lnTo>
                    <a:pt x="179578" y="176542"/>
                  </a:lnTo>
                  <a:lnTo>
                    <a:pt x="179959" y="178422"/>
                  </a:lnTo>
                  <a:lnTo>
                    <a:pt x="181102" y="179946"/>
                  </a:lnTo>
                  <a:lnTo>
                    <a:pt x="182613" y="180327"/>
                  </a:lnTo>
                  <a:lnTo>
                    <a:pt x="183756" y="180708"/>
                  </a:lnTo>
                  <a:lnTo>
                    <a:pt x="185648" y="180327"/>
                  </a:lnTo>
                  <a:lnTo>
                    <a:pt x="187172" y="179946"/>
                  </a:lnTo>
                  <a:lnTo>
                    <a:pt x="188302" y="178422"/>
                  </a:lnTo>
                  <a:lnTo>
                    <a:pt x="188683" y="176542"/>
                  </a:lnTo>
                  <a:close/>
                </a:path>
                <a:path w="1706880" h="225425">
                  <a:moveTo>
                    <a:pt x="206908" y="171983"/>
                  </a:moveTo>
                  <a:lnTo>
                    <a:pt x="206527" y="170078"/>
                  </a:lnTo>
                  <a:lnTo>
                    <a:pt x="205397" y="168554"/>
                  </a:lnTo>
                  <a:lnTo>
                    <a:pt x="203873" y="167411"/>
                  </a:lnTo>
                  <a:lnTo>
                    <a:pt x="201980" y="167043"/>
                  </a:lnTo>
                  <a:lnTo>
                    <a:pt x="200075" y="167411"/>
                  </a:lnTo>
                  <a:lnTo>
                    <a:pt x="198551" y="168554"/>
                  </a:lnTo>
                  <a:lnTo>
                    <a:pt x="197802" y="170078"/>
                  </a:lnTo>
                  <a:lnTo>
                    <a:pt x="197421" y="171983"/>
                  </a:lnTo>
                  <a:lnTo>
                    <a:pt x="197802" y="173888"/>
                  </a:lnTo>
                  <a:lnTo>
                    <a:pt x="198551" y="175412"/>
                  </a:lnTo>
                  <a:lnTo>
                    <a:pt x="200075" y="176161"/>
                  </a:lnTo>
                  <a:lnTo>
                    <a:pt x="201980" y="176542"/>
                  </a:lnTo>
                  <a:lnTo>
                    <a:pt x="203873" y="176161"/>
                  </a:lnTo>
                  <a:lnTo>
                    <a:pt x="205397" y="175412"/>
                  </a:lnTo>
                  <a:lnTo>
                    <a:pt x="206527" y="173888"/>
                  </a:lnTo>
                  <a:lnTo>
                    <a:pt x="206908" y="171983"/>
                  </a:lnTo>
                  <a:close/>
                </a:path>
                <a:path w="1706880" h="225425">
                  <a:moveTo>
                    <a:pt x="224370" y="167411"/>
                  </a:moveTo>
                  <a:lnTo>
                    <a:pt x="224002" y="165912"/>
                  </a:lnTo>
                  <a:lnTo>
                    <a:pt x="222859" y="164401"/>
                  </a:lnTo>
                  <a:lnTo>
                    <a:pt x="221716" y="163258"/>
                  </a:lnTo>
                  <a:lnTo>
                    <a:pt x="220192" y="162877"/>
                  </a:lnTo>
                  <a:lnTo>
                    <a:pt x="218300" y="163258"/>
                  </a:lnTo>
                  <a:lnTo>
                    <a:pt x="216776" y="164401"/>
                  </a:lnTo>
                  <a:lnTo>
                    <a:pt x="215646" y="165912"/>
                  </a:lnTo>
                  <a:lnTo>
                    <a:pt x="215265" y="167411"/>
                  </a:lnTo>
                  <a:lnTo>
                    <a:pt x="215646" y="169316"/>
                  </a:lnTo>
                  <a:lnTo>
                    <a:pt x="216776" y="170840"/>
                  </a:lnTo>
                  <a:lnTo>
                    <a:pt x="218300" y="171602"/>
                  </a:lnTo>
                  <a:lnTo>
                    <a:pt x="220192" y="171983"/>
                  </a:lnTo>
                  <a:lnTo>
                    <a:pt x="222097" y="171602"/>
                  </a:lnTo>
                  <a:lnTo>
                    <a:pt x="222859" y="170840"/>
                  </a:lnTo>
                  <a:lnTo>
                    <a:pt x="224002" y="169316"/>
                  </a:lnTo>
                  <a:lnTo>
                    <a:pt x="224370" y="167411"/>
                  </a:lnTo>
                  <a:close/>
                </a:path>
                <a:path w="1706880" h="225425">
                  <a:moveTo>
                    <a:pt x="242595" y="163258"/>
                  </a:moveTo>
                  <a:lnTo>
                    <a:pt x="242214" y="161353"/>
                  </a:lnTo>
                  <a:lnTo>
                    <a:pt x="241071" y="159829"/>
                  </a:lnTo>
                  <a:lnTo>
                    <a:pt x="239560" y="158686"/>
                  </a:lnTo>
                  <a:lnTo>
                    <a:pt x="237667" y="158305"/>
                  </a:lnTo>
                  <a:lnTo>
                    <a:pt x="235762" y="158686"/>
                  </a:lnTo>
                  <a:lnTo>
                    <a:pt x="234632" y="159829"/>
                  </a:lnTo>
                  <a:lnTo>
                    <a:pt x="233870" y="161353"/>
                  </a:lnTo>
                  <a:lnTo>
                    <a:pt x="233489" y="163258"/>
                  </a:lnTo>
                  <a:lnTo>
                    <a:pt x="233870" y="165163"/>
                  </a:lnTo>
                  <a:lnTo>
                    <a:pt x="234632" y="166662"/>
                  </a:lnTo>
                  <a:lnTo>
                    <a:pt x="235762" y="167043"/>
                  </a:lnTo>
                  <a:lnTo>
                    <a:pt x="237667" y="167411"/>
                  </a:lnTo>
                  <a:lnTo>
                    <a:pt x="239560" y="167043"/>
                  </a:lnTo>
                  <a:lnTo>
                    <a:pt x="241071" y="166662"/>
                  </a:lnTo>
                  <a:lnTo>
                    <a:pt x="242214" y="165163"/>
                  </a:lnTo>
                  <a:lnTo>
                    <a:pt x="242595" y="163258"/>
                  </a:lnTo>
                  <a:close/>
                </a:path>
                <a:path w="1706880" h="225425">
                  <a:moveTo>
                    <a:pt x="260438" y="158686"/>
                  </a:moveTo>
                  <a:lnTo>
                    <a:pt x="260057" y="156794"/>
                  </a:lnTo>
                  <a:lnTo>
                    <a:pt x="259295" y="155270"/>
                  </a:lnTo>
                  <a:lnTo>
                    <a:pt x="257784" y="154152"/>
                  </a:lnTo>
                  <a:lnTo>
                    <a:pt x="255892" y="153771"/>
                  </a:lnTo>
                  <a:lnTo>
                    <a:pt x="253987" y="154152"/>
                  </a:lnTo>
                  <a:lnTo>
                    <a:pt x="253987" y="154520"/>
                  </a:lnTo>
                  <a:lnTo>
                    <a:pt x="252463" y="155270"/>
                  </a:lnTo>
                  <a:lnTo>
                    <a:pt x="251320" y="156794"/>
                  </a:lnTo>
                  <a:lnTo>
                    <a:pt x="250952" y="158686"/>
                  </a:lnTo>
                  <a:lnTo>
                    <a:pt x="251320" y="160591"/>
                  </a:lnTo>
                  <a:lnTo>
                    <a:pt x="252463" y="162115"/>
                  </a:lnTo>
                  <a:lnTo>
                    <a:pt x="253987" y="163258"/>
                  </a:lnTo>
                  <a:lnTo>
                    <a:pt x="255892" y="163639"/>
                  </a:lnTo>
                  <a:lnTo>
                    <a:pt x="257784" y="163258"/>
                  </a:lnTo>
                  <a:lnTo>
                    <a:pt x="257784" y="162877"/>
                  </a:lnTo>
                  <a:lnTo>
                    <a:pt x="259295" y="162115"/>
                  </a:lnTo>
                  <a:lnTo>
                    <a:pt x="260057" y="160591"/>
                  </a:lnTo>
                  <a:lnTo>
                    <a:pt x="260438" y="158686"/>
                  </a:lnTo>
                  <a:close/>
                </a:path>
                <a:path w="1706880" h="225425">
                  <a:moveTo>
                    <a:pt x="278282" y="154152"/>
                  </a:moveTo>
                  <a:lnTo>
                    <a:pt x="277901" y="152628"/>
                  </a:lnTo>
                  <a:lnTo>
                    <a:pt x="276771" y="151104"/>
                  </a:lnTo>
                  <a:lnTo>
                    <a:pt x="275247" y="150342"/>
                  </a:lnTo>
                  <a:lnTo>
                    <a:pt x="273723" y="149961"/>
                  </a:lnTo>
                  <a:lnTo>
                    <a:pt x="271830" y="150342"/>
                  </a:lnTo>
                  <a:lnTo>
                    <a:pt x="270306" y="151104"/>
                  </a:lnTo>
                  <a:lnTo>
                    <a:pt x="269557" y="152628"/>
                  </a:lnTo>
                  <a:lnTo>
                    <a:pt x="269176" y="154152"/>
                  </a:lnTo>
                  <a:lnTo>
                    <a:pt x="269557" y="156032"/>
                  </a:lnTo>
                  <a:lnTo>
                    <a:pt x="270306" y="157543"/>
                  </a:lnTo>
                  <a:lnTo>
                    <a:pt x="271830" y="158686"/>
                  </a:lnTo>
                  <a:lnTo>
                    <a:pt x="273723" y="159067"/>
                  </a:lnTo>
                  <a:lnTo>
                    <a:pt x="275247" y="158686"/>
                  </a:lnTo>
                  <a:lnTo>
                    <a:pt x="276771" y="157543"/>
                  </a:lnTo>
                  <a:lnTo>
                    <a:pt x="277901" y="156032"/>
                  </a:lnTo>
                  <a:lnTo>
                    <a:pt x="278282" y="154152"/>
                  </a:lnTo>
                  <a:close/>
                </a:path>
                <a:path w="1706880" h="225425">
                  <a:moveTo>
                    <a:pt x="296125" y="149961"/>
                  </a:moveTo>
                  <a:lnTo>
                    <a:pt x="295744" y="148056"/>
                  </a:lnTo>
                  <a:lnTo>
                    <a:pt x="294982" y="146532"/>
                  </a:lnTo>
                  <a:lnTo>
                    <a:pt x="293471" y="145783"/>
                  </a:lnTo>
                  <a:lnTo>
                    <a:pt x="291566" y="145402"/>
                  </a:lnTo>
                  <a:lnTo>
                    <a:pt x="289674" y="145783"/>
                  </a:lnTo>
                  <a:lnTo>
                    <a:pt x="288163" y="146532"/>
                  </a:lnTo>
                  <a:lnTo>
                    <a:pt x="287401" y="148056"/>
                  </a:lnTo>
                  <a:lnTo>
                    <a:pt x="287020" y="149961"/>
                  </a:lnTo>
                  <a:lnTo>
                    <a:pt x="287401" y="151866"/>
                  </a:lnTo>
                  <a:lnTo>
                    <a:pt x="288163" y="153390"/>
                  </a:lnTo>
                  <a:lnTo>
                    <a:pt x="289674" y="154152"/>
                  </a:lnTo>
                  <a:lnTo>
                    <a:pt x="291566" y="154520"/>
                  </a:lnTo>
                  <a:lnTo>
                    <a:pt x="293471" y="154152"/>
                  </a:lnTo>
                  <a:lnTo>
                    <a:pt x="294982" y="153390"/>
                  </a:lnTo>
                  <a:lnTo>
                    <a:pt x="295744" y="151866"/>
                  </a:lnTo>
                  <a:lnTo>
                    <a:pt x="296125" y="149961"/>
                  </a:lnTo>
                  <a:close/>
                </a:path>
                <a:path w="1706880" h="225425">
                  <a:moveTo>
                    <a:pt x="314350" y="145402"/>
                  </a:moveTo>
                  <a:lnTo>
                    <a:pt x="313969" y="143522"/>
                  </a:lnTo>
                  <a:lnTo>
                    <a:pt x="312826" y="141998"/>
                  </a:lnTo>
                  <a:lnTo>
                    <a:pt x="311315" y="141236"/>
                  </a:lnTo>
                  <a:lnTo>
                    <a:pt x="309410" y="140855"/>
                  </a:lnTo>
                  <a:lnTo>
                    <a:pt x="307517" y="141236"/>
                  </a:lnTo>
                  <a:lnTo>
                    <a:pt x="305993" y="141998"/>
                  </a:lnTo>
                  <a:lnTo>
                    <a:pt x="305231" y="143522"/>
                  </a:lnTo>
                  <a:lnTo>
                    <a:pt x="304850" y="145402"/>
                  </a:lnTo>
                  <a:lnTo>
                    <a:pt x="305231" y="147294"/>
                  </a:lnTo>
                  <a:lnTo>
                    <a:pt x="305993" y="148818"/>
                  </a:lnTo>
                  <a:lnTo>
                    <a:pt x="307517" y="149961"/>
                  </a:lnTo>
                  <a:lnTo>
                    <a:pt x="309410" y="150342"/>
                  </a:lnTo>
                  <a:lnTo>
                    <a:pt x="311315" y="149961"/>
                  </a:lnTo>
                  <a:lnTo>
                    <a:pt x="312826" y="148818"/>
                  </a:lnTo>
                  <a:lnTo>
                    <a:pt x="313969" y="147294"/>
                  </a:lnTo>
                  <a:lnTo>
                    <a:pt x="314350" y="145402"/>
                  </a:lnTo>
                  <a:close/>
                </a:path>
                <a:path w="1706880" h="225425">
                  <a:moveTo>
                    <a:pt x="331812" y="140855"/>
                  </a:moveTo>
                  <a:lnTo>
                    <a:pt x="331431" y="139331"/>
                  </a:lnTo>
                  <a:lnTo>
                    <a:pt x="330682" y="137807"/>
                  </a:lnTo>
                  <a:lnTo>
                    <a:pt x="329158" y="137045"/>
                  </a:lnTo>
                  <a:lnTo>
                    <a:pt x="327634" y="136664"/>
                  </a:lnTo>
                  <a:lnTo>
                    <a:pt x="325742" y="137045"/>
                  </a:lnTo>
                  <a:lnTo>
                    <a:pt x="324218" y="137807"/>
                  </a:lnTo>
                  <a:lnTo>
                    <a:pt x="323088" y="139331"/>
                  </a:lnTo>
                  <a:lnTo>
                    <a:pt x="322707" y="140855"/>
                  </a:lnTo>
                  <a:lnTo>
                    <a:pt x="323088" y="142760"/>
                  </a:lnTo>
                  <a:lnTo>
                    <a:pt x="324218" y="144272"/>
                  </a:lnTo>
                  <a:lnTo>
                    <a:pt x="325742" y="145402"/>
                  </a:lnTo>
                  <a:lnTo>
                    <a:pt x="327634" y="145783"/>
                  </a:lnTo>
                  <a:lnTo>
                    <a:pt x="329158" y="145402"/>
                  </a:lnTo>
                  <a:lnTo>
                    <a:pt x="330682" y="144272"/>
                  </a:lnTo>
                  <a:lnTo>
                    <a:pt x="331431" y="142760"/>
                  </a:lnTo>
                  <a:lnTo>
                    <a:pt x="331812" y="140855"/>
                  </a:lnTo>
                  <a:close/>
                </a:path>
                <a:path w="1706880" h="225425">
                  <a:moveTo>
                    <a:pt x="350037" y="136664"/>
                  </a:moveTo>
                  <a:lnTo>
                    <a:pt x="349656" y="134772"/>
                  </a:lnTo>
                  <a:lnTo>
                    <a:pt x="348513" y="133642"/>
                  </a:lnTo>
                  <a:lnTo>
                    <a:pt x="347002" y="132511"/>
                  </a:lnTo>
                  <a:lnTo>
                    <a:pt x="345097" y="132130"/>
                  </a:lnTo>
                  <a:lnTo>
                    <a:pt x="343204" y="132511"/>
                  </a:lnTo>
                  <a:lnTo>
                    <a:pt x="342061" y="133642"/>
                  </a:lnTo>
                  <a:lnTo>
                    <a:pt x="341312" y="134772"/>
                  </a:lnTo>
                  <a:lnTo>
                    <a:pt x="340931" y="136664"/>
                  </a:lnTo>
                  <a:lnTo>
                    <a:pt x="341312" y="138569"/>
                  </a:lnTo>
                  <a:lnTo>
                    <a:pt x="342061" y="140093"/>
                  </a:lnTo>
                  <a:lnTo>
                    <a:pt x="343585" y="140855"/>
                  </a:lnTo>
                  <a:lnTo>
                    <a:pt x="345097" y="141236"/>
                  </a:lnTo>
                  <a:lnTo>
                    <a:pt x="347002" y="140855"/>
                  </a:lnTo>
                  <a:lnTo>
                    <a:pt x="348513" y="140093"/>
                  </a:lnTo>
                  <a:lnTo>
                    <a:pt x="349656" y="138569"/>
                  </a:lnTo>
                  <a:lnTo>
                    <a:pt x="350037" y="136664"/>
                  </a:lnTo>
                  <a:close/>
                </a:path>
                <a:path w="1706880" h="225425">
                  <a:moveTo>
                    <a:pt x="367880" y="130606"/>
                  </a:moveTo>
                  <a:lnTo>
                    <a:pt x="366737" y="129082"/>
                  </a:lnTo>
                  <a:lnTo>
                    <a:pt x="365226" y="127939"/>
                  </a:lnTo>
                  <a:lnTo>
                    <a:pt x="363321" y="127558"/>
                  </a:lnTo>
                  <a:lnTo>
                    <a:pt x="361429" y="127939"/>
                  </a:lnTo>
                  <a:lnTo>
                    <a:pt x="359905" y="129082"/>
                  </a:lnTo>
                  <a:lnTo>
                    <a:pt x="359143" y="130606"/>
                  </a:lnTo>
                  <a:lnTo>
                    <a:pt x="358762" y="132130"/>
                  </a:lnTo>
                  <a:lnTo>
                    <a:pt x="359143" y="134010"/>
                  </a:lnTo>
                  <a:lnTo>
                    <a:pt x="359905" y="135534"/>
                  </a:lnTo>
                  <a:lnTo>
                    <a:pt x="361429" y="136664"/>
                  </a:lnTo>
                  <a:lnTo>
                    <a:pt x="363321" y="137045"/>
                  </a:lnTo>
                  <a:lnTo>
                    <a:pt x="365226" y="136664"/>
                  </a:lnTo>
                  <a:lnTo>
                    <a:pt x="366737" y="135534"/>
                  </a:lnTo>
                  <a:lnTo>
                    <a:pt x="367880" y="134010"/>
                  </a:lnTo>
                  <a:lnTo>
                    <a:pt x="367880" y="130606"/>
                  </a:lnTo>
                  <a:close/>
                </a:path>
                <a:path w="1706880" h="225425">
                  <a:moveTo>
                    <a:pt x="385724" y="127558"/>
                  </a:moveTo>
                  <a:lnTo>
                    <a:pt x="385343" y="126415"/>
                  </a:lnTo>
                  <a:lnTo>
                    <a:pt x="384213" y="124891"/>
                  </a:lnTo>
                  <a:lnTo>
                    <a:pt x="382689" y="123761"/>
                  </a:lnTo>
                  <a:lnTo>
                    <a:pt x="381165" y="123380"/>
                  </a:lnTo>
                  <a:lnTo>
                    <a:pt x="379641" y="123761"/>
                  </a:lnTo>
                  <a:lnTo>
                    <a:pt x="378129" y="124891"/>
                  </a:lnTo>
                  <a:lnTo>
                    <a:pt x="376986" y="126415"/>
                  </a:lnTo>
                  <a:lnTo>
                    <a:pt x="376605" y="127558"/>
                  </a:lnTo>
                  <a:lnTo>
                    <a:pt x="376986" y="129463"/>
                  </a:lnTo>
                  <a:lnTo>
                    <a:pt x="378129" y="130987"/>
                  </a:lnTo>
                  <a:lnTo>
                    <a:pt x="379641" y="132130"/>
                  </a:lnTo>
                  <a:lnTo>
                    <a:pt x="381165" y="132511"/>
                  </a:lnTo>
                  <a:lnTo>
                    <a:pt x="383070" y="132130"/>
                  </a:lnTo>
                  <a:lnTo>
                    <a:pt x="384213" y="130987"/>
                  </a:lnTo>
                  <a:lnTo>
                    <a:pt x="385343" y="129463"/>
                  </a:lnTo>
                  <a:lnTo>
                    <a:pt x="385724" y="127558"/>
                  </a:lnTo>
                  <a:close/>
                </a:path>
                <a:path w="1706880" h="225425">
                  <a:moveTo>
                    <a:pt x="403948" y="123761"/>
                  </a:moveTo>
                  <a:lnTo>
                    <a:pt x="403567" y="121881"/>
                  </a:lnTo>
                  <a:lnTo>
                    <a:pt x="402424" y="120357"/>
                  </a:lnTo>
                  <a:lnTo>
                    <a:pt x="400900" y="119214"/>
                  </a:lnTo>
                  <a:lnTo>
                    <a:pt x="399008" y="118833"/>
                  </a:lnTo>
                  <a:lnTo>
                    <a:pt x="397116" y="119214"/>
                  </a:lnTo>
                  <a:lnTo>
                    <a:pt x="395592" y="120357"/>
                  </a:lnTo>
                  <a:lnTo>
                    <a:pt x="394843" y="121881"/>
                  </a:lnTo>
                  <a:lnTo>
                    <a:pt x="394462" y="123761"/>
                  </a:lnTo>
                  <a:lnTo>
                    <a:pt x="394843" y="125272"/>
                  </a:lnTo>
                  <a:lnTo>
                    <a:pt x="395592" y="126796"/>
                  </a:lnTo>
                  <a:lnTo>
                    <a:pt x="397116" y="127558"/>
                  </a:lnTo>
                  <a:lnTo>
                    <a:pt x="399008" y="127939"/>
                  </a:lnTo>
                  <a:lnTo>
                    <a:pt x="400900" y="127558"/>
                  </a:lnTo>
                  <a:lnTo>
                    <a:pt x="402424" y="126796"/>
                  </a:lnTo>
                  <a:lnTo>
                    <a:pt x="403567" y="125272"/>
                  </a:lnTo>
                  <a:lnTo>
                    <a:pt x="403948" y="123761"/>
                  </a:lnTo>
                  <a:close/>
                </a:path>
                <a:path w="1706880" h="225425">
                  <a:moveTo>
                    <a:pt x="421411" y="119214"/>
                  </a:moveTo>
                  <a:lnTo>
                    <a:pt x="421030" y="117309"/>
                  </a:lnTo>
                  <a:lnTo>
                    <a:pt x="420649" y="115785"/>
                  </a:lnTo>
                  <a:lnTo>
                    <a:pt x="419125" y="114642"/>
                  </a:lnTo>
                  <a:lnTo>
                    <a:pt x="417233" y="114261"/>
                  </a:lnTo>
                  <a:lnTo>
                    <a:pt x="415340" y="114642"/>
                  </a:lnTo>
                  <a:lnTo>
                    <a:pt x="413816" y="115785"/>
                  </a:lnTo>
                  <a:lnTo>
                    <a:pt x="412673" y="117309"/>
                  </a:lnTo>
                  <a:lnTo>
                    <a:pt x="412292" y="119214"/>
                  </a:lnTo>
                  <a:lnTo>
                    <a:pt x="412673" y="120738"/>
                  </a:lnTo>
                  <a:lnTo>
                    <a:pt x="413816" y="122250"/>
                  </a:lnTo>
                  <a:lnTo>
                    <a:pt x="415340" y="123380"/>
                  </a:lnTo>
                  <a:lnTo>
                    <a:pt x="417233" y="123761"/>
                  </a:lnTo>
                  <a:lnTo>
                    <a:pt x="419125" y="123380"/>
                  </a:lnTo>
                  <a:lnTo>
                    <a:pt x="420649" y="122250"/>
                  </a:lnTo>
                  <a:lnTo>
                    <a:pt x="421411" y="119214"/>
                  </a:lnTo>
                  <a:close/>
                </a:path>
                <a:path w="1706880" h="225425">
                  <a:moveTo>
                    <a:pt x="439635" y="114642"/>
                  </a:moveTo>
                  <a:lnTo>
                    <a:pt x="439254" y="113131"/>
                  </a:lnTo>
                  <a:lnTo>
                    <a:pt x="438111" y="111620"/>
                  </a:lnTo>
                  <a:lnTo>
                    <a:pt x="436600" y="110490"/>
                  </a:lnTo>
                  <a:lnTo>
                    <a:pt x="434695" y="110109"/>
                  </a:lnTo>
                  <a:lnTo>
                    <a:pt x="433171" y="110490"/>
                  </a:lnTo>
                  <a:lnTo>
                    <a:pt x="431660" y="111620"/>
                  </a:lnTo>
                  <a:lnTo>
                    <a:pt x="430898" y="113131"/>
                  </a:lnTo>
                  <a:lnTo>
                    <a:pt x="430517" y="114642"/>
                  </a:lnTo>
                  <a:lnTo>
                    <a:pt x="430898" y="116547"/>
                  </a:lnTo>
                  <a:lnTo>
                    <a:pt x="431660" y="117690"/>
                  </a:lnTo>
                  <a:lnTo>
                    <a:pt x="433171" y="118833"/>
                  </a:lnTo>
                  <a:lnTo>
                    <a:pt x="434695" y="119214"/>
                  </a:lnTo>
                  <a:lnTo>
                    <a:pt x="436600" y="118833"/>
                  </a:lnTo>
                  <a:lnTo>
                    <a:pt x="438111" y="117690"/>
                  </a:lnTo>
                  <a:lnTo>
                    <a:pt x="439254" y="116547"/>
                  </a:lnTo>
                  <a:lnTo>
                    <a:pt x="439635" y="114642"/>
                  </a:lnTo>
                  <a:close/>
                </a:path>
                <a:path w="1706880" h="225425">
                  <a:moveTo>
                    <a:pt x="457479" y="110490"/>
                  </a:moveTo>
                  <a:lnTo>
                    <a:pt x="457098" y="108585"/>
                  </a:lnTo>
                  <a:lnTo>
                    <a:pt x="456336" y="107061"/>
                  </a:lnTo>
                  <a:lnTo>
                    <a:pt x="454812" y="105918"/>
                  </a:lnTo>
                  <a:lnTo>
                    <a:pt x="452920" y="105537"/>
                  </a:lnTo>
                  <a:lnTo>
                    <a:pt x="451027" y="105918"/>
                  </a:lnTo>
                  <a:lnTo>
                    <a:pt x="449503" y="107061"/>
                  </a:lnTo>
                  <a:lnTo>
                    <a:pt x="448373" y="108585"/>
                  </a:lnTo>
                  <a:lnTo>
                    <a:pt x="447992" y="110490"/>
                  </a:lnTo>
                  <a:lnTo>
                    <a:pt x="448373" y="112369"/>
                  </a:lnTo>
                  <a:lnTo>
                    <a:pt x="449503" y="113893"/>
                  </a:lnTo>
                  <a:lnTo>
                    <a:pt x="451027" y="114261"/>
                  </a:lnTo>
                  <a:lnTo>
                    <a:pt x="452920" y="114642"/>
                  </a:lnTo>
                  <a:lnTo>
                    <a:pt x="454812" y="114261"/>
                  </a:lnTo>
                  <a:lnTo>
                    <a:pt x="456336" y="113893"/>
                  </a:lnTo>
                  <a:lnTo>
                    <a:pt x="457098" y="112369"/>
                  </a:lnTo>
                  <a:lnTo>
                    <a:pt x="457479" y="110490"/>
                  </a:lnTo>
                  <a:close/>
                </a:path>
                <a:path w="1706880" h="225425">
                  <a:moveTo>
                    <a:pt x="475310" y="105918"/>
                  </a:moveTo>
                  <a:lnTo>
                    <a:pt x="474941" y="104013"/>
                  </a:lnTo>
                  <a:lnTo>
                    <a:pt x="473798" y="102501"/>
                  </a:lnTo>
                  <a:lnTo>
                    <a:pt x="472655" y="101371"/>
                  </a:lnTo>
                  <a:lnTo>
                    <a:pt x="470763" y="101003"/>
                  </a:lnTo>
                  <a:lnTo>
                    <a:pt x="468871" y="101371"/>
                  </a:lnTo>
                  <a:lnTo>
                    <a:pt x="467347" y="102501"/>
                  </a:lnTo>
                  <a:lnTo>
                    <a:pt x="466585" y="104013"/>
                  </a:lnTo>
                  <a:lnTo>
                    <a:pt x="466204" y="105918"/>
                  </a:lnTo>
                  <a:lnTo>
                    <a:pt x="466585" y="107823"/>
                  </a:lnTo>
                  <a:lnTo>
                    <a:pt x="467347" y="109347"/>
                  </a:lnTo>
                  <a:lnTo>
                    <a:pt x="468871" y="110109"/>
                  </a:lnTo>
                  <a:lnTo>
                    <a:pt x="470763" y="110490"/>
                  </a:lnTo>
                  <a:lnTo>
                    <a:pt x="472655" y="110109"/>
                  </a:lnTo>
                  <a:lnTo>
                    <a:pt x="473798" y="109347"/>
                  </a:lnTo>
                  <a:lnTo>
                    <a:pt x="474941" y="107823"/>
                  </a:lnTo>
                  <a:lnTo>
                    <a:pt x="475310" y="105918"/>
                  </a:lnTo>
                  <a:close/>
                </a:path>
                <a:path w="1706880" h="225425">
                  <a:moveTo>
                    <a:pt x="493166" y="101371"/>
                  </a:moveTo>
                  <a:lnTo>
                    <a:pt x="492785" y="99860"/>
                  </a:lnTo>
                  <a:lnTo>
                    <a:pt x="492023" y="98336"/>
                  </a:lnTo>
                  <a:lnTo>
                    <a:pt x="490512" y="97193"/>
                  </a:lnTo>
                  <a:lnTo>
                    <a:pt x="488607" y="96812"/>
                  </a:lnTo>
                  <a:lnTo>
                    <a:pt x="486702" y="97193"/>
                  </a:lnTo>
                  <a:lnTo>
                    <a:pt x="485571" y="98336"/>
                  </a:lnTo>
                  <a:lnTo>
                    <a:pt x="484428" y="99860"/>
                  </a:lnTo>
                  <a:lnTo>
                    <a:pt x="484047" y="101371"/>
                  </a:lnTo>
                  <a:lnTo>
                    <a:pt x="484428" y="103251"/>
                  </a:lnTo>
                  <a:lnTo>
                    <a:pt x="485571" y="104775"/>
                  </a:lnTo>
                  <a:lnTo>
                    <a:pt x="486702" y="105537"/>
                  </a:lnTo>
                  <a:lnTo>
                    <a:pt x="488607" y="105918"/>
                  </a:lnTo>
                  <a:lnTo>
                    <a:pt x="490512" y="105537"/>
                  </a:lnTo>
                  <a:lnTo>
                    <a:pt x="492023" y="104775"/>
                  </a:lnTo>
                  <a:lnTo>
                    <a:pt x="492785" y="103251"/>
                  </a:lnTo>
                  <a:lnTo>
                    <a:pt x="493166" y="101371"/>
                  </a:lnTo>
                  <a:close/>
                </a:path>
                <a:path w="1706880" h="225425">
                  <a:moveTo>
                    <a:pt x="511390" y="97193"/>
                  </a:moveTo>
                  <a:lnTo>
                    <a:pt x="511009" y="95288"/>
                  </a:lnTo>
                  <a:lnTo>
                    <a:pt x="509866" y="93764"/>
                  </a:lnTo>
                  <a:lnTo>
                    <a:pt x="508342" y="92633"/>
                  </a:lnTo>
                  <a:lnTo>
                    <a:pt x="506450" y="92252"/>
                  </a:lnTo>
                  <a:lnTo>
                    <a:pt x="504545" y="92633"/>
                  </a:lnTo>
                  <a:lnTo>
                    <a:pt x="503415" y="93764"/>
                  </a:lnTo>
                  <a:lnTo>
                    <a:pt x="502272" y="95288"/>
                  </a:lnTo>
                  <a:lnTo>
                    <a:pt x="501904" y="97193"/>
                  </a:lnTo>
                  <a:lnTo>
                    <a:pt x="502272" y="99098"/>
                  </a:lnTo>
                  <a:lnTo>
                    <a:pt x="503415" y="100609"/>
                  </a:lnTo>
                  <a:lnTo>
                    <a:pt x="504926" y="101003"/>
                  </a:lnTo>
                  <a:lnTo>
                    <a:pt x="506450" y="101371"/>
                  </a:lnTo>
                  <a:lnTo>
                    <a:pt x="508342" y="101003"/>
                  </a:lnTo>
                  <a:lnTo>
                    <a:pt x="509866" y="100609"/>
                  </a:lnTo>
                  <a:lnTo>
                    <a:pt x="511009" y="99098"/>
                  </a:lnTo>
                  <a:lnTo>
                    <a:pt x="511390" y="97193"/>
                  </a:lnTo>
                  <a:close/>
                </a:path>
                <a:path w="1706880" h="225425">
                  <a:moveTo>
                    <a:pt x="529221" y="92633"/>
                  </a:moveTo>
                  <a:lnTo>
                    <a:pt x="528840" y="90741"/>
                  </a:lnTo>
                  <a:lnTo>
                    <a:pt x="527710" y="89230"/>
                  </a:lnTo>
                  <a:lnTo>
                    <a:pt x="526567" y="88087"/>
                  </a:lnTo>
                  <a:lnTo>
                    <a:pt x="524675" y="87706"/>
                  </a:lnTo>
                  <a:lnTo>
                    <a:pt x="522782" y="88087"/>
                  </a:lnTo>
                  <a:lnTo>
                    <a:pt x="522782" y="88468"/>
                  </a:lnTo>
                  <a:lnTo>
                    <a:pt x="521258" y="89230"/>
                  </a:lnTo>
                  <a:lnTo>
                    <a:pt x="520496" y="90741"/>
                  </a:lnTo>
                  <a:lnTo>
                    <a:pt x="520115" y="92633"/>
                  </a:lnTo>
                  <a:lnTo>
                    <a:pt x="520496" y="94526"/>
                  </a:lnTo>
                  <a:lnTo>
                    <a:pt x="521258" y="96050"/>
                  </a:lnTo>
                  <a:lnTo>
                    <a:pt x="522782" y="96812"/>
                  </a:lnTo>
                  <a:lnTo>
                    <a:pt x="524675" y="97193"/>
                  </a:lnTo>
                  <a:lnTo>
                    <a:pt x="526567" y="97193"/>
                  </a:lnTo>
                  <a:lnTo>
                    <a:pt x="526567" y="96812"/>
                  </a:lnTo>
                  <a:lnTo>
                    <a:pt x="527710" y="96050"/>
                  </a:lnTo>
                  <a:lnTo>
                    <a:pt x="528840" y="94526"/>
                  </a:lnTo>
                  <a:lnTo>
                    <a:pt x="529221" y="92633"/>
                  </a:lnTo>
                  <a:close/>
                </a:path>
                <a:path w="1706880" h="225425">
                  <a:moveTo>
                    <a:pt x="547065" y="88087"/>
                  </a:moveTo>
                  <a:lnTo>
                    <a:pt x="546696" y="86563"/>
                  </a:lnTo>
                  <a:lnTo>
                    <a:pt x="545553" y="85039"/>
                  </a:lnTo>
                  <a:lnTo>
                    <a:pt x="544042" y="84277"/>
                  </a:lnTo>
                  <a:lnTo>
                    <a:pt x="542518" y="83896"/>
                  </a:lnTo>
                  <a:lnTo>
                    <a:pt x="540613" y="84277"/>
                  </a:lnTo>
                  <a:lnTo>
                    <a:pt x="539470" y="85039"/>
                  </a:lnTo>
                  <a:lnTo>
                    <a:pt x="538340" y="86563"/>
                  </a:lnTo>
                  <a:lnTo>
                    <a:pt x="537959" y="88087"/>
                  </a:lnTo>
                  <a:lnTo>
                    <a:pt x="538340" y="89979"/>
                  </a:lnTo>
                  <a:lnTo>
                    <a:pt x="539470" y="91503"/>
                  </a:lnTo>
                  <a:lnTo>
                    <a:pt x="540613" y="92633"/>
                  </a:lnTo>
                  <a:lnTo>
                    <a:pt x="542518" y="93002"/>
                  </a:lnTo>
                  <a:lnTo>
                    <a:pt x="544423" y="92633"/>
                  </a:lnTo>
                  <a:lnTo>
                    <a:pt x="545553" y="91503"/>
                  </a:lnTo>
                  <a:lnTo>
                    <a:pt x="546696" y="89979"/>
                  </a:lnTo>
                  <a:lnTo>
                    <a:pt x="547065" y="88087"/>
                  </a:lnTo>
                  <a:close/>
                </a:path>
                <a:path w="1706880" h="225425">
                  <a:moveTo>
                    <a:pt x="565289" y="83896"/>
                  </a:moveTo>
                  <a:lnTo>
                    <a:pt x="564908" y="81991"/>
                  </a:lnTo>
                  <a:lnTo>
                    <a:pt x="563778" y="80479"/>
                  </a:lnTo>
                  <a:lnTo>
                    <a:pt x="562254" y="79730"/>
                  </a:lnTo>
                  <a:lnTo>
                    <a:pt x="560349" y="79362"/>
                  </a:lnTo>
                  <a:lnTo>
                    <a:pt x="558457" y="79730"/>
                  </a:lnTo>
                  <a:lnTo>
                    <a:pt x="556945" y="80479"/>
                  </a:lnTo>
                  <a:lnTo>
                    <a:pt x="556183" y="81991"/>
                  </a:lnTo>
                  <a:lnTo>
                    <a:pt x="555802" y="83896"/>
                  </a:lnTo>
                  <a:lnTo>
                    <a:pt x="556183" y="85801"/>
                  </a:lnTo>
                  <a:lnTo>
                    <a:pt x="556945" y="87325"/>
                  </a:lnTo>
                  <a:lnTo>
                    <a:pt x="558457" y="88087"/>
                  </a:lnTo>
                  <a:lnTo>
                    <a:pt x="560349" y="88468"/>
                  </a:lnTo>
                  <a:lnTo>
                    <a:pt x="562254" y="88087"/>
                  </a:lnTo>
                  <a:lnTo>
                    <a:pt x="563778" y="87325"/>
                  </a:lnTo>
                  <a:lnTo>
                    <a:pt x="564908" y="85801"/>
                  </a:lnTo>
                  <a:lnTo>
                    <a:pt x="565289" y="83896"/>
                  </a:lnTo>
                  <a:close/>
                </a:path>
                <a:path w="1706880" h="225425">
                  <a:moveTo>
                    <a:pt x="582752" y="79362"/>
                  </a:moveTo>
                  <a:lnTo>
                    <a:pt x="582371" y="77457"/>
                  </a:lnTo>
                  <a:lnTo>
                    <a:pt x="581609" y="75933"/>
                  </a:lnTo>
                  <a:lnTo>
                    <a:pt x="580097" y="75171"/>
                  </a:lnTo>
                  <a:lnTo>
                    <a:pt x="578586" y="74790"/>
                  </a:lnTo>
                  <a:lnTo>
                    <a:pt x="576681" y="75171"/>
                  </a:lnTo>
                  <a:lnTo>
                    <a:pt x="575170" y="75933"/>
                  </a:lnTo>
                  <a:lnTo>
                    <a:pt x="574027" y="77457"/>
                  </a:lnTo>
                  <a:lnTo>
                    <a:pt x="573646" y="79362"/>
                  </a:lnTo>
                  <a:lnTo>
                    <a:pt x="574027" y="81241"/>
                  </a:lnTo>
                  <a:lnTo>
                    <a:pt x="575170" y="82753"/>
                  </a:lnTo>
                  <a:lnTo>
                    <a:pt x="576681" y="83896"/>
                  </a:lnTo>
                  <a:lnTo>
                    <a:pt x="578586" y="84277"/>
                  </a:lnTo>
                  <a:lnTo>
                    <a:pt x="580097" y="83896"/>
                  </a:lnTo>
                  <a:lnTo>
                    <a:pt x="581609" y="82753"/>
                  </a:lnTo>
                  <a:lnTo>
                    <a:pt x="582371" y="81241"/>
                  </a:lnTo>
                  <a:lnTo>
                    <a:pt x="582752" y="79362"/>
                  </a:lnTo>
                  <a:close/>
                </a:path>
                <a:path w="1706880" h="225425">
                  <a:moveTo>
                    <a:pt x="600976" y="74790"/>
                  </a:moveTo>
                  <a:lnTo>
                    <a:pt x="600595" y="73266"/>
                  </a:lnTo>
                  <a:lnTo>
                    <a:pt x="599465" y="71742"/>
                  </a:lnTo>
                  <a:lnTo>
                    <a:pt x="597941" y="70993"/>
                  </a:lnTo>
                  <a:lnTo>
                    <a:pt x="596049" y="70612"/>
                  </a:lnTo>
                  <a:lnTo>
                    <a:pt x="594144" y="70993"/>
                  </a:lnTo>
                  <a:lnTo>
                    <a:pt x="592620" y="71742"/>
                  </a:lnTo>
                  <a:lnTo>
                    <a:pt x="591870" y="74790"/>
                  </a:lnTo>
                  <a:lnTo>
                    <a:pt x="592239" y="76695"/>
                  </a:lnTo>
                  <a:lnTo>
                    <a:pt x="592620" y="78219"/>
                  </a:lnTo>
                  <a:lnTo>
                    <a:pt x="594144" y="79362"/>
                  </a:lnTo>
                  <a:lnTo>
                    <a:pt x="596049" y="79730"/>
                  </a:lnTo>
                  <a:lnTo>
                    <a:pt x="597941" y="79362"/>
                  </a:lnTo>
                  <a:lnTo>
                    <a:pt x="599465" y="78219"/>
                  </a:lnTo>
                  <a:lnTo>
                    <a:pt x="600595" y="76695"/>
                  </a:lnTo>
                  <a:lnTo>
                    <a:pt x="600976" y="74790"/>
                  </a:lnTo>
                  <a:close/>
                </a:path>
                <a:path w="1706880" h="225425">
                  <a:moveTo>
                    <a:pt x="618832" y="70612"/>
                  </a:moveTo>
                  <a:lnTo>
                    <a:pt x="618451" y="68732"/>
                  </a:lnTo>
                  <a:lnTo>
                    <a:pt x="617689" y="67589"/>
                  </a:lnTo>
                  <a:lnTo>
                    <a:pt x="616165" y="66446"/>
                  </a:lnTo>
                  <a:lnTo>
                    <a:pt x="614260" y="66065"/>
                  </a:lnTo>
                  <a:lnTo>
                    <a:pt x="612368" y="66446"/>
                  </a:lnTo>
                  <a:lnTo>
                    <a:pt x="610857" y="67589"/>
                  </a:lnTo>
                  <a:lnTo>
                    <a:pt x="609714" y="68732"/>
                  </a:lnTo>
                  <a:lnTo>
                    <a:pt x="609333" y="70612"/>
                  </a:lnTo>
                  <a:lnTo>
                    <a:pt x="609714" y="72504"/>
                  </a:lnTo>
                  <a:lnTo>
                    <a:pt x="610857" y="74028"/>
                  </a:lnTo>
                  <a:lnTo>
                    <a:pt x="612368" y="74790"/>
                  </a:lnTo>
                  <a:lnTo>
                    <a:pt x="614260" y="75171"/>
                  </a:lnTo>
                  <a:lnTo>
                    <a:pt x="616165" y="74790"/>
                  </a:lnTo>
                  <a:lnTo>
                    <a:pt x="617689" y="74028"/>
                  </a:lnTo>
                  <a:lnTo>
                    <a:pt x="618451" y="72504"/>
                  </a:lnTo>
                  <a:lnTo>
                    <a:pt x="618832" y="70612"/>
                  </a:lnTo>
                  <a:close/>
                </a:path>
                <a:path w="1706880" h="225425">
                  <a:moveTo>
                    <a:pt x="636663" y="66065"/>
                  </a:moveTo>
                  <a:lnTo>
                    <a:pt x="636282" y="64541"/>
                  </a:lnTo>
                  <a:lnTo>
                    <a:pt x="635139" y="63017"/>
                  </a:lnTo>
                  <a:lnTo>
                    <a:pt x="633628" y="61874"/>
                  </a:lnTo>
                  <a:lnTo>
                    <a:pt x="632117" y="61493"/>
                  </a:lnTo>
                  <a:lnTo>
                    <a:pt x="630212" y="61874"/>
                  </a:lnTo>
                  <a:lnTo>
                    <a:pt x="628700" y="63017"/>
                  </a:lnTo>
                  <a:lnTo>
                    <a:pt x="627938" y="64541"/>
                  </a:lnTo>
                  <a:lnTo>
                    <a:pt x="627557" y="66065"/>
                  </a:lnTo>
                  <a:lnTo>
                    <a:pt x="627938" y="67970"/>
                  </a:lnTo>
                  <a:lnTo>
                    <a:pt x="628700" y="69481"/>
                  </a:lnTo>
                  <a:lnTo>
                    <a:pt x="630212" y="70612"/>
                  </a:lnTo>
                  <a:lnTo>
                    <a:pt x="632117" y="70993"/>
                  </a:lnTo>
                  <a:lnTo>
                    <a:pt x="633628" y="70612"/>
                  </a:lnTo>
                  <a:lnTo>
                    <a:pt x="635139" y="69481"/>
                  </a:lnTo>
                  <a:lnTo>
                    <a:pt x="636282" y="67970"/>
                  </a:lnTo>
                  <a:lnTo>
                    <a:pt x="636663" y="66065"/>
                  </a:lnTo>
                  <a:close/>
                </a:path>
                <a:path w="1706880" h="225425">
                  <a:moveTo>
                    <a:pt x="654507" y="61493"/>
                  </a:moveTo>
                  <a:lnTo>
                    <a:pt x="654126" y="60363"/>
                  </a:lnTo>
                  <a:lnTo>
                    <a:pt x="653376" y="58851"/>
                  </a:lnTo>
                  <a:lnTo>
                    <a:pt x="651852" y="57721"/>
                  </a:lnTo>
                  <a:lnTo>
                    <a:pt x="649960" y="57340"/>
                  </a:lnTo>
                  <a:lnTo>
                    <a:pt x="648055" y="57721"/>
                  </a:lnTo>
                  <a:lnTo>
                    <a:pt x="646531" y="58851"/>
                  </a:lnTo>
                  <a:lnTo>
                    <a:pt x="645401" y="60363"/>
                  </a:lnTo>
                  <a:lnTo>
                    <a:pt x="645401" y="63398"/>
                  </a:lnTo>
                  <a:lnTo>
                    <a:pt x="646531" y="64922"/>
                  </a:lnTo>
                  <a:lnTo>
                    <a:pt x="648055" y="66065"/>
                  </a:lnTo>
                  <a:lnTo>
                    <a:pt x="649960" y="66446"/>
                  </a:lnTo>
                  <a:lnTo>
                    <a:pt x="651852" y="66065"/>
                  </a:lnTo>
                  <a:lnTo>
                    <a:pt x="653376" y="64922"/>
                  </a:lnTo>
                  <a:lnTo>
                    <a:pt x="654126" y="63398"/>
                  </a:lnTo>
                  <a:lnTo>
                    <a:pt x="654507" y="61493"/>
                  </a:lnTo>
                  <a:close/>
                </a:path>
                <a:path w="1706880" h="225425">
                  <a:moveTo>
                    <a:pt x="672363" y="57721"/>
                  </a:moveTo>
                  <a:lnTo>
                    <a:pt x="671982" y="55816"/>
                  </a:lnTo>
                  <a:lnTo>
                    <a:pt x="671220" y="54292"/>
                  </a:lnTo>
                  <a:lnTo>
                    <a:pt x="669696" y="53149"/>
                  </a:lnTo>
                  <a:lnTo>
                    <a:pt x="667791" y="52768"/>
                  </a:lnTo>
                  <a:lnTo>
                    <a:pt x="665899" y="53149"/>
                  </a:lnTo>
                  <a:lnTo>
                    <a:pt x="664756" y="54292"/>
                  </a:lnTo>
                  <a:lnTo>
                    <a:pt x="663625" y="55816"/>
                  </a:lnTo>
                  <a:lnTo>
                    <a:pt x="663244" y="57721"/>
                  </a:lnTo>
                  <a:lnTo>
                    <a:pt x="663625" y="59232"/>
                  </a:lnTo>
                  <a:lnTo>
                    <a:pt x="664756" y="60744"/>
                  </a:lnTo>
                  <a:lnTo>
                    <a:pt x="666280" y="61493"/>
                  </a:lnTo>
                  <a:lnTo>
                    <a:pt x="667791" y="61874"/>
                  </a:lnTo>
                  <a:lnTo>
                    <a:pt x="669696" y="61493"/>
                  </a:lnTo>
                  <a:lnTo>
                    <a:pt x="671220" y="60744"/>
                  </a:lnTo>
                  <a:lnTo>
                    <a:pt x="671982" y="59232"/>
                  </a:lnTo>
                  <a:lnTo>
                    <a:pt x="672363" y="57721"/>
                  </a:lnTo>
                  <a:close/>
                </a:path>
                <a:path w="1706880" h="225425">
                  <a:moveTo>
                    <a:pt x="690575" y="53149"/>
                  </a:moveTo>
                  <a:lnTo>
                    <a:pt x="690194" y="51244"/>
                  </a:lnTo>
                  <a:lnTo>
                    <a:pt x="689051" y="49733"/>
                  </a:lnTo>
                  <a:lnTo>
                    <a:pt x="687539" y="48590"/>
                  </a:lnTo>
                  <a:lnTo>
                    <a:pt x="685647" y="48221"/>
                  </a:lnTo>
                  <a:lnTo>
                    <a:pt x="684123" y="48590"/>
                  </a:lnTo>
                  <a:lnTo>
                    <a:pt x="682612" y="49733"/>
                  </a:lnTo>
                  <a:lnTo>
                    <a:pt x="681850" y="51244"/>
                  </a:lnTo>
                  <a:lnTo>
                    <a:pt x="681469" y="53149"/>
                  </a:lnTo>
                  <a:lnTo>
                    <a:pt x="681850" y="54673"/>
                  </a:lnTo>
                  <a:lnTo>
                    <a:pt x="682612" y="56197"/>
                  </a:lnTo>
                  <a:lnTo>
                    <a:pt x="684123" y="57340"/>
                  </a:lnTo>
                  <a:lnTo>
                    <a:pt x="685647" y="57721"/>
                  </a:lnTo>
                  <a:lnTo>
                    <a:pt x="687539" y="57340"/>
                  </a:lnTo>
                  <a:lnTo>
                    <a:pt x="689051" y="56197"/>
                  </a:lnTo>
                  <a:lnTo>
                    <a:pt x="690194" y="54673"/>
                  </a:lnTo>
                  <a:lnTo>
                    <a:pt x="690575" y="53149"/>
                  </a:lnTo>
                  <a:close/>
                </a:path>
                <a:path w="1706880" h="225425">
                  <a:moveTo>
                    <a:pt x="708418" y="48590"/>
                  </a:moveTo>
                  <a:lnTo>
                    <a:pt x="708037" y="47091"/>
                  </a:lnTo>
                  <a:lnTo>
                    <a:pt x="706907" y="45567"/>
                  </a:lnTo>
                  <a:lnTo>
                    <a:pt x="705383" y="44424"/>
                  </a:lnTo>
                  <a:lnTo>
                    <a:pt x="703872" y="44043"/>
                  </a:lnTo>
                  <a:lnTo>
                    <a:pt x="701967" y="44424"/>
                  </a:lnTo>
                  <a:lnTo>
                    <a:pt x="700443" y="45567"/>
                  </a:lnTo>
                  <a:lnTo>
                    <a:pt x="699300" y="47091"/>
                  </a:lnTo>
                  <a:lnTo>
                    <a:pt x="698919" y="48590"/>
                  </a:lnTo>
                  <a:lnTo>
                    <a:pt x="699300" y="50482"/>
                  </a:lnTo>
                  <a:lnTo>
                    <a:pt x="700443" y="51625"/>
                  </a:lnTo>
                  <a:lnTo>
                    <a:pt x="701967" y="52768"/>
                  </a:lnTo>
                  <a:lnTo>
                    <a:pt x="703872" y="53149"/>
                  </a:lnTo>
                  <a:lnTo>
                    <a:pt x="705764" y="52768"/>
                  </a:lnTo>
                  <a:lnTo>
                    <a:pt x="708037" y="50482"/>
                  </a:lnTo>
                  <a:lnTo>
                    <a:pt x="708418" y="48590"/>
                  </a:lnTo>
                  <a:close/>
                </a:path>
                <a:path w="1706880" h="225425">
                  <a:moveTo>
                    <a:pt x="726262" y="44424"/>
                  </a:moveTo>
                  <a:lnTo>
                    <a:pt x="725893" y="42519"/>
                  </a:lnTo>
                  <a:lnTo>
                    <a:pt x="725131" y="40995"/>
                  </a:lnTo>
                  <a:lnTo>
                    <a:pt x="723607" y="39852"/>
                  </a:lnTo>
                  <a:lnTo>
                    <a:pt x="721702" y="39471"/>
                  </a:lnTo>
                  <a:lnTo>
                    <a:pt x="719810" y="39852"/>
                  </a:lnTo>
                  <a:lnTo>
                    <a:pt x="718286" y="40995"/>
                  </a:lnTo>
                  <a:lnTo>
                    <a:pt x="717537" y="42519"/>
                  </a:lnTo>
                  <a:lnTo>
                    <a:pt x="717156" y="44424"/>
                  </a:lnTo>
                  <a:lnTo>
                    <a:pt x="717537" y="46329"/>
                  </a:lnTo>
                  <a:lnTo>
                    <a:pt x="718286" y="47840"/>
                  </a:lnTo>
                  <a:lnTo>
                    <a:pt x="719810" y="48221"/>
                  </a:lnTo>
                  <a:lnTo>
                    <a:pt x="721702" y="48590"/>
                  </a:lnTo>
                  <a:lnTo>
                    <a:pt x="723607" y="48221"/>
                  </a:lnTo>
                  <a:lnTo>
                    <a:pt x="725131" y="47840"/>
                  </a:lnTo>
                  <a:lnTo>
                    <a:pt x="725893" y="46329"/>
                  </a:lnTo>
                  <a:lnTo>
                    <a:pt x="726262" y="44424"/>
                  </a:lnTo>
                  <a:close/>
                </a:path>
                <a:path w="1706880" h="225425">
                  <a:moveTo>
                    <a:pt x="744105" y="39852"/>
                  </a:moveTo>
                  <a:lnTo>
                    <a:pt x="743724" y="37960"/>
                  </a:lnTo>
                  <a:lnTo>
                    <a:pt x="742962" y="36461"/>
                  </a:lnTo>
                  <a:lnTo>
                    <a:pt x="741438" y="35318"/>
                  </a:lnTo>
                  <a:lnTo>
                    <a:pt x="739546" y="34937"/>
                  </a:lnTo>
                  <a:lnTo>
                    <a:pt x="738035" y="35318"/>
                  </a:lnTo>
                  <a:lnTo>
                    <a:pt x="736523" y="36461"/>
                  </a:lnTo>
                  <a:lnTo>
                    <a:pt x="735380" y="37960"/>
                  </a:lnTo>
                  <a:lnTo>
                    <a:pt x="734999" y="39852"/>
                  </a:lnTo>
                  <a:lnTo>
                    <a:pt x="735380" y="41757"/>
                  </a:lnTo>
                  <a:lnTo>
                    <a:pt x="736523" y="43281"/>
                  </a:lnTo>
                  <a:lnTo>
                    <a:pt x="738035" y="44043"/>
                  </a:lnTo>
                  <a:lnTo>
                    <a:pt x="739546" y="44424"/>
                  </a:lnTo>
                  <a:lnTo>
                    <a:pt x="741438" y="44043"/>
                  </a:lnTo>
                  <a:lnTo>
                    <a:pt x="742962" y="43281"/>
                  </a:lnTo>
                  <a:lnTo>
                    <a:pt x="743724" y="41757"/>
                  </a:lnTo>
                  <a:lnTo>
                    <a:pt x="744105" y="39852"/>
                  </a:lnTo>
                  <a:close/>
                </a:path>
                <a:path w="1706880" h="225425">
                  <a:moveTo>
                    <a:pt x="762330" y="35318"/>
                  </a:moveTo>
                  <a:lnTo>
                    <a:pt x="761949" y="33794"/>
                  </a:lnTo>
                  <a:lnTo>
                    <a:pt x="760806" y="32270"/>
                  </a:lnTo>
                  <a:lnTo>
                    <a:pt x="759294" y="31127"/>
                  </a:lnTo>
                  <a:lnTo>
                    <a:pt x="757402" y="30746"/>
                  </a:lnTo>
                  <a:lnTo>
                    <a:pt x="755497" y="31127"/>
                  </a:lnTo>
                  <a:lnTo>
                    <a:pt x="753973" y="32270"/>
                  </a:lnTo>
                  <a:lnTo>
                    <a:pt x="753211" y="33794"/>
                  </a:lnTo>
                  <a:lnTo>
                    <a:pt x="752830" y="35318"/>
                  </a:lnTo>
                  <a:lnTo>
                    <a:pt x="753211" y="37211"/>
                  </a:lnTo>
                  <a:lnTo>
                    <a:pt x="753973" y="38722"/>
                  </a:lnTo>
                  <a:lnTo>
                    <a:pt x="755497" y="39471"/>
                  </a:lnTo>
                  <a:lnTo>
                    <a:pt x="757402" y="39852"/>
                  </a:lnTo>
                  <a:lnTo>
                    <a:pt x="759294" y="39471"/>
                  </a:lnTo>
                  <a:lnTo>
                    <a:pt x="760806" y="38722"/>
                  </a:lnTo>
                  <a:lnTo>
                    <a:pt x="761949" y="37211"/>
                  </a:lnTo>
                  <a:lnTo>
                    <a:pt x="762330" y="35318"/>
                  </a:lnTo>
                  <a:close/>
                </a:path>
                <a:path w="1706880" h="225425">
                  <a:moveTo>
                    <a:pt x="779792" y="31127"/>
                  </a:moveTo>
                  <a:lnTo>
                    <a:pt x="779411" y="29222"/>
                  </a:lnTo>
                  <a:lnTo>
                    <a:pt x="778662" y="27711"/>
                  </a:lnTo>
                  <a:lnTo>
                    <a:pt x="777519" y="26581"/>
                  </a:lnTo>
                  <a:lnTo>
                    <a:pt x="775614" y="26212"/>
                  </a:lnTo>
                  <a:lnTo>
                    <a:pt x="773709" y="26581"/>
                  </a:lnTo>
                  <a:lnTo>
                    <a:pt x="772198" y="27711"/>
                  </a:lnTo>
                  <a:lnTo>
                    <a:pt x="771055" y="29222"/>
                  </a:lnTo>
                  <a:lnTo>
                    <a:pt x="770686" y="31127"/>
                  </a:lnTo>
                  <a:lnTo>
                    <a:pt x="771055" y="33032"/>
                  </a:lnTo>
                  <a:lnTo>
                    <a:pt x="772198" y="34556"/>
                  </a:lnTo>
                  <a:lnTo>
                    <a:pt x="773709" y="34937"/>
                  </a:lnTo>
                  <a:lnTo>
                    <a:pt x="775614" y="35318"/>
                  </a:lnTo>
                  <a:lnTo>
                    <a:pt x="777519" y="34937"/>
                  </a:lnTo>
                  <a:lnTo>
                    <a:pt x="778662" y="34556"/>
                  </a:lnTo>
                  <a:lnTo>
                    <a:pt x="779411" y="33032"/>
                  </a:lnTo>
                  <a:lnTo>
                    <a:pt x="779792" y="31127"/>
                  </a:lnTo>
                  <a:close/>
                </a:path>
                <a:path w="1706880" h="225425">
                  <a:moveTo>
                    <a:pt x="798017" y="26581"/>
                  </a:moveTo>
                  <a:lnTo>
                    <a:pt x="797636" y="24688"/>
                  </a:lnTo>
                  <a:lnTo>
                    <a:pt x="796493" y="23164"/>
                  </a:lnTo>
                  <a:lnTo>
                    <a:pt x="794969" y="22021"/>
                  </a:lnTo>
                  <a:lnTo>
                    <a:pt x="793076" y="21640"/>
                  </a:lnTo>
                  <a:lnTo>
                    <a:pt x="791184" y="22021"/>
                  </a:lnTo>
                  <a:lnTo>
                    <a:pt x="791184" y="22402"/>
                  </a:lnTo>
                  <a:lnTo>
                    <a:pt x="790054" y="23164"/>
                  </a:lnTo>
                  <a:lnTo>
                    <a:pt x="789292" y="24688"/>
                  </a:lnTo>
                  <a:lnTo>
                    <a:pt x="788911" y="26581"/>
                  </a:lnTo>
                  <a:lnTo>
                    <a:pt x="789292" y="28460"/>
                  </a:lnTo>
                  <a:lnTo>
                    <a:pt x="790054" y="29984"/>
                  </a:lnTo>
                  <a:lnTo>
                    <a:pt x="791184" y="31127"/>
                  </a:lnTo>
                  <a:lnTo>
                    <a:pt x="793076" y="31508"/>
                  </a:lnTo>
                  <a:lnTo>
                    <a:pt x="794969" y="31127"/>
                  </a:lnTo>
                  <a:lnTo>
                    <a:pt x="794969" y="30746"/>
                  </a:lnTo>
                  <a:lnTo>
                    <a:pt x="796493" y="29984"/>
                  </a:lnTo>
                  <a:lnTo>
                    <a:pt x="797636" y="28460"/>
                  </a:lnTo>
                  <a:lnTo>
                    <a:pt x="798017" y="26581"/>
                  </a:lnTo>
                  <a:close/>
                </a:path>
                <a:path w="1706880" h="225425">
                  <a:moveTo>
                    <a:pt x="815860" y="22021"/>
                  </a:moveTo>
                  <a:lnTo>
                    <a:pt x="815479" y="20497"/>
                  </a:lnTo>
                  <a:lnTo>
                    <a:pt x="814717" y="18973"/>
                  </a:lnTo>
                  <a:lnTo>
                    <a:pt x="813206" y="18211"/>
                  </a:lnTo>
                  <a:lnTo>
                    <a:pt x="811314" y="17830"/>
                  </a:lnTo>
                  <a:lnTo>
                    <a:pt x="809409" y="18211"/>
                  </a:lnTo>
                  <a:lnTo>
                    <a:pt x="807885" y="18973"/>
                  </a:lnTo>
                  <a:lnTo>
                    <a:pt x="806742" y="20497"/>
                  </a:lnTo>
                  <a:lnTo>
                    <a:pt x="806361" y="22021"/>
                  </a:lnTo>
                  <a:lnTo>
                    <a:pt x="806742" y="23926"/>
                  </a:lnTo>
                  <a:lnTo>
                    <a:pt x="807885" y="25450"/>
                  </a:lnTo>
                  <a:lnTo>
                    <a:pt x="809409" y="26581"/>
                  </a:lnTo>
                  <a:lnTo>
                    <a:pt x="811314" y="26949"/>
                  </a:lnTo>
                  <a:lnTo>
                    <a:pt x="813206" y="26581"/>
                  </a:lnTo>
                  <a:lnTo>
                    <a:pt x="814717" y="25450"/>
                  </a:lnTo>
                  <a:lnTo>
                    <a:pt x="815479" y="23926"/>
                  </a:lnTo>
                  <a:lnTo>
                    <a:pt x="815860" y="22021"/>
                  </a:lnTo>
                  <a:close/>
                </a:path>
                <a:path w="1706880" h="225425">
                  <a:moveTo>
                    <a:pt x="833704" y="17830"/>
                  </a:moveTo>
                  <a:lnTo>
                    <a:pt x="833323" y="15951"/>
                  </a:lnTo>
                  <a:lnTo>
                    <a:pt x="832192" y="14439"/>
                  </a:lnTo>
                  <a:lnTo>
                    <a:pt x="830668" y="13677"/>
                  </a:lnTo>
                  <a:lnTo>
                    <a:pt x="829144" y="13296"/>
                  </a:lnTo>
                  <a:lnTo>
                    <a:pt x="827239" y="13677"/>
                  </a:lnTo>
                  <a:lnTo>
                    <a:pt x="826109" y="14439"/>
                  </a:lnTo>
                  <a:lnTo>
                    <a:pt x="824966" y="15951"/>
                  </a:lnTo>
                  <a:lnTo>
                    <a:pt x="824585" y="17830"/>
                  </a:lnTo>
                  <a:lnTo>
                    <a:pt x="824966" y="19735"/>
                  </a:lnTo>
                  <a:lnTo>
                    <a:pt x="826109" y="21259"/>
                  </a:lnTo>
                  <a:lnTo>
                    <a:pt x="827620" y="22021"/>
                  </a:lnTo>
                  <a:lnTo>
                    <a:pt x="829144" y="22402"/>
                  </a:lnTo>
                  <a:lnTo>
                    <a:pt x="830668" y="22021"/>
                  </a:lnTo>
                  <a:lnTo>
                    <a:pt x="832192" y="21259"/>
                  </a:lnTo>
                  <a:lnTo>
                    <a:pt x="833323" y="19735"/>
                  </a:lnTo>
                  <a:lnTo>
                    <a:pt x="833704" y="17830"/>
                  </a:lnTo>
                  <a:close/>
                </a:path>
                <a:path w="1706880" h="225425">
                  <a:moveTo>
                    <a:pt x="851928" y="13296"/>
                  </a:moveTo>
                  <a:lnTo>
                    <a:pt x="851547" y="11391"/>
                  </a:lnTo>
                  <a:lnTo>
                    <a:pt x="850404" y="9867"/>
                  </a:lnTo>
                  <a:lnTo>
                    <a:pt x="848880" y="9105"/>
                  </a:lnTo>
                  <a:lnTo>
                    <a:pt x="846988" y="8724"/>
                  </a:lnTo>
                  <a:lnTo>
                    <a:pt x="845096" y="9105"/>
                  </a:lnTo>
                  <a:lnTo>
                    <a:pt x="843953" y="9867"/>
                  </a:lnTo>
                  <a:lnTo>
                    <a:pt x="843203" y="11391"/>
                  </a:lnTo>
                  <a:lnTo>
                    <a:pt x="842822" y="13296"/>
                  </a:lnTo>
                  <a:lnTo>
                    <a:pt x="843203" y="15201"/>
                  </a:lnTo>
                  <a:lnTo>
                    <a:pt x="843953" y="16713"/>
                  </a:lnTo>
                  <a:lnTo>
                    <a:pt x="845096" y="17830"/>
                  </a:lnTo>
                  <a:lnTo>
                    <a:pt x="846988" y="18211"/>
                  </a:lnTo>
                  <a:lnTo>
                    <a:pt x="848880" y="17830"/>
                  </a:lnTo>
                  <a:lnTo>
                    <a:pt x="850404" y="16713"/>
                  </a:lnTo>
                  <a:lnTo>
                    <a:pt x="851547" y="15201"/>
                  </a:lnTo>
                  <a:lnTo>
                    <a:pt x="851928" y="13296"/>
                  </a:lnTo>
                  <a:close/>
                </a:path>
                <a:path w="1706880" h="225425">
                  <a:moveTo>
                    <a:pt x="869759" y="8724"/>
                  </a:moveTo>
                  <a:lnTo>
                    <a:pt x="869378" y="7200"/>
                  </a:lnTo>
                  <a:lnTo>
                    <a:pt x="868248" y="5689"/>
                  </a:lnTo>
                  <a:lnTo>
                    <a:pt x="866736" y="4953"/>
                  </a:lnTo>
                  <a:lnTo>
                    <a:pt x="865212" y="4572"/>
                  </a:lnTo>
                  <a:lnTo>
                    <a:pt x="863320" y="4953"/>
                  </a:lnTo>
                  <a:lnTo>
                    <a:pt x="861796" y="5689"/>
                  </a:lnTo>
                  <a:lnTo>
                    <a:pt x="860653" y="7200"/>
                  </a:lnTo>
                  <a:lnTo>
                    <a:pt x="860272" y="8724"/>
                  </a:lnTo>
                  <a:lnTo>
                    <a:pt x="860653" y="10629"/>
                  </a:lnTo>
                  <a:lnTo>
                    <a:pt x="861796" y="12153"/>
                  </a:lnTo>
                  <a:lnTo>
                    <a:pt x="863320" y="13296"/>
                  </a:lnTo>
                  <a:lnTo>
                    <a:pt x="865212" y="13677"/>
                  </a:lnTo>
                  <a:lnTo>
                    <a:pt x="867117" y="13296"/>
                  </a:lnTo>
                  <a:lnTo>
                    <a:pt x="868248" y="12153"/>
                  </a:lnTo>
                  <a:lnTo>
                    <a:pt x="869378" y="10629"/>
                  </a:lnTo>
                  <a:lnTo>
                    <a:pt x="869759" y="8724"/>
                  </a:lnTo>
                  <a:close/>
                </a:path>
                <a:path w="1706880" h="225425">
                  <a:moveTo>
                    <a:pt x="887615" y="4572"/>
                  </a:moveTo>
                  <a:lnTo>
                    <a:pt x="887234" y="2667"/>
                  </a:lnTo>
                  <a:lnTo>
                    <a:pt x="886104" y="1524"/>
                  </a:lnTo>
                  <a:lnTo>
                    <a:pt x="884580" y="381"/>
                  </a:lnTo>
                  <a:lnTo>
                    <a:pt x="883056" y="0"/>
                  </a:lnTo>
                  <a:lnTo>
                    <a:pt x="881151" y="381"/>
                  </a:lnTo>
                  <a:lnTo>
                    <a:pt x="879640" y="1524"/>
                  </a:lnTo>
                  <a:lnTo>
                    <a:pt x="878878" y="2667"/>
                  </a:lnTo>
                  <a:lnTo>
                    <a:pt x="878497" y="4572"/>
                  </a:lnTo>
                  <a:lnTo>
                    <a:pt x="878878" y="6451"/>
                  </a:lnTo>
                  <a:lnTo>
                    <a:pt x="879640" y="7962"/>
                  </a:lnTo>
                  <a:lnTo>
                    <a:pt x="881151" y="8724"/>
                  </a:lnTo>
                  <a:lnTo>
                    <a:pt x="883056" y="9105"/>
                  </a:lnTo>
                  <a:lnTo>
                    <a:pt x="884580" y="8724"/>
                  </a:lnTo>
                  <a:lnTo>
                    <a:pt x="886104" y="7962"/>
                  </a:lnTo>
                  <a:lnTo>
                    <a:pt x="887234" y="6451"/>
                  </a:lnTo>
                  <a:lnTo>
                    <a:pt x="887615" y="4572"/>
                  </a:lnTo>
                  <a:close/>
                </a:path>
                <a:path w="1706880" h="225425">
                  <a:moveTo>
                    <a:pt x="1373555" y="202730"/>
                  </a:moveTo>
                  <a:lnTo>
                    <a:pt x="1373174" y="200825"/>
                  </a:lnTo>
                  <a:lnTo>
                    <a:pt x="1372412" y="199313"/>
                  </a:lnTo>
                  <a:lnTo>
                    <a:pt x="1370888" y="198170"/>
                  </a:lnTo>
                  <a:lnTo>
                    <a:pt x="1368996" y="197789"/>
                  </a:lnTo>
                  <a:lnTo>
                    <a:pt x="1367104" y="198170"/>
                  </a:lnTo>
                  <a:lnTo>
                    <a:pt x="1367104" y="198551"/>
                  </a:lnTo>
                  <a:lnTo>
                    <a:pt x="1365592" y="199313"/>
                  </a:lnTo>
                  <a:lnTo>
                    <a:pt x="1364830" y="200825"/>
                  </a:lnTo>
                  <a:lnTo>
                    <a:pt x="1364449" y="202730"/>
                  </a:lnTo>
                  <a:lnTo>
                    <a:pt x="1364830" y="204635"/>
                  </a:lnTo>
                  <a:lnTo>
                    <a:pt x="1365592" y="206159"/>
                  </a:lnTo>
                  <a:lnTo>
                    <a:pt x="1367104" y="206540"/>
                  </a:lnTo>
                  <a:lnTo>
                    <a:pt x="1368996" y="206921"/>
                  </a:lnTo>
                  <a:lnTo>
                    <a:pt x="1370888" y="206921"/>
                  </a:lnTo>
                  <a:lnTo>
                    <a:pt x="1370888" y="206540"/>
                  </a:lnTo>
                  <a:lnTo>
                    <a:pt x="1372412" y="206159"/>
                  </a:lnTo>
                  <a:lnTo>
                    <a:pt x="1373174" y="204635"/>
                  </a:lnTo>
                  <a:lnTo>
                    <a:pt x="1373555" y="202730"/>
                  </a:lnTo>
                  <a:close/>
                </a:path>
                <a:path w="1706880" h="225425">
                  <a:moveTo>
                    <a:pt x="1390256" y="194386"/>
                  </a:moveTo>
                  <a:lnTo>
                    <a:pt x="1389875" y="193243"/>
                  </a:lnTo>
                  <a:lnTo>
                    <a:pt x="1388745" y="191719"/>
                  </a:lnTo>
                  <a:lnTo>
                    <a:pt x="1387233" y="190576"/>
                  </a:lnTo>
                  <a:lnTo>
                    <a:pt x="1385709" y="190195"/>
                  </a:lnTo>
                  <a:lnTo>
                    <a:pt x="1383804" y="190576"/>
                  </a:lnTo>
                  <a:lnTo>
                    <a:pt x="1382280" y="191719"/>
                  </a:lnTo>
                  <a:lnTo>
                    <a:pt x="1381518" y="193243"/>
                  </a:lnTo>
                  <a:lnTo>
                    <a:pt x="1381137" y="194386"/>
                  </a:lnTo>
                  <a:lnTo>
                    <a:pt x="1381518" y="196291"/>
                  </a:lnTo>
                  <a:lnTo>
                    <a:pt x="1382280" y="197789"/>
                  </a:lnTo>
                  <a:lnTo>
                    <a:pt x="1383804" y="198932"/>
                  </a:lnTo>
                  <a:lnTo>
                    <a:pt x="1385709" y="199313"/>
                  </a:lnTo>
                  <a:lnTo>
                    <a:pt x="1387233" y="198932"/>
                  </a:lnTo>
                  <a:lnTo>
                    <a:pt x="1388745" y="197789"/>
                  </a:lnTo>
                  <a:lnTo>
                    <a:pt x="1389875" y="196291"/>
                  </a:lnTo>
                  <a:lnTo>
                    <a:pt x="1390256" y="194386"/>
                  </a:lnTo>
                  <a:close/>
                </a:path>
                <a:path w="1706880" h="225425">
                  <a:moveTo>
                    <a:pt x="1406969" y="186791"/>
                  </a:moveTo>
                  <a:lnTo>
                    <a:pt x="1406588" y="184899"/>
                  </a:lnTo>
                  <a:lnTo>
                    <a:pt x="1405445" y="183375"/>
                  </a:lnTo>
                  <a:lnTo>
                    <a:pt x="1403921" y="182232"/>
                  </a:lnTo>
                  <a:lnTo>
                    <a:pt x="1402029" y="181851"/>
                  </a:lnTo>
                  <a:lnTo>
                    <a:pt x="1400136" y="182232"/>
                  </a:lnTo>
                  <a:lnTo>
                    <a:pt x="1399006" y="183375"/>
                  </a:lnTo>
                  <a:lnTo>
                    <a:pt x="1398244" y="184899"/>
                  </a:lnTo>
                  <a:lnTo>
                    <a:pt x="1397863" y="186791"/>
                  </a:lnTo>
                  <a:lnTo>
                    <a:pt x="1398244" y="188683"/>
                  </a:lnTo>
                  <a:lnTo>
                    <a:pt x="1399006" y="190195"/>
                  </a:lnTo>
                  <a:lnTo>
                    <a:pt x="1400136" y="190957"/>
                  </a:lnTo>
                  <a:lnTo>
                    <a:pt x="1402029" y="191338"/>
                  </a:lnTo>
                  <a:lnTo>
                    <a:pt x="1403921" y="190957"/>
                  </a:lnTo>
                  <a:lnTo>
                    <a:pt x="1405445" y="190195"/>
                  </a:lnTo>
                  <a:lnTo>
                    <a:pt x="1406588" y="188683"/>
                  </a:lnTo>
                  <a:lnTo>
                    <a:pt x="1406969" y="186791"/>
                  </a:lnTo>
                  <a:close/>
                </a:path>
                <a:path w="1706880" h="225425">
                  <a:moveTo>
                    <a:pt x="1423657" y="178803"/>
                  </a:moveTo>
                  <a:lnTo>
                    <a:pt x="1423289" y="176923"/>
                  </a:lnTo>
                  <a:lnTo>
                    <a:pt x="1422146" y="175412"/>
                  </a:lnTo>
                  <a:lnTo>
                    <a:pt x="1420634" y="174650"/>
                  </a:lnTo>
                  <a:lnTo>
                    <a:pt x="1418742" y="174269"/>
                  </a:lnTo>
                  <a:lnTo>
                    <a:pt x="1416837" y="174650"/>
                  </a:lnTo>
                  <a:lnTo>
                    <a:pt x="1415313" y="175412"/>
                  </a:lnTo>
                  <a:lnTo>
                    <a:pt x="1414551" y="176923"/>
                  </a:lnTo>
                  <a:lnTo>
                    <a:pt x="1414170" y="178803"/>
                  </a:lnTo>
                  <a:lnTo>
                    <a:pt x="1414551" y="180327"/>
                  </a:lnTo>
                  <a:lnTo>
                    <a:pt x="1415313" y="181851"/>
                  </a:lnTo>
                  <a:lnTo>
                    <a:pt x="1416837" y="182994"/>
                  </a:lnTo>
                  <a:lnTo>
                    <a:pt x="1418742" y="183375"/>
                  </a:lnTo>
                  <a:lnTo>
                    <a:pt x="1420634" y="182994"/>
                  </a:lnTo>
                  <a:lnTo>
                    <a:pt x="1422146" y="181851"/>
                  </a:lnTo>
                  <a:lnTo>
                    <a:pt x="1423289" y="180327"/>
                  </a:lnTo>
                  <a:lnTo>
                    <a:pt x="1423657" y="178803"/>
                  </a:lnTo>
                  <a:close/>
                </a:path>
                <a:path w="1706880" h="225425">
                  <a:moveTo>
                    <a:pt x="1440002" y="170840"/>
                  </a:moveTo>
                  <a:lnTo>
                    <a:pt x="1439621" y="168935"/>
                  </a:lnTo>
                  <a:lnTo>
                    <a:pt x="1438859" y="167411"/>
                  </a:lnTo>
                  <a:lnTo>
                    <a:pt x="1437335" y="166662"/>
                  </a:lnTo>
                  <a:lnTo>
                    <a:pt x="1435430" y="166281"/>
                  </a:lnTo>
                  <a:lnTo>
                    <a:pt x="1433537" y="166662"/>
                  </a:lnTo>
                  <a:lnTo>
                    <a:pt x="1432407" y="167411"/>
                  </a:lnTo>
                  <a:lnTo>
                    <a:pt x="1431264" y="168935"/>
                  </a:lnTo>
                  <a:lnTo>
                    <a:pt x="1430896" y="170840"/>
                  </a:lnTo>
                  <a:lnTo>
                    <a:pt x="1431264" y="172745"/>
                  </a:lnTo>
                  <a:lnTo>
                    <a:pt x="1432407" y="174269"/>
                  </a:lnTo>
                  <a:lnTo>
                    <a:pt x="1433906" y="175031"/>
                  </a:lnTo>
                  <a:lnTo>
                    <a:pt x="1435430" y="175412"/>
                  </a:lnTo>
                  <a:lnTo>
                    <a:pt x="1437335" y="175031"/>
                  </a:lnTo>
                  <a:lnTo>
                    <a:pt x="1438859" y="174269"/>
                  </a:lnTo>
                  <a:lnTo>
                    <a:pt x="1439621" y="172745"/>
                  </a:lnTo>
                  <a:lnTo>
                    <a:pt x="1440002" y="170840"/>
                  </a:lnTo>
                  <a:close/>
                </a:path>
                <a:path w="1706880" h="225425">
                  <a:moveTo>
                    <a:pt x="1456690" y="162877"/>
                  </a:moveTo>
                  <a:lnTo>
                    <a:pt x="1456309" y="160972"/>
                  </a:lnTo>
                  <a:lnTo>
                    <a:pt x="1455178" y="159448"/>
                  </a:lnTo>
                  <a:lnTo>
                    <a:pt x="1453667" y="158686"/>
                  </a:lnTo>
                  <a:lnTo>
                    <a:pt x="1452537" y="158305"/>
                  </a:lnTo>
                  <a:lnTo>
                    <a:pt x="1450632" y="158686"/>
                  </a:lnTo>
                  <a:lnTo>
                    <a:pt x="1449108" y="159448"/>
                  </a:lnTo>
                  <a:lnTo>
                    <a:pt x="1447965" y="160972"/>
                  </a:lnTo>
                  <a:lnTo>
                    <a:pt x="1447584" y="162877"/>
                  </a:lnTo>
                  <a:lnTo>
                    <a:pt x="1447965" y="164782"/>
                  </a:lnTo>
                  <a:lnTo>
                    <a:pt x="1449108" y="166281"/>
                  </a:lnTo>
                  <a:lnTo>
                    <a:pt x="1450632" y="167043"/>
                  </a:lnTo>
                  <a:lnTo>
                    <a:pt x="1452537" y="167411"/>
                  </a:lnTo>
                  <a:lnTo>
                    <a:pt x="1454035" y="167043"/>
                  </a:lnTo>
                  <a:lnTo>
                    <a:pt x="1455178" y="166281"/>
                  </a:lnTo>
                  <a:lnTo>
                    <a:pt x="1456309" y="164782"/>
                  </a:lnTo>
                  <a:lnTo>
                    <a:pt x="1456690" y="162877"/>
                  </a:lnTo>
                  <a:close/>
                </a:path>
                <a:path w="1706880" h="225425">
                  <a:moveTo>
                    <a:pt x="1473415" y="154901"/>
                  </a:moveTo>
                  <a:lnTo>
                    <a:pt x="1473034" y="153390"/>
                  </a:lnTo>
                  <a:lnTo>
                    <a:pt x="1472272" y="151866"/>
                  </a:lnTo>
                  <a:lnTo>
                    <a:pt x="1470748" y="150723"/>
                  </a:lnTo>
                  <a:lnTo>
                    <a:pt x="1468843" y="150342"/>
                  </a:lnTo>
                  <a:lnTo>
                    <a:pt x="1466938" y="150723"/>
                  </a:lnTo>
                  <a:lnTo>
                    <a:pt x="1465808" y="151866"/>
                  </a:lnTo>
                  <a:lnTo>
                    <a:pt x="1464665" y="153390"/>
                  </a:lnTo>
                  <a:lnTo>
                    <a:pt x="1464297" y="154901"/>
                  </a:lnTo>
                  <a:lnTo>
                    <a:pt x="1464665" y="156400"/>
                  </a:lnTo>
                  <a:lnTo>
                    <a:pt x="1465808" y="157924"/>
                  </a:lnTo>
                  <a:lnTo>
                    <a:pt x="1466938" y="159067"/>
                  </a:lnTo>
                  <a:lnTo>
                    <a:pt x="1468843" y="159448"/>
                  </a:lnTo>
                  <a:lnTo>
                    <a:pt x="1470748" y="159067"/>
                  </a:lnTo>
                  <a:lnTo>
                    <a:pt x="1472272" y="157924"/>
                  </a:lnTo>
                  <a:lnTo>
                    <a:pt x="1473034" y="156400"/>
                  </a:lnTo>
                  <a:lnTo>
                    <a:pt x="1473415" y="154901"/>
                  </a:lnTo>
                  <a:close/>
                </a:path>
                <a:path w="1706880" h="225425">
                  <a:moveTo>
                    <a:pt x="1490103" y="146913"/>
                  </a:moveTo>
                  <a:lnTo>
                    <a:pt x="1489722" y="145021"/>
                  </a:lnTo>
                  <a:lnTo>
                    <a:pt x="1488960" y="143522"/>
                  </a:lnTo>
                  <a:lnTo>
                    <a:pt x="1487436" y="142760"/>
                  </a:lnTo>
                  <a:lnTo>
                    <a:pt x="1485557" y="142379"/>
                  </a:lnTo>
                  <a:lnTo>
                    <a:pt x="1483664" y="142760"/>
                  </a:lnTo>
                  <a:lnTo>
                    <a:pt x="1482140" y="143522"/>
                  </a:lnTo>
                  <a:lnTo>
                    <a:pt x="1480997" y="145021"/>
                  </a:lnTo>
                  <a:lnTo>
                    <a:pt x="1480616" y="146913"/>
                  </a:lnTo>
                  <a:lnTo>
                    <a:pt x="1480997" y="148818"/>
                  </a:lnTo>
                  <a:lnTo>
                    <a:pt x="1482140" y="150342"/>
                  </a:lnTo>
                  <a:lnTo>
                    <a:pt x="1483664" y="151485"/>
                  </a:lnTo>
                  <a:lnTo>
                    <a:pt x="1485557" y="151866"/>
                  </a:lnTo>
                  <a:lnTo>
                    <a:pt x="1487436" y="151485"/>
                  </a:lnTo>
                  <a:lnTo>
                    <a:pt x="1488960" y="150342"/>
                  </a:lnTo>
                  <a:lnTo>
                    <a:pt x="1489722" y="148818"/>
                  </a:lnTo>
                  <a:lnTo>
                    <a:pt x="1490103" y="146913"/>
                  </a:lnTo>
                  <a:close/>
                </a:path>
                <a:path w="1706880" h="225425">
                  <a:moveTo>
                    <a:pt x="1506435" y="138950"/>
                  </a:moveTo>
                  <a:lnTo>
                    <a:pt x="1505686" y="135902"/>
                  </a:lnTo>
                  <a:lnTo>
                    <a:pt x="1504162" y="134772"/>
                  </a:lnTo>
                  <a:lnTo>
                    <a:pt x="1502257" y="134391"/>
                  </a:lnTo>
                  <a:lnTo>
                    <a:pt x="1500352" y="134772"/>
                  </a:lnTo>
                  <a:lnTo>
                    <a:pt x="1498828" y="135902"/>
                  </a:lnTo>
                  <a:lnTo>
                    <a:pt x="1497698" y="137426"/>
                  </a:lnTo>
                  <a:lnTo>
                    <a:pt x="1497317" y="138950"/>
                  </a:lnTo>
                  <a:lnTo>
                    <a:pt x="1497698" y="140474"/>
                  </a:lnTo>
                  <a:lnTo>
                    <a:pt x="1498828" y="141998"/>
                  </a:lnTo>
                  <a:lnTo>
                    <a:pt x="1500352" y="143129"/>
                  </a:lnTo>
                  <a:lnTo>
                    <a:pt x="1502257" y="143522"/>
                  </a:lnTo>
                  <a:lnTo>
                    <a:pt x="1504162" y="143129"/>
                  </a:lnTo>
                  <a:lnTo>
                    <a:pt x="1505686" y="141998"/>
                  </a:lnTo>
                  <a:lnTo>
                    <a:pt x="1506435" y="138950"/>
                  </a:lnTo>
                  <a:close/>
                </a:path>
                <a:path w="1706880" h="225425">
                  <a:moveTo>
                    <a:pt x="1523517" y="130987"/>
                  </a:moveTo>
                  <a:lnTo>
                    <a:pt x="1523136" y="129082"/>
                  </a:lnTo>
                  <a:lnTo>
                    <a:pt x="1521993" y="127558"/>
                  </a:lnTo>
                  <a:lnTo>
                    <a:pt x="1520469" y="126796"/>
                  </a:lnTo>
                  <a:lnTo>
                    <a:pt x="1518958" y="126415"/>
                  </a:lnTo>
                  <a:lnTo>
                    <a:pt x="1517065" y="126796"/>
                  </a:lnTo>
                  <a:lnTo>
                    <a:pt x="1515554" y="127558"/>
                  </a:lnTo>
                  <a:lnTo>
                    <a:pt x="1514411" y="129082"/>
                  </a:lnTo>
                  <a:lnTo>
                    <a:pt x="1514030" y="130987"/>
                  </a:lnTo>
                  <a:lnTo>
                    <a:pt x="1514411" y="132880"/>
                  </a:lnTo>
                  <a:lnTo>
                    <a:pt x="1515554" y="134391"/>
                  </a:lnTo>
                  <a:lnTo>
                    <a:pt x="1517065" y="135140"/>
                  </a:lnTo>
                  <a:lnTo>
                    <a:pt x="1518958" y="135534"/>
                  </a:lnTo>
                  <a:lnTo>
                    <a:pt x="1520469" y="135140"/>
                  </a:lnTo>
                  <a:lnTo>
                    <a:pt x="1521993" y="134391"/>
                  </a:lnTo>
                  <a:lnTo>
                    <a:pt x="1523136" y="132880"/>
                  </a:lnTo>
                  <a:lnTo>
                    <a:pt x="1523517" y="130987"/>
                  </a:lnTo>
                  <a:close/>
                </a:path>
                <a:path w="1706880" h="225425">
                  <a:moveTo>
                    <a:pt x="1540217" y="123012"/>
                  </a:moveTo>
                  <a:lnTo>
                    <a:pt x="1539836" y="121119"/>
                  </a:lnTo>
                  <a:lnTo>
                    <a:pt x="1538706" y="119976"/>
                  </a:lnTo>
                  <a:lnTo>
                    <a:pt x="1537195" y="118833"/>
                  </a:lnTo>
                  <a:lnTo>
                    <a:pt x="1535290" y="118452"/>
                  </a:lnTo>
                  <a:lnTo>
                    <a:pt x="1533385" y="118833"/>
                  </a:lnTo>
                  <a:lnTo>
                    <a:pt x="1532242" y="119976"/>
                  </a:lnTo>
                  <a:lnTo>
                    <a:pt x="1531480" y="121119"/>
                  </a:lnTo>
                  <a:lnTo>
                    <a:pt x="1531099" y="123012"/>
                  </a:lnTo>
                  <a:lnTo>
                    <a:pt x="1531480" y="124891"/>
                  </a:lnTo>
                  <a:lnTo>
                    <a:pt x="1532242" y="126415"/>
                  </a:lnTo>
                  <a:lnTo>
                    <a:pt x="1533385" y="127177"/>
                  </a:lnTo>
                  <a:lnTo>
                    <a:pt x="1535290" y="127558"/>
                  </a:lnTo>
                  <a:lnTo>
                    <a:pt x="1537195" y="127177"/>
                  </a:lnTo>
                  <a:lnTo>
                    <a:pt x="1538706" y="126415"/>
                  </a:lnTo>
                  <a:lnTo>
                    <a:pt x="1539836" y="124891"/>
                  </a:lnTo>
                  <a:lnTo>
                    <a:pt x="1540217" y="123012"/>
                  </a:lnTo>
                  <a:close/>
                </a:path>
                <a:path w="1706880" h="225425">
                  <a:moveTo>
                    <a:pt x="1556931" y="115023"/>
                  </a:moveTo>
                  <a:lnTo>
                    <a:pt x="1556550" y="113499"/>
                  </a:lnTo>
                  <a:lnTo>
                    <a:pt x="1555407" y="112014"/>
                  </a:lnTo>
                  <a:lnTo>
                    <a:pt x="1553883" y="110871"/>
                  </a:lnTo>
                  <a:lnTo>
                    <a:pt x="1551978" y="110490"/>
                  </a:lnTo>
                  <a:lnTo>
                    <a:pt x="1550085" y="110871"/>
                  </a:lnTo>
                  <a:lnTo>
                    <a:pt x="1548574" y="112014"/>
                  </a:lnTo>
                  <a:lnTo>
                    <a:pt x="1547825" y="113499"/>
                  </a:lnTo>
                  <a:lnTo>
                    <a:pt x="1547444" y="115023"/>
                  </a:lnTo>
                  <a:lnTo>
                    <a:pt x="1547825" y="116928"/>
                  </a:lnTo>
                  <a:lnTo>
                    <a:pt x="1548574" y="118452"/>
                  </a:lnTo>
                  <a:lnTo>
                    <a:pt x="1550085" y="119214"/>
                  </a:lnTo>
                  <a:lnTo>
                    <a:pt x="1551978" y="119595"/>
                  </a:lnTo>
                  <a:lnTo>
                    <a:pt x="1553883" y="119214"/>
                  </a:lnTo>
                  <a:lnTo>
                    <a:pt x="1555407" y="118452"/>
                  </a:lnTo>
                  <a:lnTo>
                    <a:pt x="1556550" y="116928"/>
                  </a:lnTo>
                  <a:lnTo>
                    <a:pt x="1556931" y="115023"/>
                  </a:lnTo>
                  <a:close/>
                </a:path>
                <a:path w="1706880" h="225425">
                  <a:moveTo>
                    <a:pt x="1573237" y="107061"/>
                  </a:moveTo>
                  <a:lnTo>
                    <a:pt x="1572856" y="105156"/>
                  </a:lnTo>
                  <a:lnTo>
                    <a:pt x="1571726" y="103644"/>
                  </a:lnTo>
                  <a:lnTo>
                    <a:pt x="1570596" y="102882"/>
                  </a:lnTo>
                  <a:lnTo>
                    <a:pt x="1568704" y="102501"/>
                  </a:lnTo>
                  <a:lnTo>
                    <a:pt x="1566799" y="102882"/>
                  </a:lnTo>
                  <a:lnTo>
                    <a:pt x="1565275" y="103644"/>
                  </a:lnTo>
                  <a:lnTo>
                    <a:pt x="1564513" y="105156"/>
                  </a:lnTo>
                  <a:lnTo>
                    <a:pt x="1564132" y="107061"/>
                  </a:lnTo>
                  <a:lnTo>
                    <a:pt x="1564513" y="108966"/>
                  </a:lnTo>
                  <a:lnTo>
                    <a:pt x="1565275" y="110490"/>
                  </a:lnTo>
                  <a:lnTo>
                    <a:pt x="1566799" y="111620"/>
                  </a:lnTo>
                  <a:lnTo>
                    <a:pt x="1568704" y="112014"/>
                  </a:lnTo>
                  <a:lnTo>
                    <a:pt x="1570596" y="111620"/>
                  </a:lnTo>
                  <a:lnTo>
                    <a:pt x="1571726" y="110490"/>
                  </a:lnTo>
                  <a:lnTo>
                    <a:pt x="1572856" y="108966"/>
                  </a:lnTo>
                  <a:lnTo>
                    <a:pt x="1573237" y="107061"/>
                  </a:lnTo>
                  <a:close/>
                </a:path>
                <a:path w="1706880" h="225425">
                  <a:moveTo>
                    <a:pt x="1589963" y="99479"/>
                  </a:moveTo>
                  <a:lnTo>
                    <a:pt x="1589582" y="97574"/>
                  </a:lnTo>
                  <a:lnTo>
                    <a:pt x="1588439" y="96050"/>
                  </a:lnTo>
                  <a:lnTo>
                    <a:pt x="1586915" y="94907"/>
                  </a:lnTo>
                  <a:lnTo>
                    <a:pt x="1585010" y="94526"/>
                  </a:lnTo>
                  <a:lnTo>
                    <a:pt x="1583486" y="94907"/>
                  </a:lnTo>
                  <a:lnTo>
                    <a:pt x="1582356" y="96050"/>
                  </a:lnTo>
                  <a:lnTo>
                    <a:pt x="1581226" y="97574"/>
                  </a:lnTo>
                  <a:lnTo>
                    <a:pt x="1580845" y="99479"/>
                  </a:lnTo>
                  <a:lnTo>
                    <a:pt x="1581226" y="101003"/>
                  </a:lnTo>
                  <a:lnTo>
                    <a:pt x="1582356" y="102120"/>
                  </a:lnTo>
                  <a:lnTo>
                    <a:pt x="1583867" y="103251"/>
                  </a:lnTo>
                  <a:lnTo>
                    <a:pt x="1585010" y="103644"/>
                  </a:lnTo>
                  <a:lnTo>
                    <a:pt x="1586915" y="103251"/>
                  </a:lnTo>
                  <a:lnTo>
                    <a:pt x="1588439" y="102120"/>
                  </a:lnTo>
                  <a:lnTo>
                    <a:pt x="1589582" y="101003"/>
                  </a:lnTo>
                  <a:lnTo>
                    <a:pt x="1589963" y="99479"/>
                  </a:lnTo>
                  <a:close/>
                </a:path>
                <a:path w="1706880" h="225425">
                  <a:moveTo>
                    <a:pt x="1606651" y="91122"/>
                  </a:moveTo>
                  <a:lnTo>
                    <a:pt x="1606270" y="89230"/>
                  </a:lnTo>
                  <a:lnTo>
                    <a:pt x="1605127" y="87706"/>
                  </a:lnTo>
                  <a:lnTo>
                    <a:pt x="1602105" y="86944"/>
                  </a:lnTo>
                  <a:lnTo>
                    <a:pt x="1600212" y="87325"/>
                  </a:lnTo>
                  <a:lnTo>
                    <a:pt x="1598688" y="87706"/>
                  </a:lnTo>
                  <a:lnTo>
                    <a:pt x="1597926" y="89230"/>
                  </a:lnTo>
                  <a:lnTo>
                    <a:pt x="1597545" y="91122"/>
                  </a:lnTo>
                  <a:lnTo>
                    <a:pt x="1597926" y="93002"/>
                  </a:lnTo>
                  <a:lnTo>
                    <a:pt x="1598688" y="94526"/>
                  </a:lnTo>
                  <a:lnTo>
                    <a:pt x="1600212" y="95669"/>
                  </a:lnTo>
                  <a:lnTo>
                    <a:pt x="1602105" y="96050"/>
                  </a:lnTo>
                  <a:lnTo>
                    <a:pt x="1603997" y="95669"/>
                  </a:lnTo>
                  <a:lnTo>
                    <a:pt x="1605127" y="94526"/>
                  </a:lnTo>
                  <a:lnTo>
                    <a:pt x="1606270" y="93002"/>
                  </a:lnTo>
                  <a:lnTo>
                    <a:pt x="1606651" y="91122"/>
                  </a:lnTo>
                  <a:close/>
                </a:path>
                <a:path w="1706880" h="225425">
                  <a:moveTo>
                    <a:pt x="1623364" y="83515"/>
                  </a:moveTo>
                  <a:lnTo>
                    <a:pt x="1622996" y="81622"/>
                  </a:lnTo>
                  <a:lnTo>
                    <a:pt x="1622234" y="80111"/>
                  </a:lnTo>
                  <a:lnTo>
                    <a:pt x="1620710" y="78981"/>
                  </a:lnTo>
                  <a:lnTo>
                    <a:pt x="1618805" y="78600"/>
                  </a:lnTo>
                  <a:lnTo>
                    <a:pt x="1616900" y="78981"/>
                  </a:lnTo>
                  <a:lnTo>
                    <a:pt x="1615376" y="80111"/>
                  </a:lnTo>
                  <a:lnTo>
                    <a:pt x="1614246" y="81622"/>
                  </a:lnTo>
                  <a:lnTo>
                    <a:pt x="1613877" y="83515"/>
                  </a:lnTo>
                  <a:lnTo>
                    <a:pt x="1614246" y="85039"/>
                  </a:lnTo>
                  <a:lnTo>
                    <a:pt x="1615376" y="86563"/>
                  </a:lnTo>
                  <a:lnTo>
                    <a:pt x="1616900" y="87706"/>
                  </a:lnTo>
                  <a:lnTo>
                    <a:pt x="1620710" y="87706"/>
                  </a:lnTo>
                  <a:lnTo>
                    <a:pt x="1622234" y="86563"/>
                  </a:lnTo>
                  <a:lnTo>
                    <a:pt x="1622996" y="85039"/>
                  </a:lnTo>
                  <a:lnTo>
                    <a:pt x="1623364" y="83515"/>
                  </a:lnTo>
                  <a:close/>
                </a:path>
                <a:path w="1706880" h="225425">
                  <a:moveTo>
                    <a:pt x="1639684" y="75171"/>
                  </a:moveTo>
                  <a:lnTo>
                    <a:pt x="1639303" y="73647"/>
                  </a:lnTo>
                  <a:lnTo>
                    <a:pt x="1638541" y="72123"/>
                  </a:lnTo>
                  <a:lnTo>
                    <a:pt x="1637398" y="70993"/>
                  </a:lnTo>
                  <a:lnTo>
                    <a:pt x="1635506" y="70612"/>
                  </a:lnTo>
                  <a:lnTo>
                    <a:pt x="1633626" y="70993"/>
                  </a:lnTo>
                  <a:lnTo>
                    <a:pt x="1632102" y="72123"/>
                  </a:lnTo>
                  <a:lnTo>
                    <a:pt x="1630959" y="73647"/>
                  </a:lnTo>
                  <a:lnTo>
                    <a:pt x="1630578" y="75171"/>
                  </a:lnTo>
                  <a:lnTo>
                    <a:pt x="1630959" y="77076"/>
                  </a:lnTo>
                  <a:lnTo>
                    <a:pt x="1632102" y="78600"/>
                  </a:lnTo>
                  <a:lnTo>
                    <a:pt x="1633626" y="79362"/>
                  </a:lnTo>
                  <a:lnTo>
                    <a:pt x="1635506" y="79730"/>
                  </a:lnTo>
                  <a:lnTo>
                    <a:pt x="1637398" y="79362"/>
                  </a:lnTo>
                  <a:lnTo>
                    <a:pt x="1638541" y="78600"/>
                  </a:lnTo>
                  <a:lnTo>
                    <a:pt x="1639303" y="77076"/>
                  </a:lnTo>
                  <a:lnTo>
                    <a:pt x="1639684" y="75171"/>
                  </a:lnTo>
                  <a:close/>
                </a:path>
                <a:path w="1706880" h="225425">
                  <a:moveTo>
                    <a:pt x="1656397" y="67208"/>
                  </a:moveTo>
                  <a:lnTo>
                    <a:pt x="1656016" y="65684"/>
                  </a:lnTo>
                  <a:lnTo>
                    <a:pt x="1655254" y="64160"/>
                  </a:lnTo>
                  <a:lnTo>
                    <a:pt x="1653743" y="63017"/>
                  </a:lnTo>
                  <a:lnTo>
                    <a:pt x="1651838" y="62636"/>
                  </a:lnTo>
                  <a:lnTo>
                    <a:pt x="1650314" y="63017"/>
                  </a:lnTo>
                  <a:lnTo>
                    <a:pt x="1648790" y="64160"/>
                  </a:lnTo>
                  <a:lnTo>
                    <a:pt x="1647647" y="65684"/>
                  </a:lnTo>
                  <a:lnTo>
                    <a:pt x="1647266" y="67208"/>
                  </a:lnTo>
                  <a:lnTo>
                    <a:pt x="1647647" y="69100"/>
                  </a:lnTo>
                  <a:lnTo>
                    <a:pt x="1648790" y="70612"/>
                  </a:lnTo>
                  <a:lnTo>
                    <a:pt x="1650314" y="71742"/>
                  </a:lnTo>
                  <a:lnTo>
                    <a:pt x="1651838" y="72123"/>
                  </a:lnTo>
                  <a:lnTo>
                    <a:pt x="1653743" y="71742"/>
                  </a:lnTo>
                  <a:lnTo>
                    <a:pt x="1655254" y="70612"/>
                  </a:lnTo>
                  <a:lnTo>
                    <a:pt x="1656016" y="69100"/>
                  </a:lnTo>
                  <a:lnTo>
                    <a:pt x="1656397" y="67208"/>
                  </a:lnTo>
                  <a:close/>
                </a:path>
                <a:path w="1706880" h="225425">
                  <a:moveTo>
                    <a:pt x="1673479" y="59601"/>
                  </a:moveTo>
                  <a:lnTo>
                    <a:pt x="1673098" y="57721"/>
                  </a:lnTo>
                  <a:lnTo>
                    <a:pt x="1671955" y="56197"/>
                  </a:lnTo>
                  <a:lnTo>
                    <a:pt x="1670431" y="55054"/>
                  </a:lnTo>
                  <a:lnTo>
                    <a:pt x="1668526" y="54673"/>
                  </a:lnTo>
                  <a:lnTo>
                    <a:pt x="1666646" y="55054"/>
                  </a:lnTo>
                  <a:lnTo>
                    <a:pt x="1665135" y="56197"/>
                  </a:lnTo>
                  <a:lnTo>
                    <a:pt x="1664373" y="57721"/>
                  </a:lnTo>
                  <a:lnTo>
                    <a:pt x="1663992" y="59601"/>
                  </a:lnTo>
                  <a:lnTo>
                    <a:pt x="1664373" y="61112"/>
                  </a:lnTo>
                  <a:lnTo>
                    <a:pt x="1665135" y="62636"/>
                  </a:lnTo>
                  <a:lnTo>
                    <a:pt x="1666646" y="63398"/>
                  </a:lnTo>
                  <a:lnTo>
                    <a:pt x="1668526" y="63779"/>
                  </a:lnTo>
                  <a:lnTo>
                    <a:pt x="1670431" y="63398"/>
                  </a:lnTo>
                  <a:lnTo>
                    <a:pt x="1671955" y="62636"/>
                  </a:lnTo>
                  <a:lnTo>
                    <a:pt x="1673098" y="61112"/>
                  </a:lnTo>
                  <a:lnTo>
                    <a:pt x="1673479" y="59601"/>
                  </a:lnTo>
                  <a:close/>
                </a:path>
                <a:path w="1706880" h="225425">
                  <a:moveTo>
                    <a:pt x="1690166" y="51244"/>
                  </a:moveTo>
                  <a:lnTo>
                    <a:pt x="1689785" y="49352"/>
                  </a:lnTo>
                  <a:lnTo>
                    <a:pt x="1688668" y="47840"/>
                  </a:lnTo>
                  <a:lnTo>
                    <a:pt x="1687156" y="47459"/>
                  </a:lnTo>
                  <a:lnTo>
                    <a:pt x="1685251" y="47091"/>
                  </a:lnTo>
                  <a:lnTo>
                    <a:pt x="1683346" y="47459"/>
                  </a:lnTo>
                  <a:lnTo>
                    <a:pt x="1681822" y="47840"/>
                  </a:lnTo>
                  <a:lnTo>
                    <a:pt x="1681060" y="49352"/>
                  </a:lnTo>
                  <a:lnTo>
                    <a:pt x="1680679" y="51244"/>
                  </a:lnTo>
                  <a:lnTo>
                    <a:pt x="1681060" y="53149"/>
                  </a:lnTo>
                  <a:lnTo>
                    <a:pt x="1681822" y="54673"/>
                  </a:lnTo>
                  <a:lnTo>
                    <a:pt x="1683346" y="55816"/>
                  </a:lnTo>
                  <a:lnTo>
                    <a:pt x="1685251" y="56197"/>
                  </a:lnTo>
                  <a:lnTo>
                    <a:pt x="1687156" y="55816"/>
                  </a:lnTo>
                  <a:lnTo>
                    <a:pt x="1688668" y="54673"/>
                  </a:lnTo>
                  <a:lnTo>
                    <a:pt x="1689785" y="53149"/>
                  </a:lnTo>
                  <a:lnTo>
                    <a:pt x="1690166" y="51244"/>
                  </a:lnTo>
                  <a:close/>
                </a:path>
                <a:path w="1706880" h="225425">
                  <a:moveTo>
                    <a:pt x="1706511" y="43662"/>
                  </a:moveTo>
                  <a:lnTo>
                    <a:pt x="1706130" y="41757"/>
                  </a:lnTo>
                  <a:lnTo>
                    <a:pt x="1704987" y="40233"/>
                  </a:lnTo>
                  <a:lnTo>
                    <a:pt x="1703844" y="39103"/>
                  </a:lnTo>
                  <a:lnTo>
                    <a:pt x="1701939" y="38722"/>
                  </a:lnTo>
                  <a:lnTo>
                    <a:pt x="1700047" y="39103"/>
                  </a:lnTo>
                  <a:lnTo>
                    <a:pt x="1698536" y="40233"/>
                  </a:lnTo>
                  <a:lnTo>
                    <a:pt x="1697786" y="41757"/>
                  </a:lnTo>
                  <a:lnTo>
                    <a:pt x="1697405" y="43662"/>
                  </a:lnTo>
                  <a:lnTo>
                    <a:pt x="1697786" y="45567"/>
                  </a:lnTo>
                  <a:lnTo>
                    <a:pt x="1698536" y="47091"/>
                  </a:lnTo>
                  <a:lnTo>
                    <a:pt x="1700047" y="47840"/>
                  </a:lnTo>
                  <a:lnTo>
                    <a:pt x="1703844" y="47840"/>
                  </a:lnTo>
                  <a:lnTo>
                    <a:pt x="1704987" y="47091"/>
                  </a:lnTo>
                  <a:lnTo>
                    <a:pt x="1706130" y="45567"/>
                  </a:lnTo>
                  <a:lnTo>
                    <a:pt x="1706511" y="43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778912" y="2537612"/>
              <a:ext cx="725170" cy="351790"/>
            </a:xfrm>
            <a:custGeom>
              <a:avLst/>
              <a:gdLst/>
              <a:ahLst/>
              <a:cxnLst/>
              <a:rect l="l" t="t" r="r" b="b"/>
              <a:pathLst>
                <a:path w="725170" h="351789">
                  <a:moveTo>
                    <a:pt x="9105" y="347014"/>
                  </a:moveTo>
                  <a:lnTo>
                    <a:pt x="8724" y="345109"/>
                  </a:lnTo>
                  <a:lnTo>
                    <a:pt x="7581" y="343585"/>
                  </a:lnTo>
                  <a:lnTo>
                    <a:pt x="6438" y="342455"/>
                  </a:lnTo>
                  <a:lnTo>
                    <a:pt x="4533" y="342074"/>
                  </a:lnTo>
                  <a:lnTo>
                    <a:pt x="2641" y="342455"/>
                  </a:lnTo>
                  <a:lnTo>
                    <a:pt x="1130" y="343585"/>
                  </a:lnTo>
                  <a:lnTo>
                    <a:pt x="381" y="345109"/>
                  </a:lnTo>
                  <a:lnTo>
                    <a:pt x="0" y="347014"/>
                  </a:lnTo>
                  <a:lnTo>
                    <a:pt x="381" y="348919"/>
                  </a:lnTo>
                  <a:lnTo>
                    <a:pt x="1130" y="350443"/>
                  </a:lnTo>
                  <a:lnTo>
                    <a:pt x="2641" y="351193"/>
                  </a:lnTo>
                  <a:lnTo>
                    <a:pt x="6438" y="351193"/>
                  </a:lnTo>
                  <a:lnTo>
                    <a:pt x="7581" y="350443"/>
                  </a:lnTo>
                  <a:lnTo>
                    <a:pt x="8724" y="348919"/>
                  </a:lnTo>
                  <a:lnTo>
                    <a:pt x="9105" y="347014"/>
                  </a:lnTo>
                  <a:close/>
                </a:path>
                <a:path w="725170" h="351789">
                  <a:moveTo>
                    <a:pt x="25793" y="338670"/>
                  </a:moveTo>
                  <a:lnTo>
                    <a:pt x="25412" y="337146"/>
                  </a:lnTo>
                  <a:lnTo>
                    <a:pt x="24269" y="335622"/>
                  </a:lnTo>
                  <a:lnTo>
                    <a:pt x="22771" y="334860"/>
                  </a:lnTo>
                  <a:lnTo>
                    <a:pt x="20878" y="334479"/>
                  </a:lnTo>
                  <a:lnTo>
                    <a:pt x="19354" y="334860"/>
                  </a:lnTo>
                  <a:lnTo>
                    <a:pt x="17830" y="335622"/>
                  </a:lnTo>
                  <a:lnTo>
                    <a:pt x="17068" y="337146"/>
                  </a:lnTo>
                  <a:lnTo>
                    <a:pt x="16687" y="338670"/>
                  </a:lnTo>
                  <a:lnTo>
                    <a:pt x="17068" y="340563"/>
                  </a:lnTo>
                  <a:lnTo>
                    <a:pt x="17830" y="342074"/>
                  </a:lnTo>
                  <a:lnTo>
                    <a:pt x="19354" y="343204"/>
                  </a:lnTo>
                  <a:lnTo>
                    <a:pt x="20878" y="343585"/>
                  </a:lnTo>
                  <a:lnTo>
                    <a:pt x="22771" y="343204"/>
                  </a:lnTo>
                  <a:lnTo>
                    <a:pt x="24269" y="342074"/>
                  </a:lnTo>
                  <a:lnTo>
                    <a:pt x="25412" y="340563"/>
                  </a:lnTo>
                  <a:lnTo>
                    <a:pt x="25793" y="338670"/>
                  </a:lnTo>
                  <a:close/>
                </a:path>
                <a:path w="725170" h="351789">
                  <a:moveTo>
                    <a:pt x="42519" y="331063"/>
                  </a:moveTo>
                  <a:lnTo>
                    <a:pt x="42138" y="329184"/>
                  </a:lnTo>
                  <a:lnTo>
                    <a:pt x="40995" y="327660"/>
                  </a:lnTo>
                  <a:lnTo>
                    <a:pt x="39471" y="326517"/>
                  </a:lnTo>
                  <a:lnTo>
                    <a:pt x="37566" y="326136"/>
                  </a:lnTo>
                  <a:lnTo>
                    <a:pt x="35661" y="326517"/>
                  </a:lnTo>
                  <a:lnTo>
                    <a:pt x="34531" y="327660"/>
                  </a:lnTo>
                  <a:lnTo>
                    <a:pt x="33401" y="329184"/>
                  </a:lnTo>
                  <a:lnTo>
                    <a:pt x="33020" y="331063"/>
                  </a:lnTo>
                  <a:lnTo>
                    <a:pt x="33401" y="332574"/>
                  </a:lnTo>
                  <a:lnTo>
                    <a:pt x="34531" y="334098"/>
                  </a:lnTo>
                  <a:lnTo>
                    <a:pt x="36042" y="335241"/>
                  </a:lnTo>
                  <a:lnTo>
                    <a:pt x="37566" y="335622"/>
                  </a:lnTo>
                  <a:lnTo>
                    <a:pt x="39471" y="335241"/>
                  </a:lnTo>
                  <a:lnTo>
                    <a:pt x="40995" y="334098"/>
                  </a:lnTo>
                  <a:lnTo>
                    <a:pt x="42138" y="332574"/>
                  </a:lnTo>
                  <a:lnTo>
                    <a:pt x="42519" y="331063"/>
                  </a:lnTo>
                  <a:close/>
                </a:path>
                <a:path w="725170" h="351789">
                  <a:moveTo>
                    <a:pt x="59207" y="323088"/>
                  </a:moveTo>
                  <a:lnTo>
                    <a:pt x="58826" y="321183"/>
                  </a:lnTo>
                  <a:lnTo>
                    <a:pt x="57683" y="319684"/>
                  </a:lnTo>
                  <a:lnTo>
                    <a:pt x="56172" y="318554"/>
                  </a:lnTo>
                  <a:lnTo>
                    <a:pt x="54660" y="318173"/>
                  </a:lnTo>
                  <a:lnTo>
                    <a:pt x="52768" y="318554"/>
                  </a:lnTo>
                  <a:lnTo>
                    <a:pt x="52768" y="318935"/>
                  </a:lnTo>
                  <a:lnTo>
                    <a:pt x="51244" y="319684"/>
                  </a:lnTo>
                  <a:lnTo>
                    <a:pt x="50101" y="321183"/>
                  </a:lnTo>
                  <a:lnTo>
                    <a:pt x="49720" y="323088"/>
                  </a:lnTo>
                  <a:lnTo>
                    <a:pt x="50101" y="324612"/>
                  </a:lnTo>
                  <a:lnTo>
                    <a:pt x="51244" y="326136"/>
                  </a:lnTo>
                  <a:lnTo>
                    <a:pt x="52768" y="327279"/>
                  </a:lnTo>
                  <a:lnTo>
                    <a:pt x="54660" y="327660"/>
                  </a:lnTo>
                  <a:lnTo>
                    <a:pt x="56540" y="327279"/>
                  </a:lnTo>
                  <a:lnTo>
                    <a:pt x="56540" y="326898"/>
                  </a:lnTo>
                  <a:lnTo>
                    <a:pt x="57683" y="326136"/>
                  </a:lnTo>
                  <a:lnTo>
                    <a:pt x="58826" y="324612"/>
                  </a:lnTo>
                  <a:lnTo>
                    <a:pt x="59207" y="323088"/>
                  </a:lnTo>
                  <a:close/>
                </a:path>
                <a:path w="725170" h="351789">
                  <a:moveTo>
                    <a:pt x="75539" y="314744"/>
                  </a:moveTo>
                  <a:lnTo>
                    <a:pt x="75171" y="313220"/>
                  </a:lnTo>
                  <a:lnTo>
                    <a:pt x="74409" y="311696"/>
                  </a:lnTo>
                  <a:lnTo>
                    <a:pt x="72885" y="310934"/>
                  </a:lnTo>
                  <a:lnTo>
                    <a:pt x="71361" y="310553"/>
                  </a:lnTo>
                  <a:lnTo>
                    <a:pt x="69456" y="310934"/>
                  </a:lnTo>
                  <a:lnTo>
                    <a:pt x="67932" y="311696"/>
                  </a:lnTo>
                  <a:lnTo>
                    <a:pt x="66802" y="313220"/>
                  </a:lnTo>
                  <a:lnTo>
                    <a:pt x="66421" y="314744"/>
                  </a:lnTo>
                  <a:lnTo>
                    <a:pt x="66802" y="316649"/>
                  </a:lnTo>
                  <a:lnTo>
                    <a:pt x="67932" y="318173"/>
                  </a:lnTo>
                  <a:lnTo>
                    <a:pt x="69456" y="319303"/>
                  </a:lnTo>
                  <a:lnTo>
                    <a:pt x="71361" y="319684"/>
                  </a:lnTo>
                  <a:lnTo>
                    <a:pt x="72885" y="319303"/>
                  </a:lnTo>
                  <a:lnTo>
                    <a:pt x="74409" y="318173"/>
                  </a:lnTo>
                  <a:lnTo>
                    <a:pt x="75171" y="316649"/>
                  </a:lnTo>
                  <a:lnTo>
                    <a:pt x="75539" y="314744"/>
                  </a:lnTo>
                  <a:close/>
                </a:path>
                <a:path w="725170" h="351789">
                  <a:moveTo>
                    <a:pt x="92240" y="307162"/>
                  </a:moveTo>
                  <a:lnTo>
                    <a:pt x="91859" y="305257"/>
                  </a:lnTo>
                  <a:lnTo>
                    <a:pt x="91097" y="303733"/>
                  </a:lnTo>
                  <a:lnTo>
                    <a:pt x="89573" y="302590"/>
                  </a:lnTo>
                  <a:lnTo>
                    <a:pt x="87680" y="302209"/>
                  </a:lnTo>
                  <a:lnTo>
                    <a:pt x="86169" y="302590"/>
                  </a:lnTo>
                  <a:lnTo>
                    <a:pt x="84658" y="303733"/>
                  </a:lnTo>
                  <a:lnTo>
                    <a:pt x="83515" y="305257"/>
                  </a:lnTo>
                  <a:lnTo>
                    <a:pt x="83134" y="307162"/>
                  </a:lnTo>
                  <a:lnTo>
                    <a:pt x="83515" y="309041"/>
                  </a:lnTo>
                  <a:lnTo>
                    <a:pt x="84658" y="310553"/>
                  </a:lnTo>
                  <a:lnTo>
                    <a:pt x="86169" y="311315"/>
                  </a:lnTo>
                  <a:lnTo>
                    <a:pt x="89573" y="311315"/>
                  </a:lnTo>
                  <a:lnTo>
                    <a:pt x="91097" y="310553"/>
                  </a:lnTo>
                  <a:lnTo>
                    <a:pt x="91859" y="309041"/>
                  </a:lnTo>
                  <a:lnTo>
                    <a:pt x="92240" y="307162"/>
                  </a:lnTo>
                  <a:close/>
                </a:path>
                <a:path w="725170" h="351789">
                  <a:moveTo>
                    <a:pt x="108940" y="298792"/>
                  </a:moveTo>
                  <a:lnTo>
                    <a:pt x="108559" y="297281"/>
                  </a:lnTo>
                  <a:lnTo>
                    <a:pt x="107810" y="295770"/>
                  </a:lnTo>
                  <a:lnTo>
                    <a:pt x="106299" y="295008"/>
                  </a:lnTo>
                  <a:lnTo>
                    <a:pt x="104394" y="294627"/>
                  </a:lnTo>
                  <a:lnTo>
                    <a:pt x="102489" y="295008"/>
                  </a:lnTo>
                  <a:lnTo>
                    <a:pt x="100965" y="295770"/>
                  </a:lnTo>
                  <a:lnTo>
                    <a:pt x="99822" y="297281"/>
                  </a:lnTo>
                  <a:lnTo>
                    <a:pt x="99441" y="298792"/>
                  </a:lnTo>
                  <a:lnTo>
                    <a:pt x="99822" y="300685"/>
                  </a:lnTo>
                  <a:lnTo>
                    <a:pt x="100965" y="302209"/>
                  </a:lnTo>
                  <a:lnTo>
                    <a:pt x="102489" y="303352"/>
                  </a:lnTo>
                  <a:lnTo>
                    <a:pt x="104394" y="303733"/>
                  </a:lnTo>
                  <a:lnTo>
                    <a:pt x="106299" y="303352"/>
                  </a:lnTo>
                  <a:lnTo>
                    <a:pt x="107810" y="302209"/>
                  </a:lnTo>
                  <a:lnTo>
                    <a:pt x="108559" y="300685"/>
                  </a:lnTo>
                  <a:lnTo>
                    <a:pt x="108940" y="298792"/>
                  </a:lnTo>
                  <a:close/>
                </a:path>
                <a:path w="725170" h="351789">
                  <a:moveTo>
                    <a:pt x="125653" y="289293"/>
                  </a:moveTo>
                  <a:lnTo>
                    <a:pt x="124510" y="287782"/>
                  </a:lnTo>
                  <a:lnTo>
                    <a:pt x="122986" y="286664"/>
                  </a:lnTo>
                  <a:lnTo>
                    <a:pt x="121081" y="286283"/>
                  </a:lnTo>
                  <a:lnTo>
                    <a:pt x="119189" y="286664"/>
                  </a:lnTo>
                  <a:lnTo>
                    <a:pt x="117690" y="287782"/>
                  </a:lnTo>
                  <a:lnTo>
                    <a:pt x="116547" y="289293"/>
                  </a:lnTo>
                  <a:lnTo>
                    <a:pt x="116166" y="291198"/>
                  </a:lnTo>
                  <a:lnTo>
                    <a:pt x="116547" y="293103"/>
                  </a:lnTo>
                  <a:lnTo>
                    <a:pt x="117690" y="294627"/>
                  </a:lnTo>
                  <a:lnTo>
                    <a:pt x="119189" y="295389"/>
                  </a:lnTo>
                  <a:lnTo>
                    <a:pt x="121081" y="295770"/>
                  </a:lnTo>
                  <a:lnTo>
                    <a:pt x="122986" y="295389"/>
                  </a:lnTo>
                  <a:lnTo>
                    <a:pt x="124510" y="294627"/>
                  </a:lnTo>
                  <a:lnTo>
                    <a:pt x="125653" y="293103"/>
                  </a:lnTo>
                  <a:lnTo>
                    <a:pt x="125653" y="289293"/>
                  </a:lnTo>
                  <a:close/>
                </a:path>
                <a:path w="725170" h="351789">
                  <a:moveTo>
                    <a:pt x="142341" y="283235"/>
                  </a:moveTo>
                  <a:lnTo>
                    <a:pt x="141960" y="281330"/>
                  </a:lnTo>
                  <a:lnTo>
                    <a:pt x="140830" y="279806"/>
                  </a:lnTo>
                  <a:lnTo>
                    <a:pt x="139331" y="279044"/>
                  </a:lnTo>
                  <a:lnTo>
                    <a:pt x="137807" y="278676"/>
                  </a:lnTo>
                  <a:lnTo>
                    <a:pt x="135902" y="279044"/>
                  </a:lnTo>
                  <a:lnTo>
                    <a:pt x="134378" y="279806"/>
                  </a:lnTo>
                  <a:lnTo>
                    <a:pt x="133616" y="281330"/>
                  </a:lnTo>
                  <a:lnTo>
                    <a:pt x="133235" y="283235"/>
                  </a:lnTo>
                  <a:lnTo>
                    <a:pt x="133616" y="285140"/>
                  </a:lnTo>
                  <a:lnTo>
                    <a:pt x="134378" y="286283"/>
                  </a:lnTo>
                  <a:lnTo>
                    <a:pt x="135902" y="287426"/>
                  </a:lnTo>
                  <a:lnTo>
                    <a:pt x="137807" y="287782"/>
                  </a:lnTo>
                  <a:lnTo>
                    <a:pt x="139331" y="287426"/>
                  </a:lnTo>
                  <a:lnTo>
                    <a:pt x="140830" y="286283"/>
                  </a:lnTo>
                  <a:lnTo>
                    <a:pt x="141960" y="285140"/>
                  </a:lnTo>
                  <a:lnTo>
                    <a:pt x="142341" y="283235"/>
                  </a:lnTo>
                  <a:close/>
                </a:path>
                <a:path w="725170" h="351789">
                  <a:moveTo>
                    <a:pt x="159067" y="275272"/>
                  </a:moveTo>
                  <a:lnTo>
                    <a:pt x="158686" y="273367"/>
                  </a:lnTo>
                  <a:lnTo>
                    <a:pt x="157543" y="271843"/>
                  </a:lnTo>
                  <a:lnTo>
                    <a:pt x="156019" y="271081"/>
                  </a:lnTo>
                  <a:lnTo>
                    <a:pt x="154114" y="270700"/>
                  </a:lnTo>
                  <a:lnTo>
                    <a:pt x="152209" y="271081"/>
                  </a:lnTo>
                  <a:lnTo>
                    <a:pt x="151079" y="271843"/>
                  </a:lnTo>
                  <a:lnTo>
                    <a:pt x="150329" y="273367"/>
                  </a:lnTo>
                  <a:lnTo>
                    <a:pt x="149961" y="275272"/>
                  </a:lnTo>
                  <a:lnTo>
                    <a:pt x="150329" y="276783"/>
                  </a:lnTo>
                  <a:lnTo>
                    <a:pt x="151079" y="278295"/>
                  </a:lnTo>
                  <a:lnTo>
                    <a:pt x="152209" y="279425"/>
                  </a:lnTo>
                  <a:lnTo>
                    <a:pt x="154114" y="279806"/>
                  </a:lnTo>
                  <a:lnTo>
                    <a:pt x="156019" y="279425"/>
                  </a:lnTo>
                  <a:lnTo>
                    <a:pt x="157543" y="278295"/>
                  </a:lnTo>
                  <a:lnTo>
                    <a:pt x="158686" y="276783"/>
                  </a:lnTo>
                  <a:lnTo>
                    <a:pt x="159067" y="275272"/>
                  </a:lnTo>
                  <a:close/>
                </a:path>
                <a:path w="725170" h="351789">
                  <a:moveTo>
                    <a:pt x="175755" y="267296"/>
                  </a:moveTo>
                  <a:lnTo>
                    <a:pt x="175374" y="265391"/>
                  </a:lnTo>
                  <a:lnTo>
                    <a:pt x="174231" y="263880"/>
                  </a:lnTo>
                  <a:lnTo>
                    <a:pt x="172720" y="263118"/>
                  </a:lnTo>
                  <a:lnTo>
                    <a:pt x="170840" y="262737"/>
                  </a:lnTo>
                  <a:lnTo>
                    <a:pt x="168935" y="263118"/>
                  </a:lnTo>
                  <a:lnTo>
                    <a:pt x="167411" y="263880"/>
                  </a:lnTo>
                  <a:lnTo>
                    <a:pt x="166649" y="265391"/>
                  </a:lnTo>
                  <a:lnTo>
                    <a:pt x="166268" y="267296"/>
                  </a:lnTo>
                  <a:lnTo>
                    <a:pt x="166649" y="269176"/>
                  </a:lnTo>
                  <a:lnTo>
                    <a:pt x="167411" y="270700"/>
                  </a:lnTo>
                  <a:lnTo>
                    <a:pt x="168935" y="271843"/>
                  </a:lnTo>
                  <a:lnTo>
                    <a:pt x="172720" y="271843"/>
                  </a:lnTo>
                  <a:lnTo>
                    <a:pt x="174231" y="270700"/>
                  </a:lnTo>
                  <a:lnTo>
                    <a:pt x="175374" y="269176"/>
                  </a:lnTo>
                  <a:lnTo>
                    <a:pt x="175755" y="267296"/>
                  </a:lnTo>
                  <a:close/>
                </a:path>
                <a:path w="725170" h="351789">
                  <a:moveTo>
                    <a:pt x="192100" y="257784"/>
                  </a:moveTo>
                  <a:lnTo>
                    <a:pt x="190957" y="256273"/>
                  </a:lnTo>
                  <a:lnTo>
                    <a:pt x="189433" y="255155"/>
                  </a:lnTo>
                  <a:lnTo>
                    <a:pt x="187528" y="254774"/>
                  </a:lnTo>
                  <a:lnTo>
                    <a:pt x="185623" y="255155"/>
                  </a:lnTo>
                  <a:lnTo>
                    <a:pt x="184480" y="256273"/>
                  </a:lnTo>
                  <a:lnTo>
                    <a:pt x="183349" y="257784"/>
                  </a:lnTo>
                  <a:lnTo>
                    <a:pt x="182981" y="258927"/>
                  </a:lnTo>
                  <a:lnTo>
                    <a:pt x="183349" y="260832"/>
                  </a:lnTo>
                  <a:lnTo>
                    <a:pt x="184480" y="262356"/>
                  </a:lnTo>
                  <a:lnTo>
                    <a:pt x="186004" y="263499"/>
                  </a:lnTo>
                  <a:lnTo>
                    <a:pt x="187528" y="263880"/>
                  </a:lnTo>
                  <a:lnTo>
                    <a:pt x="189433" y="263499"/>
                  </a:lnTo>
                  <a:lnTo>
                    <a:pt x="190957" y="262356"/>
                  </a:lnTo>
                  <a:lnTo>
                    <a:pt x="192100" y="260832"/>
                  </a:lnTo>
                  <a:lnTo>
                    <a:pt x="192100" y="257784"/>
                  </a:lnTo>
                  <a:close/>
                </a:path>
                <a:path w="725170" h="351789">
                  <a:moveTo>
                    <a:pt x="208788" y="251345"/>
                  </a:moveTo>
                  <a:lnTo>
                    <a:pt x="208407" y="249440"/>
                  </a:lnTo>
                  <a:lnTo>
                    <a:pt x="207264" y="247916"/>
                  </a:lnTo>
                  <a:lnTo>
                    <a:pt x="205740" y="246786"/>
                  </a:lnTo>
                  <a:lnTo>
                    <a:pt x="204622" y="246405"/>
                  </a:lnTo>
                  <a:lnTo>
                    <a:pt x="202730" y="246786"/>
                  </a:lnTo>
                  <a:lnTo>
                    <a:pt x="201206" y="247916"/>
                  </a:lnTo>
                  <a:lnTo>
                    <a:pt x="200063" y="249440"/>
                  </a:lnTo>
                  <a:lnTo>
                    <a:pt x="199682" y="251345"/>
                  </a:lnTo>
                  <a:lnTo>
                    <a:pt x="200063" y="253250"/>
                  </a:lnTo>
                  <a:lnTo>
                    <a:pt x="201206" y="254774"/>
                  </a:lnTo>
                  <a:lnTo>
                    <a:pt x="202730" y="255524"/>
                  </a:lnTo>
                  <a:lnTo>
                    <a:pt x="204622" y="255892"/>
                  </a:lnTo>
                  <a:lnTo>
                    <a:pt x="206121" y="255524"/>
                  </a:lnTo>
                  <a:lnTo>
                    <a:pt x="207264" y="254774"/>
                  </a:lnTo>
                  <a:lnTo>
                    <a:pt x="208407" y="253250"/>
                  </a:lnTo>
                  <a:lnTo>
                    <a:pt x="208788" y="251345"/>
                  </a:lnTo>
                  <a:close/>
                </a:path>
                <a:path w="725170" h="351789">
                  <a:moveTo>
                    <a:pt x="225501" y="243382"/>
                  </a:moveTo>
                  <a:lnTo>
                    <a:pt x="225120" y="241477"/>
                  </a:lnTo>
                  <a:lnTo>
                    <a:pt x="224370" y="240334"/>
                  </a:lnTo>
                  <a:lnTo>
                    <a:pt x="222846" y="239191"/>
                  </a:lnTo>
                  <a:lnTo>
                    <a:pt x="220941" y="238810"/>
                  </a:lnTo>
                  <a:lnTo>
                    <a:pt x="219036" y="239191"/>
                  </a:lnTo>
                  <a:lnTo>
                    <a:pt x="216750" y="241477"/>
                  </a:lnTo>
                  <a:lnTo>
                    <a:pt x="216369" y="243382"/>
                  </a:lnTo>
                  <a:lnTo>
                    <a:pt x="216750" y="245262"/>
                  </a:lnTo>
                  <a:lnTo>
                    <a:pt x="219036" y="247535"/>
                  </a:lnTo>
                  <a:lnTo>
                    <a:pt x="220941" y="247916"/>
                  </a:lnTo>
                  <a:lnTo>
                    <a:pt x="222846" y="247535"/>
                  </a:lnTo>
                  <a:lnTo>
                    <a:pt x="224370" y="246405"/>
                  </a:lnTo>
                  <a:lnTo>
                    <a:pt x="225120" y="245262"/>
                  </a:lnTo>
                  <a:lnTo>
                    <a:pt x="225501" y="243382"/>
                  </a:lnTo>
                  <a:close/>
                </a:path>
                <a:path w="725170" h="351789">
                  <a:moveTo>
                    <a:pt x="242201" y="235394"/>
                  </a:moveTo>
                  <a:lnTo>
                    <a:pt x="241820" y="233514"/>
                  </a:lnTo>
                  <a:lnTo>
                    <a:pt x="241058" y="231990"/>
                  </a:lnTo>
                  <a:lnTo>
                    <a:pt x="239534" y="231228"/>
                  </a:lnTo>
                  <a:lnTo>
                    <a:pt x="237629" y="230847"/>
                  </a:lnTo>
                  <a:lnTo>
                    <a:pt x="235750" y="231228"/>
                  </a:lnTo>
                  <a:lnTo>
                    <a:pt x="234238" y="231990"/>
                  </a:lnTo>
                  <a:lnTo>
                    <a:pt x="233095" y="233514"/>
                  </a:lnTo>
                  <a:lnTo>
                    <a:pt x="232714" y="235394"/>
                  </a:lnTo>
                  <a:lnTo>
                    <a:pt x="233095" y="237286"/>
                  </a:lnTo>
                  <a:lnTo>
                    <a:pt x="234238" y="238810"/>
                  </a:lnTo>
                  <a:lnTo>
                    <a:pt x="235750" y="239572"/>
                  </a:lnTo>
                  <a:lnTo>
                    <a:pt x="237629" y="239953"/>
                  </a:lnTo>
                  <a:lnTo>
                    <a:pt x="239534" y="239572"/>
                  </a:lnTo>
                  <a:lnTo>
                    <a:pt x="241058" y="238810"/>
                  </a:lnTo>
                  <a:lnTo>
                    <a:pt x="241820" y="237286"/>
                  </a:lnTo>
                  <a:lnTo>
                    <a:pt x="242201" y="235394"/>
                  </a:lnTo>
                  <a:close/>
                </a:path>
                <a:path w="725170" h="351789">
                  <a:moveTo>
                    <a:pt x="258521" y="227418"/>
                  </a:moveTo>
                  <a:lnTo>
                    <a:pt x="258140" y="225513"/>
                  </a:lnTo>
                  <a:lnTo>
                    <a:pt x="257771" y="224015"/>
                  </a:lnTo>
                  <a:lnTo>
                    <a:pt x="256260" y="223253"/>
                  </a:lnTo>
                  <a:lnTo>
                    <a:pt x="254355" y="222885"/>
                  </a:lnTo>
                  <a:lnTo>
                    <a:pt x="252450" y="223253"/>
                  </a:lnTo>
                  <a:lnTo>
                    <a:pt x="250926" y="224015"/>
                  </a:lnTo>
                  <a:lnTo>
                    <a:pt x="249783" y="225513"/>
                  </a:lnTo>
                  <a:lnTo>
                    <a:pt x="249402" y="227418"/>
                  </a:lnTo>
                  <a:lnTo>
                    <a:pt x="249783" y="229323"/>
                  </a:lnTo>
                  <a:lnTo>
                    <a:pt x="250926" y="230847"/>
                  </a:lnTo>
                  <a:lnTo>
                    <a:pt x="252450" y="231990"/>
                  </a:lnTo>
                  <a:lnTo>
                    <a:pt x="256260" y="231990"/>
                  </a:lnTo>
                  <a:lnTo>
                    <a:pt x="257771" y="230847"/>
                  </a:lnTo>
                  <a:lnTo>
                    <a:pt x="258140" y="229323"/>
                  </a:lnTo>
                  <a:lnTo>
                    <a:pt x="258521" y="227418"/>
                  </a:lnTo>
                  <a:close/>
                </a:path>
                <a:path w="725170" h="351789">
                  <a:moveTo>
                    <a:pt x="275234" y="219456"/>
                  </a:moveTo>
                  <a:lnTo>
                    <a:pt x="274853" y="217932"/>
                  </a:lnTo>
                  <a:lnTo>
                    <a:pt x="274091" y="216408"/>
                  </a:lnTo>
                  <a:lnTo>
                    <a:pt x="272567" y="215265"/>
                  </a:lnTo>
                  <a:lnTo>
                    <a:pt x="271043" y="214884"/>
                  </a:lnTo>
                  <a:lnTo>
                    <a:pt x="269151" y="215265"/>
                  </a:lnTo>
                  <a:lnTo>
                    <a:pt x="267652" y="216408"/>
                  </a:lnTo>
                  <a:lnTo>
                    <a:pt x="266509" y="217932"/>
                  </a:lnTo>
                  <a:lnTo>
                    <a:pt x="266128" y="219456"/>
                  </a:lnTo>
                  <a:lnTo>
                    <a:pt x="266509" y="221361"/>
                  </a:lnTo>
                  <a:lnTo>
                    <a:pt x="267652" y="222504"/>
                  </a:lnTo>
                  <a:lnTo>
                    <a:pt x="269151" y="223621"/>
                  </a:lnTo>
                  <a:lnTo>
                    <a:pt x="271043" y="224015"/>
                  </a:lnTo>
                  <a:lnTo>
                    <a:pt x="272567" y="223621"/>
                  </a:lnTo>
                  <a:lnTo>
                    <a:pt x="274091" y="222504"/>
                  </a:lnTo>
                  <a:lnTo>
                    <a:pt x="274853" y="221361"/>
                  </a:lnTo>
                  <a:lnTo>
                    <a:pt x="275234" y="219456"/>
                  </a:lnTo>
                  <a:close/>
                </a:path>
                <a:path w="725170" h="351789">
                  <a:moveTo>
                    <a:pt x="292303" y="211493"/>
                  </a:moveTo>
                  <a:lnTo>
                    <a:pt x="291922" y="209588"/>
                  </a:lnTo>
                  <a:lnTo>
                    <a:pt x="290779" y="208064"/>
                  </a:lnTo>
                  <a:lnTo>
                    <a:pt x="289280" y="207302"/>
                  </a:lnTo>
                  <a:lnTo>
                    <a:pt x="287388" y="206921"/>
                  </a:lnTo>
                  <a:lnTo>
                    <a:pt x="285483" y="207302"/>
                  </a:lnTo>
                  <a:lnTo>
                    <a:pt x="284340" y="208064"/>
                  </a:lnTo>
                  <a:lnTo>
                    <a:pt x="283578" y="209588"/>
                  </a:lnTo>
                  <a:lnTo>
                    <a:pt x="283197" y="211493"/>
                  </a:lnTo>
                  <a:lnTo>
                    <a:pt x="283578" y="213385"/>
                  </a:lnTo>
                  <a:lnTo>
                    <a:pt x="284340" y="214884"/>
                  </a:lnTo>
                  <a:lnTo>
                    <a:pt x="285483" y="216027"/>
                  </a:lnTo>
                  <a:lnTo>
                    <a:pt x="287388" y="216408"/>
                  </a:lnTo>
                  <a:lnTo>
                    <a:pt x="289280" y="216027"/>
                  </a:lnTo>
                  <a:lnTo>
                    <a:pt x="290779" y="214884"/>
                  </a:lnTo>
                  <a:lnTo>
                    <a:pt x="291922" y="213385"/>
                  </a:lnTo>
                  <a:lnTo>
                    <a:pt x="292303" y="211493"/>
                  </a:lnTo>
                  <a:close/>
                </a:path>
                <a:path w="725170" h="351789">
                  <a:moveTo>
                    <a:pt x="309029" y="203885"/>
                  </a:moveTo>
                  <a:lnTo>
                    <a:pt x="308648" y="202006"/>
                  </a:lnTo>
                  <a:lnTo>
                    <a:pt x="307505" y="200482"/>
                  </a:lnTo>
                  <a:lnTo>
                    <a:pt x="305981" y="199339"/>
                  </a:lnTo>
                  <a:lnTo>
                    <a:pt x="304076" y="198958"/>
                  </a:lnTo>
                  <a:lnTo>
                    <a:pt x="302171" y="199339"/>
                  </a:lnTo>
                  <a:lnTo>
                    <a:pt x="300659" y="200482"/>
                  </a:lnTo>
                  <a:lnTo>
                    <a:pt x="299910" y="202006"/>
                  </a:lnTo>
                  <a:lnTo>
                    <a:pt x="299542" y="203885"/>
                  </a:lnTo>
                  <a:lnTo>
                    <a:pt x="299910" y="205397"/>
                  </a:lnTo>
                  <a:lnTo>
                    <a:pt x="300659" y="206540"/>
                  </a:lnTo>
                  <a:lnTo>
                    <a:pt x="302171" y="207683"/>
                  </a:lnTo>
                  <a:lnTo>
                    <a:pt x="304076" y="208064"/>
                  </a:lnTo>
                  <a:lnTo>
                    <a:pt x="305981" y="207683"/>
                  </a:lnTo>
                  <a:lnTo>
                    <a:pt x="307505" y="206540"/>
                  </a:lnTo>
                  <a:lnTo>
                    <a:pt x="308648" y="205397"/>
                  </a:lnTo>
                  <a:lnTo>
                    <a:pt x="309029" y="203885"/>
                  </a:lnTo>
                  <a:close/>
                </a:path>
                <a:path w="725170" h="351789">
                  <a:moveTo>
                    <a:pt x="325335" y="195529"/>
                  </a:moveTo>
                  <a:lnTo>
                    <a:pt x="324954" y="193624"/>
                  </a:lnTo>
                  <a:lnTo>
                    <a:pt x="324192" y="192506"/>
                  </a:lnTo>
                  <a:lnTo>
                    <a:pt x="322668" y="191363"/>
                  </a:lnTo>
                  <a:lnTo>
                    <a:pt x="320802" y="190982"/>
                  </a:lnTo>
                  <a:lnTo>
                    <a:pt x="318897" y="191363"/>
                  </a:lnTo>
                  <a:lnTo>
                    <a:pt x="317373" y="192506"/>
                  </a:lnTo>
                  <a:lnTo>
                    <a:pt x="316611" y="193624"/>
                  </a:lnTo>
                  <a:lnTo>
                    <a:pt x="316230" y="195529"/>
                  </a:lnTo>
                  <a:lnTo>
                    <a:pt x="316611" y="197434"/>
                  </a:lnTo>
                  <a:lnTo>
                    <a:pt x="317373" y="198958"/>
                  </a:lnTo>
                  <a:lnTo>
                    <a:pt x="318897" y="199720"/>
                  </a:lnTo>
                  <a:lnTo>
                    <a:pt x="320802" y="200101"/>
                  </a:lnTo>
                  <a:lnTo>
                    <a:pt x="322668" y="199720"/>
                  </a:lnTo>
                  <a:lnTo>
                    <a:pt x="324192" y="198958"/>
                  </a:lnTo>
                  <a:lnTo>
                    <a:pt x="324954" y="197434"/>
                  </a:lnTo>
                  <a:lnTo>
                    <a:pt x="325335" y="195529"/>
                  </a:lnTo>
                  <a:close/>
                </a:path>
                <a:path w="725170" h="351789">
                  <a:moveTo>
                    <a:pt x="342061" y="187566"/>
                  </a:moveTo>
                  <a:lnTo>
                    <a:pt x="341680" y="186042"/>
                  </a:lnTo>
                  <a:lnTo>
                    <a:pt x="340537" y="184518"/>
                  </a:lnTo>
                  <a:lnTo>
                    <a:pt x="339013" y="183375"/>
                  </a:lnTo>
                  <a:lnTo>
                    <a:pt x="337489" y="182994"/>
                  </a:lnTo>
                  <a:lnTo>
                    <a:pt x="335584" y="183375"/>
                  </a:lnTo>
                  <a:lnTo>
                    <a:pt x="334441" y="184518"/>
                  </a:lnTo>
                  <a:lnTo>
                    <a:pt x="333298" y="186042"/>
                  </a:lnTo>
                  <a:lnTo>
                    <a:pt x="332930" y="187566"/>
                  </a:lnTo>
                  <a:lnTo>
                    <a:pt x="333298" y="189471"/>
                  </a:lnTo>
                  <a:lnTo>
                    <a:pt x="334441" y="190982"/>
                  </a:lnTo>
                  <a:lnTo>
                    <a:pt x="335965" y="192112"/>
                  </a:lnTo>
                  <a:lnTo>
                    <a:pt x="337489" y="192506"/>
                  </a:lnTo>
                  <a:lnTo>
                    <a:pt x="339013" y="192112"/>
                  </a:lnTo>
                  <a:lnTo>
                    <a:pt x="340537" y="190982"/>
                  </a:lnTo>
                  <a:lnTo>
                    <a:pt x="341680" y="189471"/>
                  </a:lnTo>
                  <a:lnTo>
                    <a:pt x="342061" y="187566"/>
                  </a:lnTo>
                  <a:close/>
                </a:path>
                <a:path w="725170" h="351789">
                  <a:moveTo>
                    <a:pt x="358749" y="179603"/>
                  </a:moveTo>
                  <a:lnTo>
                    <a:pt x="358368" y="178079"/>
                  </a:lnTo>
                  <a:lnTo>
                    <a:pt x="357225" y="176555"/>
                  </a:lnTo>
                  <a:lnTo>
                    <a:pt x="355701" y="175412"/>
                  </a:lnTo>
                  <a:lnTo>
                    <a:pt x="354190" y="175031"/>
                  </a:lnTo>
                  <a:lnTo>
                    <a:pt x="352310" y="175412"/>
                  </a:lnTo>
                  <a:lnTo>
                    <a:pt x="350786" y="176555"/>
                  </a:lnTo>
                  <a:lnTo>
                    <a:pt x="350024" y="178079"/>
                  </a:lnTo>
                  <a:lnTo>
                    <a:pt x="349643" y="179603"/>
                  </a:lnTo>
                  <a:lnTo>
                    <a:pt x="350024" y="181483"/>
                  </a:lnTo>
                  <a:lnTo>
                    <a:pt x="350786" y="182994"/>
                  </a:lnTo>
                  <a:lnTo>
                    <a:pt x="352310" y="183756"/>
                  </a:lnTo>
                  <a:lnTo>
                    <a:pt x="354190" y="184137"/>
                  </a:lnTo>
                  <a:lnTo>
                    <a:pt x="356082" y="183756"/>
                  </a:lnTo>
                  <a:lnTo>
                    <a:pt x="357225" y="182994"/>
                  </a:lnTo>
                  <a:lnTo>
                    <a:pt x="358368" y="181483"/>
                  </a:lnTo>
                  <a:lnTo>
                    <a:pt x="358749" y="179603"/>
                  </a:lnTo>
                  <a:close/>
                </a:path>
                <a:path w="725170" h="351789">
                  <a:moveTo>
                    <a:pt x="375450" y="171602"/>
                  </a:moveTo>
                  <a:lnTo>
                    <a:pt x="375081" y="169722"/>
                  </a:lnTo>
                  <a:lnTo>
                    <a:pt x="374332" y="168211"/>
                  </a:lnTo>
                  <a:lnTo>
                    <a:pt x="372808" y="167449"/>
                  </a:lnTo>
                  <a:lnTo>
                    <a:pt x="370903" y="167068"/>
                  </a:lnTo>
                  <a:lnTo>
                    <a:pt x="368998" y="167449"/>
                  </a:lnTo>
                  <a:lnTo>
                    <a:pt x="367474" y="168211"/>
                  </a:lnTo>
                  <a:lnTo>
                    <a:pt x="366331" y="169722"/>
                  </a:lnTo>
                  <a:lnTo>
                    <a:pt x="365950" y="171602"/>
                  </a:lnTo>
                  <a:lnTo>
                    <a:pt x="366331" y="173507"/>
                  </a:lnTo>
                  <a:lnTo>
                    <a:pt x="367474" y="175031"/>
                  </a:lnTo>
                  <a:lnTo>
                    <a:pt x="368998" y="176174"/>
                  </a:lnTo>
                  <a:lnTo>
                    <a:pt x="370903" y="176555"/>
                  </a:lnTo>
                  <a:lnTo>
                    <a:pt x="372808" y="176174"/>
                  </a:lnTo>
                  <a:lnTo>
                    <a:pt x="374332" y="175031"/>
                  </a:lnTo>
                  <a:lnTo>
                    <a:pt x="375081" y="173507"/>
                  </a:lnTo>
                  <a:lnTo>
                    <a:pt x="375450" y="171602"/>
                  </a:lnTo>
                  <a:close/>
                </a:path>
                <a:path w="725170" h="351789">
                  <a:moveTo>
                    <a:pt x="391782" y="164020"/>
                  </a:moveTo>
                  <a:lnTo>
                    <a:pt x="391401" y="162115"/>
                  </a:lnTo>
                  <a:lnTo>
                    <a:pt x="390639" y="160604"/>
                  </a:lnTo>
                  <a:lnTo>
                    <a:pt x="389496" y="159473"/>
                  </a:lnTo>
                  <a:lnTo>
                    <a:pt x="387591" y="159105"/>
                  </a:lnTo>
                  <a:lnTo>
                    <a:pt x="385711" y="159473"/>
                  </a:lnTo>
                  <a:lnTo>
                    <a:pt x="384200" y="160604"/>
                  </a:lnTo>
                  <a:lnTo>
                    <a:pt x="383057" y="162115"/>
                  </a:lnTo>
                  <a:lnTo>
                    <a:pt x="382676" y="164020"/>
                  </a:lnTo>
                  <a:lnTo>
                    <a:pt x="383057" y="165925"/>
                  </a:lnTo>
                  <a:lnTo>
                    <a:pt x="384200" y="167068"/>
                  </a:lnTo>
                  <a:lnTo>
                    <a:pt x="385711" y="167830"/>
                  </a:lnTo>
                  <a:lnTo>
                    <a:pt x="387591" y="168211"/>
                  </a:lnTo>
                  <a:lnTo>
                    <a:pt x="389496" y="167830"/>
                  </a:lnTo>
                  <a:lnTo>
                    <a:pt x="390639" y="167068"/>
                  </a:lnTo>
                  <a:lnTo>
                    <a:pt x="391401" y="165925"/>
                  </a:lnTo>
                  <a:lnTo>
                    <a:pt x="391782" y="164020"/>
                  </a:lnTo>
                  <a:close/>
                </a:path>
                <a:path w="725170" h="351789">
                  <a:moveTo>
                    <a:pt x="408470" y="155676"/>
                  </a:moveTo>
                  <a:lnTo>
                    <a:pt x="408089" y="153771"/>
                  </a:lnTo>
                  <a:lnTo>
                    <a:pt x="407339" y="152628"/>
                  </a:lnTo>
                  <a:lnTo>
                    <a:pt x="405841" y="151866"/>
                  </a:lnTo>
                  <a:lnTo>
                    <a:pt x="403936" y="151485"/>
                  </a:lnTo>
                  <a:lnTo>
                    <a:pt x="402412" y="151866"/>
                  </a:lnTo>
                  <a:lnTo>
                    <a:pt x="400888" y="152628"/>
                  </a:lnTo>
                  <a:lnTo>
                    <a:pt x="399745" y="153771"/>
                  </a:lnTo>
                  <a:lnTo>
                    <a:pt x="399364" y="155676"/>
                  </a:lnTo>
                  <a:lnTo>
                    <a:pt x="399745" y="157581"/>
                  </a:lnTo>
                  <a:lnTo>
                    <a:pt x="400888" y="159105"/>
                  </a:lnTo>
                  <a:lnTo>
                    <a:pt x="402412" y="160223"/>
                  </a:lnTo>
                  <a:lnTo>
                    <a:pt x="403936" y="160604"/>
                  </a:lnTo>
                  <a:lnTo>
                    <a:pt x="405841" y="160223"/>
                  </a:lnTo>
                  <a:lnTo>
                    <a:pt x="407339" y="159105"/>
                  </a:lnTo>
                  <a:lnTo>
                    <a:pt x="408089" y="157581"/>
                  </a:lnTo>
                  <a:lnTo>
                    <a:pt x="408470" y="155676"/>
                  </a:lnTo>
                  <a:close/>
                </a:path>
                <a:path w="725170" h="351789">
                  <a:moveTo>
                    <a:pt x="425196" y="148094"/>
                  </a:moveTo>
                  <a:lnTo>
                    <a:pt x="424815" y="146189"/>
                  </a:lnTo>
                  <a:lnTo>
                    <a:pt x="424053" y="144665"/>
                  </a:lnTo>
                  <a:lnTo>
                    <a:pt x="422529" y="143522"/>
                  </a:lnTo>
                  <a:lnTo>
                    <a:pt x="420624" y="143141"/>
                  </a:lnTo>
                  <a:lnTo>
                    <a:pt x="418719" y="143522"/>
                  </a:lnTo>
                  <a:lnTo>
                    <a:pt x="417233" y="144665"/>
                  </a:lnTo>
                  <a:lnTo>
                    <a:pt x="416471" y="146189"/>
                  </a:lnTo>
                  <a:lnTo>
                    <a:pt x="416090" y="148094"/>
                  </a:lnTo>
                  <a:lnTo>
                    <a:pt x="416471" y="149593"/>
                  </a:lnTo>
                  <a:lnTo>
                    <a:pt x="417233" y="151104"/>
                  </a:lnTo>
                  <a:lnTo>
                    <a:pt x="418719" y="152247"/>
                  </a:lnTo>
                  <a:lnTo>
                    <a:pt x="420624" y="152628"/>
                  </a:lnTo>
                  <a:lnTo>
                    <a:pt x="422529" y="152247"/>
                  </a:lnTo>
                  <a:lnTo>
                    <a:pt x="424053" y="151104"/>
                  </a:lnTo>
                  <a:lnTo>
                    <a:pt x="424815" y="149593"/>
                  </a:lnTo>
                  <a:lnTo>
                    <a:pt x="425196" y="148094"/>
                  </a:lnTo>
                  <a:close/>
                </a:path>
                <a:path w="725170" h="351789">
                  <a:moveTo>
                    <a:pt x="442264" y="139712"/>
                  </a:moveTo>
                  <a:lnTo>
                    <a:pt x="441883" y="138201"/>
                  </a:lnTo>
                  <a:lnTo>
                    <a:pt x="440740" y="136702"/>
                  </a:lnTo>
                  <a:lnTo>
                    <a:pt x="439229" y="135559"/>
                  </a:lnTo>
                  <a:lnTo>
                    <a:pt x="437349" y="135178"/>
                  </a:lnTo>
                  <a:lnTo>
                    <a:pt x="435444" y="135559"/>
                  </a:lnTo>
                  <a:lnTo>
                    <a:pt x="435444" y="135940"/>
                  </a:lnTo>
                  <a:lnTo>
                    <a:pt x="433920" y="136702"/>
                  </a:lnTo>
                  <a:lnTo>
                    <a:pt x="433158" y="138201"/>
                  </a:lnTo>
                  <a:lnTo>
                    <a:pt x="432777" y="139712"/>
                  </a:lnTo>
                  <a:lnTo>
                    <a:pt x="433158" y="141617"/>
                  </a:lnTo>
                  <a:lnTo>
                    <a:pt x="433920" y="143141"/>
                  </a:lnTo>
                  <a:lnTo>
                    <a:pt x="435444" y="144284"/>
                  </a:lnTo>
                  <a:lnTo>
                    <a:pt x="437349" y="144665"/>
                  </a:lnTo>
                  <a:lnTo>
                    <a:pt x="439229" y="144284"/>
                  </a:lnTo>
                  <a:lnTo>
                    <a:pt x="439229" y="143903"/>
                  </a:lnTo>
                  <a:lnTo>
                    <a:pt x="440740" y="143141"/>
                  </a:lnTo>
                  <a:lnTo>
                    <a:pt x="441883" y="141617"/>
                  </a:lnTo>
                  <a:lnTo>
                    <a:pt x="442264" y="139712"/>
                  </a:lnTo>
                  <a:close/>
                </a:path>
                <a:path w="725170" h="351789">
                  <a:moveTo>
                    <a:pt x="458609" y="131749"/>
                  </a:moveTo>
                  <a:lnTo>
                    <a:pt x="458228" y="130225"/>
                  </a:lnTo>
                  <a:lnTo>
                    <a:pt x="457085" y="128714"/>
                  </a:lnTo>
                  <a:lnTo>
                    <a:pt x="455942" y="127571"/>
                  </a:lnTo>
                  <a:lnTo>
                    <a:pt x="454037" y="127203"/>
                  </a:lnTo>
                  <a:lnTo>
                    <a:pt x="452132" y="127571"/>
                  </a:lnTo>
                  <a:lnTo>
                    <a:pt x="450608" y="128714"/>
                  </a:lnTo>
                  <a:lnTo>
                    <a:pt x="449872" y="130225"/>
                  </a:lnTo>
                  <a:lnTo>
                    <a:pt x="449491" y="131749"/>
                  </a:lnTo>
                  <a:lnTo>
                    <a:pt x="449872" y="133654"/>
                  </a:lnTo>
                  <a:lnTo>
                    <a:pt x="450608" y="135178"/>
                  </a:lnTo>
                  <a:lnTo>
                    <a:pt x="452132" y="136321"/>
                  </a:lnTo>
                  <a:lnTo>
                    <a:pt x="454037" y="136702"/>
                  </a:lnTo>
                  <a:lnTo>
                    <a:pt x="455942" y="136321"/>
                  </a:lnTo>
                  <a:lnTo>
                    <a:pt x="457085" y="135178"/>
                  </a:lnTo>
                  <a:lnTo>
                    <a:pt x="458228" y="133654"/>
                  </a:lnTo>
                  <a:lnTo>
                    <a:pt x="458609" y="131749"/>
                  </a:lnTo>
                  <a:close/>
                </a:path>
                <a:path w="725170" h="351789">
                  <a:moveTo>
                    <a:pt x="475297" y="124167"/>
                  </a:moveTo>
                  <a:lnTo>
                    <a:pt x="474916" y="122262"/>
                  </a:lnTo>
                  <a:lnTo>
                    <a:pt x="473773" y="120738"/>
                  </a:lnTo>
                  <a:lnTo>
                    <a:pt x="472249" y="119595"/>
                  </a:lnTo>
                  <a:lnTo>
                    <a:pt x="470382" y="119214"/>
                  </a:lnTo>
                  <a:lnTo>
                    <a:pt x="468858" y="119595"/>
                  </a:lnTo>
                  <a:lnTo>
                    <a:pt x="467334" y="120738"/>
                  </a:lnTo>
                  <a:lnTo>
                    <a:pt x="466572" y="122262"/>
                  </a:lnTo>
                  <a:lnTo>
                    <a:pt x="466191" y="124167"/>
                  </a:lnTo>
                  <a:lnTo>
                    <a:pt x="466572" y="126072"/>
                  </a:lnTo>
                  <a:lnTo>
                    <a:pt x="467334" y="127203"/>
                  </a:lnTo>
                  <a:lnTo>
                    <a:pt x="468858" y="127952"/>
                  </a:lnTo>
                  <a:lnTo>
                    <a:pt x="470382" y="128333"/>
                  </a:lnTo>
                  <a:lnTo>
                    <a:pt x="472249" y="127952"/>
                  </a:lnTo>
                  <a:lnTo>
                    <a:pt x="473773" y="127203"/>
                  </a:lnTo>
                  <a:lnTo>
                    <a:pt x="474916" y="126072"/>
                  </a:lnTo>
                  <a:lnTo>
                    <a:pt x="475297" y="124167"/>
                  </a:lnTo>
                  <a:close/>
                </a:path>
                <a:path w="725170" h="351789">
                  <a:moveTo>
                    <a:pt x="492010" y="115824"/>
                  </a:moveTo>
                  <a:lnTo>
                    <a:pt x="491642" y="113919"/>
                  </a:lnTo>
                  <a:lnTo>
                    <a:pt x="490499" y="112776"/>
                  </a:lnTo>
                  <a:lnTo>
                    <a:pt x="488975" y="112014"/>
                  </a:lnTo>
                  <a:lnTo>
                    <a:pt x="487070" y="111633"/>
                  </a:lnTo>
                  <a:lnTo>
                    <a:pt x="485165" y="112014"/>
                  </a:lnTo>
                  <a:lnTo>
                    <a:pt x="484009" y="113157"/>
                  </a:lnTo>
                  <a:lnTo>
                    <a:pt x="482879" y="113919"/>
                  </a:lnTo>
                  <a:lnTo>
                    <a:pt x="482879" y="117703"/>
                  </a:lnTo>
                  <a:lnTo>
                    <a:pt x="484009" y="119214"/>
                  </a:lnTo>
                  <a:lnTo>
                    <a:pt x="485533" y="120357"/>
                  </a:lnTo>
                  <a:lnTo>
                    <a:pt x="487070" y="120738"/>
                  </a:lnTo>
                  <a:lnTo>
                    <a:pt x="488975" y="120357"/>
                  </a:lnTo>
                  <a:lnTo>
                    <a:pt x="490499" y="119214"/>
                  </a:lnTo>
                  <a:lnTo>
                    <a:pt x="491642" y="117703"/>
                  </a:lnTo>
                  <a:lnTo>
                    <a:pt x="492010" y="115824"/>
                  </a:lnTo>
                  <a:close/>
                </a:path>
                <a:path w="725170" h="351789">
                  <a:moveTo>
                    <a:pt x="508711" y="108204"/>
                  </a:moveTo>
                  <a:lnTo>
                    <a:pt x="508330" y="106337"/>
                  </a:lnTo>
                  <a:lnTo>
                    <a:pt x="507187" y="104813"/>
                  </a:lnTo>
                  <a:lnTo>
                    <a:pt x="505663" y="103670"/>
                  </a:lnTo>
                  <a:lnTo>
                    <a:pt x="504126" y="103289"/>
                  </a:lnTo>
                  <a:lnTo>
                    <a:pt x="502272" y="103670"/>
                  </a:lnTo>
                  <a:lnTo>
                    <a:pt x="500748" y="104813"/>
                  </a:lnTo>
                  <a:lnTo>
                    <a:pt x="499605" y="106337"/>
                  </a:lnTo>
                  <a:lnTo>
                    <a:pt x="499211" y="108204"/>
                  </a:lnTo>
                  <a:lnTo>
                    <a:pt x="499605" y="110109"/>
                  </a:lnTo>
                  <a:lnTo>
                    <a:pt x="500748" y="111633"/>
                  </a:lnTo>
                  <a:lnTo>
                    <a:pt x="502272" y="112395"/>
                  </a:lnTo>
                  <a:lnTo>
                    <a:pt x="504126" y="112776"/>
                  </a:lnTo>
                  <a:lnTo>
                    <a:pt x="506044" y="112395"/>
                  </a:lnTo>
                  <a:lnTo>
                    <a:pt x="507187" y="111633"/>
                  </a:lnTo>
                  <a:lnTo>
                    <a:pt x="508330" y="110109"/>
                  </a:lnTo>
                  <a:lnTo>
                    <a:pt x="508711" y="108204"/>
                  </a:lnTo>
                  <a:close/>
                </a:path>
                <a:path w="725170" h="351789">
                  <a:moveTo>
                    <a:pt x="525030" y="99860"/>
                  </a:moveTo>
                  <a:lnTo>
                    <a:pt x="524649" y="98336"/>
                  </a:lnTo>
                  <a:lnTo>
                    <a:pt x="523913" y="96824"/>
                  </a:lnTo>
                  <a:lnTo>
                    <a:pt x="522770" y="96062"/>
                  </a:lnTo>
                  <a:lnTo>
                    <a:pt x="520865" y="95694"/>
                  </a:lnTo>
                  <a:lnTo>
                    <a:pt x="518960" y="96062"/>
                  </a:lnTo>
                  <a:lnTo>
                    <a:pt x="517436" y="96824"/>
                  </a:lnTo>
                  <a:lnTo>
                    <a:pt x="516280" y="98336"/>
                  </a:lnTo>
                  <a:lnTo>
                    <a:pt x="515912" y="99860"/>
                  </a:lnTo>
                  <a:lnTo>
                    <a:pt x="516280" y="101765"/>
                  </a:lnTo>
                  <a:lnTo>
                    <a:pt x="517436" y="103289"/>
                  </a:lnTo>
                  <a:lnTo>
                    <a:pt x="518960" y="104432"/>
                  </a:lnTo>
                  <a:lnTo>
                    <a:pt x="520865" y="104813"/>
                  </a:lnTo>
                  <a:lnTo>
                    <a:pt x="522770" y="104432"/>
                  </a:lnTo>
                  <a:lnTo>
                    <a:pt x="523913" y="103289"/>
                  </a:lnTo>
                  <a:lnTo>
                    <a:pt x="524649" y="101765"/>
                  </a:lnTo>
                  <a:lnTo>
                    <a:pt x="525030" y="99860"/>
                  </a:lnTo>
                  <a:close/>
                </a:path>
                <a:path w="725170" h="351789">
                  <a:moveTo>
                    <a:pt x="541743" y="92278"/>
                  </a:moveTo>
                  <a:lnTo>
                    <a:pt x="541362" y="90373"/>
                  </a:lnTo>
                  <a:lnTo>
                    <a:pt x="540600" y="88849"/>
                  </a:lnTo>
                  <a:lnTo>
                    <a:pt x="539076" y="87706"/>
                  </a:lnTo>
                  <a:lnTo>
                    <a:pt x="537159" y="87325"/>
                  </a:lnTo>
                  <a:lnTo>
                    <a:pt x="535635" y="87706"/>
                  </a:lnTo>
                  <a:lnTo>
                    <a:pt x="534162" y="88849"/>
                  </a:lnTo>
                  <a:lnTo>
                    <a:pt x="533006" y="90373"/>
                  </a:lnTo>
                  <a:lnTo>
                    <a:pt x="532638" y="92278"/>
                  </a:lnTo>
                  <a:lnTo>
                    <a:pt x="533006" y="93802"/>
                  </a:lnTo>
                  <a:lnTo>
                    <a:pt x="534162" y="95313"/>
                  </a:lnTo>
                  <a:lnTo>
                    <a:pt x="535635" y="96443"/>
                  </a:lnTo>
                  <a:lnTo>
                    <a:pt x="537159" y="96824"/>
                  </a:lnTo>
                  <a:lnTo>
                    <a:pt x="539076" y="96443"/>
                  </a:lnTo>
                  <a:lnTo>
                    <a:pt x="540600" y="95313"/>
                  </a:lnTo>
                  <a:lnTo>
                    <a:pt x="541362" y="93802"/>
                  </a:lnTo>
                  <a:lnTo>
                    <a:pt x="541743" y="92278"/>
                  </a:lnTo>
                  <a:close/>
                </a:path>
                <a:path w="725170" h="351789">
                  <a:moveTo>
                    <a:pt x="558431" y="84302"/>
                  </a:moveTo>
                  <a:lnTo>
                    <a:pt x="558050" y="82410"/>
                  </a:lnTo>
                  <a:lnTo>
                    <a:pt x="557288" y="80886"/>
                  </a:lnTo>
                  <a:lnTo>
                    <a:pt x="555802" y="80124"/>
                  </a:lnTo>
                  <a:lnTo>
                    <a:pt x="553897" y="79743"/>
                  </a:lnTo>
                  <a:lnTo>
                    <a:pt x="551992" y="80124"/>
                  </a:lnTo>
                  <a:lnTo>
                    <a:pt x="550468" y="80886"/>
                  </a:lnTo>
                  <a:lnTo>
                    <a:pt x="549313" y="82410"/>
                  </a:lnTo>
                  <a:lnTo>
                    <a:pt x="549313" y="86194"/>
                  </a:lnTo>
                  <a:lnTo>
                    <a:pt x="550468" y="87325"/>
                  </a:lnTo>
                  <a:lnTo>
                    <a:pt x="551992" y="88468"/>
                  </a:lnTo>
                  <a:lnTo>
                    <a:pt x="553897" y="88849"/>
                  </a:lnTo>
                  <a:lnTo>
                    <a:pt x="555802" y="88468"/>
                  </a:lnTo>
                  <a:lnTo>
                    <a:pt x="557288" y="87325"/>
                  </a:lnTo>
                  <a:lnTo>
                    <a:pt x="558050" y="86194"/>
                  </a:lnTo>
                  <a:lnTo>
                    <a:pt x="558431" y="84302"/>
                  </a:lnTo>
                  <a:close/>
                </a:path>
                <a:path w="725170" h="351789">
                  <a:moveTo>
                    <a:pt x="575157" y="75946"/>
                  </a:moveTo>
                  <a:lnTo>
                    <a:pt x="574776" y="74434"/>
                  </a:lnTo>
                  <a:lnTo>
                    <a:pt x="574014" y="73304"/>
                  </a:lnTo>
                  <a:lnTo>
                    <a:pt x="572490" y="72161"/>
                  </a:lnTo>
                  <a:lnTo>
                    <a:pt x="570585" y="71780"/>
                  </a:lnTo>
                  <a:lnTo>
                    <a:pt x="568680" y="72161"/>
                  </a:lnTo>
                  <a:lnTo>
                    <a:pt x="567182" y="73304"/>
                  </a:lnTo>
                  <a:lnTo>
                    <a:pt x="566051" y="74434"/>
                  </a:lnTo>
                  <a:lnTo>
                    <a:pt x="565670" y="75946"/>
                  </a:lnTo>
                  <a:lnTo>
                    <a:pt x="566051" y="77838"/>
                  </a:lnTo>
                  <a:lnTo>
                    <a:pt x="567182" y="79362"/>
                  </a:lnTo>
                  <a:lnTo>
                    <a:pt x="568680" y="80505"/>
                  </a:lnTo>
                  <a:lnTo>
                    <a:pt x="570585" y="80886"/>
                  </a:lnTo>
                  <a:lnTo>
                    <a:pt x="572490" y="80505"/>
                  </a:lnTo>
                  <a:lnTo>
                    <a:pt x="574014" y="79362"/>
                  </a:lnTo>
                  <a:lnTo>
                    <a:pt x="574776" y="77838"/>
                  </a:lnTo>
                  <a:lnTo>
                    <a:pt x="575157" y="75946"/>
                  </a:lnTo>
                  <a:close/>
                </a:path>
                <a:path w="725170" h="351789">
                  <a:moveTo>
                    <a:pt x="591845" y="68351"/>
                  </a:moveTo>
                  <a:lnTo>
                    <a:pt x="591464" y="66446"/>
                  </a:lnTo>
                  <a:lnTo>
                    <a:pt x="590321" y="64935"/>
                  </a:lnTo>
                  <a:lnTo>
                    <a:pt x="588810" y="63804"/>
                  </a:lnTo>
                  <a:lnTo>
                    <a:pt x="587311" y="63411"/>
                  </a:lnTo>
                  <a:lnTo>
                    <a:pt x="585406" y="63804"/>
                  </a:lnTo>
                  <a:lnTo>
                    <a:pt x="583882" y="64935"/>
                  </a:lnTo>
                  <a:lnTo>
                    <a:pt x="583120" y="66446"/>
                  </a:lnTo>
                  <a:lnTo>
                    <a:pt x="582739" y="68351"/>
                  </a:lnTo>
                  <a:lnTo>
                    <a:pt x="583120" y="70256"/>
                  </a:lnTo>
                  <a:lnTo>
                    <a:pt x="583882" y="71780"/>
                  </a:lnTo>
                  <a:lnTo>
                    <a:pt x="585406" y="72542"/>
                  </a:lnTo>
                  <a:lnTo>
                    <a:pt x="587311" y="72923"/>
                  </a:lnTo>
                  <a:lnTo>
                    <a:pt x="588810" y="72542"/>
                  </a:lnTo>
                  <a:lnTo>
                    <a:pt x="590321" y="71780"/>
                  </a:lnTo>
                  <a:lnTo>
                    <a:pt x="591464" y="70256"/>
                  </a:lnTo>
                  <a:lnTo>
                    <a:pt x="591845" y="68351"/>
                  </a:lnTo>
                  <a:close/>
                </a:path>
                <a:path w="725170" h="351789">
                  <a:moveTo>
                    <a:pt x="608571" y="60007"/>
                  </a:moveTo>
                  <a:lnTo>
                    <a:pt x="608190" y="58483"/>
                  </a:lnTo>
                  <a:lnTo>
                    <a:pt x="607047" y="57340"/>
                  </a:lnTo>
                  <a:lnTo>
                    <a:pt x="605523" y="56197"/>
                  </a:lnTo>
                  <a:lnTo>
                    <a:pt x="603618" y="55816"/>
                  </a:lnTo>
                  <a:lnTo>
                    <a:pt x="602094" y="56197"/>
                  </a:lnTo>
                  <a:lnTo>
                    <a:pt x="600570" y="57340"/>
                  </a:lnTo>
                  <a:lnTo>
                    <a:pt x="599808" y="58483"/>
                  </a:lnTo>
                  <a:lnTo>
                    <a:pt x="599440" y="60007"/>
                  </a:lnTo>
                  <a:lnTo>
                    <a:pt x="599808" y="61912"/>
                  </a:lnTo>
                  <a:lnTo>
                    <a:pt x="600570" y="63411"/>
                  </a:lnTo>
                  <a:lnTo>
                    <a:pt x="602094" y="64554"/>
                  </a:lnTo>
                  <a:lnTo>
                    <a:pt x="603618" y="64935"/>
                  </a:lnTo>
                  <a:lnTo>
                    <a:pt x="605523" y="64554"/>
                  </a:lnTo>
                  <a:lnTo>
                    <a:pt x="607047" y="63411"/>
                  </a:lnTo>
                  <a:lnTo>
                    <a:pt x="608190" y="61912"/>
                  </a:lnTo>
                  <a:lnTo>
                    <a:pt x="608571" y="60007"/>
                  </a:lnTo>
                  <a:close/>
                </a:path>
                <a:path w="725170" h="351789">
                  <a:moveTo>
                    <a:pt x="625259" y="52425"/>
                  </a:moveTo>
                  <a:lnTo>
                    <a:pt x="624878" y="50520"/>
                  </a:lnTo>
                  <a:lnTo>
                    <a:pt x="623735" y="48996"/>
                  </a:lnTo>
                  <a:lnTo>
                    <a:pt x="622211" y="47853"/>
                  </a:lnTo>
                  <a:lnTo>
                    <a:pt x="620344" y="47472"/>
                  </a:lnTo>
                  <a:lnTo>
                    <a:pt x="618439" y="47853"/>
                  </a:lnTo>
                  <a:lnTo>
                    <a:pt x="616915" y="48996"/>
                  </a:lnTo>
                  <a:lnTo>
                    <a:pt x="616153" y="50520"/>
                  </a:lnTo>
                  <a:lnTo>
                    <a:pt x="615772" y="52425"/>
                  </a:lnTo>
                  <a:lnTo>
                    <a:pt x="616153" y="54305"/>
                  </a:lnTo>
                  <a:lnTo>
                    <a:pt x="616915" y="55816"/>
                  </a:lnTo>
                  <a:lnTo>
                    <a:pt x="618439" y="56578"/>
                  </a:lnTo>
                  <a:lnTo>
                    <a:pt x="620344" y="56959"/>
                  </a:lnTo>
                  <a:lnTo>
                    <a:pt x="622211" y="56578"/>
                  </a:lnTo>
                  <a:lnTo>
                    <a:pt x="623735" y="55816"/>
                  </a:lnTo>
                  <a:lnTo>
                    <a:pt x="624878" y="54305"/>
                  </a:lnTo>
                  <a:lnTo>
                    <a:pt x="625259" y="52425"/>
                  </a:lnTo>
                  <a:close/>
                </a:path>
                <a:path w="725170" h="351789">
                  <a:moveTo>
                    <a:pt x="641972" y="44424"/>
                  </a:moveTo>
                  <a:lnTo>
                    <a:pt x="641591" y="42532"/>
                  </a:lnTo>
                  <a:lnTo>
                    <a:pt x="640461" y="41033"/>
                  </a:lnTo>
                  <a:lnTo>
                    <a:pt x="638937" y="40271"/>
                  </a:lnTo>
                  <a:lnTo>
                    <a:pt x="637032" y="39890"/>
                  </a:lnTo>
                  <a:lnTo>
                    <a:pt x="635127" y="40271"/>
                  </a:lnTo>
                  <a:lnTo>
                    <a:pt x="633984" y="41033"/>
                  </a:lnTo>
                  <a:lnTo>
                    <a:pt x="632841" y="42532"/>
                  </a:lnTo>
                  <a:lnTo>
                    <a:pt x="632460" y="44424"/>
                  </a:lnTo>
                  <a:lnTo>
                    <a:pt x="632841" y="46329"/>
                  </a:lnTo>
                  <a:lnTo>
                    <a:pt x="633984" y="47472"/>
                  </a:lnTo>
                  <a:lnTo>
                    <a:pt x="635508" y="48615"/>
                  </a:lnTo>
                  <a:lnTo>
                    <a:pt x="637032" y="48996"/>
                  </a:lnTo>
                  <a:lnTo>
                    <a:pt x="638937" y="48615"/>
                  </a:lnTo>
                  <a:lnTo>
                    <a:pt x="640461" y="47472"/>
                  </a:lnTo>
                  <a:lnTo>
                    <a:pt x="641591" y="46329"/>
                  </a:lnTo>
                  <a:lnTo>
                    <a:pt x="641972" y="44424"/>
                  </a:lnTo>
                  <a:close/>
                </a:path>
                <a:path w="725170" h="351789">
                  <a:moveTo>
                    <a:pt x="658291" y="36461"/>
                  </a:moveTo>
                  <a:lnTo>
                    <a:pt x="657910" y="34556"/>
                  </a:lnTo>
                  <a:lnTo>
                    <a:pt x="656767" y="33413"/>
                  </a:lnTo>
                  <a:lnTo>
                    <a:pt x="655243" y="32296"/>
                  </a:lnTo>
                  <a:lnTo>
                    <a:pt x="654100" y="31902"/>
                  </a:lnTo>
                  <a:lnTo>
                    <a:pt x="652221" y="32296"/>
                  </a:lnTo>
                  <a:lnTo>
                    <a:pt x="650709" y="33413"/>
                  </a:lnTo>
                  <a:lnTo>
                    <a:pt x="649566" y="34556"/>
                  </a:lnTo>
                  <a:lnTo>
                    <a:pt x="649185" y="36461"/>
                  </a:lnTo>
                  <a:lnTo>
                    <a:pt x="649566" y="38366"/>
                  </a:lnTo>
                  <a:lnTo>
                    <a:pt x="650709" y="39509"/>
                  </a:lnTo>
                  <a:lnTo>
                    <a:pt x="652221" y="40652"/>
                  </a:lnTo>
                  <a:lnTo>
                    <a:pt x="654100" y="41033"/>
                  </a:lnTo>
                  <a:lnTo>
                    <a:pt x="655624" y="40652"/>
                  </a:lnTo>
                  <a:lnTo>
                    <a:pt x="657910" y="38366"/>
                  </a:lnTo>
                  <a:lnTo>
                    <a:pt x="658291" y="36461"/>
                  </a:lnTo>
                  <a:close/>
                </a:path>
                <a:path w="725170" h="351789">
                  <a:moveTo>
                    <a:pt x="674979" y="28498"/>
                  </a:moveTo>
                  <a:lnTo>
                    <a:pt x="674598" y="26593"/>
                  </a:lnTo>
                  <a:lnTo>
                    <a:pt x="673849" y="25069"/>
                  </a:lnTo>
                  <a:lnTo>
                    <a:pt x="672350" y="24307"/>
                  </a:lnTo>
                  <a:lnTo>
                    <a:pt x="670445" y="23926"/>
                  </a:lnTo>
                  <a:lnTo>
                    <a:pt x="668540" y="24307"/>
                  </a:lnTo>
                  <a:lnTo>
                    <a:pt x="667397" y="25069"/>
                  </a:lnTo>
                  <a:lnTo>
                    <a:pt x="666254" y="26593"/>
                  </a:lnTo>
                  <a:lnTo>
                    <a:pt x="665873" y="28498"/>
                  </a:lnTo>
                  <a:lnTo>
                    <a:pt x="666254" y="30403"/>
                  </a:lnTo>
                  <a:lnTo>
                    <a:pt x="667397" y="31902"/>
                  </a:lnTo>
                  <a:lnTo>
                    <a:pt x="668540" y="33032"/>
                  </a:lnTo>
                  <a:lnTo>
                    <a:pt x="670445" y="33413"/>
                  </a:lnTo>
                  <a:lnTo>
                    <a:pt x="672350" y="33032"/>
                  </a:lnTo>
                  <a:lnTo>
                    <a:pt x="673849" y="31902"/>
                  </a:lnTo>
                  <a:lnTo>
                    <a:pt x="674598" y="30403"/>
                  </a:lnTo>
                  <a:lnTo>
                    <a:pt x="674979" y="28498"/>
                  </a:lnTo>
                  <a:close/>
                </a:path>
                <a:path w="725170" h="351789">
                  <a:moveTo>
                    <a:pt x="691705" y="20535"/>
                  </a:moveTo>
                  <a:lnTo>
                    <a:pt x="691324" y="19011"/>
                  </a:lnTo>
                  <a:lnTo>
                    <a:pt x="690562" y="17487"/>
                  </a:lnTo>
                  <a:lnTo>
                    <a:pt x="689038" y="16344"/>
                  </a:lnTo>
                  <a:lnTo>
                    <a:pt x="687133" y="15963"/>
                  </a:lnTo>
                  <a:lnTo>
                    <a:pt x="685228" y="16344"/>
                  </a:lnTo>
                  <a:lnTo>
                    <a:pt x="683742" y="17487"/>
                  </a:lnTo>
                  <a:lnTo>
                    <a:pt x="682599" y="19011"/>
                  </a:lnTo>
                  <a:lnTo>
                    <a:pt x="682218" y="20535"/>
                  </a:lnTo>
                  <a:lnTo>
                    <a:pt x="682599" y="22034"/>
                  </a:lnTo>
                  <a:lnTo>
                    <a:pt x="683742" y="23545"/>
                  </a:lnTo>
                  <a:lnTo>
                    <a:pt x="685228" y="24688"/>
                  </a:lnTo>
                  <a:lnTo>
                    <a:pt x="687133" y="25069"/>
                  </a:lnTo>
                  <a:lnTo>
                    <a:pt x="689038" y="24688"/>
                  </a:lnTo>
                  <a:lnTo>
                    <a:pt x="690562" y="23545"/>
                  </a:lnTo>
                  <a:lnTo>
                    <a:pt x="691324" y="22034"/>
                  </a:lnTo>
                  <a:lnTo>
                    <a:pt x="691705" y="20535"/>
                  </a:lnTo>
                  <a:close/>
                </a:path>
                <a:path w="725170" h="351789">
                  <a:moveTo>
                    <a:pt x="708012" y="10642"/>
                  </a:moveTo>
                  <a:lnTo>
                    <a:pt x="707250" y="9144"/>
                  </a:lnTo>
                  <a:lnTo>
                    <a:pt x="705751" y="8001"/>
                  </a:lnTo>
                  <a:lnTo>
                    <a:pt x="703859" y="7620"/>
                  </a:lnTo>
                  <a:lnTo>
                    <a:pt x="701954" y="8001"/>
                  </a:lnTo>
                  <a:lnTo>
                    <a:pt x="700430" y="9144"/>
                  </a:lnTo>
                  <a:lnTo>
                    <a:pt x="699287" y="10642"/>
                  </a:lnTo>
                  <a:lnTo>
                    <a:pt x="698906" y="12534"/>
                  </a:lnTo>
                  <a:lnTo>
                    <a:pt x="699287" y="14439"/>
                  </a:lnTo>
                  <a:lnTo>
                    <a:pt x="700430" y="15963"/>
                  </a:lnTo>
                  <a:lnTo>
                    <a:pt x="701954" y="16725"/>
                  </a:lnTo>
                  <a:lnTo>
                    <a:pt x="703859" y="17106"/>
                  </a:lnTo>
                  <a:lnTo>
                    <a:pt x="705751" y="16725"/>
                  </a:lnTo>
                  <a:lnTo>
                    <a:pt x="707250" y="15963"/>
                  </a:lnTo>
                  <a:lnTo>
                    <a:pt x="708012" y="14439"/>
                  </a:lnTo>
                  <a:lnTo>
                    <a:pt x="708012" y="10642"/>
                  </a:lnTo>
                  <a:close/>
                </a:path>
                <a:path w="725170" h="351789">
                  <a:moveTo>
                    <a:pt x="724738" y="4572"/>
                  </a:moveTo>
                  <a:lnTo>
                    <a:pt x="724357" y="3048"/>
                  </a:lnTo>
                  <a:lnTo>
                    <a:pt x="723595" y="1524"/>
                  </a:lnTo>
                  <a:lnTo>
                    <a:pt x="722071" y="393"/>
                  </a:lnTo>
                  <a:lnTo>
                    <a:pt x="720547" y="0"/>
                  </a:lnTo>
                  <a:lnTo>
                    <a:pt x="718642" y="393"/>
                  </a:lnTo>
                  <a:lnTo>
                    <a:pt x="717118" y="1524"/>
                  </a:lnTo>
                  <a:lnTo>
                    <a:pt x="716000" y="3048"/>
                  </a:lnTo>
                  <a:lnTo>
                    <a:pt x="715632" y="4572"/>
                  </a:lnTo>
                  <a:lnTo>
                    <a:pt x="716000" y="6477"/>
                  </a:lnTo>
                  <a:lnTo>
                    <a:pt x="717118" y="7620"/>
                  </a:lnTo>
                  <a:lnTo>
                    <a:pt x="718642" y="8763"/>
                  </a:lnTo>
                  <a:lnTo>
                    <a:pt x="720547" y="9144"/>
                  </a:lnTo>
                  <a:lnTo>
                    <a:pt x="722071" y="8763"/>
                  </a:lnTo>
                  <a:lnTo>
                    <a:pt x="723595" y="7620"/>
                  </a:lnTo>
                  <a:lnTo>
                    <a:pt x="724357" y="6477"/>
                  </a:lnTo>
                  <a:lnTo>
                    <a:pt x="724738" y="45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/>
          <p:nvPr/>
        </p:nvSpPr>
        <p:spPr>
          <a:xfrm>
            <a:off x="3781533" y="2523591"/>
            <a:ext cx="0" cy="525780"/>
          </a:xfrm>
          <a:custGeom>
            <a:avLst/>
            <a:gdLst/>
            <a:ahLst/>
            <a:cxnLst/>
            <a:rect l="l" t="t" r="r" b="b"/>
            <a:pathLst>
              <a:path w="0" h="525780">
                <a:moveTo>
                  <a:pt x="0" y="0"/>
                </a:moveTo>
                <a:lnTo>
                  <a:pt x="0" y="525424"/>
                </a:lnTo>
              </a:path>
            </a:pathLst>
          </a:custGeom>
          <a:ln w="9105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grpSp>
        <p:nvGrpSpPr>
          <p:cNvPr id="25" name="object 25" descr=""/>
          <p:cNvGrpSpPr/>
          <p:nvPr/>
        </p:nvGrpSpPr>
        <p:grpSpPr>
          <a:xfrm>
            <a:off x="4090580" y="2523591"/>
            <a:ext cx="2371725" cy="549910"/>
            <a:chOff x="4090580" y="2523591"/>
            <a:chExt cx="2371725" cy="549910"/>
          </a:xfrm>
        </p:grpSpPr>
        <p:sp>
          <p:nvSpPr>
            <p:cNvPr id="26" name="object 26" descr=""/>
            <p:cNvSpPr/>
            <p:nvPr/>
          </p:nvSpPr>
          <p:spPr>
            <a:xfrm>
              <a:off x="4090581" y="2523591"/>
              <a:ext cx="1027430" cy="548640"/>
            </a:xfrm>
            <a:custGeom>
              <a:avLst/>
              <a:gdLst/>
              <a:ahLst/>
              <a:cxnLst/>
              <a:rect l="l" t="t" r="r" b="b"/>
              <a:pathLst>
                <a:path w="1027429" h="548639">
                  <a:moveTo>
                    <a:pt x="9105" y="21259"/>
                  </a:moveTo>
                  <a:lnTo>
                    <a:pt x="8724" y="19735"/>
                  </a:lnTo>
                  <a:lnTo>
                    <a:pt x="7962" y="18211"/>
                  </a:lnTo>
                  <a:lnTo>
                    <a:pt x="6438" y="17068"/>
                  </a:lnTo>
                  <a:lnTo>
                    <a:pt x="4914" y="16687"/>
                  </a:lnTo>
                  <a:lnTo>
                    <a:pt x="3009" y="17068"/>
                  </a:lnTo>
                  <a:lnTo>
                    <a:pt x="1524" y="18211"/>
                  </a:lnTo>
                  <a:lnTo>
                    <a:pt x="381" y="19735"/>
                  </a:lnTo>
                  <a:lnTo>
                    <a:pt x="0" y="21259"/>
                  </a:lnTo>
                  <a:lnTo>
                    <a:pt x="381" y="23164"/>
                  </a:lnTo>
                  <a:lnTo>
                    <a:pt x="1524" y="24295"/>
                  </a:lnTo>
                  <a:lnTo>
                    <a:pt x="3009" y="25412"/>
                  </a:lnTo>
                  <a:lnTo>
                    <a:pt x="4914" y="25806"/>
                  </a:lnTo>
                  <a:lnTo>
                    <a:pt x="6438" y="25412"/>
                  </a:lnTo>
                  <a:lnTo>
                    <a:pt x="7962" y="24295"/>
                  </a:lnTo>
                  <a:lnTo>
                    <a:pt x="8724" y="23164"/>
                  </a:lnTo>
                  <a:lnTo>
                    <a:pt x="9105" y="21259"/>
                  </a:lnTo>
                  <a:close/>
                </a:path>
                <a:path w="1027429" h="548639">
                  <a:moveTo>
                    <a:pt x="25793" y="29984"/>
                  </a:moveTo>
                  <a:lnTo>
                    <a:pt x="25412" y="28079"/>
                  </a:lnTo>
                  <a:lnTo>
                    <a:pt x="24269" y="26555"/>
                  </a:lnTo>
                  <a:lnTo>
                    <a:pt x="22783" y="25412"/>
                  </a:lnTo>
                  <a:lnTo>
                    <a:pt x="20878" y="25044"/>
                  </a:lnTo>
                  <a:lnTo>
                    <a:pt x="19354" y="25412"/>
                  </a:lnTo>
                  <a:lnTo>
                    <a:pt x="18211" y="26555"/>
                  </a:lnTo>
                  <a:lnTo>
                    <a:pt x="17068" y="28079"/>
                  </a:lnTo>
                  <a:lnTo>
                    <a:pt x="16687" y="29603"/>
                  </a:lnTo>
                  <a:lnTo>
                    <a:pt x="17068" y="31508"/>
                  </a:lnTo>
                  <a:lnTo>
                    <a:pt x="18211" y="33032"/>
                  </a:lnTo>
                  <a:lnTo>
                    <a:pt x="18973" y="34175"/>
                  </a:lnTo>
                  <a:lnTo>
                    <a:pt x="20878" y="34556"/>
                  </a:lnTo>
                  <a:lnTo>
                    <a:pt x="22783" y="34175"/>
                  </a:lnTo>
                  <a:lnTo>
                    <a:pt x="24269" y="33032"/>
                  </a:lnTo>
                  <a:lnTo>
                    <a:pt x="25412" y="31508"/>
                  </a:lnTo>
                  <a:lnTo>
                    <a:pt x="25793" y="29984"/>
                  </a:lnTo>
                  <a:close/>
                </a:path>
                <a:path w="1027429" h="548639">
                  <a:moveTo>
                    <a:pt x="42138" y="37947"/>
                  </a:moveTo>
                  <a:lnTo>
                    <a:pt x="41757" y="36055"/>
                  </a:lnTo>
                  <a:lnTo>
                    <a:pt x="40995" y="34937"/>
                  </a:lnTo>
                  <a:lnTo>
                    <a:pt x="39471" y="34175"/>
                  </a:lnTo>
                  <a:lnTo>
                    <a:pt x="37566" y="33794"/>
                  </a:lnTo>
                  <a:lnTo>
                    <a:pt x="35661" y="34175"/>
                  </a:lnTo>
                  <a:lnTo>
                    <a:pt x="34163" y="34937"/>
                  </a:lnTo>
                  <a:lnTo>
                    <a:pt x="33032" y="36055"/>
                  </a:lnTo>
                  <a:lnTo>
                    <a:pt x="32651" y="37947"/>
                  </a:lnTo>
                  <a:lnTo>
                    <a:pt x="33032" y="39852"/>
                  </a:lnTo>
                  <a:lnTo>
                    <a:pt x="34163" y="41376"/>
                  </a:lnTo>
                  <a:lnTo>
                    <a:pt x="35661" y="42519"/>
                  </a:lnTo>
                  <a:lnTo>
                    <a:pt x="37566" y="42900"/>
                  </a:lnTo>
                  <a:lnTo>
                    <a:pt x="39471" y="42519"/>
                  </a:lnTo>
                  <a:lnTo>
                    <a:pt x="40995" y="41376"/>
                  </a:lnTo>
                  <a:lnTo>
                    <a:pt x="41757" y="39852"/>
                  </a:lnTo>
                  <a:lnTo>
                    <a:pt x="42138" y="37947"/>
                  </a:lnTo>
                  <a:close/>
                </a:path>
                <a:path w="1027429" h="548639">
                  <a:moveTo>
                    <a:pt x="58445" y="46685"/>
                  </a:moveTo>
                  <a:lnTo>
                    <a:pt x="58064" y="44805"/>
                  </a:lnTo>
                  <a:lnTo>
                    <a:pt x="57302" y="43281"/>
                  </a:lnTo>
                  <a:lnTo>
                    <a:pt x="55803" y="42519"/>
                  </a:lnTo>
                  <a:lnTo>
                    <a:pt x="53911" y="42138"/>
                  </a:lnTo>
                  <a:lnTo>
                    <a:pt x="52387" y="42519"/>
                  </a:lnTo>
                  <a:lnTo>
                    <a:pt x="50863" y="43281"/>
                  </a:lnTo>
                  <a:lnTo>
                    <a:pt x="49720" y="44805"/>
                  </a:lnTo>
                  <a:lnTo>
                    <a:pt x="49339" y="46685"/>
                  </a:lnTo>
                  <a:lnTo>
                    <a:pt x="49720" y="48196"/>
                  </a:lnTo>
                  <a:lnTo>
                    <a:pt x="50863" y="49720"/>
                  </a:lnTo>
                  <a:lnTo>
                    <a:pt x="52006" y="50863"/>
                  </a:lnTo>
                  <a:lnTo>
                    <a:pt x="53911" y="51244"/>
                  </a:lnTo>
                  <a:lnTo>
                    <a:pt x="55803" y="50863"/>
                  </a:lnTo>
                  <a:lnTo>
                    <a:pt x="57302" y="49720"/>
                  </a:lnTo>
                  <a:lnTo>
                    <a:pt x="58064" y="48196"/>
                  </a:lnTo>
                  <a:lnTo>
                    <a:pt x="58445" y="46685"/>
                  </a:lnTo>
                  <a:close/>
                </a:path>
                <a:path w="1027429" h="548639">
                  <a:moveTo>
                    <a:pt x="74790" y="55054"/>
                  </a:moveTo>
                  <a:lnTo>
                    <a:pt x="74409" y="53149"/>
                  </a:lnTo>
                  <a:lnTo>
                    <a:pt x="73647" y="51625"/>
                  </a:lnTo>
                  <a:lnTo>
                    <a:pt x="72123" y="50482"/>
                  </a:lnTo>
                  <a:lnTo>
                    <a:pt x="70599" y="50101"/>
                  </a:lnTo>
                  <a:lnTo>
                    <a:pt x="68694" y="50482"/>
                  </a:lnTo>
                  <a:lnTo>
                    <a:pt x="67170" y="51625"/>
                  </a:lnTo>
                  <a:lnTo>
                    <a:pt x="66052" y="53149"/>
                  </a:lnTo>
                  <a:lnTo>
                    <a:pt x="65684" y="55054"/>
                  </a:lnTo>
                  <a:lnTo>
                    <a:pt x="66052" y="56934"/>
                  </a:lnTo>
                  <a:lnTo>
                    <a:pt x="67170" y="58445"/>
                  </a:lnTo>
                  <a:lnTo>
                    <a:pt x="68694" y="59207"/>
                  </a:lnTo>
                  <a:lnTo>
                    <a:pt x="70599" y="59588"/>
                  </a:lnTo>
                  <a:lnTo>
                    <a:pt x="72123" y="59207"/>
                  </a:lnTo>
                  <a:lnTo>
                    <a:pt x="73647" y="58445"/>
                  </a:lnTo>
                  <a:lnTo>
                    <a:pt x="74409" y="56934"/>
                  </a:lnTo>
                  <a:lnTo>
                    <a:pt x="74790" y="55054"/>
                  </a:lnTo>
                  <a:close/>
                </a:path>
                <a:path w="1027429" h="548639">
                  <a:moveTo>
                    <a:pt x="91478" y="63398"/>
                  </a:moveTo>
                  <a:lnTo>
                    <a:pt x="91097" y="61493"/>
                  </a:lnTo>
                  <a:lnTo>
                    <a:pt x="89954" y="60350"/>
                  </a:lnTo>
                  <a:lnTo>
                    <a:pt x="88430" y="59207"/>
                  </a:lnTo>
                  <a:lnTo>
                    <a:pt x="86563" y="58826"/>
                  </a:lnTo>
                  <a:lnTo>
                    <a:pt x="85039" y="59207"/>
                  </a:lnTo>
                  <a:lnTo>
                    <a:pt x="82753" y="61493"/>
                  </a:lnTo>
                  <a:lnTo>
                    <a:pt x="82372" y="63398"/>
                  </a:lnTo>
                  <a:lnTo>
                    <a:pt x="82753" y="65303"/>
                  </a:lnTo>
                  <a:lnTo>
                    <a:pt x="83896" y="66827"/>
                  </a:lnTo>
                  <a:lnTo>
                    <a:pt x="84658" y="67576"/>
                  </a:lnTo>
                  <a:lnTo>
                    <a:pt x="86563" y="67932"/>
                  </a:lnTo>
                  <a:lnTo>
                    <a:pt x="88430" y="67576"/>
                  </a:lnTo>
                  <a:lnTo>
                    <a:pt x="89954" y="66827"/>
                  </a:lnTo>
                  <a:lnTo>
                    <a:pt x="91097" y="65303"/>
                  </a:lnTo>
                  <a:lnTo>
                    <a:pt x="91478" y="63398"/>
                  </a:lnTo>
                  <a:close/>
                </a:path>
                <a:path w="1027429" h="548639">
                  <a:moveTo>
                    <a:pt x="107823" y="72123"/>
                  </a:moveTo>
                  <a:lnTo>
                    <a:pt x="107442" y="70218"/>
                  </a:lnTo>
                  <a:lnTo>
                    <a:pt x="106680" y="68694"/>
                  </a:lnTo>
                  <a:lnTo>
                    <a:pt x="105156" y="67576"/>
                  </a:lnTo>
                  <a:lnTo>
                    <a:pt x="103251" y="67195"/>
                  </a:lnTo>
                  <a:lnTo>
                    <a:pt x="101346" y="67576"/>
                  </a:lnTo>
                  <a:lnTo>
                    <a:pt x="99822" y="68694"/>
                  </a:lnTo>
                  <a:lnTo>
                    <a:pt x="98691" y="70218"/>
                  </a:lnTo>
                  <a:lnTo>
                    <a:pt x="98310" y="72123"/>
                  </a:lnTo>
                  <a:lnTo>
                    <a:pt x="98691" y="74028"/>
                  </a:lnTo>
                  <a:lnTo>
                    <a:pt x="99822" y="74790"/>
                  </a:lnTo>
                  <a:lnTo>
                    <a:pt x="101346" y="75933"/>
                  </a:lnTo>
                  <a:lnTo>
                    <a:pt x="103251" y="76314"/>
                  </a:lnTo>
                  <a:lnTo>
                    <a:pt x="105156" y="75933"/>
                  </a:lnTo>
                  <a:lnTo>
                    <a:pt x="106680" y="74790"/>
                  </a:lnTo>
                  <a:lnTo>
                    <a:pt x="107442" y="74028"/>
                  </a:lnTo>
                  <a:lnTo>
                    <a:pt x="107823" y="72123"/>
                  </a:lnTo>
                  <a:close/>
                </a:path>
                <a:path w="1027429" h="548639">
                  <a:moveTo>
                    <a:pt x="124129" y="78574"/>
                  </a:moveTo>
                  <a:lnTo>
                    <a:pt x="122986" y="77076"/>
                  </a:lnTo>
                  <a:lnTo>
                    <a:pt x="121462" y="75933"/>
                  </a:lnTo>
                  <a:lnTo>
                    <a:pt x="119583" y="75552"/>
                  </a:lnTo>
                  <a:lnTo>
                    <a:pt x="117690" y="75933"/>
                  </a:lnTo>
                  <a:lnTo>
                    <a:pt x="116166" y="77076"/>
                  </a:lnTo>
                  <a:lnTo>
                    <a:pt x="115404" y="78574"/>
                  </a:lnTo>
                  <a:lnTo>
                    <a:pt x="115023" y="80086"/>
                  </a:lnTo>
                  <a:lnTo>
                    <a:pt x="115404" y="81991"/>
                  </a:lnTo>
                  <a:lnTo>
                    <a:pt x="116166" y="83515"/>
                  </a:lnTo>
                  <a:lnTo>
                    <a:pt x="117690" y="84658"/>
                  </a:lnTo>
                  <a:lnTo>
                    <a:pt x="119583" y="85039"/>
                  </a:lnTo>
                  <a:lnTo>
                    <a:pt x="121462" y="84658"/>
                  </a:lnTo>
                  <a:lnTo>
                    <a:pt x="122986" y="83515"/>
                  </a:lnTo>
                  <a:lnTo>
                    <a:pt x="124129" y="81991"/>
                  </a:lnTo>
                  <a:lnTo>
                    <a:pt x="124129" y="78574"/>
                  </a:lnTo>
                  <a:close/>
                </a:path>
                <a:path w="1027429" h="548639">
                  <a:moveTo>
                    <a:pt x="140462" y="88455"/>
                  </a:moveTo>
                  <a:lnTo>
                    <a:pt x="140093" y="86944"/>
                  </a:lnTo>
                  <a:lnTo>
                    <a:pt x="139331" y="85801"/>
                  </a:lnTo>
                  <a:lnTo>
                    <a:pt x="137807" y="84658"/>
                  </a:lnTo>
                  <a:lnTo>
                    <a:pt x="136283" y="84277"/>
                  </a:lnTo>
                  <a:lnTo>
                    <a:pt x="134378" y="84658"/>
                  </a:lnTo>
                  <a:lnTo>
                    <a:pt x="132854" y="85420"/>
                  </a:lnTo>
                  <a:lnTo>
                    <a:pt x="131711" y="86944"/>
                  </a:lnTo>
                  <a:lnTo>
                    <a:pt x="131330" y="88455"/>
                  </a:lnTo>
                  <a:lnTo>
                    <a:pt x="131711" y="90335"/>
                  </a:lnTo>
                  <a:lnTo>
                    <a:pt x="132854" y="91859"/>
                  </a:lnTo>
                  <a:lnTo>
                    <a:pt x="134378" y="93002"/>
                  </a:lnTo>
                  <a:lnTo>
                    <a:pt x="136283" y="93383"/>
                  </a:lnTo>
                  <a:lnTo>
                    <a:pt x="137807" y="93002"/>
                  </a:lnTo>
                  <a:lnTo>
                    <a:pt x="139331" y="91859"/>
                  </a:lnTo>
                  <a:lnTo>
                    <a:pt x="140093" y="90335"/>
                  </a:lnTo>
                  <a:lnTo>
                    <a:pt x="140462" y="88455"/>
                  </a:lnTo>
                  <a:close/>
                </a:path>
                <a:path w="1027429" h="548639">
                  <a:moveTo>
                    <a:pt x="157162" y="97193"/>
                  </a:moveTo>
                  <a:lnTo>
                    <a:pt x="156781" y="95288"/>
                  </a:lnTo>
                  <a:lnTo>
                    <a:pt x="155638" y="93764"/>
                  </a:lnTo>
                  <a:lnTo>
                    <a:pt x="154114" y="93002"/>
                  </a:lnTo>
                  <a:lnTo>
                    <a:pt x="152209" y="92621"/>
                  </a:lnTo>
                  <a:lnTo>
                    <a:pt x="150723" y="93002"/>
                  </a:lnTo>
                  <a:lnTo>
                    <a:pt x="149199" y="93764"/>
                  </a:lnTo>
                  <a:lnTo>
                    <a:pt x="148437" y="95288"/>
                  </a:lnTo>
                  <a:lnTo>
                    <a:pt x="148056" y="97193"/>
                  </a:lnTo>
                  <a:lnTo>
                    <a:pt x="148437" y="99072"/>
                  </a:lnTo>
                  <a:lnTo>
                    <a:pt x="149199" y="100596"/>
                  </a:lnTo>
                  <a:lnTo>
                    <a:pt x="150723" y="101346"/>
                  </a:lnTo>
                  <a:lnTo>
                    <a:pt x="152209" y="101727"/>
                  </a:lnTo>
                  <a:lnTo>
                    <a:pt x="154114" y="101346"/>
                  </a:lnTo>
                  <a:lnTo>
                    <a:pt x="155638" y="100596"/>
                  </a:lnTo>
                  <a:lnTo>
                    <a:pt x="156781" y="99072"/>
                  </a:lnTo>
                  <a:lnTo>
                    <a:pt x="157162" y="97193"/>
                  </a:lnTo>
                  <a:close/>
                </a:path>
                <a:path w="1027429" h="548639">
                  <a:moveTo>
                    <a:pt x="173482" y="105537"/>
                  </a:moveTo>
                  <a:lnTo>
                    <a:pt x="173101" y="103632"/>
                  </a:lnTo>
                  <a:lnTo>
                    <a:pt x="172364" y="102108"/>
                  </a:lnTo>
                  <a:lnTo>
                    <a:pt x="170840" y="100965"/>
                  </a:lnTo>
                  <a:lnTo>
                    <a:pt x="168935" y="100596"/>
                  </a:lnTo>
                  <a:lnTo>
                    <a:pt x="167030" y="100965"/>
                  </a:lnTo>
                  <a:lnTo>
                    <a:pt x="165506" y="102108"/>
                  </a:lnTo>
                  <a:lnTo>
                    <a:pt x="164363" y="103632"/>
                  </a:lnTo>
                  <a:lnTo>
                    <a:pt x="163982" y="105537"/>
                  </a:lnTo>
                  <a:lnTo>
                    <a:pt x="164363" y="107442"/>
                  </a:lnTo>
                  <a:lnTo>
                    <a:pt x="165506" y="108966"/>
                  </a:lnTo>
                  <a:lnTo>
                    <a:pt x="167030" y="109715"/>
                  </a:lnTo>
                  <a:lnTo>
                    <a:pt x="168935" y="110083"/>
                  </a:lnTo>
                  <a:lnTo>
                    <a:pt x="170840" y="109715"/>
                  </a:lnTo>
                  <a:lnTo>
                    <a:pt x="172364" y="108966"/>
                  </a:lnTo>
                  <a:lnTo>
                    <a:pt x="173101" y="107442"/>
                  </a:lnTo>
                  <a:lnTo>
                    <a:pt x="173482" y="105537"/>
                  </a:lnTo>
                  <a:close/>
                </a:path>
                <a:path w="1027429" h="548639">
                  <a:moveTo>
                    <a:pt x="190195" y="113880"/>
                  </a:moveTo>
                  <a:lnTo>
                    <a:pt x="189814" y="112356"/>
                  </a:lnTo>
                  <a:lnTo>
                    <a:pt x="188671" y="110845"/>
                  </a:lnTo>
                  <a:lnTo>
                    <a:pt x="187147" y="109715"/>
                  </a:lnTo>
                  <a:lnTo>
                    <a:pt x="185242" y="109334"/>
                  </a:lnTo>
                  <a:lnTo>
                    <a:pt x="183362" y="109715"/>
                  </a:lnTo>
                  <a:lnTo>
                    <a:pt x="181851" y="110845"/>
                  </a:lnTo>
                  <a:lnTo>
                    <a:pt x="181089" y="112356"/>
                  </a:lnTo>
                  <a:lnTo>
                    <a:pt x="180708" y="113880"/>
                  </a:lnTo>
                  <a:lnTo>
                    <a:pt x="181089" y="115785"/>
                  </a:lnTo>
                  <a:lnTo>
                    <a:pt x="181851" y="117309"/>
                  </a:lnTo>
                  <a:lnTo>
                    <a:pt x="183362" y="118071"/>
                  </a:lnTo>
                  <a:lnTo>
                    <a:pt x="185242" y="118452"/>
                  </a:lnTo>
                  <a:lnTo>
                    <a:pt x="187147" y="118071"/>
                  </a:lnTo>
                  <a:lnTo>
                    <a:pt x="188671" y="117309"/>
                  </a:lnTo>
                  <a:lnTo>
                    <a:pt x="189814" y="115785"/>
                  </a:lnTo>
                  <a:lnTo>
                    <a:pt x="190195" y="113880"/>
                  </a:lnTo>
                  <a:close/>
                </a:path>
                <a:path w="1027429" h="548639">
                  <a:moveTo>
                    <a:pt x="206121" y="122605"/>
                  </a:moveTo>
                  <a:lnTo>
                    <a:pt x="205740" y="120713"/>
                  </a:lnTo>
                  <a:lnTo>
                    <a:pt x="205003" y="119214"/>
                  </a:lnTo>
                  <a:lnTo>
                    <a:pt x="203492" y="118071"/>
                  </a:lnTo>
                  <a:lnTo>
                    <a:pt x="201968" y="117690"/>
                  </a:lnTo>
                  <a:lnTo>
                    <a:pt x="200063" y="118071"/>
                  </a:lnTo>
                  <a:lnTo>
                    <a:pt x="198539" y="119214"/>
                  </a:lnTo>
                  <a:lnTo>
                    <a:pt x="197396" y="120713"/>
                  </a:lnTo>
                  <a:lnTo>
                    <a:pt x="197015" y="122605"/>
                  </a:lnTo>
                  <a:lnTo>
                    <a:pt x="197396" y="124510"/>
                  </a:lnTo>
                  <a:lnTo>
                    <a:pt x="198539" y="125653"/>
                  </a:lnTo>
                  <a:lnTo>
                    <a:pt x="200063" y="126796"/>
                  </a:lnTo>
                  <a:lnTo>
                    <a:pt x="201968" y="127177"/>
                  </a:lnTo>
                  <a:lnTo>
                    <a:pt x="203492" y="126796"/>
                  </a:lnTo>
                  <a:lnTo>
                    <a:pt x="205003" y="125653"/>
                  </a:lnTo>
                  <a:lnTo>
                    <a:pt x="205740" y="124510"/>
                  </a:lnTo>
                  <a:lnTo>
                    <a:pt x="206121" y="122605"/>
                  </a:lnTo>
                  <a:close/>
                </a:path>
                <a:path w="1027429" h="548639">
                  <a:moveTo>
                    <a:pt x="222846" y="130594"/>
                  </a:moveTo>
                  <a:lnTo>
                    <a:pt x="222465" y="129082"/>
                  </a:lnTo>
                  <a:lnTo>
                    <a:pt x="221322" y="127558"/>
                  </a:lnTo>
                  <a:lnTo>
                    <a:pt x="219798" y="126796"/>
                  </a:lnTo>
                  <a:lnTo>
                    <a:pt x="217893" y="126415"/>
                  </a:lnTo>
                  <a:lnTo>
                    <a:pt x="216369" y="126796"/>
                  </a:lnTo>
                  <a:lnTo>
                    <a:pt x="214884" y="127558"/>
                  </a:lnTo>
                  <a:lnTo>
                    <a:pt x="214122" y="129082"/>
                  </a:lnTo>
                  <a:lnTo>
                    <a:pt x="213741" y="130594"/>
                  </a:lnTo>
                  <a:lnTo>
                    <a:pt x="214122" y="132473"/>
                  </a:lnTo>
                  <a:lnTo>
                    <a:pt x="214884" y="133997"/>
                  </a:lnTo>
                  <a:lnTo>
                    <a:pt x="216369" y="135140"/>
                  </a:lnTo>
                  <a:lnTo>
                    <a:pt x="217893" y="135521"/>
                  </a:lnTo>
                  <a:lnTo>
                    <a:pt x="219798" y="135140"/>
                  </a:lnTo>
                  <a:lnTo>
                    <a:pt x="221322" y="133997"/>
                  </a:lnTo>
                  <a:lnTo>
                    <a:pt x="222465" y="132473"/>
                  </a:lnTo>
                  <a:lnTo>
                    <a:pt x="222846" y="130594"/>
                  </a:lnTo>
                  <a:close/>
                </a:path>
                <a:path w="1027429" h="548639">
                  <a:moveTo>
                    <a:pt x="239153" y="139331"/>
                  </a:moveTo>
                  <a:lnTo>
                    <a:pt x="238772" y="137426"/>
                  </a:lnTo>
                  <a:lnTo>
                    <a:pt x="238010" y="135902"/>
                  </a:lnTo>
                  <a:lnTo>
                    <a:pt x="236512" y="135140"/>
                  </a:lnTo>
                  <a:lnTo>
                    <a:pt x="234619" y="134759"/>
                  </a:lnTo>
                  <a:lnTo>
                    <a:pt x="232714" y="135140"/>
                  </a:lnTo>
                  <a:lnTo>
                    <a:pt x="231190" y="135902"/>
                  </a:lnTo>
                  <a:lnTo>
                    <a:pt x="230047" y="137426"/>
                  </a:lnTo>
                  <a:lnTo>
                    <a:pt x="230047" y="140855"/>
                  </a:lnTo>
                  <a:lnTo>
                    <a:pt x="231190" y="142354"/>
                  </a:lnTo>
                  <a:lnTo>
                    <a:pt x="232714" y="143484"/>
                  </a:lnTo>
                  <a:lnTo>
                    <a:pt x="234619" y="143865"/>
                  </a:lnTo>
                  <a:lnTo>
                    <a:pt x="236512" y="143484"/>
                  </a:lnTo>
                  <a:lnTo>
                    <a:pt x="238010" y="142354"/>
                  </a:lnTo>
                  <a:lnTo>
                    <a:pt x="238772" y="140855"/>
                  </a:lnTo>
                  <a:lnTo>
                    <a:pt x="239153" y="139331"/>
                  </a:lnTo>
                  <a:close/>
                </a:path>
                <a:path w="1027429" h="548639">
                  <a:moveTo>
                    <a:pt x="255879" y="147675"/>
                  </a:moveTo>
                  <a:lnTo>
                    <a:pt x="255498" y="145770"/>
                  </a:lnTo>
                  <a:lnTo>
                    <a:pt x="254355" y="144246"/>
                  </a:lnTo>
                  <a:lnTo>
                    <a:pt x="252831" y="143484"/>
                  </a:lnTo>
                  <a:lnTo>
                    <a:pt x="250926" y="143116"/>
                  </a:lnTo>
                  <a:lnTo>
                    <a:pt x="249021" y="143484"/>
                  </a:lnTo>
                  <a:lnTo>
                    <a:pt x="247523" y="144246"/>
                  </a:lnTo>
                  <a:lnTo>
                    <a:pt x="246773" y="145770"/>
                  </a:lnTo>
                  <a:lnTo>
                    <a:pt x="246392" y="147675"/>
                  </a:lnTo>
                  <a:lnTo>
                    <a:pt x="246773" y="149580"/>
                  </a:lnTo>
                  <a:lnTo>
                    <a:pt x="247523" y="151104"/>
                  </a:lnTo>
                  <a:lnTo>
                    <a:pt x="249021" y="152222"/>
                  </a:lnTo>
                  <a:lnTo>
                    <a:pt x="250926" y="152615"/>
                  </a:lnTo>
                  <a:lnTo>
                    <a:pt x="252831" y="152222"/>
                  </a:lnTo>
                  <a:lnTo>
                    <a:pt x="254355" y="151104"/>
                  </a:lnTo>
                  <a:lnTo>
                    <a:pt x="255498" y="149580"/>
                  </a:lnTo>
                  <a:lnTo>
                    <a:pt x="255879" y="147675"/>
                  </a:lnTo>
                  <a:close/>
                </a:path>
                <a:path w="1027429" h="548639">
                  <a:moveTo>
                    <a:pt x="271805" y="156019"/>
                  </a:moveTo>
                  <a:lnTo>
                    <a:pt x="271424" y="154114"/>
                  </a:lnTo>
                  <a:lnTo>
                    <a:pt x="270662" y="152984"/>
                  </a:lnTo>
                  <a:lnTo>
                    <a:pt x="269519" y="151853"/>
                  </a:lnTo>
                  <a:lnTo>
                    <a:pt x="267652" y="151485"/>
                  </a:lnTo>
                  <a:lnTo>
                    <a:pt x="265747" y="151853"/>
                  </a:lnTo>
                  <a:lnTo>
                    <a:pt x="264223" y="152984"/>
                  </a:lnTo>
                  <a:lnTo>
                    <a:pt x="263080" y="154114"/>
                  </a:lnTo>
                  <a:lnTo>
                    <a:pt x="262699" y="156019"/>
                  </a:lnTo>
                  <a:lnTo>
                    <a:pt x="263080" y="157924"/>
                  </a:lnTo>
                  <a:lnTo>
                    <a:pt x="264223" y="159448"/>
                  </a:lnTo>
                  <a:lnTo>
                    <a:pt x="265747" y="160210"/>
                  </a:lnTo>
                  <a:lnTo>
                    <a:pt x="267652" y="160591"/>
                  </a:lnTo>
                  <a:lnTo>
                    <a:pt x="269519" y="160210"/>
                  </a:lnTo>
                  <a:lnTo>
                    <a:pt x="270662" y="159448"/>
                  </a:lnTo>
                  <a:lnTo>
                    <a:pt x="271424" y="157924"/>
                  </a:lnTo>
                  <a:lnTo>
                    <a:pt x="271805" y="156019"/>
                  </a:lnTo>
                  <a:close/>
                </a:path>
                <a:path w="1027429" h="548639">
                  <a:moveTo>
                    <a:pt x="288531" y="164744"/>
                  </a:moveTo>
                  <a:lnTo>
                    <a:pt x="288150" y="162852"/>
                  </a:lnTo>
                  <a:lnTo>
                    <a:pt x="287007" y="161353"/>
                  </a:lnTo>
                  <a:lnTo>
                    <a:pt x="285483" y="160210"/>
                  </a:lnTo>
                  <a:lnTo>
                    <a:pt x="283578" y="159829"/>
                  </a:lnTo>
                  <a:lnTo>
                    <a:pt x="282054" y="160210"/>
                  </a:lnTo>
                  <a:lnTo>
                    <a:pt x="280530" y="161353"/>
                  </a:lnTo>
                  <a:lnTo>
                    <a:pt x="279781" y="162852"/>
                  </a:lnTo>
                  <a:lnTo>
                    <a:pt x="279412" y="164744"/>
                  </a:lnTo>
                  <a:lnTo>
                    <a:pt x="279781" y="166649"/>
                  </a:lnTo>
                  <a:lnTo>
                    <a:pt x="280530" y="167792"/>
                  </a:lnTo>
                  <a:lnTo>
                    <a:pt x="282054" y="168554"/>
                  </a:lnTo>
                  <a:lnTo>
                    <a:pt x="283578" y="168935"/>
                  </a:lnTo>
                  <a:lnTo>
                    <a:pt x="285483" y="168554"/>
                  </a:lnTo>
                  <a:lnTo>
                    <a:pt x="287007" y="167792"/>
                  </a:lnTo>
                  <a:lnTo>
                    <a:pt x="288150" y="166649"/>
                  </a:lnTo>
                  <a:lnTo>
                    <a:pt x="288531" y="164744"/>
                  </a:lnTo>
                  <a:close/>
                </a:path>
                <a:path w="1027429" h="548639">
                  <a:moveTo>
                    <a:pt x="304838" y="173126"/>
                  </a:moveTo>
                  <a:lnTo>
                    <a:pt x="304457" y="171221"/>
                  </a:lnTo>
                  <a:lnTo>
                    <a:pt x="303695" y="169697"/>
                  </a:lnTo>
                  <a:lnTo>
                    <a:pt x="302171" y="168554"/>
                  </a:lnTo>
                  <a:lnTo>
                    <a:pt x="300291" y="168173"/>
                  </a:lnTo>
                  <a:lnTo>
                    <a:pt x="298399" y="168554"/>
                  </a:lnTo>
                  <a:lnTo>
                    <a:pt x="296875" y="169697"/>
                  </a:lnTo>
                  <a:lnTo>
                    <a:pt x="296113" y="171221"/>
                  </a:lnTo>
                  <a:lnTo>
                    <a:pt x="295732" y="173126"/>
                  </a:lnTo>
                  <a:lnTo>
                    <a:pt x="296113" y="174625"/>
                  </a:lnTo>
                  <a:lnTo>
                    <a:pt x="296875" y="176136"/>
                  </a:lnTo>
                  <a:lnTo>
                    <a:pt x="298399" y="177279"/>
                  </a:lnTo>
                  <a:lnTo>
                    <a:pt x="300291" y="177660"/>
                  </a:lnTo>
                  <a:lnTo>
                    <a:pt x="302171" y="177279"/>
                  </a:lnTo>
                  <a:lnTo>
                    <a:pt x="303695" y="176136"/>
                  </a:lnTo>
                  <a:lnTo>
                    <a:pt x="304457" y="174625"/>
                  </a:lnTo>
                  <a:lnTo>
                    <a:pt x="304838" y="173126"/>
                  </a:lnTo>
                  <a:close/>
                </a:path>
                <a:path w="1027429" h="548639">
                  <a:moveTo>
                    <a:pt x="321551" y="181089"/>
                  </a:moveTo>
                  <a:lnTo>
                    <a:pt x="321183" y="179946"/>
                  </a:lnTo>
                  <a:lnTo>
                    <a:pt x="320040" y="178422"/>
                  </a:lnTo>
                  <a:lnTo>
                    <a:pt x="318516" y="177279"/>
                  </a:lnTo>
                  <a:lnTo>
                    <a:pt x="316611" y="176898"/>
                  </a:lnTo>
                  <a:lnTo>
                    <a:pt x="314706" y="177279"/>
                  </a:lnTo>
                  <a:lnTo>
                    <a:pt x="313182" y="178422"/>
                  </a:lnTo>
                  <a:lnTo>
                    <a:pt x="312432" y="179946"/>
                  </a:lnTo>
                  <a:lnTo>
                    <a:pt x="312051" y="181089"/>
                  </a:lnTo>
                  <a:lnTo>
                    <a:pt x="312432" y="182994"/>
                  </a:lnTo>
                  <a:lnTo>
                    <a:pt x="313182" y="184492"/>
                  </a:lnTo>
                  <a:lnTo>
                    <a:pt x="314706" y="185623"/>
                  </a:lnTo>
                  <a:lnTo>
                    <a:pt x="316611" y="186004"/>
                  </a:lnTo>
                  <a:lnTo>
                    <a:pt x="318516" y="185623"/>
                  </a:lnTo>
                  <a:lnTo>
                    <a:pt x="320040" y="184492"/>
                  </a:lnTo>
                  <a:lnTo>
                    <a:pt x="321183" y="182994"/>
                  </a:lnTo>
                  <a:lnTo>
                    <a:pt x="321551" y="181089"/>
                  </a:lnTo>
                  <a:close/>
                </a:path>
                <a:path w="1027429" h="548639">
                  <a:moveTo>
                    <a:pt x="337489" y="189814"/>
                  </a:moveTo>
                  <a:lnTo>
                    <a:pt x="337108" y="187909"/>
                  </a:lnTo>
                  <a:lnTo>
                    <a:pt x="336346" y="186385"/>
                  </a:lnTo>
                  <a:lnTo>
                    <a:pt x="335203" y="185623"/>
                  </a:lnTo>
                  <a:lnTo>
                    <a:pt x="333311" y="185254"/>
                  </a:lnTo>
                  <a:lnTo>
                    <a:pt x="331431" y="185623"/>
                  </a:lnTo>
                  <a:lnTo>
                    <a:pt x="329907" y="186385"/>
                  </a:lnTo>
                  <a:lnTo>
                    <a:pt x="328764" y="187909"/>
                  </a:lnTo>
                  <a:lnTo>
                    <a:pt x="328383" y="189814"/>
                  </a:lnTo>
                  <a:lnTo>
                    <a:pt x="328764" y="191719"/>
                  </a:lnTo>
                  <a:lnTo>
                    <a:pt x="329907" y="193243"/>
                  </a:lnTo>
                  <a:lnTo>
                    <a:pt x="331431" y="194005"/>
                  </a:lnTo>
                  <a:lnTo>
                    <a:pt x="333311" y="194386"/>
                  </a:lnTo>
                  <a:lnTo>
                    <a:pt x="335203" y="194005"/>
                  </a:lnTo>
                  <a:lnTo>
                    <a:pt x="336346" y="193243"/>
                  </a:lnTo>
                  <a:lnTo>
                    <a:pt x="337108" y="191719"/>
                  </a:lnTo>
                  <a:lnTo>
                    <a:pt x="337489" y="189814"/>
                  </a:lnTo>
                  <a:close/>
                </a:path>
                <a:path w="1027429" h="548639">
                  <a:moveTo>
                    <a:pt x="338251" y="4533"/>
                  </a:moveTo>
                  <a:lnTo>
                    <a:pt x="337870" y="2667"/>
                  </a:lnTo>
                  <a:lnTo>
                    <a:pt x="335584" y="381"/>
                  </a:lnTo>
                  <a:lnTo>
                    <a:pt x="333692" y="0"/>
                  </a:lnTo>
                  <a:lnTo>
                    <a:pt x="331812" y="381"/>
                  </a:lnTo>
                  <a:lnTo>
                    <a:pt x="330288" y="1524"/>
                  </a:lnTo>
                  <a:lnTo>
                    <a:pt x="329526" y="2667"/>
                  </a:lnTo>
                  <a:lnTo>
                    <a:pt x="329145" y="4533"/>
                  </a:lnTo>
                  <a:lnTo>
                    <a:pt x="329526" y="6438"/>
                  </a:lnTo>
                  <a:lnTo>
                    <a:pt x="330288" y="7962"/>
                  </a:lnTo>
                  <a:lnTo>
                    <a:pt x="331812" y="8724"/>
                  </a:lnTo>
                  <a:lnTo>
                    <a:pt x="333692" y="9105"/>
                  </a:lnTo>
                  <a:lnTo>
                    <a:pt x="335584" y="8724"/>
                  </a:lnTo>
                  <a:lnTo>
                    <a:pt x="336727" y="7962"/>
                  </a:lnTo>
                  <a:lnTo>
                    <a:pt x="337870" y="6438"/>
                  </a:lnTo>
                  <a:lnTo>
                    <a:pt x="338251" y="4533"/>
                  </a:lnTo>
                  <a:close/>
                </a:path>
                <a:path w="1027429" h="548639">
                  <a:moveTo>
                    <a:pt x="354203" y="198158"/>
                  </a:moveTo>
                  <a:lnTo>
                    <a:pt x="353822" y="196253"/>
                  </a:lnTo>
                  <a:lnTo>
                    <a:pt x="352691" y="194754"/>
                  </a:lnTo>
                  <a:lnTo>
                    <a:pt x="351167" y="194005"/>
                  </a:lnTo>
                  <a:lnTo>
                    <a:pt x="349262" y="193624"/>
                  </a:lnTo>
                  <a:lnTo>
                    <a:pt x="347738" y="194005"/>
                  </a:lnTo>
                  <a:lnTo>
                    <a:pt x="346214" y="194754"/>
                  </a:lnTo>
                  <a:lnTo>
                    <a:pt x="345452" y="196253"/>
                  </a:lnTo>
                  <a:lnTo>
                    <a:pt x="345071" y="198158"/>
                  </a:lnTo>
                  <a:lnTo>
                    <a:pt x="345452" y="200063"/>
                  </a:lnTo>
                  <a:lnTo>
                    <a:pt x="346214" y="201587"/>
                  </a:lnTo>
                  <a:lnTo>
                    <a:pt x="347738" y="202730"/>
                  </a:lnTo>
                  <a:lnTo>
                    <a:pt x="349262" y="203111"/>
                  </a:lnTo>
                  <a:lnTo>
                    <a:pt x="351167" y="202730"/>
                  </a:lnTo>
                  <a:lnTo>
                    <a:pt x="352691" y="201587"/>
                  </a:lnTo>
                  <a:lnTo>
                    <a:pt x="353822" y="200063"/>
                  </a:lnTo>
                  <a:lnTo>
                    <a:pt x="354203" y="198158"/>
                  </a:lnTo>
                  <a:close/>
                </a:path>
                <a:path w="1027429" h="548639">
                  <a:moveTo>
                    <a:pt x="356082" y="9105"/>
                  </a:moveTo>
                  <a:lnTo>
                    <a:pt x="355701" y="7581"/>
                  </a:lnTo>
                  <a:lnTo>
                    <a:pt x="354952" y="6057"/>
                  </a:lnTo>
                  <a:lnTo>
                    <a:pt x="353441" y="5295"/>
                  </a:lnTo>
                  <a:lnTo>
                    <a:pt x="351548" y="4914"/>
                  </a:lnTo>
                  <a:lnTo>
                    <a:pt x="349643" y="5295"/>
                  </a:lnTo>
                  <a:lnTo>
                    <a:pt x="348500" y="6057"/>
                  </a:lnTo>
                  <a:lnTo>
                    <a:pt x="347357" y="7581"/>
                  </a:lnTo>
                  <a:lnTo>
                    <a:pt x="346976" y="9105"/>
                  </a:lnTo>
                  <a:lnTo>
                    <a:pt x="347357" y="11010"/>
                  </a:lnTo>
                  <a:lnTo>
                    <a:pt x="348500" y="12534"/>
                  </a:lnTo>
                  <a:lnTo>
                    <a:pt x="349643" y="13665"/>
                  </a:lnTo>
                  <a:lnTo>
                    <a:pt x="351548" y="14020"/>
                  </a:lnTo>
                  <a:lnTo>
                    <a:pt x="353441" y="13665"/>
                  </a:lnTo>
                  <a:lnTo>
                    <a:pt x="354952" y="12534"/>
                  </a:lnTo>
                  <a:lnTo>
                    <a:pt x="355701" y="11010"/>
                  </a:lnTo>
                  <a:lnTo>
                    <a:pt x="356082" y="9105"/>
                  </a:lnTo>
                  <a:close/>
                </a:path>
                <a:path w="1027429" h="548639">
                  <a:moveTo>
                    <a:pt x="370522" y="206527"/>
                  </a:moveTo>
                  <a:lnTo>
                    <a:pt x="370141" y="205003"/>
                  </a:lnTo>
                  <a:lnTo>
                    <a:pt x="368998" y="203492"/>
                  </a:lnTo>
                  <a:lnTo>
                    <a:pt x="367855" y="202349"/>
                  </a:lnTo>
                  <a:lnTo>
                    <a:pt x="365950" y="201968"/>
                  </a:lnTo>
                  <a:lnTo>
                    <a:pt x="364070" y="202349"/>
                  </a:lnTo>
                  <a:lnTo>
                    <a:pt x="362559" y="203492"/>
                  </a:lnTo>
                  <a:lnTo>
                    <a:pt x="361797" y="205003"/>
                  </a:lnTo>
                  <a:lnTo>
                    <a:pt x="361416" y="206527"/>
                  </a:lnTo>
                  <a:lnTo>
                    <a:pt x="361797" y="208407"/>
                  </a:lnTo>
                  <a:lnTo>
                    <a:pt x="362559" y="209931"/>
                  </a:lnTo>
                  <a:lnTo>
                    <a:pt x="364070" y="210693"/>
                  </a:lnTo>
                  <a:lnTo>
                    <a:pt x="365950" y="211074"/>
                  </a:lnTo>
                  <a:lnTo>
                    <a:pt x="367474" y="210693"/>
                  </a:lnTo>
                  <a:lnTo>
                    <a:pt x="368998" y="209931"/>
                  </a:lnTo>
                  <a:lnTo>
                    <a:pt x="370141" y="208407"/>
                  </a:lnTo>
                  <a:lnTo>
                    <a:pt x="370522" y="206527"/>
                  </a:lnTo>
                  <a:close/>
                </a:path>
                <a:path w="1027429" h="548639">
                  <a:moveTo>
                    <a:pt x="373951" y="14020"/>
                  </a:moveTo>
                  <a:lnTo>
                    <a:pt x="373570" y="12153"/>
                  </a:lnTo>
                  <a:lnTo>
                    <a:pt x="372808" y="10629"/>
                  </a:lnTo>
                  <a:lnTo>
                    <a:pt x="371284" y="9486"/>
                  </a:lnTo>
                  <a:lnTo>
                    <a:pt x="369379" y="9105"/>
                  </a:lnTo>
                  <a:lnTo>
                    <a:pt x="367474" y="9486"/>
                  </a:lnTo>
                  <a:lnTo>
                    <a:pt x="365950" y="10629"/>
                  </a:lnTo>
                  <a:lnTo>
                    <a:pt x="364832" y="12153"/>
                  </a:lnTo>
                  <a:lnTo>
                    <a:pt x="364451" y="14020"/>
                  </a:lnTo>
                  <a:lnTo>
                    <a:pt x="364832" y="15925"/>
                  </a:lnTo>
                  <a:lnTo>
                    <a:pt x="365950" y="17449"/>
                  </a:lnTo>
                  <a:lnTo>
                    <a:pt x="367474" y="18211"/>
                  </a:lnTo>
                  <a:lnTo>
                    <a:pt x="369379" y="18592"/>
                  </a:lnTo>
                  <a:lnTo>
                    <a:pt x="371284" y="18211"/>
                  </a:lnTo>
                  <a:lnTo>
                    <a:pt x="372808" y="17449"/>
                  </a:lnTo>
                  <a:lnTo>
                    <a:pt x="373570" y="15925"/>
                  </a:lnTo>
                  <a:lnTo>
                    <a:pt x="373951" y="14020"/>
                  </a:lnTo>
                  <a:close/>
                </a:path>
                <a:path w="1027429" h="548639">
                  <a:moveTo>
                    <a:pt x="387223" y="215265"/>
                  </a:moveTo>
                  <a:lnTo>
                    <a:pt x="386842" y="213360"/>
                  </a:lnTo>
                  <a:lnTo>
                    <a:pt x="385711" y="211836"/>
                  </a:lnTo>
                  <a:lnTo>
                    <a:pt x="384200" y="210693"/>
                  </a:lnTo>
                  <a:lnTo>
                    <a:pt x="382295" y="210312"/>
                  </a:lnTo>
                  <a:lnTo>
                    <a:pt x="380390" y="210693"/>
                  </a:lnTo>
                  <a:lnTo>
                    <a:pt x="378866" y="211836"/>
                  </a:lnTo>
                  <a:lnTo>
                    <a:pt x="378104" y="213360"/>
                  </a:lnTo>
                  <a:lnTo>
                    <a:pt x="377723" y="215265"/>
                  </a:lnTo>
                  <a:lnTo>
                    <a:pt x="378104" y="217144"/>
                  </a:lnTo>
                  <a:lnTo>
                    <a:pt x="378866" y="218655"/>
                  </a:lnTo>
                  <a:lnTo>
                    <a:pt x="380390" y="219417"/>
                  </a:lnTo>
                  <a:lnTo>
                    <a:pt x="382295" y="219798"/>
                  </a:lnTo>
                  <a:lnTo>
                    <a:pt x="384200" y="219417"/>
                  </a:lnTo>
                  <a:lnTo>
                    <a:pt x="385711" y="218655"/>
                  </a:lnTo>
                  <a:lnTo>
                    <a:pt x="386842" y="217144"/>
                  </a:lnTo>
                  <a:lnTo>
                    <a:pt x="387223" y="215265"/>
                  </a:lnTo>
                  <a:close/>
                </a:path>
                <a:path w="1027429" h="548639">
                  <a:moveTo>
                    <a:pt x="391782" y="18973"/>
                  </a:moveTo>
                  <a:lnTo>
                    <a:pt x="391401" y="17068"/>
                  </a:lnTo>
                  <a:lnTo>
                    <a:pt x="390258" y="15544"/>
                  </a:lnTo>
                  <a:lnTo>
                    <a:pt x="388734" y="14414"/>
                  </a:lnTo>
                  <a:lnTo>
                    <a:pt x="387223" y="14020"/>
                  </a:lnTo>
                  <a:lnTo>
                    <a:pt x="385343" y="14414"/>
                  </a:lnTo>
                  <a:lnTo>
                    <a:pt x="383819" y="15544"/>
                  </a:lnTo>
                  <a:lnTo>
                    <a:pt x="383057" y="17068"/>
                  </a:lnTo>
                  <a:lnTo>
                    <a:pt x="382676" y="18973"/>
                  </a:lnTo>
                  <a:lnTo>
                    <a:pt x="383057" y="20878"/>
                  </a:lnTo>
                  <a:lnTo>
                    <a:pt x="383819" y="22021"/>
                  </a:lnTo>
                  <a:lnTo>
                    <a:pt x="385343" y="22783"/>
                  </a:lnTo>
                  <a:lnTo>
                    <a:pt x="387223" y="23164"/>
                  </a:lnTo>
                  <a:lnTo>
                    <a:pt x="388734" y="22783"/>
                  </a:lnTo>
                  <a:lnTo>
                    <a:pt x="390258" y="22021"/>
                  </a:lnTo>
                  <a:lnTo>
                    <a:pt x="391401" y="20878"/>
                  </a:lnTo>
                  <a:lnTo>
                    <a:pt x="391782" y="18973"/>
                  </a:lnTo>
                  <a:close/>
                </a:path>
                <a:path w="1027429" h="548639">
                  <a:moveTo>
                    <a:pt x="403174" y="223608"/>
                  </a:moveTo>
                  <a:lnTo>
                    <a:pt x="402793" y="221703"/>
                  </a:lnTo>
                  <a:lnTo>
                    <a:pt x="402031" y="220179"/>
                  </a:lnTo>
                  <a:lnTo>
                    <a:pt x="400888" y="219417"/>
                  </a:lnTo>
                  <a:lnTo>
                    <a:pt x="398983" y="219036"/>
                  </a:lnTo>
                  <a:lnTo>
                    <a:pt x="397090" y="219417"/>
                  </a:lnTo>
                  <a:lnTo>
                    <a:pt x="395592" y="220179"/>
                  </a:lnTo>
                  <a:lnTo>
                    <a:pt x="394449" y="221703"/>
                  </a:lnTo>
                  <a:lnTo>
                    <a:pt x="394068" y="223608"/>
                  </a:lnTo>
                  <a:lnTo>
                    <a:pt x="394449" y="225132"/>
                  </a:lnTo>
                  <a:lnTo>
                    <a:pt x="395592" y="226644"/>
                  </a:lnTo>
                  <a:lnTo>
                    <a:pt x="397090" y="227774"/>
                  </a:lnTo>
                  <a:lnTo>
                    <a:pt x="398983" y="228155"/>
                  </a:lnTo>
                  <a:lnTo>
                    <a:pt x="400507" y="227774"/>
                  </a:lnTo>
                  <a:lnTo>
                    <a:pt x="402031" y="226644"/>
                  </a:lnTo>
                  <a:lnTo>
                    <a:pt x="402793" y="225132"/>
                  </a:lnTo>
                  <a:lnTo>
                    <a:pt x="403174" y="223608"/>
                  </a:lnTo>
                  <a:close/>
                </a:path>
                <a:path w="1027429" h="548639">
                  <a:moveTo>
                    <a:pt x="409613" y="23545"/>
                  </a:moveTo>
                  <a:lnTo>
                    <a:pt x="409232" y="21640"/>
                  </a:lnTo>
                  <a:lnTo>
                    <a:pt x="408482" y="20497"/>
                  </a:lnTo>
                  <a:lnTo>
                    <a:pt x="406971" y="19354"/>
                  </a:lnTo>
                  <a:lnTo>
                    <a:pt x="405079" y="18973"/>
                  </a:lnTo>
                  <a:lnTo>
                    <a:pt x="403174" y="19354"/>
                  </a:lnTo>
                  <a:lnTo>
                    <a:pt x="400888" y="21640"/>
                  </a:lnTo>
                  <a:lnTo>
                    <a:pt x="400507" y="23545"/>
                  </a:lnTo>
                  <a:lnTo>
                    <a:pt x="400888" y="25412"/>
                  </a:lnTo>
                  <a:lnTo>
                    <a:pt x="403174" y="27698"/>
                  </a:lnTo>
                  <a:lnTo>
                    <a:pt x="405079" y="28079"/>
                  </a:lnTo>
                  <a:lnTo>
                    <a:pt x="406971" y="27698"/>
                  </a:lnTo>
                  <a:lnTo>
                    <a:pt x="408482" y="26555"/>
                  </a:lnTo>
                  <a:lnTo>
                    <a:pt x="409232" y="25412"/>
                  </a:lnTo>
                  <a:lnTo>
                    <a:pt x="409613" y="23545"/>
                  </a:lnTo>
                  <a:close/>
                </a:path>
                <a:path w="1027429" h="548639">
                  <a:moveTo>
                    <a:pt x="419862" y="231952"/>
                  </a:moveTo>
                  <a:lnTo>
                    <a:pt x="419481" y="230428"/>
                  </a:lnTo>
                  <a:lnTo>
                    <a:pt x="418363" y="228904"/>
                  </a:lnTo>
                  <a:lnTo>
                    <a:pt x="416852" y="227774"/>
                  </a:lnTo>
                  <a:lnTo>
                    <a:pt x="415328" y="227406"/>
                  </a:lnTo>
                  <a:lnTo>
                    <a:pt x="413423" y="227774"/>
                  </a:lnTo>
                  <a:lnTo>
                    <a:pt x="411899" y="228904"/>
                  </a:lnTo>
                  <a:lnTo>
                    <a:pt x="411137" y="230428"/>
                  </a:lnTo>
                  <a:lnTo>
                    <a:pt x="410756" y="231952"/>
                  </a:lnTo>
                  <a:lnTo>
                    <a:pt x="411137" y="233476"/>
                  </a:lnTo>
                  <a:lnTo>
                    <a:pt x="411899" y="235000"/>
                  </a:lnTo>
                  <a:lnTo>
                    <a:pt x="413423" y="236143"/>
                  </a:lnTo>
                  <a:lnTo>
                    <a:pt x="415328" y="236524"/>
                  </a:lnTo>
                  <a:lnTo>
                    <a:pt x="416852" y="236143"/>
                  </a:lnTo>
                  <a:lnTo>
                    <a:pt x="418363" y="235000"/>
                  </a:lnTo>
                  <a:lnTo>
                    <a:pt x="419481" y="233476"/>
                  </a:lnTo>
                  <a:lnTo>
                    <a:pt x="419862" y="231952"/>
                  </a:lnTo>
                  <a:close/>
                </a:path>
                <a:path w="1027429" h="548639">
                  <a:moveTo>
                    <a:pt x="427482" y="28079"/>
                  </a:moveTo>
                  <a:lnTo>
                    <a:pt x="427101" y="26555"/>
                  </a:lnTo>
                  <a:lnTo>
                    <a:pt x="426339" y="25044"/>
                  </a:lnTo>
                  <a:lnTo>
                    <a:pt x="424815" y="23914"/>
                  </a:lnTo>
                  <a:lnTo>
                    <a:pt x="422910" y="23545"/>
                  </a:lnTo>
                  <a:lnTo>
                    <a:pt x="421005" y="23914"/>
                  </a:lnTo>
                  <a:lnTo>
                    <a:pt x="419481" y="25044"/>
                  </a:lnTo>
                  <a:lnTo>
                    <a:pt x="418363" y="26555"/>
                  </a:lnTo>
                  <a:lnTo>
                    <a:pt x="417982" y="28079"/>
                  </a:lnTo>
                  <a:lnTo>
                    <a:pt x="418363" y="29984"/>
                  </a:lnTo>
                  <a:lnTo>
                    <a:pt x="419481" y="31508"/>
                  </a:lnTo>
                  <a:lnTo>
                    <a:pt x="421005" y="32651"/>
                  </a:lnTo>
                  <a:lnTo>
                    <a:pt x="422910" y="33032"/>
                  </a:lnTo>
                  <a:lnTo>
                    <a:pt x="424815" y="32651"/>
                  </a:lnTo>
                  <a:lnTo>
                    <a:pt x="426339" y="31508"/>
                  </a:lnTo>
                  <a:lnTo>
                    <a:pt x="427101" y="29984"/>
                  </a:lnTo>
                  <a:lnTo>
                    <a:pt x="427482" y="28079"/>
                  </a:lnTo>
                  <a:close/>
                </a:path>
                <a:path w="1027429" h="548639">
                  <a:moveTo>
                    <a:pt x="436206" y="240296"/>
                  </a:moveTo>
                  <a:lnTo>
                    <a:pt x="435825" y="238404"/>
                  </a:lnTo>
                  <a:lnTo>
                    <a:pt x="434682" y="236905"/>
                  </a:lnTo>
                  <a:lnTo>
                    <a:pt x="433539" y="236143"/>
                  </a:lnTo>
                  <a:lnTo>
                    <a:pt x="431634" y="235762"/>
                  </a:lnTo>
                  <a:lnTo>
                    <a:pt x="429742" y="236143"/>
                  </a:lnTo>
                  <a:lnTo>
                    <a:pt x="428231" y="236905"/>
                  </a:lnTo>
                  <a:lnTo>
                    <a:pt x="427482" y="238404"/>
                  </a:lnTo>
                  <a:lnTo>
                    <a:pt x="427101" y="240296"/>
                  </a:lnTo>
                  <a:lnTo>
                    <a:pt x="427482" y="242201"/>
                  </a:lnTo>
                  <a:lnTo>
                    <a:pt x="428231" y="243725"/>
                  </a:lnTo>
                  <a:lnTo>
                    <a:pt x="429742" y="244868"/>
                  </a:lnTo>
                  <a:lnTo>
                    <a:pt x="431634" y="245249"/>
                  </a:lnTo>
                  <a:lnTo>
                    <a:pt x="433158" y="244868"/>
                  </a:lnTo>
                  <a:lnTo>
                    <a:pt x="434682" y="243725"/>
                  </a:lnTo>
                  <a:lnTo>
                    <a:pt x="435825" y="242201"/>
                  </a:lnTo>
                  <a:lnTo>
                    <a:pt x="436206" y="240296"/>
                  </a:lnTo>
                  <a:close/>
                </a:path>
                <a:path w="1027429" h="548639">
                  <a:moveTo>
                    <a:pt x="445312" y="33032"/>
                  </a:moveTo>
                  <a:lnTo>
                    <a:pt x="444931" y="31127"/>
                  </a:lnTo>
                  <a:lnTo>
                    <a:pt x="443788" y="29984"/>
                  </a:lnTo>
                  <a:lnTo>
                    <a:pt x="442264" y="28841"/>
                  </a:lnTo>
                  <a:lnTo>
                    <a:pt x="440740" y="28460"/>
                  </a:lnTo>
                  <a:lnTo>
                    <a:pt x="438861" y="28841"/>
                  </a:lnTo>
                  <a:lnTo>
                    <a:pt x="437349" y="29603"/>
                  </a:lnTo>
                  <a:lnTo>
                    <a:pt x="436587" y="31127"/>
                  </a:lnTo>
                  <a:lnTo>
                    <a:pt x="436206" y="33032"/>
                  </a:lnTo>
                  <a:lnTo>
                    <a:pt x="436587" y="34556"/>
                  </a:lnTo>
                  <a:lnTo>
                    <a:pt x="437349" y="36055"/>
                  </a:lnTo>
                  <a:lnTo>
                    <a:pt x="438861" y="37185"/>
                  </a:lnTo>
                  <a:lnTo>
                    <a:pt x="440740" y="37566"/>
                  </a:lnTo>
                  <a:lnTo>
                    <a:pt x="442264" y="37185"/>
                  </a:lnTo>
                  <a:lnTo>
                    <a:pt x="443788" y="36055"/>
                  </a:lnTo>
                  <a:lnTo>
                    <a:pt x="444931" y="34556"/>
                  </a:lnTo>
                  <a:lnTo>
                    <a:pt x="445312" y="33032"/>
                  </a:lnTo>
                  <a:close/>
                </a:path>
                <a:path w="1027429" h="548639">
                  <a:moveTo>
                    <a:pt x="452894" y="248666"/>
                  </a:moveTo>
                  <a:lnTo>
                    <a:pt x="452513" y="246773"/>
                  </a:lnTo>
                  <a:lnTo>
                    <a:pt x="451370" y="245630"/>
                  </a:lnTo>
                  <a:lnTo>
                    <a:pt x="449872" y="244868"/>
                  </a:lnTo>
                  <a:lnTo>
                    <a:pt x="447979" y="244487"/>
                  </a:lnTo>
                  <a:lnTo>
                    <a:pt x="446074" y="244868"/>
                  </a:lnTo>
                  <a:lnTo>
                    <a:pt x="444550" y="245630"/>
                  </a:lnTo>
                  <a:lnTo>
                    <a:pt x="443788" y="246773"/>
                  </a:lnTo>
                  <a:lnTo>
                    <a:pt x="443407" y="248666"/>
                  </a:lnTo>
                  <a:lnTo>
                    <a:pt x="443788" y="250545"/>
                  </a:lnTo>
                  <a:lnTo>
                    <a:pt x="444550" y="252069"/>
                  </a:lnTo>
                  <a:lnTo>
                    <a:pt x="446074" y="253212"/>
                  </a:lnTo>
                  <a:lnTo>
                    <a:pt x="447979" y="253593"/>
                  </a:lnTo>
                  <a:lnTo>
                    <a:pt x="449872" y="253212"/>
                  </a:lnTo>
                  <a:lnTo>
                    <a:pt x="451370" y="252069"/>
                  </a:lnTo>
                  <a:lnTo>
                    <a:pt x="452513" y="250545"/>
                  </a:lnTo>
                  <a:lnTo>
                    <a:pt x="452894" y="248666"/>
                  </a:lnTo>
                  <a:close/>
                </a:path>
                <a:path w="1027429" h="548639">
                  <a:moveTo>
                    <a:pt x="463143" y="37566"/>
                  </a:moveTo>
                  <a:lnTo>
                    <a:pt x="462762" y="35674"/>
                  </a:lnTo>
                  <a:lnTo>
                    <a:pt x="461632" y="34556"/>
                  </a:lnTo>
                  <a:lnTo>
                    <a:pt x="460502" y="33794"/>
                  </a:lnTo>
                  <a:lnTo>
                    <a:pt x="458609" y="33413"/>
                  </a:lnTo>
                  <a:lnTo>
                    <a:pt x="456704" y="33794"/>
                  </a:lnTo>
                  <a:lnTo>
                    <a:pt x="455180" y="34556"/>
                  </a:lnTo>
                  <a:lnTo>
                    <a:pt x="454418" y="35674"/>
                  </a:lnTo>
                  <a:lnTo>
                    <a:pt x="454037" y="37566"/>
                  </a:lnTo>
                  <a:lnTo>
                    <a:pt x="454418" y="39471"/>
                  </a:lnTo>
                  <a:lnTo>
                    <a:pt x="455180" y="40995"/>
                  </a:lnTo>
                  <a:lnTo>
                    <a:pt x="456704" y="42138"/>
                  </a:lnTo>
                  <a:lnTo>
                    <a:pt x="458609" y="42519"/>
                  </a:lnTo>
                  <a:lnTo>
                    <a:pt x="460121" y="42138"/>
                  </a:lnTo>
                  <a:lnTo>
                    <a:pt x="461632" y="40995"/>
                  </a:lnTo>
                  <a:lnTo>
                    <a:pt x="462762" y="39471"/>
                  </a:lnTo>
                  <a:lnTo>
                    <a:pt x="463143" y="37566"/>
                  </a:lnTo>
                  <a:close/>
                </a:path>
                <a:path w="1027429" h="548639">
                  <a:moveTo>
                    <a:pt x="468858" y="257403"/>
                  </a:moveTo>
                  <a:lnTo>
                    <a:pt x="468477" y="255498"/>
                  </a:lnTo>
                  <a:lnTo>
                    <a:pt x="467715" y="253974"/>
                  </a:lnTo>
                  <a:lnTo>
                    <a:pt x="466572" y="252831"/>
                  </a:lnTo>
                  <a:lnTo>
                    <a:pt x="466191" y="252831"/>
                  </a:lnTo>
                  <a:lnTo>
                    <a:pt x="464286" y="252450"/>
                  </a:lnTo>
                  <a:lnTo>
                    <a:pt x="462762" y="252831"/>
                  </a:lnTo>
                  <a:lnTo>
                    <a:pt x="461251" y="253974"/>
                  </a:lnTo>
                  <a:lnTo>
                    <a:pt x="460121" y="255498"/>
                  </a:lnTo>
                  <a:lnTo>
                    <a:pt x="459752" y="257403"/>
                  </a:lnTo>
                  <a:lnTo>
                    <a:pt x="460121" y="259283"/>
                  </a:lnTo>
                  <a:lnTo>
                    <a:pt x="461251" y="260426"/>
                  </a:lnTo>
                  <a:lnTo>
                    <a:pt x="462381" y="261175"/>
                  </a:lnTo>
                  <a:lnTo>
                    <a:pt x="462762" y="261175"/>
                  </a:lnTo>
                  <a:lnTo>
                    <a:pt x="464667" y="261556"/>
                  </a:lnTo>
                  <a:lnTo>
                    <a:pt x="466191" y="261175"/>
                  </a:lnTo>
                  <a:lnTo>
                    <a:pt x="467715" y="260426"/>
                  </a:lnTo>
                  <a:lnTo>
                    <a:pt x="468477" y="259283"/>
                  </a:lnTo>
                  <a:lnTo>
                    <a:pt x="468858" y="257403"/>
                  </a:lnTo>
                  <a:close/>
                </a:path>
                <a:path w="1027429" h="548639">
                  <a:moveTo>
                    <a:pt x="485546" y="265747"/>
                  </a:moveTo>
                  <a:lnTo>
                    <a:pt x="485165" y="263842"/>
                  </a:lnTo>
                  <a:lnTo>
                    <a:pt x="484022" y="262318"/>
                  </a:lnTo>
                  <a:lnTo>
                    <a:pt x="482511" y="261175"/>
                  </a:lnTo>
                  <a:lnTo>
                    <a:pt x="481012" y="260807"/>
                  </a:lnTo>
                  <a:lnTo>
                    <a:pt x="479107" y="261175"/>
                  </a:lnTo>
                  <a:lnTo>
                    <a:pt x="477583" y="262318"/>
                  </a:lnTo>
                  <a:lnTo>
                    <a:pt x="476440" y="263842"/>
                  </a:lnTo>
                  <a:lnTo>
                    <a:pt x="476059" y="265747"/>
                  </a:lnTo>
                  <a:lnTo>
                    <a:pt x="476440" y="267652"/>
                  </a:lnTo>
                  <a:lnTo>
                    <a:pt x="477583" y="269176"/>
                  </a:lnTo>
                  <a:lnTo>
                    <a:pt x="479107" y="269913"/>
                  </a:lnTo>
                  <a:lnTo>
                    <a:pt x="481012" y="270294"/>
                  </a:lnTo>
                  <a:lnTo>
                    <a:pt x="482511" y="269913"/>
                  </a:lnTo>
                  <a:lnTo>
                    <a:pt x="484022" y="269176"/>
                  </a:lnTo>
                  <a:lnTo>
                    <a:pt x="485165" y="267652"/>
                  </a:lnTo>
                  <a:lnTo>
                    <a:pt x="485546" y="265747"/>
                  </a:lnTo>
                  <a:close/>
                </a:path>
                <a:path w="1027429" h="548639">
                  <a:moveTo>
                    <a:pt x="501891" y="274091"/>
                  </a:moveTo>
                  <a:lnTo>
                    <a:pt x="501510" y="272567"/>
                  </a:lnTo>
                  <a:lnTo>
                    <a:pt x="500367" y="271056"/>
                  </a:lnTo>
                  <a:lnTo>
                    <a:pt x="498843" y="269913"/>
                  </a:lnTo>
                  <a:lnTo>
                    <a:pt x="496938" y="269544"/>
                  </a:lnTo>
                  <a:lnTo>
                    <a:pt x="495414" y="269913"/>
                  </a:lnTo>
                  <a:lnTo>
                    <a:pt x="494271" y="271056"/>
                  </a:lnTo>
                  <a:lnTo>
                    <a:pt x="493141" y="272567"/>
                  </a:lnTo>
                  <a:lnTo>
                    <a:pt x="492772" y="274091"/>
                  </a:lnTo>
                  <a:lnTo>
                    <a:pt x="493141" y="275615"/>
                  </a:lnTo>
                  <a:lnTo>
                    <a:pt x="494271" y="277139"/>
                  </a:lnTo>
                  <a:lnTo>
                    <a:pt x="495033" y="278282"/>
                  </a:lnTo>
                  <a:lnTo>
                    <a:pt x="496938" y="278663"/>
                  </a:lnTo>
                  <a:lnTo>
                    <a:pt x="498843" y="278282"/>
                  </a:lnTo>
                  <a:lnTo>
                    <a:pt x="500367" y="277139"/>
                  </a:lnTo>
                  <a:lnTo>
                    <a:pt x="501510" y="275615"/>
                  </a:lnTo>
                  <a:lnTo>
                    <a:pt x="501891" y="274091"/>
                  </a:lnTo>
                  <a:close/>
                </a:path>
                <a:path w="1027429" h="548639">
                  <a:moveTo>
                    <a:pt x="518198" y="282448"/>
                  </a:moveTo>
                  <a:lnTo>
                    <a:pt x="517817" y="280936"/>
                  </a:lnTo>
                  <a:lnTo>
                    <a:pt x="517055" y="279412"/>
                  </a:lnTo>
                  <a:lnTo>
                    <a:pt x="515531" y="278282"/>
                  </a:lnTo>
                  <a:lnTo>
                    <a:pt x="513651" y="277901"/>
                  </a:lnTo>
                  <a:lnTo>
                    <a:pt x="511759" y="278282"/>
                  </a:lnTo>
                  <a:lnTo>
                    <a:pt x="510235" y="279412"/>
                  </a:lnTo>
                  <a:lnTo>
                    <a:pt x="509092" y="280936"/>
                  </a:lnTo>
                  <a:lnTo>
                    <a:pt x="508711" y="282448"/>
                  </a:lnTo>
                  <a:lnTo>
                    <a:pt x="509092" y="284340"/>
                  </a:lnTo>
                  <a:lnTo>
                    <a:pt x="510235" y="285864"/>
                  </a:lnTo>
                  <a:lnTo>
                    <a:pt x="511759" y="286626"/>
                  </a:lnTo>
                  <a:lnTo>
                    <a:pt x="513651" y="287007"/>
                  </a:lnTo>
                  <a:lnTo>
                    <a:pt x="515531" y="286626"/>
                  </a:lnTo>
                  <a:lnTo>
                    <a:pt x="517055" y="285864"/>
                  </a:lnTo>
                  <a:lnTo>
                    <a:pt x="517817" y="284340"/>
                  </a:lnTo>
                  <a:lnTo>
                    <a:pt x="518198" y="282448"/>
                  </a:lnTo>
                  <a:close/>
                </a:path>
                <a:path w="1027429" h="548639">
                  <a:moveTo>
                    <a:pt x="534530" y="290804"/>
                  </a:moveTo>
                  <a:lnTo>
                    <a:pt x="534162" y="288912"/>
                  </a:lnTo>
                  <a:lnTo>
                    <a:pt x="533400" y="287388"/>
                  </a:lnTo>
                  <a:lnTo>
                    <a:pt x="531876" y="286626"/>
                  </a:lnTo>
                  <a:lnTo>
                    <a:pt x="529971" y="286245"/>
                  </a:lnTo>
                  <a:lnTo>
                    <a:pt x="528447" y="286626"/>
                  </a:lnTo>
                  <a:lnTo>
                    <a:pt x="526923" y="287388"/>
                  </a:lnTo>
                  <a:lnTo>
                    <a:pt x="525792" y="288912"/>
                  </a:lnTo>
                  <a:lnTo>
                    <a:pt x="525411" y="290804"/>
                  </a:lnTo>
                  <a:lnTo>
                    <a:pt x="525792" y="292696"/>
                  </a:lnTo>
                  <a:lnTo>
                    <a:pt x="526923" y="294208"/>
                  </a:lnTo>
                  <a:lnTo>
                    <a:pt x="528066" y="295351"/>
                  </a:lnTo>
                  <a:lnTo>
                    <a:pt x="529971" y="295732"/>
                  </a:lnTo>
                  <a:lnTo>
                    <a:pt x="531876" y="295351"/>
                  </a:lnTo>
                  <a:lnTo>
                    <a:pt x="533400" y="294208"/>
                  </a:lnTo>
                  <a:lnTo>
                    <a:pt x="534162" y="292696"/>
                  </a:lnTo>
                  <a:lnTo>
                    <a:pt x="534530" y="290804"/>
                  </a:lnTo>
                  <a:close/>
                </a:path>
                <a:path w="1027429" h="548639">
                  <a:moveTo>
                    <a:pt x="550849" y="299161"/>
                  </a:moveTo>
                  <a:lnTo>
                    <a:pt x="550468" y="297637"/>
                  </a:lnTo>
                  <a:lnTo>
                    <a:pt x="549706" y="296113"/>
                  </a:lnTo>
                  <a:lnTo>
                    <a:pt x="548182" y="295351"/>
                  </a:lnTo>
                  <a:lnTo>
                    <a:pt x="546684" y="294970"/>
                  </a:lnTo>
                  <a:lnTo>
                    <a:pt x="544791" y="295351"/>
                  </a:lnTo>
                  <a:lnTo>
                    <a:pt x="543267" y="296113"/>
                  </a:lnTo>
                  <a:lnTo>
                    <a:pt x="542124" y="297637"/>
                  </a:lnTo>
                  <a:lnTo>
                    <a:pt x="541743" y="299161"/>
                  </a:lnTo>
                  <a:lnTo>
                    <a:pt x="542124" y="301053"/>
                  </a:lnTo>
                  <a:lnTo>
                    <a:pt x="543267" y="302564"/>
                  </a:lnTo>
                  <a:lnTo>
                    <a:pt x="544791" y="303695"/>
                  </a:lnTo>
                  <a:lnTo>
                    <a:pt x="546684" y="304076"/>
                  </a:lnTo>
                  <a:lnTo>
                    <a:pt x="548182" y="303695"/>
                  </a:lnTo>
                  <a:lnTo>
                    <a:pt x="549706" y="302564"/>
                  </a:lnTo>
                  <a:lnTo>
                    <a:pt x="550468" y="301053"/>
                  </a:lnTo>
                  <a:lnTo>
                    <a:pt x="550849" y="299161"/>
                  </a:lnTo>
                  <a:close/>
                </a:path>
                <a:path w="1027429" h="548639">
                  <a:moveTo>
                    <a:pt x="567563" y="307886"/>
                  </a:moveTo>
                  <a:lnTo>
                    <a:pt x="567182" y="305981"/>
                  </a:lnTo>
                  <a:lnTo>
                    <a:pt x="566051" y="304457"/>
                  </a:lnTo>
                  <a:lnTo>
                    <a:pt x="564527" y="303314"/>
                  </a:lnTo>
                  <a:lnTo>
                    <a:pt x="562622" y="302945"/>
                  </a:lnTo>
                  <a:lnTo>
                    <a:pt x="561098" y="303314"/>
                  </a:lnTo>
                  <a:lnTo>
                    <a:pt x="559955" y="304457"/>
                  </a:lnTo>
                  <a:lnTo>
                    <a:pt x="558812" y="305981"/>
                  </a:lnTo>
                  <a:lnTo>
                    <a:pt x="558431" y="307886"/>
                  </a:lnTo>
                  <a:lnTo>
                    <a:pt x="558812" y="309791"/>
                  </a:lnTo>
                  <a:lnTo>
                    <a:pt x="559955" y="311302"/>
                  </a:lnTo>
                  <a:lnTo>
                    <a:pt x="560717" y="312064"/>
                  </a:lnTo>
                  <a:lnTo>
                    <a:pt x="562622" y="312432"/>
                  </a:lnTo>
                  <a:lnTo>
                    <a:pt x="564527" y="312064"/>
                  </a:lnTo>
                  <a:lnTo>
                    <a:pt x="566051" y="311302"/>
                  </a:lnTo>
                  <a:lnTo>
                    <a:pt x="567182" y="309791"/>
                  </a:lnTo>
                  <a:lnTo>
                    <a:pt x="567563" y="307886"/>
                  </a:lnTo>
                  <a:close/>
                </a:path>
                <a:path w="1027429" h="548639">
                  <a:moveTo>
                    <a:pt x="583882" y="316230"/>
                  </a:moveTo>
                  <a:lnTo>
                    <a:pt x="583501" y="314325"/>
                  </a:lnTo>
                  <a:lnTo>
                    <a:pt x="582739" y="312813"/>
                  </a:lnTo>
                  <a:lnTo>
                    <a:pt x="581215" y="312064"/>
                  </a:lnTo>
                  <a:lnTo>
                    <a:pt x="579323" y="311696"/>
                  </a:lnTo>
                  <a:lnTo>
                    <a:pt x="577430" y="312064"/>
                  </a:lnTo>
                  <a:lnTo>
                    <a:pt x="575919" y="312813"/>
                  </a:lnTo>
                  <a:lnTo>
                    <a:pt x="574776" y="314325"/>
                  </a:lnTo>
                  <a:lnTo>
                    <a:pt x="574395" y="316230"/>
                  </a:lnTo>
                  <a:lnTo>
                    <a:pt x="574776" y="318135"/>
                  </a:lnTo>
                  <a:lnTo>
                    <a:pt x="575919" y="319659"/>
                  </a:lnTo>
                  <a:lnTo>
                    <a:pt x="577430" y="320421"/>
                  </a:lnTo>
                  <a:lnTo>
                    <a:pt x="579323" y="320802"/>
                  </a:lnTo>
                  <a:lnTo>
                    <a:pt x="581215" y="320421"/>
                  </a:lnTo>
                  <a:lnTo>
                    <a:pt x="582739" y="319659"/>
                  </a:lnTo>
                  <a:lnTo>
                    <a:pt x="583501" y="318135"/>
                  </a:lnTo>
                  <a:lnTo>
                    <a:pt x="583882" y="316230"/>
                  </a:lnTo>
                  <a:close/>
                </a:path>
                <a:path w="1027429" h="548639">
                  <a:moveTo>
                    <a:pt x="600583" y="324954"/>
                  </a:moveTo>
                  <a:lnTo>
                    <a:pt x="600202" y="323062"/>
                  </a:lnTo>
                  <a:lnTo>
                    <a:pt x="599071" y="321564"/>
                  </a:lnTo>
                  <a:lnTo>
                    <a:pt x="597560" y="320421"/>
                  </a:lnTo>
                  <a:lnTo>
                    <a:pt x="595655" y="320040"/>
                  </a:lnTo>
                  <a:lnTo>
                    <a:pt x="593750" y="320421"/>
                  </a:lnTo>
                  <a:lnTo>
                    <a:pt x="592226" y="321564"/>
                  </a:lnTo>
                  <a:lnTo>
                    <a:pt x="591464" y="323062"/>
                  </a:lnTo>
                  <a:lnTo>
                    <a:pt x="591083" y="324954"/>
                  </a:lnTo>
                  <a:lnTo>
                    <a:pt x="591464" y="326097"/>
                  </a:lnTo>
                  <a:lnTo>
                    <a:pt x="592226" y="327621"/>
                  </a:lnTo>
                  <a:lnTo>
                    <a:pt x="593750" y="328764"/>
                  </a:lnTo>
                  <a:lnTo>
                    <a:pt x="595655" y="329145"/>
                  </a:lnTo>
                  <a:lnTo>
                    <a:pt x="597560" y="328764"/>
                  </a:lnTo>
                  <a:lnTo>
                    <a:pt x="599071" y="327621"/>
                  </a:lnTo>
                  <a:lnTo>
                    <a:pt x="600202" y="326097"/>
                  </a:lnTo>
                  <a:lnTo>
                    <a:pt x="600583" y="324954"/>
                  </a:lnTo>
                  <a:close/>
                </a:path>
                <a:path w="1027429" h="548639">
                  <a:moveTo>
                    <a:pt x="616534" y="332955"/>
                  </a:moveTo>
                  <a:lnTo>
                    <a:pt x="616153" y="331431"/>
                  </a:lnTo>
                  <a:lnTo>
                    <a:pt x="615391" y="329907"/>
                  </a:lnTo>
                  <a:lnTo>
                    <a:pt x="613867" y="328764"/>
                  </a:lnTo>
                  <a:lnTo>
                    <a:pt x="612343" y="328383"/>
                  </a:lnTo>
                  <a:lnTo>
                    <a:pt x="610463" y="328764"/>
                  </a:lnTo>
                  <a:lnTo>
                    <a:pt x="608952" y="329907"/>
                  </a:lnTo>
                  <a:lnTo>
                    <a:pt x="607809" y="331431"/>
                  </a:lnTo>
                  <a:lnTo>
                    <a:pt x="607428" y="332955"/>
                  </a:lnTo>
                  <a:lnTo>
                    <a:pt x="607809" y="334835"/>
                  </a:lnTo>
                  <a:lnTo>
                    <a:pt x="608952" y="336346"/>
                  </a:lnTo>
                  <a:lnTo>
                    <a:pt x="610463" y="337489"/>
                  </a:lnTo>
                  <a:lnTo>
                    <a:pt x="612343" y="337870"/>
                  </a:lnTo>
                  <a:lnTo>
                    <a:pt x="613867" y="337489"/>
                  </a:lnTo>
                  <a:lnTo>
                    <a:pt x="615391" y="336346"/>
                  </a:lnTo>
                  <a:lnTo>
                    <a:pt x="616153" y="334835"/>
                  </a:lnTo>
                  <a:lnTo>
                    <a:pt x="616534" y="332955"/>
                  </a:lnTo>
                  <a:close/>
                </a:path>
                <a:path w="1027429" h="548639">
                  <a:moveTo>
                    <a:pt x="633222" y="341299"/>
                  </a:moveTo>
                  <a:lnTo>
                    <a:pt x="632853" y="339394"/>
                  </a:lnTo>
                  <a:lnTo>
                    <a:pt x="631723" y="338251"/>
                  </a:lnTo>
                  <a:lnTo>
                    <a:pt x="630199" y="337489"/>
                  </a:lnTo>
                  <a:lnTo>
                    <a:pt x="628307" y="337108"/>
                  </a:lnTo>
                  <a:lnTo>
                    <a:pt x="626783" y="337489"/>
                  </a:lnTo>
                  <a:lnTo>
                    <a:pt x="625259" y="338251"/>
                  </a:lnTo>
                  <a:lnTo>
                    <a:pt x="624497" y="339394"/>
                  </a:lnTo>
                  <a:lnTo>
                    <a:pt x="624116" y="341299"/>
                  </a:lnTo>
                  <a:lnTo>
                    <a:pt x="624497" y="343204"/>
                  </a:lnTo>
                  <a:lnTo>
                    <a:pt x="625259" y="344703"/>
                  </a:lnTo>
                  <a:lnTo>
                    <a:pt x="626783" y="345833"/>
                  </a:lnTo>
                  <a:lnTo>
                    <a:pt x="628307" y="346214"/>
                  </a:lnTo>
                  <a:lnTo>
                    <a:pt x="630199" y="345833"/>
                  </a:lnTo>
                  <a:lnTo>
                    <a:pt x="631723" y="344703"/>
                  </a:lnTo>
                  <a:lnTo>
                    <a:pt x="632853" y="343204"/>
                  </a:lnTo>
                  <a:lnTo>
                    <a:pt x="633222" y="341299"/>
                  </a:lnTo>
                  <a:close/>
                </a:path>
                <a:path w="1027429" h="548639">
                  <a:moveTo>
                    <a:pt x="649566" y="350024"/>
                  </a:moveTo>
                  <a:lnTo>
                    <a:pt x="649185" y="348119"/>
                  </a:lnTo>
                  <a:lnTo>
                    <a:pt x="648423" y="346595"/>
                  </a:lnTo>
                  <a:lnTo>
                    <a:pt x="646899" y="345833"/>
                  </a:lnTo>
                  <a:lnTo>
                    <a:pt x="644994" y="345465"/>
                  </a:lnTo>
                  <a:lnTo>
                    <a:pt x="643089" y="345833"/>
                  </a:lnTo>
                  <a:lnTo>
                    <a:pt x="641591" y="346595"/>
                  </a:lnTo>
                  <a:lnTo>
                    <a:pt x="640461" y="348119"/>
                  </a:lnTo>
                  <a:lnTo>
                    <a:pt x="640080" y="350024"/>
                  </a:lnTo>
                  <a:lnTo>
                    <a:pt x="640461" y="351929"/>
                  </a:lnTo>
                  <a:lnTo>
                    <a:pt x="641591" y="353072"/>
                  </a:lnTo>
                  <a:lnTo>
                    <a:pt x="643089" y="354203"/>
                  </a:lnTo>
                  <a:lnTo>
                    <a:pt x="644994" y="354584"/>
                  </a:lnTo>
                  <a:lnTo>
                    <a:pt x="646899" y="354203"/>
                  </a:lnTo>
                  <a:lnTo>
                    <a:pt x="648423" y="353072"/>
                  </a:lnTo>
                  <a:lnTo>
                    <a:pt x="649185" y="351929"/>
                  </a:lnTo>
                  <a:lnTo>
                    <a:pt x="649566" y="350024"/>
                  </a:lnTo>
                  <a:close/>
                </a:path>
                <a:path w="1027429" h="548639">
                  <a:moveTo>
                    <a:pt x="666254" y="358368"/>
                  </a:moveTo>
                  <a:lnTo>
                    <a:pt x="665873" y="356476"/>
                  </a:lnTo>
                  <a:lnTo>
                    <a:pt x="664743" y="354965"/>
                  </a:lnTo>
                  <a:lnTo>
                    <a:pt x="663232" y="353834"/>
                  </a:lnTo>
                  <a:lnTo>
                    <a:pt x="661339" y="353453"/>
                  </a:lnTo>
                  <a:lnTo>
                    <a:pt x="659434" y="353834"/>
                  </a:lnTo>
                  <a:lnTo>
                    <a:pt x="657910" y="354965"/>
                  </a:lnTo>
                  <a:lnTo>
                    <a:pt x="657148" y="356476"/>
                  </a:lnTo>
                  <a:lnTo>
                    <a:pt x="656767" y="358368"/>
                  </a:lnTo>
                  <a:lnTo>
                    <a:pt x="657148" y="360273"/>
                  </a:lnTo>
                  <a:lnTo>
                    <a:pt x="657910" y="361797"/>
                  </a:lnTo>
                  <a:lnTo>
                    <a:pt x="659434" y="362559"/>
                  </a:lnTo>
                  <a:lnTo>
                    <a:pt x="661339" y="362940"/>
                  </a:lnTo>
                  <a:lnTo>
                    <a:pt x="663232" y="362559"/>
                  </a:lnTo>
                  <a:lnTo>
                    <a:pt x="664743" y="361797"/>
                  </a:lnTo>
                  <a:lnTo>
                    <a:pt x="665873" y="360273"/>
                  </a:lnTo>
                  <a:lnTo>
                    <a:pt x="666254" y="358368"/>
                  </a:lnTo>
                  <a:close/>
                </a:path>
                <a:path w="1027429" h="548639">
                  <a:moveTo>
                    <a:pt x="682218" y="366725"/>
                  </a:moveTo>
                  <a:lnTo>
                    <a:pt x="681837" y="365213"/>
                  </a:lnTo>
                  <a:lnTo>
                    <a:pt x="681075" y="363702"/>
                  </a:lnTo>
                  <a:lnTo>
                    <a:pt x="679932" y="362559"/>
                  </a:lnTo>
                  <a:lnTo>
                    <a:pt x="678027" y="362178"/>
                  </a:lnTo>
                  <a:lnTo>
                    <a:pt x="676122" y="362559"/>
                  </a:lnTo>
                  <a:lnTo>
                    <a:pt x="674611" y="363702"/>
                  </a:lnTo>
                  <a:lnTo>
                    <a:pt x="673481" y="365213"/>
                  </a:lnTo>
                  <a:lnTo>
                    <a:pt x="673112" y="366725"/>
                  </a:lnTo>
                  <a:lnTo>
                    <a:pt x="673481" y="368617"/>
                  </a:lnTo>
                  <a:lnTo>
                    <a:pt x="674611" y="370141"/>
                  </a:lnTo>
                  <a:lnTo>
                    <a:pt x="676122" y="370903"/>
                  </a:lnTo>
                  <a:lnTo>
                    <a:pt x="678027" y="371284"/>
                  </a:lnTo>
                  <a:lnTo>
                    <a:pt x="679932" y="370903"/>
                  </a:lnTo>
                  <a:lnTo>
                    <a:pt x="681075" y="370141"/>
                  </a:lnTo>
                  <a:lnTo>
                    <a:pt x="681837" y="368617"/>
                  </a:lnTo>
                  <a:lnTo>
                    <a:pt x="682218" y="366725"/>
                  </a:lnTo>
                  <a:close/>
                </a:path>
                <a:path w="1027429" h="548639">
                  <a:moveTo>
                    <a:pt x="698906" y="375475"/>
                  </a:moveTo>
                  <a:lnTo>
                    <a:pt x="698525" y="373570"/>
                  </a:lnTo>
                  <a:lnTo>
                    <a:pt x="697382" y="372046"/>
                  </a:lnTo>
                  <a:lnTo>
                    <a:pt x="695871" y="370903"/>
                  </a:lnTo>
                  <a:lnTo>
                    <a:pt x="693991" y="370522"/>
                  </a:lnTo>
                  <a:lnTo>
                    <a:pt x="692467" y="370903"/>
                  </a:lnTo>
                  <a:lnTo>
                    <a:pt x="690943" y="372046"/>
                  </a:lnTo>
                  <a:lnTo>
                    <a:pt x="690181" y="373570"/>
                  </a:lnTo>
                  <a:lnTo>
                    <a:pt x="689800" y="375475"/>
                  </a:lnTo>
                  <a:lnTo>
                    <a:pt x="690181" y="376974"/>
                  </a:lnTo>
                  <a:lnTo>
                    <a:pt x="690943" y="378485"/>
                  </a:lnTo>
                  <a:lnTo>
                    <a:pt x="692467" y="379247"/>
                  </a:lnTo>
                  <a:lnTo>
                    <a:pt x="693991" y="379628"/>
                  </a:lnTo>
                  <a:lnTo>
                    <a:pt x="695871" y="379247"/>
                  </a:lnTo>
                  <a:lnTo>
                    <a:pt x="697382" y="378485"/>
                  </a:lnTo>
                  <a:lnTo>
                    <a:pt x="698525" y="376974"/>
                  </a:lnTo>
                  <a:lnTo>
                    <a:pt x="698906" y="375475"/>
                  </a:lnTo>
                  <a:close/>
                </a:path>
                <a:path w="1027429" h="548639">
                  <a:moveTo>
                    <a:pt x="715251" y="383438"/>
                  </a:moveTo>
                  <a:lnTo>
                    <a:pt x="714870" y="381914"/>
                  </a:lnTo>
                  <a:lnTo>
                    <a:pt x="714108" y="380390"/>
                  </a:lnTo>
                  <a:lnTo>
                    <a:pt x="712584" y="379247"/>
                  </a:lnTo>
                  <a:lnTo>
                    <a:pt x="710679" y="378866"/>
                  </a:lnTo>
                  <a:lnTo>
                    <a:pt x="708774" y="379247"/>
                  </a:lnTo>
                  <a:lnTo>
                    <a:pt x="707263" y="380390"/>
                  </a:lnTo>
                  <a:lnTo>
                    <a:pt x="706132" y="381914"/>
                  </a:lnTo>
                  <a:lnTo>
                    <a:pt x="706132" y="385343"/>
                  </a:lnTo>
                  <a:lnTo>
                    <a:pt x="707263" y="386854"/>
                  </a:lnTo>
                  <a:lnTo>
                    <a:pt x="708774" y="387985"/>
                  </a:lnTo>
                  <a:lnTo>
                    <a:pt x="710679" y="388366"/>
                  </a:lnTo>
                  <a:lnTo>
                    <a:pt x="712584" y="387985"/>
                  </a:lnTo>
                  <a:lnTo>
                    <a:pt x="714108" y="386854"/>
                  </a:lnTo>
                  <a:lnTo>
                    <a:pt x="714870" y="385343"/>
                  </a:lnTo>
                  <a:lnTo>
                    <a:pt x="715251" y="383438"/>
                  </a:lnTo>
                  <a:close/>
                </a:path>
                <a:path w="1027429" h="548639">
                  <a:moveTo>
                    <a:pt x="731939" y="391782"/>
                  </a:moveTo>
                  <a:lnTo>
                    <a:pt x="731558" y="390258"/>
                  </a:lnTo>
                  <a:lnTo>
                    <a:pt x="730415" y="388747"/>
                  </a:lnTo>
                  <a:lnTo>
                    <a:pt x="728903" y="387985"/>
                  </a:lnTo>
                  <a:lnTo>
                    <a:pt x="727011" y="387616"/>
                  </a:lnTo>
                  <a:lnTo>
                    <a:pt x="725119" y="387985"/>
                  </a:lnTo>
                  <a:lnTo>
                    <a:pt x="723595" y="388747"/>
                  </a:lnTo>
                  <a:lnTo>
                    <a:pt x="722833" y="390258"/>
                  </a:lnTo>
                  <a:lnTo>
                    <a:pt x="722452" y="391782"/>
                  </a:lnTo>
                  <a:lnTo>
                    <a:pt x="722833" y="393687"/>
                  </a:lnTo>
                  <a:lnTo>
                    <a:pt x="723595" y="395211"/>
                  </a:lnTo>
                  <a:lnTo>
                    <a:pt x="725119" y="396354"/>
                  </a:lnTo>
                  <a:lnTo>
                    <a:pt x="727011" y="396735"/>
                  </a:lnTo>
                  <a:lnTo>
                    <a:pt x="728903" y="396354"/>
                  </a:lnTo>
                  <a:lnTo>
                    <a:pt x="730415" y="395211"/>
                  </a:lnTo>
                  <a:lnTo>
                    <a:pt x="731558" y="393687"/>
                  </a:lnTo>
                  <a:lnTo>
                    <a:pt x="731939" y="391782"/>
                  </a:lnTo>
                  <a:close/>
                </a:path>
                <a:path w="1027429" h="548639">
                  <a:moveTo>
                    <a:pt x="747890" y="400507"/>
                  </a:moveTo>
                  <a:lnTo>
                    <a:pt x="747522" y="398614"/>
                  </a:lnTo>
                  <a:lnTo>
                    <a:pt x="746760" y="397103"/>
                  </a:lnTo>
                  <a:lnTo>
                    <a:pt x="745617" y="396354"/>
                  </a:lnTo>
                  <a:lnTo>
                    <a:pt x="743712" y="395973"/>
                  </a:lnTo>
                  <a:lnTo>
                    <a:pt x="741807" y="396354"/>
                  </a:lnTo>
                  <a:lnTo>
                    <a:pt x="740283" y="397103"/>
                  </a:lnTo>
                  <a:lnTo>
                    <a:pt x="739152" y="398614"/>
                  </a:lnTo>
                  <a:lnTo>
                    <a:pt x="738771" y="400507"/>
                  </a:lnTo>
                  <a:lnTo>
                    <a:pt x="739152" y="402412"/>
                  </a:lnTo>
                  <a:lnTo>
                    <a:pt x="740283" y="403936"/>
                  </a:lnTo>
                  <a:lnTo>
                    <a:pt x="741807" y="405079"/>
                  </a:lnTo>
                  <a:lnTo>
                    <a:pt x="745617" y="405079"/>
                  </a:lnTo>
                  <a:lnTo>
                    <a:pt x="746760" y="403936"/>
                  </a:lnTo>
                  <a:lnTo>
                    <a:pt x="747522" y="402412"/>
                  </a:lnTo>
                  <a:lnTo>
                    <a:pt x="747890" y="400507"/>
                  </a:lnTo>
                  <a:close/>
                </a:path>
                <a:path w="1027429" h="548639">
                  <a:moveTo>
                    <a:pt x="764590" y="408876"/>
                  </a:moveTo>
                  <a:lnTo>
                    <a:pt x="764209" y="406984"/>
                  </a:lnTo>
                  <a:lnTo>
                    <a:pt x="763066" y="405460"/>
                  </a:lnTo>
                  <a:lnTo>
                    <a:pt x="761542" y="404698"/>
                  </a:lnTo>
                  <a:lnTo>
                    <a:pt x="759650" y="404317"/>
                  </a:lnTo>
                  <a:lnTo>
                    <a:pt x="758151" y="404698"/>
                  </a:lnTo>
                  <a:lnTo>
                    <a:pt x="756627" y="405460"/>
                  </a:lnTo>
                  <a:lnTo>
                    <a:pt x="755865" y="406984"/>
                  </a:lnTo>
                  <a:lnTo>
                    <a:pt x="755484" y="408876"/>
                  </a:lnTo>
                  <a:lnTo>
                    <a:pt x="755865" y="410756"/>
                  </a:lnTo>
                  <a:lnTo>
                    <a:pt x="756627" y="412280"/>
                  </a:lnTo>
                  <a:lnTo>
                    <a:pt x="758151" y="413042"/>
                  </a:lnTo>
                  <a:lnTo>
                    <a:pt x="759650" y="413423"/>
                  </a:lnTo>
                  <a:lnTo>
                    <a:pt x="761542" y="413042"/>
                  </a:lnTo>
                  <a:lnTo>
                    <a:pt x="763066" y="412280"/>
                  </a:lnTo>
                  <a:lnTo>
                    <a:pt x="764209" y="410756"/>
                  </a:lnTo>
                  <a:lnTo>
                    <a:pt x="764590" y="408876"/>
                  </a:lnTo>
                  <a:close/>
                </a:path>
                <a:path w="1027429" h="548639">
                  <a:moveTo>
                    <a:pt x="780923" y="417614"/>
                  </a:moveTo>
                  <a:lnTo>
                    <a:pt x="780542" y="415709"/>
                  </a:lnTo>
                  <a:lnTo>
                    <a:pt x="779792" y="414185"/>
                  </a:lnTo>
                  <a:lnTo>
                    <a:pt x="778268" y="413042"/>
                  </a:lnTo>
                  <a:lnTo>
                    <a:pt x="776363" y="412661"/>
                  </a:lnTo>
                  <a:lnTo>
                    <a:pt x="774458" y="413042"/>
                  </a:lnTo>
                  <a:lnTo>
                    <a:pt x="772934" y="414185"/>
                  </a:lnTo>
                  <a:lnTo>
                    <a:pt x="772172" y="415709"/>
                  </a:lnTo>
                  <a:lnTo>
                    <a:pt x="771804" y="417614"/>
                  </a:lnTo>
                  <a:lnTo>
                    <a:pt x="772172" y="419125"/>
                  </a:lnTo>
                  <a:lnTo>
                    <a:pt x="772934" y="420624"/>
                  </a:lnTo>
                  <a:lnTo>
                    <a:pt x="774458" y="421386"/>
                  </a:lnTo>
                  <a:lnTo>
                    <a:pt x="776363" y="421767"/>
                  </a:lnTo>
                  <a:lnTo>
                    <a:pt x="778268" y="421386"/>
                  </a:lnTo>
                  <a:lnTo>
                    <a:pt x="779792" y="420624"/>
                  </a:lnTo>
                  <a:lnTo>
                    <a:pt x="780542" y="419125"/>
                  </a:lnTo>
                  <a:lnTo>
                    <a:pt x="780923" y="417614"/>
                  </a:lnTo>
                  <a:close/>
                </a:path>
                <a:path w="1027429" h="548639">
                  <a:moveTo>
                    <a:pt x="797623" y="425958"/>
                  </a:moveTo>
                  <a:lnTo>
                    <a:pt x="797242" y="424053"/>
                  </a:lnTo>
                  <a:lnTo>
                    <a:pt x="796099" y="422529"/>
                  </a:lnTo>
                  <a:lnTo>
                    <a:pt x="794575" y="421386"/>
                  </a:lnTo>
                  <a:lnTo>
                    <a:pt x="792683" y="421017"/>
                  </a:lnTo>
                  <a:lnTo>
                    <a:pt x="790790" y="421386"/>
                  </a:lnTo>
                  <a:lnTo>
                    <a:pt x="789279" y="422529"/>
                  </a:lnTo>
                  <a:lnTo>
                    <a:pt x="788517" y="424053"/>
                  </a:lnTo>
                  <a:lnTo>
                    <a:pt x="788136" y="425958"/>
                  </a:lnTo>
                  <a:lnTo>
                    <a:pt x="788517" y="427482"/>
                  </a:lnTo>
                  <a:lnTo>
                    <a:pt x="789279" y="428993"/>
                  </a:lnTo>
                  <a:lnTo>
                    <a:pt x="790790" y="430123"/>
                  </a:lnTo>
                  <a:lnTo>
                    <a:pt x="792683" y="430504"/>
                  </a:lnTo>
                  <a:lnTo>
                    <a:pt x="794575" y="430123"/>
                  </a:lnTo>
                  <a:lnTo>
                    <a:pt x="796099" y="428993"/>
                  </a:lnTo>
                  <a:lnTo>
                    <a:pt x="797242" y="427482"/>
                  </a:lnTo>
                  <a:lnTo>
                    <a:pt x="797623" y="425958"/>
                  </a:lnTo>
                  <a:close/>
                </a:path>
                <a:path w="1027429" h="548639">
                  <a:moveTo>
                    <a:pt x="813562" y="433920"/>
                  </a:moveTo>
                  <a:lnTo>
                    <a:pt x="813193" y="432015"/>
                  </a:lnTo>
                  <a:lnTo>
                    <a:pt x="811301" y="430123"/>
                  </a:lnTo>
                  <a:lnTo>
                    <a:pt x="809396" y="429742"/>
                  </a:lnTo>
                  <a:lnTo>
                    <a:pt x="807491" y="430123"/>
                  </a:lnTo>
                  <a:lnTo>
                    <a:pt x="805967" y="431266"/>
                  </a:lnTo>
                  <a:lnTo>
                    <a:pt x="804824" y="432015"/>
                  </a:lnTo>
                  <a:lnTo>
                    <a:pt x="804443" y="433920"/>
                  </a:lnTo>
                  <a:lnTo>
                    <a:pt x="804824" y="435825"/>
                  </a:lnTo>
                  <a:lnTo>
                    <a:pt x="805967" y="437349"/>
                  </a:lnTo>
                  <a:lnTo>
                    <a:pt x="807491" y="438492"/>
                  </a:lnTo>
                  <a:lnTo>
                    <a:pt x="809396" y="438873"/>
                  </a:lnTo>
                  <a:lnTo>
                    <a:pt x="811301" y="438492"/>
                  </a:lnTo>
                  <a:lnTo>
                    <a:pt x="812431" y="437349"/>
                  </a:lnTo>
                  <a:lnTo>
                    <a:pt x="813193" y="435825"/>
                  </a:lnTo>
                  <a:lnTo>
                    <a:pt x="813562" y="433920"/>
                  </a:lnTo>
                  <a:close/>
                </a:path>
                <a:path w="1027429" h="548639">
                  <a:moveTo>
                    <a:pt x="830275" y="442645"/>
                  </a:moveTo>
                  <a:lnTo>
                    <a:pt x="829894" y="440753"/>
                  </a:lnTo>
                  <a:lnTo>
                    <a:pt x="828751" y="439254"/>
                  </a:lnTo>
                  <a:lnTo>
                    <a:pt x="827227" y="438492"/>
                  </a:lnTo>
                  <a:lnTo>
                    <a:pt x="825322" y="438111"/>
                  </a:lnTo>
                  <a:lnTo>
                    <a:pt x="823810" y="438492"/>
                  </a:lnTo>
                  <a:lnTo>
                    <a:pt x="822312" y="439254"/>
                  </a:lnTo>
                  <a:lnTo>
                    <a:pt x="821550" y="440753"/>
                  </a:lnTo>
                  <a:lnTo>
                    <a:pt x="821169" y="442645"/>
                  </a:lnTo>
                  <a:lnTo>
                    <a:pt x="821550" y="444550"/>
                  </a:lnTo>
                  <a:lnTo>
                    <a:pt x="822312" y="445693"/>
                  </a:lnTo>
                  <a:lnTo>
                    <a:pt x="823810" y="446836"/>
                  </a:lnTo>
                  <a:lnTo>
                    <a:pt x="825322" y="447217"/>
                  </a:lnTo>
                  <a:lnTo>
                    <a:pt x="827227" y="446836"/>
                  </a:lnTo>
                  <a:lnTo>
                    <a:pt x="828751" y="445693"/>
                  </a:lnTo>
                  <a:lnTo>
                    <a:pt x="829894" y="444550"/>
                  </a:lnTo>
                  <a:lnTo>
                    <a:pt x="830275" y="442645"/>
                  </a:lnTo>
                  <a:close/>
                </a:path>
                <a:path w="1027429" h="548639">
                  <a:moveTo>
                    <a:pt x="846594" y="451015"/>
                  </a:moveTo>
                  <a:lnTo>
                    <a:pt x="846213" y="449122"/>
                  </a:lnTo>
                  <a:lnTo>
                    <a:pt x="845451" y="447598"/>
                  </a:lnTo>
                  <a:lnTo>
                    <a:pt x="843940" y="446836"/>
                  </a:lnTo>
                  <a:lnTo>
                    <a:pt x="842048" y="446455"/>
                  </a:lnTo>
                  <a:lnTo>
                    <a:pt x="840143" y="446836"/>
                  </a:lnTo>
                  <a:lnTo>
                    <a:pt x="838619" y="447598"/>
                  </a:lnTo>
                  <a:lnTo>
                    <a:pt x="837857" y="449122"/>
                  </a:lnTo>
                  <a:lnTo>
                    <a:pt x="837476" y="451015"/>
                  </a:lnTo>
                  <a:lnTo>
                    <a:pt x="837857" y="452907"/>
                  </a:lnTo>
                  <a:lnTo>
                    <a:pt x="838619" y="454418"/>
                  </a:lnTo>
                  <a:lnTo>
                    <a:pt x="840143" y="455561"/>
                  </a:lnTo>
                  <a:lnTo>
                    <a:pt x="842048" y="455942"/>
                  </a:lnTo>
                  <a:lnTo>
                    <a:pt x="843940" y="455561"/>
                  </a:lnTo>
                  <a:lnTo>
                    <a:pt x="845451" y="454418"/>
                  </a:lnTo>
                  <a:lnTo>
                    <a:pt x="846213" y="452907"/>
                  </a:lnTo>
                  <a:lnTo>
                    <a:pt x="846594" y="451015"/>
                  </a:lnTo>
                  <a:close/>
                </a:path>
                <a:path w="1027429" h="548639">
                  <a:moveTo>
                    <a:pt x="863307" y="459371"/>
                  </a:moveTo>
                  <a:lnTo>
                    <a:pt x="862926" y="457847"/>
                  </a:lnTo>
                  <a:lnTo>
                    <a:pt x="861783" y="456323"/>
                  </a:lnTo>
                  <a:lnTo>
                    <a:pt x="860259" y="455180"/>
                  </a:lnTo>
                  <a:lnTo>
                    <a:pt x="858354" y="454799"/>
                  </a:lnTo>
                  <a:lnTo>
                    <a:pt x="856462" y="455180"/>
                  </a:lnTo>
                  <a:lnTo>
                    <a:pt x="854951" y="456323"/>
                  </a:lnTo>
                  <a:lnTo>
                    <a:pt x="854189" y="457847"/>
                  </a:lnTo>
                  <a:lnTo>
                    <a:pt x="853821" y="459371"/>
                  </a:lnTo>
                  <a:lnTo>
                    <a:pt x="854189" y="461264"/>
                  </a:lnTo>
                  <a:lnTo>
                    <a:pt x="854951" y="462775"/>
                  </a:lnTo>
                  <a:lnTo>
                    <a:pt x="856462" y="463524"/>
                  </a:lnTo>
                  <a:lnTo>
                    <a:pt x="858354" y="463905"/>
                  </a:lnTo>
                  <a:lnTo>
                    <a:pt x="860259" y="463524"/>
                  </a:lnTo>
                  <a:lnTo>
                    <a:pt x="861783" y="462775"/>
                  </a:lnTo>
                  <a:lnTo>
                    <a:pt x="862926" y="461264"/>
                  </a:lnTo>
                  <a:lnTo>
                    <a:pt x="863307" y="459371"/>
                  </a:lnTo>
                  <a:close/>
                </a:path>
                <a:path w="1027429" h="548639">
                  <a:moveTo>
                    <a:pt x="879233" y="468096"/>
                  </a:moveTo>
                  <a:lnTo>
                    <a:pt x="878852" y="466191"/>
                  </a:lnTo>
                  <a:lnTo>
                    <a:pt x="878103" y="464667"/>
                  </a:lnTo>
                  <a:lnTo>
                    <a:pt x="876973" y="463524"/>
                  </a:lnTo>
                  <a:lnTo>
                    <a:pt x="875080" y="463156"/>
                  </a:lnTo>
                  <a:lnTo>
                    <a:pt x="873175" y="463524"/>
                  </a:lnTo>
                  <a:lnTo>
                    <a:pt x="871651" y="464667"/>
                  </a:lnTo>
                  <a:lnTo>
                    <a:pt x="870508" y="466191"/>
                  </a:lnTo>
                  <a:lnTo>
                    <a:pt x="870127" y="468096"/>
                  </a:lnTo>
                  <a:lnTo>
                    <a:pt x="870508" y="470001"/>
                  </a:lnTo>
                  <a:lnTo>
                    <a:pt x="871651" y="471144"/>
                  </a:lnTo>
                  <a:lnTo>
                    <a:pt x="873175" y="471893"/>
                  </a:lnTo>
                  <a:lnTo>
                    <a:pt x="875080" y="472274"/>
                  </a:lnTo>
                  <a:lnTo>
                    <a:pt x="876592" y="471893"/>
                  </a:lnTo>
                  <a:lnTo>
                    <a:pt x="878103" y="471144"/>
                  </a:lnTo>
                  <a:lnTo>
                    <a:pt x="878852" y="470001"/>
                  </a:lnTo>
                  <a:lnTo>
                    <a:pt x="879233" y="468096"/>
                  </a:lnTo>
                  <a:close/>
                </a:path>
                <a:path w="1027429" h="548639">
                  <a:moveTo>
                    <a:pt x="895959" y="476440"/>
                  </a:moveTo>
                  <a:lnTo>
                    <a:pt x="895578" y="474535"/>
                  </a:lnTo>
                  <a:lnTo>
                    <a:pt x="894435" y="473024"/>
                  </a:lnTo>
                  <a:lnTo>
                    <a:pt x="892911" y="471893"/>
                  </a:lnTo>
                  <a:lnTo>
                    <a:pt x="891387" y="471525"/>
                  </a:lnTo>
                  <a:lnTo>
                    <a:pt x="889482" y="471893"/>
                  </a:lnTo>
                  <a:lnTo>
                    <a:pt x="887984" y="473024"/>
                  </a:lnTo>
                  <a:lnTo>
                    <a:pt x="887222" y="474535"/>
                  </a:lnTo>
                  <a:lnTo>
                    <a:pt x="886841" y="476440"/>
                  </a:lnTo>
                  <a:lnTo>
                    <a:pt x="887222" y="477964"/>
                  </a:lnTo>
                  <a:lnTo>
                    <a:pt x="887984" y="479488"/>
                  </a:lnTo>
                  <a:lnTo>
                    <a:pt x="889482" y="480631"/>
                  </a:lnTo>
                  <a:lnTo>
                    <a:pt x="891387" y="481012"/>
                  </a:lnTo>
                  <a:lnTo>
                    <a:pt x="892911" y="480631"/>
                  </a:lnTo>
                  <a:lnTo>
                    <a:pt x="894435" y="479488"/>
                  </a:lnTo>
                  <a:lnTo>
                    <a:pt x="895578" y="477964"/>
                  </a:lnTo>
                  <a:lnTo>
                    <a:pt x="895959" y="476440"/>
                  </a:lnTo>
                  <a:close/>
                </a:path>
                <a:path w="1027429" h="548639">
                  <a:moveTo>
                    <a:pt x="912266" y="484416"/>
                  </a:moveTo>
                  <a:lnTo>
                    <a:pt x="911885" y="482904"/>
                  </a:lnTo>
                  <a:lnTo>
                    <a:pt x="909612" y="480631"/>
                  </a:lnTo>
                  <a:lnTo>
                    <a:pt x="907719" y="480250"/>
                  </a:lnTo>
                  <a:lnTo>
                    <a:pt x="905827" y="480631"/>
                  </a:lnTo>
                  <a:lnTo>
                    <a:pt x="903541" y="482904"/>
                  </a:lnTo>
                  <a:lnTo>
                    <a:pt x="903160" y="484416"/>
                  </a:lnTo>
                  <a:lnTo>
                    <a:pt x="903541" y="486308"/>
                  </a:lnTo>
                  <a:lnTo>
                    <a:pt x="904684" y="487832"/>
                  </a:lnTo>
                  <a:lnTo>
                    <a:pt x="905827" y="488975"/>
                  </a:lnTo>
                  <a:lnTo>
                    <a:pt x="907719" y="489356"/>
                  </a:lnTo>
                  <a:lnTo>
                    <a:pt x="909231" y="488975"/>
                  </a:lnTo>
                  <a:lnTo>
                    <a:pt x="910742" y="487832"/>
                  </a:lnTo>
                  <a:lnTo>
                    <a:pt x="911885" y="486308"/>
                  </a:lnTo>
                  <a:lnTo>
                    <a:pt x="912266" y="484416"/>
                  </a:lnTo>
                  <a:close/>
                </a:path>
                <a:path w="1027429" h="548639">
                  <a:moveTo>
                    <a:pt x="928979" y="493153"/>
                  </a:moveTo>
                  <a:lnTo>
                    <a:pt x="928611" y="491261"/>
                  </a:lnTo>
                  <a:lnTo>
                    <a:pt x="927468" y="489737"/>
                  </a:lnTo>
                  <a:lnTo>
                    <a:pt x="925944" y="488975"/>
                  </a:lnTo>
                  <a:lnTo>
                    <a:pt x="924039" y="488594"/>
                  </a:lnTo>
                  <a:lnTo>
                    <a:pt x="922134" y="488975"/>
                  </a:lnTo>
                  <a:lnTo>
                    <a:pt x="920623" y="489737"/>
                  </a:lnTo>
                  <a:lnTo>
                    <a:pt x="919861" y="491261"/>
                  </a:lnTo>
                  <a:lnTo>
                    <a:pt x="919492" y="493153"/>
                  </a:lnTo>
                  <a:lnTo>
                    <a:pt x="919861" y="495046"/>
                  </a:lnTo>
                  <a:lnTo>
                    <a:pt x="920623" y="496557"/>
                  </a:lnTo>
                  <a:lnTo>
                    <a:pt x="922134" y="497319"/>
                  </a:lnTo>
                  <a:lnTo>
                    <a:pt x="924039" y="497700"/>
                  </a:lnTo>
                  <a:lnTo>
                    <a:pt x="925944" y="497319"/>
                  </a:lnTo>
                  <a:lnTo>
                    <a:pt x="927468" y="496557"/>
                  </a:lnTo>
                  <a:lnTo>
                    <a:pt x="928611" y="495046"/>
                  </a:lnTo>
                  <a:lnTo>
                    <a:pt x="928979" y="493153"/>
                  </a:lnTo>
                  <a:close/>
                </a:path>
                <a:path w="1027429" h="548639">
                  <a:moveTo>
                    <a:pt x="944918" y="501510"/>
                  </a:moveTo>
                  <a:lnTo>
                    <a:pt x="944537" y="499605"/>
                  </a:lnTo>
                  <a:lnTo>
                    <a:pt x="943775" y="498081"/>
                  </a:lnTo>
                  <a:lnTo>
                    <a:pt x="942632" y="497319"/>
                  </a:lnTo>
                  <a:lnTo>
                    <a:pt x="938860" y="497319"/>
                  </a:lnTo>
                  <a:lnTo>
                    <a:pt x="937336" y="498081"/>
                  </a:lnTo>
                  <a:lnTo>
                    <a:pt x="936193" y="499605"/>
                  </a:lnTo>
                  <a:lnTo>
                    <a:pt x="935812" y="501510"/>
                  </a:lnTo>
                  <a:lnTo>
                    <a:pt x="936193" y="503415"/>
                  </a:lnTo>
                  <a:lnTo>
                    <a:pt x="937336" y="504913"/>
                  </a:lnTo>
                  <a:lnTo>
                    <a:pt x="938860" y="506056"/>
                  </a:lnTo>
                  <a:lnTo>
                    <a:pt x="940752" y="506425"/>
                  </a:lnTo>
                  <a:lnTo>
                    <a:pt x="942263" y="506056"/>
                  </a:lnTo>
                  <a:lnTo>
                    <a:pt x="943775" y="504913"/>
                  </a:lnTo>
                  <a:lnTo>
                    <a:pt x="944537" y="503415"/>
                  </a:lnTo>
                  <a:lnTo>
                    <a:pt x="944918" y="501510"/>
                  </a:lnTo>
                  <a:close/>
                </a:path>
                <a:path w="1027429" h="548639">
                  <a:moveTo>
                    <a:pt x="961631" y="510235"/>
                  </a:moveTo>
                  <a:lnTo>
                    <a:pt x="961250" y="508330"/>
                  </a:lnTo>
                  <a:lnTo>
                    <a:pt x="960120" y="506806"/>
                  </a:lnTo>
                  <a:lnTo>
                    <a:pt x="958596" y="505675"/>
                  </a:lnTo>
                  <a:lnTo>
                    <a:pt x="957072" y="505294"/>
                  </a:lnTo>
                  <a:lnTo>
                    <a:pt x="955167" y="505675"/>
                  </a:lnTo>
                  <a:lnTo>
                    <a:pt x="953643" y="506806"/>
                  </a:lnTo>
                  <a:lnTo>
                    <a:pt x="952512" y="508330"/>
                  </a:lnTo>
                  <a:lnTo>
                    <a:pt x="952131" y="510235"/>
                  </a:lnTo>
                  <a:lnTo>
                    <a:pt x="952512" y="511759"/>
                  </a:lnTo>
                  <a:lnTo>
                    <a:pt x="953643" y="513283"/>
                  </a:lnTo>
                  <a:lnTo>
                    <a:pt x="955167" y="514045"/>
                  </a:lnTo>
                  <a:lnTo>
                    <a:pt x="957072" y="514413"/>
                  </a:lnTo>
                  <a:lnTo>
                    <a:pt x="958596" y="514045"/>
                  </a:lnTo>
                  <a:lnTo>
                    <a:pt x="960120" y="513283"/>
                  </a:lnTo>
                  <a:lnTo>
                    <a:pt x="961250" y="511759"/>
                  </a:lnTo>
                  <a:lnTo>
                    <a:pt x="961631" y="510235"/>
                  </a:lnTo>
                  <a:close/>
                </a:path>
                <a:path w="1027429" h="548639">
                  <a:moveTo>
                    <a:pt x="977950" y="518579"/>
                  </a:moveTo>
                  <a:lnTo>
                    <a:pt x="977569" y="516686"/>
                  </a:lnTo>
                  <a:lnTo>
                    <a:pt x="976426" y="515162"/>
                  </a:lnTo>
                  <a:lnTo>
                    <a:pt x="975283" y="514045"/>
                  </a:lnTo>
                  <a:lnTo>
                    <a:pt x="974902" y="514045"/>
                  </a:lnTo>
                  <a:lnTo>
                    <a:pt x="973010" y="513664"/>
                  </a:lnTo>
                  <a:lnTo>
                    <a:pt x="971499" y="514045"/>
                  </a:lnTo>
                  <a:lnTo>
                    <a:pt x="970368" y="515162"/>
                  </a:lnTo>
                  <a:lnTo>
                    <a:pt x="969225" y="516686"/>
                  </a:lnTo>
                  <a:lnTo>
                    <a:pt x="968844" y="518579"/>
                  </a:lnTo>
                  <a:lnTo>
                    <a:pt x="969225" y="520484"/>
                  </a:lnTo>
                  <a:lnTo>
                    <a:pt x="970368" y="521627"/>
                  </a:lnTo>
                  <a:lnTo>
                    <a:pt x="971118" y="522770"/>
                  </a:lnTo>
                  <a:lnTo>
                    <a:pt x="971499" y="522770"/>
                  </a:lnTo>
                  <a:lnTo>
                    <a:pt x="973391" y="523151"/>
                  </a:lnTo>
                  <a:lnTo>
                    <a:pt x="974902" y="522770"/>
                  </a:lnTo>
                  <a:lnTo>
                    <a:pt x="976426" y="521627"/>
                  </a:lnTo>
                  <a:lnTo>
                    <a:pt x="977569" y="520484"/>
                  </a:lnTo>
                  <a:lnTo>
                    <a:pt x="977950" y="518579"/>
                  </a:lnTo>
                  <a:close/>
                </a:path>
                <a:path w="1027429" h="548639">
                  <a:moveTo>
                    <a:pt x="994283" y="526935"/>
                  </a:moveTo>
                  <a:lnTo>
                    <a:pt x="993902" y="525043"/>
                  </a:lnTo>
                  <a:lnTo>
                    <a:pt x="993140" y="523913"/>
                  </a:lnTo>
                  <a:lnTo>
                    <a:pt x="991628" y="522770"/>
                  </a:lnTo>
                  <a:lnTo>
                    <a:pt x="989723" y="522389"/>
                  </a:lnTo>
                  <a:lnTo>
                    <a:pt x="987818" y="522770"/>
                  </a:lnTo>
                  <a:lnTo>
                    <a:pt x="986294" y="523913"/>
                  </a:lnTo>
                  <a:lnTo>
                    <a:pt x="985164" y="525043"/>
                  </a:lnTo>
                  <a:lnTo>
                    <a:pt x="984783" y="526554"/>
                  </a:lnTo>
                  <a:lnTo>
                    <a:pt x="985164" y="528447"/>
                  </a:lnTo>
                  <a:lnTo>
                    <a:pt x="986294" y="529971"/>
                  </a:lnTo>
                  <a:lnTo>
                    <a:pt x="987818" y="531114"/>
                  </a:lnTo>
                  <a:lnTo>
                    <a:pt x="989723" y="531495"/>
                  </a:lnTo>
                  <a:lnTo>
                    <a:pt x="991628" y="531114"/>
                  </a:lnTo>
                  <a:lnTo>
                    <a:pt x="993140" y="529971"/>
                  </a:lnTo>
                  <a:lnTo>
                    <a:pt x="993902" y="528447"/>
                  </a:lnTo>
                  <a:lnTo>
                    <a:pt x="994283" y="526935"/>
                  </a:lnTo>
                  <a:close/>
                </a:path>
                <a:path w="1027429" h="548639">
                  <a:moveTo>
                    <a:pt x="1010602" y="533400"/>
                  </a:moveTo>
                  <a:lnTo>
                    <a:pt x="1009459" y="532257"/>
                  </a:lnTo>
                  <a:lnTo>
                    <a:pt x="1007935" y="531114"/>
                  </a:lnTo>
                  <a:lnTo>
                    <a:pt x="1006043" y="530733"/>
                  </a:lnTo>
                  <a:lnTo>
                    <a:pt x="1004531" y="531114"/>
                  </a:lnTo>
                  <a:lnTo>
                    <a:pt x="1003020" y="532257"/>
                  </a:lnTo>
                  <a:lnTo>
                    <a:pt x="1001877" y="533400"/>
                  </a:lnTo>
                  <a:lnTo>
                    <a:pt x="1001496" y="535305"/>
                  </a:lnTo>
                  <a:lnTo>
                    <a:pt x="1001877" y="537184"/>
                  </a:lnTo>
                  <a:lnTo>
                    <a:pt x="1004150" y="539457"/>
                  </a:lnTo>
                  <a:lnTo>
                    <a:pt x="1006043" y="539838"/>
                  </a:lnTo>
                  <a:lnTo>
                    <a:pt x="1007935" y="539457"/>
                  </a:lnTo>
                  <a:lnTo>
                    <a:pt x="1009459" y="538327"/>
                  </a:lnTo>
                  <a:lnTo>
                    <a:pt x="1010602" y="537184"/>
                  </a:lnTo>
                  <a:lnTo>
                    <a:pt x="1010602" y="533400"/>
                  </a:lnTo>
                  <a:close/>
                </a:path>
                <a:path w="1027429" h="548639">
                  <a:moveTo>
                    <a:pt x="1026922" y="543648"/>
                  </a:moveTo>
                  <a:lnTo>
                    <a:pt x="1026541" y="541743"/>
                  </a:lnTo>
                  <a:lnTo>
                    <a:pt x="1025791" y="540219"/>
                  </a:lnTo>
                  <a:lnTo>
                    <a:pt x="1024280" y="539457"/>
                  </a:lnTo>
                  <a:lnTo>
                    <a:pt x="1022756" y="539076"/>
                  </a:lnTo>
                  <a:lnTo>
                    <a:pt x="1020851" y="539457"/>
                  </a:lnTo>
                  <a:lnTo>
                    <a:pt x="1019327" y="540219"/>
                  </a:lnTo>
                  <a:lnTo>
                    <a:pt x="1018184" y="541743"/>
                  </a:lnTo>
                  <a:lnTo>
                    <a:pt x="1017803" y="543648"/>
                  </a:lnTo>
                  <a:lnTo>
                    <a:pt x="1018184" y="545553"/>
                  </a:lnTo>
                  <a:lnTo>
                    <a:pt x="1019327" y="547065"/>
                  </a:lnTo>
                  <a:lnTo>
                    <a:pt x="1020851" y="548195"/>
                  </a:lnTo>
                  <a:lnTo>
                    <a:pt x="1022756" y="548576"/>
                  </a:lnTo>
                  <a:lnTo>
                    <a:pt x="1024280" y="548195"/>
                  </a:lnTo>
                  <a:lnTo>
                    <a:pt x="1025791" y="547065"/>
                  </a:lnTo>
                  <a:lnTo>
                    <a:pt x="1026541" y="545553"/>
                  </a:lnTo>
                  <a:lnTo>
                    <a:pt x="1026922" y="5436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544618" y="2557004"/>
              <a:ext cx="1257935" cy="340995"/>
            </a:xfrm>
            <a:custGeom>
              <a:avLst/>
              <a:gdLst/>
              <a:ahLst/>
              <a:cxnLst/>
              <a:rect l="l" t="t" r="r" b="b"/>
              <a:pathLst>
                <a:path w="1257935" h="340994">
                  <a:moveTo>
                    <a:pt x="9105" y="4152"/>
                  </a:moveTo>
                  <a:lnTo>
                    <a:pt x="8724" y="2260"/>
                  </a:lnTo>
                  <a:lnTo>
                    <a:pt x="7594" y="1143"/>
                  </a:lnTo>
                  <a:lnTo>
                    <a:pt x="6464" y="381"/>
                  </a:lnTo>
                  <a:lnTo>
                    <a:pt x="4572" y="0"/>
                  </a:lnTo>
                  <a:lnTo>
                    <a:pt x="2667" y="381"/>
                  </a:lnTo>
                  <a:lnTo>
                    <a:pt x="1143" y="1143"/>
                  </a:lnTo>
                  <a:lnTo>
                    <a:pt x="381" y="2260"/>
                  </a:lnTo>
                  <a:lnTo>
                    <a:pt x="0" y="4152"/>
                  </a:lnTo>
                  <a:lnTo>
                    <a:pt x="381" y="6057"/>
                  </a:lnTo>
                  <a:lnTo>
                    <a:pt x="1143" y="7581"/>
                  </a:lnTo>
                  <a:lnTo>
                    <a:pt x="2667" y="8724"/>
                  </a:lnTo>
                  <a:lnTo>
                    <a:pt x="4572" y="9105"/>
                  </a:lnTo>
                  <a:lnTo>
                    <a:pt x="6083" y="8724"/>
                  </a:lnTo>
                  <a:lnTo>
                    <a:pt x="7594" y="7581"/>
                  </a:lnTo>
                  <a:lnTo>
                    <a:pt x="8724" y="6057"/>
                  </a:lnTo>
                  <a:lnTo>
                    <a:pt x="9105" y="4152"/>
                  </a:lnTo>
                  <a:close/>
                </a:path>
                <a:path w="1257935" h="340994">
                  <a:moveTo>
                    <a:pt x="26974" y="9105"/>
                  </a:moveTo>
                  <a:lnTo>
                    <a:pt x="26593" y="7200"/>
                  </a:lnTo>
                  <a:lnTo>
                    <a:pt x="25831" y="5676"/>
                  </a:lnTo>
                  <a:lnTo>
                    <a:pt x="24307" y="4533"/>
                  </a:lnTo>
                  <a:lnTo>
                    <a:pt x="22402" y="4152"/>
                  </a:lnTo>
                  <a:lnTo>
                    <a:pt x="20497" y="4533"/>
                  </a:lnTo>
                  <a:lnTo>
                    <a:pt x="18986" y="5676"/>
                  </a:lnTo>
                  <a:lnTo>
                    <a:pt x="17856" y="7200"/>
                  </a:lnTo>
                  <a:lnTo>
                    <a:pt x="17475" y="9105"/>
                  </a:lnTo>
                  <a:lnTo>
                    <a:pt x="17856" y="11010"/>
                  </a:lnTo>
                  <a:lnTo>
                    <a:pt x="18986" y="12509"/>
                  </a:lnTo>
                  <a:lnTo>
                    <a:pt x="20497" y="13271"/>
                  </a:lnTo>
                  <a:lnTo>
                    <a:pt x="22402" y="13639"/>
                  </a:lnTo>
                  <a:lnTo>
                    <a:pt x="24307" y="13271"/>
                  </a:lnTo>
                  <a:lnTo>
                    <a:pt x="25831" y="12509"/>
                  </a:lnTo>
                  <a:lnTo>
                    <a:pt x="26593" y="11010"/>
                  </a:lnTo>
                  <a:lnTo>
                    <a:pt x="26974" y="9105"/>
                  </a:lnTo>
                  <a:close/>
                </a:path>
                <a:path w="1257935" h="340994">
                  <a:moveTo>
                    <a:pt x="44805" y="14020"/>
                  </a:moveTo>
                  <a:lnTo>
                    <a:pt x="44424" y="12141"/>
                  </a:lnTo>
                  <a:lnTo>
                    <a:pt x="43281" y="10629"/>
                  </a:lnTo>
                  <a:lnTo>
                    <a:pt x="41757" y="9486"/>
                  </a:lnTo>
                  <a:lnTo>
                    <a:pt x="40233" y="9105"/>
                  </a:lnTo>
                  <a:lnTo>
                    <a:pt x="38354" y="9486"/>
                  </a:lnTo>
                  <a:lnTo>
                    <a:pt x="36842" y="10629"/>
                  </a:lnTo>
                  <a:lnTo>
                    <a:pt x="36080" y="12141"/>
                  </a:lnTo>
                  <a:lnTo>
                    <a:pt x="35699" y="14020"/>
                  </a:lnTo>
                  <a:lnTo>
                    <a:pt x="36080" y="15544"/>
                  </a:lnTo>
                  <a:lnTo>
                    <a:pt x="36842" y="17068"/>
                  </a:lnTo>
                  <a:lnTo>
                    <a:pt x="38354" y="17830"/>
                  </a:lnTo>
                  <a:lnTo>
                    <a:pt x="40233" y="18211"/>
                  </a:lnTo>
                  <a:lnTo>
                    <a:pt x="41757" y="17830"/>
                  </a:lnTo>
                  <a:lnTo>
                    <a:pt x="43281" y="17068"/>
                  </a:lnTo>
                  <a:lnTo>
                    <a:pt x="44424" y="15544"/>
                  </a:lnTo>
                  <a:lnTo>
                    <a:pt x="44805" y="14020"/>
                  </a:lnTo>
                  <a:close/>
                </a:path>
                <a:path w="1257935" h="340994">
                  <a:moveTo>
                    <a:pt x="62636" y="18592"/>
                  </a:moveTo>
                  <a:lnTo>
                    <a:pt x="62255" y="16687"/>
                  </a:lnTo>
                  <a:lnTo>
                    <a:pt x="61112" y="15163"/>
                  </a:lnTo>
                  <a:lnTo>
                    <a:pt x="59994" y="14020"/>
                  </a:lnTo>
                  <a:lnTo>
                    <a:pt x="56197" y="14020"/>
                  </a:lnTo>
                  <a:lnTo>
                    <a:pt x="54673" y="15163"/>
                  </a:lnTo>
                  <a:lnTo>
                    <a:pt x="53911" y="16687"/>
                  </a:lnTo>
                  <a:lnTo>
                    <a:pt x="53530" y="18592"/>
                  </a:lnTo>
                  <a:lnTo>
                    <a:pt x="53911" y="20497"/>
                  </a:lnTo>
                  <a:lnTo>
                    <a:pt x="54673" y="21640"/>
                  </a:lnTo>
                  <a:lnTo>
                    <a:pt x="56197" y="22783"/>
                  </a:lnTo>
                  <a:lnTo>
                    <a:pt x="58102" y="23139"/>
                  </a:lnTo>
                  <a:lnTo>
                    <a:pt x="59613" y="22783"/>
                  </a:lnTo>
                  <a:lnTo>
                    <a:pt x="61112" y="21640"/>
                  </a:lnTo>
                  <a:lnTo>
                    <a:pt x="62255" y="20497"/>
                  </a:lnTo>
                  <a:lnTo>
                    <a:pt x="62636" y="18592"/>
                  </a:lnTo>
                  <a:close/>
                </a:path>
                <a:path w="1257935" h="340994">
                  <a:moveTo>
                    <a:pt x="80124" y="21640"/>
                  </a:moveTo>
                  <a:lnTo>
                    <a:pt x="79362" y="20116"/>
                  </a:lnTo>
                  <a:lnTo>
                    <a:pt x="77838" y="18973"/>
                  </a:lnTo>
                  <a:lnTo>
                    <a:pt x="75933" y="18592"/>
                  </a:lnTo>
                  <a:lnTo>
                    <a:pt x="74028" y="18973"/>
                  </a:lnTo>
                  <a:lnTo>
                    <a:pt x="72504" y="20116"/>
                  </a:lnTo>
                  <a:lnTo>
                    <a:pt x="71374" y="21640"/>
                  </a:lnTo>
                  <a:lnTo>
                    <a:pt x="71005" y="23139"/>
                  </a:lnTo>
                  <a:lnTo>
                    <a:pt x="71374" y="25031"/>
                  </a:lnTo>
                  <a:lnTo>
                    <a:pt x="72504" y="26555"/>
                  </a:lnTo>
                  <a:lnTo>
                    <a:pt x="74028" y="27317"/>
                  </a:lnTo>
                  <a:lnTo>
                    <a:pt x="75933" y="27698"/>
                  </a:lnTo>
                  <a:lnTo>
                    <a:pt x="77838" y="27317"/>
                  </a:lnTo>
                  <a:lnTo>
                    <a:pt x="79362" y="26555"/>
                  </a:lnTo>
                  <a:lnTo>
                    <a:pt x="80124" y="25031"/>
                  </a:lnTo>
                  <a:lnTo>
                    <a:pt x="80124" y="21640"/>
                  </a:lnTo>
                  <a:close/>
                </a:path>
                <a:path w="1257935" h="340994">
                  <a:moveTo>
                    <a:pt x="98336" y="27698"/>
                  </a:moveTo>
                  <a:lnTo>
                    <a:pt x="97955" y="26174"/>
                  </a:lnTo>
                  <a:lnTo>
                    <a:pt x="96812" y="24650"/>
                  </a:lnTo>
                  <a:lnTo>
                    <a:pt x="95288" y="23901"/>
                  </a:lnTo>
                  <a:lnTo>
                    <a:pt x="93395" y="23520"/>
                  </a:lnTo>
                  <a:lnTo>
                    <a:pt x="91884" y="23901"/>
                  </a:lnTo>
                  <a:lnTo>
                    <a:pt x="90373" y="24650"/>
                  </a:lnTo>
                  <a:lnTo>
                    <a:pt x="89611" y="26174"/>
                  </a:lnTo>
                  <a:lnTo>
                    <a:pt x="89230" y="27698"/>
                  </a:lnTo>
                  <a:lnTo>
                    <a:pt x="89611" y="29603"/>
                  </a:lnTo>
                  <a:lnTo>
                    <a:pt x="90373" y="31127"/>
                  </a:lnTo>
                  <a:lnTo>
                    <a:pt x="91884" y="32270"/>
                  </a:lnTo>
                  <a:lnTo>
                    <a:pt x="93395" y="32651"/>
                  </a:lnTo>
                  <a:lnTo>
                    <a:pt x="95288" y="32270"/>
                  </a:lnTo>
                  <a:lnTo>
                    <a:pt x="96812" y="31127"/>
                  </a:lnTo>
                  <a:lnTo>
                    <a:pt x="97955" y="29603"/>
                  </a:lnTo>
                  <a:lnTo>
                    <a:pt x="98336" y="27698"/>
                  </a:lnTo>
                  <a:close/>
                </a:path>
                <a:path w="1257935" h="340994">
                  <a:moveTo>
                    <a:pt x="116166" y="32651"/>
                  </a:moveTo>
                  <a:lnTo>
                    <a:pt x="115785" y="30746"/>
                  </a:lnTo>
                  <a:lnTo>
                    <a:pt x="114655" y="29222"/>
                  </a:lnTo>
                  <a:lnTo>
                    <a:pt x="113525" y="28460"/>
                  </a:lnTo>
                  <a:lnTo>
                    <a:pt x="111633" y="28079"/>
                  </a:lnTo>
                  <a:lnTo>
                    <a:pt x="109728" y="28460"/>
                  </a:lnTo>
                  <a:lnTo>
                    <a:pt x="108204" y="29222"/>
                  </a:lnTo>
                  <a:lnTo>
                    <a:pt x="107061" y="30746"/>
                  </a:lnTo>
                  <a:lnTo>
                    <a:pt x="106680" y="32651"/>
                  </a:lnTo>
                  <a:lnTo>
                    <a:pt x="107061" y="34518"/>
                  </a:lnTo>
                  <a:lnTo>
                    <a:pt x="108204" y="36042"/>
                  </a:lnTo>
                  <a:lnTo>
                    <a:pt x="109728" y="37185"/>
                  </a:lnTo>
                  <a:lnTo>
                    <a:pt x="111633" y="37566"/>
                  </a:lnTo>
                  <a:lnTo>
                    <a:pt x="113144" y="37185"/>
                  </a:lnTo>
                  <a:lnTo>
                    <a:pt x="114655" y="36042"/>
                  </a:lnTo>
                  <a:lnTo>
                    <a:pt x="115785" y="34518"/>
                  </a:lnTo>
                  <a:lnTo>
                    <a:pt x="116166" y="32651"/>
                  </a:lnTo>
                  <a:close/>
                </a:path>
                <a:path w="1257935" h="340994">
                  <a:moveTo>
                    <a:pt x="133654" y="37566"/>
                  </a:moveTo>
                  <a:lnTo>
                    <a:pt x="133273" y="35661"/>
                  </a:lnTo>
                  <a:lnTo>
                    <a:pt x="132892" y="34163"/>
                  </a:lnTo>
                  <a:lnTo>
                    <a:pt x="131368" y="33032"/>
                  </a:lnTo>
                  <a:lnTo>
                    <a:pt x="129463" y="32651"/>
                  </a:lnTo>
                  <a:lnTo>
                    <a:pt x="127558" y="33032"/>
                  </a:lnTo>
                  <a:lnTo>
                    <a:pt x="126034" y="34163"/>
                  </a:lnTo>
                  <a:lnTo>
                    <a:pt x="124904" y="35661"/>
                  </a:lnTo>
                  <a:lnTo>
                    <a:pt x="124523" y="37566"/>
                  </a:lnTo>
                  <a:lnTo>
                    <a:pt x="124904" y="39471"/>
                  </a:lnTo>
                  <a:lnTo>
                    <a:pt x="126034" y="40614"/>
                  </a:lnTo>
                  <a:lnTo>
                    <a:pt x="127558" y="41376"/>
                  </a:lnTo>
                  <a:lnTo>
                    <a:pt x="129463" y="41757"/>
                  </a:lnTo>
                  <a:lnTo>
                    <a:pt x="131368" y="41376"/>
                  </a:lnTo>
                  <a:lnTo>
                    <a:pt x="132892" y="40614"/>
                  </a:lnTo>
                  <a:lnTo>
                    <a:pt x="133273" y="39471"/>
                  </a:lnTo>
                  <a:lnTo>
                    <a:pt x="133654" y="37566"/>
                  </a:lnTo>
                  <a:close/>
                </a:path>
                <a:path w="1257935" h="340994">
                  <a:moveTo>
                    <a:pt x="151866" y="42138"/>
                  </a:moveTo>
                  <a:lnTo>
                    <a:pt x="151485" y="40614"/>
                  </a:lnTo>
                  <a:lnTo>
                    <a:pt x="150342" y="39090"/>
                  </a:lnTo>
                  <a:lnTo>
                    <a:pt x="148818" y="37947"/>
                  </a:lnTo>
                  <a:lnTo>
                    <a:pt x="146913" y="37566"/>
                  </a:lnTo>
                  <a:lnTo>
                    <a:pt x="145415" y="37947"/>
                  </a:lnTo>
                  <a:lnTo>
                    <a:pt x="143903" y="39090"/>
                  </a:lnTo>
                  <a:lnTo>
                    <a:pt x="143141" y="40614"/>
                  </a:lnTo>
                  <a:lnTo>
                    <a:pt x="142760" y="42138"/>
                  </a:lnTo>
                  <a:lnTo>
                    <a:pt x="143141" y="44018"/>
                  </a:lnTo>
                  <a:lnTo>
                    <a:pt x="143903" y="45542"/>
                  </a:lnTo>
                  <a:lnTo>
                    <a:pt x="145415" y="46291"/>
                  </a:lnTo>
                  <a:lnTo>
                    <a:pt x="146913" y="46672"/>
                  </a:lnTo>
                  <a:lnTo>
                    <a:pt x="148818" y="46291"/>
                  </a:lnTo>
                  <a:lnTo>
                    <a:pt x="150342" y="45542"/>
                  </a:lnTo>
                  <a:lnTo>
                    <a:pt x="151485" y="44018"/>
                  </a:lnTo>
                  <a:lnTo>
                    <a:pt x="151866" y="42138"/>
                  </a:lnTo>
                  <a:close/>
                </a:path>
                <a:path w="1257935" h="340994">
                  <a:moveTo>
                    <a:pt x="169697" y="47053"/>
                  </a:moveTo>
                  <a:lnTo>
                    <a:pt x="169316" y="45161"/>
                  </a:lnTo>
                  <a:lnTo>
                    <a:pt x="168186" y="43662"/>
                  </a:lnTo>
                  <a:lnTo>
                    <a:pt x="167055" y="42519"/>
                  </a:lnTo>
                  <a:lnTo>
                    <a:pt x="165163" y="42138"/>
                  </a:lnTo>
                  <a:lnTo>
                    <a:pt x="163258" y="42519"/>
                  </a:lnTo>
                  <a:lnTo>
                    <a:pt x="161734" y="43662"/>
                  </a:lnTo>
                  <a:lnTo>
                    <a:pt x="160591" y="45161"/>
                  </a:lnTo>
                  <a:lnTo>
                    <a:pt x="160210" y="47053"/>
                  </a:lnTo>
                  <a:lnTo>
                    <a:pt x="160591" y="48577"/>
                  </a:lnTo>
                  <a:lnTo>
                    <a:pt x="161734" y="50101"/>
                  </a:lnTo>
                  <a:lnTo>
                    <a:pt x="163258" y="51244"/>
                  </a:lnTo>
                  <a:lnTo>
                    <a:pt x="165163" y="51625"/>
                  </a:lnTo>
                  <a:lnTo>
                    <a:pt x="166674" y="51244"/>
                  </a:lnTo>
                  <a:lnTo>
                    <a:pt x="168186" y="50101"/>
                  </a:lnTo>
                  <a:lnTo>
                    <a:pt x="169316" y="48577"/>
                  </a:lnTo>
                  <a:lnTo>
                    <a:pt x="169697" y="47053"/>
                  </a:lnTo>
                  <a:close/>
                </a:path>
                <a:path w="1257935" h="340994">
                  <a:moveTo>
                    <a:pt x="187172" y="51625"/>
                  </a:moveTo>
                  <a:lnTo>
                    <a:pt x="186791" y="50101"/>
                  </a:lnTo>
                  <a:lnTo>
                    <a:pt x="186042" y="48577"/>
                  </a:lnTo>
                  <a:lnTo>
                    <a:pt x="184899" y="47434"/>
                  </a:lnTo>
                  <a:lnTo>
                    <a:pt x="182994" y="47053"/>
                  </a:lnTo>
                  <a:lnTo>
                    <a:pt x="181089" y="47434"/>
                  </a:lnTo>
                  <a:lnTo>
                    <a:pt x="179565" y="48577"/>
                  </a:lnTo>
                  <a:lnTo>
                    <a:pt x="178435" y="50101"/>
                  </a:lnTo>
                  <a:lnTo>
                    <a:pt x="178054" y="51625"/>
                  </a:lnTo>
                  <a:lnTo>
                    <a:pt x="178435" y="53530"/>
                  </a:lnTo>
                  <a:lnTo>
                    <a:pt x="179565" y="54660"/>
                  </a:lnTo>
                  <a:lnTo>
                    <a:pt x="181089" y="55791"/>
                  </a:lnTo>
                  <a:lnTo>
                    <a:pt x="182994" y="56159"/>
                  </a:lnTo>
                  <a:lnTo>
                    <a:pt x="184899" y="55791"/>
                  </a:lnTo>
                  <a:lnTo>
                    <a:pt x="186042" y="54660"/>
                  </a:lnTo>
                  <a:lnTo>
                    <a:pt x="186791" y="53530"/>
                  </a:lnTo>
                  <a:lnTo>
                    <a:pt x="187172" y="51625"/>
                  </a:lnTo>
                  <a:close/>
                </a:path>
                <a:path w="1257935" h="340994">
                  <a:moveTo>
                    <a:pt x="205397" y="56159"/>
                  </a:moveTo>
                  <a:lnTo>
                    <a:pt x="205016" y="54292"/>
                  </a:lnTo>
                  <a:lnTo>
                    <a:pt x="203873" y="53149"/>
                  </a:lnTo>
                  <a:lnTo>
                    <a:pt x="202349" y="52387"/>
                  </a:lnTo>
                  <a:lnTo>
                    <a:pt x="200456" y="52006"/>
                  </a:lnTo>
                  <a:lnTo>
                    <a:pt x="198945" y="52387"/>
                  </a:lnTo>
                  <a:lnTo>
                    <a:pt x="197434" y="53149"/>
                  </a:lnTo>
                  <a:lnTo>
                    <a:pt x="196672" y="54292"/>
                  </a:lnTo>
                  <a:lnTo>
                    <a:pt x="196291" y="56159"/>
                  </a:lnTo>
                  <a:lnTo>
                    <a:pt x="196672" y="58064"/>
                  </a:lnTo>
                  <a:lnTo>
                    <a:pt x="197434" y="59588"/>
                  </a:lnTo>
                  <a:lnTo>
                    <a:pt x="198945" y="60731"/>
                  </a:lnTo>
                  <a:lnTo>
                    <a:pt x="200456" y="61112"/>
                  </a:lnTo>
                  <a:lnTo>
                    <a:pt x="202349" y="60731"/>
                  </a:lnTo>
                  <a:lnTo>
                    <a:pt x="203873" y="59588"/>
                  </a:lnTo>
                  <a:lnTo>
                    <a:pt x="205016" y="58064"/>
                  </a:lnTo>
                  <a:lnTo>
                    <a:pt x="205397" y="56159"/>
                  </a:lnTo>
                  <a:close/>
                </a:path>
                <a:path w="1257935" h="340994">
                  <a:moveTo>
                    <a:pt x="223227" y="61112"/>
                  </a:moveTo>
                  <a:lnTo>
                    <a:pt x="222846" y="59207"/>
                  </a:lnTo>
                  <a:lnTo>
                    <a:pt x="221703" y="57683"/>
                  </a:lnTo>
                  <a:lnTo>
                    <a:pt x="220573" y="56921"/>
                  </a:lnTo>
                  <a:lnTo>
                    <a:pt x="220205" y="56921"/>
                  </a:lnTo>
                  <a:lnTo>
                    <a:pt x="218313" y="56553"/>
                  </a:lnTo>
                  <a:lnTo>
                    <a:pt x="216789" y="56921"/>
                  </a:lnTo>
                  <a:lnTo>
                    <a:pt x="215265" y="57683"/>
                  </a:lnTo>
                  <a:lnTo>
                    <a:pt x="214122" y="59207"/>
                  </a:lnTo>
                  <a:lnTo>
                    <a:pt x="213741" y="61112"/>
                  </a:lnTo>
                  <a:lnTo>
                    <a:pt x="214122" y="63017"/>
                  </a:lnTo>
                  <a:lnTo>
                    <a:pt x="215265" y="64541"/>
                  </a:lnTo>
                  <a:lnTo>
                    <a:pt x="216408" y="65659"/>
                  </a:lnTo>
                  <a:lnTo>
                    <a:pt x="216789" y="65659"/>
                  </a:lnTo>
                  <a:lnTo>
                    <a:pt x="218694" y="66040"/>
                  </a:lnTo>
                  <a:lnTo>
                    <a:pt x="220205" y="65659"/>
                  </a:lnTo>
                  <a:lnTo>
                    <a:pt x="221703" y="64541"/>
                  </a:lnTo>
                  <a:lnTo>
                    <a:pt x="222846" y="63017"/>
                  </a:lnTo>
                  <a:lnTo>
                    <a:pt x="223227" y="61112"/>
                  </a:lnTo>
                  <a:close/>
                </a:path>
                <a:path w="1257935" h="340994">
                  <a:moveTo>
                    <a:pt x="240703" y="66040"/>
                  </a:moveTo>
                  <a:lnTo>
                    <a:pt x="240334" y="64160"/>
                  </a:lnTo>
                  <a:lnTo>
                    <a:pt x="239572" y="62636"/>
                  </a:lnTo>
                  <a:lnTo>
                    <a:pt x="238429" y="61493"/>
                  </a:lnTo>
                  <a:lnTo>
                    <a:pt x="236524" y="61112"/>
                  </a:lnTo>
                  <a:lnTo>
                    <a:pt x="234619" y="61493"/>
                  </a:lnTo>
                  <a:lnTo>
                    <a:pt x="233095" y="62636"/>
                  </a:lnTo>
                  <a:lnTo>
                    <a:pt x="231965" y="64160"/>
                  </a:lnTo>
                  <a:lnTo>
                    <a:pt x="231584" y="66040"/>
                  </a:lnTo>
                  <a:lnTo>
                    <a:pt x="231965" y="67551"/>
                  </a:lnTo>
                  <a:lnTo>
                    <a:pt x="233095" y="69075"/>
                  </a:lnTo>
                  <a:lnTo>
                    <a:pt x="234619" y="69837"/>
                  </a:lnTo>
                  <a:lnTo>
                    <a:pt x="236524" y="70218"/>
                  </a:lnTo>
                  <a:lnTo>
                    <a:pt x="238429" y="69837"/>
                  </a:lnTo>
                  <a:lnTo>
                    <a:pt x="239572" y="69075"/>
                  </a:lnTo>
                  <a:lnTo>
                    <a:pt x="240334" y="67551"/>
                  </a:lnTo>
                  <a:lnTo>
                    <a:pt x="240703" y="66040"/>
                  </a:lnTo>
                  <a:close/>
                </a:path>
                <a:path w="1257935" h="340994">
                  <a:moveTo>
                    <a:pt x="258927" y="70599"/>
                  </a:moveTo>
                  <a:lnTo>
                    <a:pt x="258546" y="68694"/>
                  </a:lnTo>
                  <a:lnTo>
                    <a:pt x="257403" y="67183"/>
                  </a:lnTo>
                  <a:lnTo>
                    <a:pt x="255879" y="66421"/>
                  </a:lnTo>
                  <a:lnTo>
                    <a:pt x="253974" y="66040"/>
                  </a:lnTo>
                  <a:lnTo>
                    <a:pt x="252095" y="66421"/>
                  </a:lnTo>
                  <a:lnTo>
                    <a:pt x="250952" y="67183"/>
                  </a:lnTo>
                  <a:lnTo>
                    <a:pt x="250202" y="68694"/>
                  </a:lnTo>
                  <a:lnTo>
                    <a:pt x="249821" y="70599"/>
                  </a:lnTo>
                  <a:lnTo>
                    <a:pt x="250202" y="72504"/>
                  </a:lnTo>
                  <a:lnTo>
                    <a:pt x="250952" y="74028"/>
                  </a:lnTo>
                  <a:lnTo>
                    <a:pt x="252095" y="74790"/>
                  </a:lnTo>
                  <a:lnTo>
                    <a:pt x="253974" y="75171"/>
                  </a:lnTo>
                  <a:lnTo>
                    <a:pt x="255879" y="74790"/>
                  </a:lnTo>
                  <a:lnTo>
                    <a:pt x="257403" y="74028"/>
                  </a:lnTo>
                  <a:lnTo>
                    <a:pt x="258546" y="72504"/>
                  </a:lnTo>
                  <a:lnTo>
                    <a:pt x="258927" y="70599"/>
                  </a:lnTo>
                  <a:close/>
                </a:path>
                <a:path w="1257935" h="340994">
                  <a:moveTo>
                    <a:pt x="276758" y="75552"/>
                  </a:moveTo>
                  <a:lnTo>
                    <a:pt x="276377" y="73647"/>
                  </a:lnTo>
                  <a:lnTo>
                    <a:pt x="275234" y="72123"/>
                  </a:lnTo>
                  <a:lnTo>
                    <a:pt x="273735" y="70980"/>
                  </a:lnTo>
                  <a:lnTo>
                    <a:pt x="271843" y="70599"/>
                  </a:lnTo>
                  <a:lnTo>
                    <a:pt x="270319" y="70980"/>
                  </a:lnTo>
                  <a:lnTo>
                    <a:pt x="268795" y="72123"/>
                  </a:lnTo>
                  <a:lnTo>
                    <a:pt x="267652" y="73647"/>
                  </a:lnTo>
                  <a:lnTo>
                    <a:pt x="267271" y="75552"/>
                  </a:lnTo>
                  <a:lnTo>
                    <a:pt x="267652" y="77050"/>
                  </a:lnTo>
                  <a:lnTo>
                    <a:pt x="268795" y="78562"/>
                  </a:lnTo>
                  <a:lnTo>
                    <a:pt x="269938" y="79705"/>
                  </a:lnTo>
                  <a:lnTo>
                    <a:pt x="271843" y="80086"/>
                  </a:lnTo>
                  <a:lnTo>
                    <a:pt x="273735" y="79705"/>
                  </a:lnTo>
                  <a:lnTo>
                    <a:pt x="275234" y="78562"/>
                  </a:lnTo>
                  <a:lnTo>
                    <a:pt x="276377" y="77050"/>
                  </a:lnTo>
                  <a:lnTo>
                    <a:pt x="276758" y="75552"/>
                  </a:lnTo>
                  <a:close/>
                </a:path>
                <a:path w="1257935" h="340994">
                  <a:moveTo>
                    <a:pt x="294233" y="80086"/>
                  </a:moveTo>
                  <a:lnTo>
                    <a:pt x="293852" y="78562"/>
                  </a:lnTo>
                  <a:lnTo>
                    <a:pt x="293103" y="77050"/>
                  </a:lnTo>
                  <a:lnTo>
                    <a:pt x="291960" y="75920"/>
                  </a:lnTo>
                  <a:lnTo>
                    <a:pt x="290055" y="75552"/>
                  </a:lnTo>
                  <a:lnTo>
                    <a:pt x="288150" y="75920"/>
                  </a:lnTo>
                  <a:lnTo>
                    <a:pt x="286626" y="77050"/>
                  </a:lnTo>
                  <a:lnTo>
                    <a:pt x="285496" y="78562"/>
                  </a:lnTo>
                  <a:lnTo>
                    <a:pt x="285115" y="80086"/>
                  </a:lnTo>
                  <a:lnTo>
                    <a:pt x="285496" y="81610"/>
                  </a:lnTo>
                  <a:lnTo>
                    <a:pt x="286626" y="83134"/>
                  </a:lnTo>
                  <a:lnTo>
                    <a:pt x="288150" y="84277"/>
                  </a:lnTo>
                  <a:lnTo>
                    <a:pt x="290055" y="84658"/>
                  </a:lnTo>
                  <a:lnTo>
                    <a:pt x="291960" y="84277"/>
                  </a:lnTo>
                  <a:lnTo>
                    <a:pt x="293103" y="83134"/>
                  </a:lnTo>
                  <a:lnTo>
                    <a:pt x="293852" y="81610"/>
                  </a:lnTo>
                  <a:lnTo>
                    <a:pt x="294233" y="80086"/>
                  </a:lnTo>
                  <a:close/>
                </a:path>
                <a:path w="1257935" h="340994">
                  <a:moveTo>
                    <a:pt x="312458" y="84658"/>
                  </a:moveTo>
                  <a:lnTo>
                    <a:pt x="312077" y="82753"/>
                  </a:lnTo>
                  <a:lnTo>
                    <a:pt x="310934" y="81229"/>
                  </a:lnTo>
                  <a:lnTo>
                    <a:pt x="309410" y="80467"/>
                  </a:lnTo>
                  <a:lnTo>
                    <a:pt x="305612" y="80467"/>
                  </a:lnTo>
                  <a:lnTo>
                    <a:pt x="304482" y="81229"/>
                  </a:lnTo>
                  <a:lnTo>
                    <a:pt x="303733" y="82753"/>
                  </a:lnTo>
                  <a:lnTo>
                    <a:pt x="303352" y="84658"/>
                  </a:lnTo>
                  <a:lnTo>
                    <a:pt x="303733" y="86563"/>
                  </a:lnTo>
                  <a:lnTo>
                    <a:pt x="304482" y="88061"/>
                  </a:lnTo>
                  <a:lnTo>
                    <a:pt x="305612" y="89192"/>
                  </a:lnTo>
                  <a:lnTo>
                    <a:pt x="307505" y="89573"/>
                  </a:lnTo>
                  <a:lnTo>
                    <a:pt x="309410" y="89192"/>
                  </a:lnTo>
                  <a:lnTo>
                    <a:pt x="310934" y="88061"/>
                  </a:lnTo>
                  <a:lnTo>
                    <a:pt x="312077" y="86563"/>
                  </a:lnTo>
                  <a:lnTo>
                    <a:pt x="312458" y="84658"/>
                  </a:lnTo>
                  <a:close/>
                </a:path>
                <a:path w="1257935" h="340994">
                  <a:moveTo>
                    <a:pt x="330288" y="89573"/>
                  </a:moveTo>
                  <a:lnTo>
                    <a:pt x="329907" y="87693"/>
                  </a:lnTo>
                  <a:lnTo>
                    <a:pt x="328764" y="86169"/>
                  </a:lnTo>
                  <a:lnTo>
                    <a:pt x="327253" y="85420"/>
                  </a:lnTo>
                  <a:lnTo>
                    <a:pt x="325374" y="85039"/>
                  </a:lnTo>
                  <a:lnTo>
                    <a:pt x="323850" y="85420"/>
                  </a:lnTo>
                  <a:lnTo>
                    <a:pt x="322326" y="86169"/>
                  </a:lnTo>
                  <a:lnTo>
                    <a:pt x="321183" y="87693"/>
                  </a:lnTo>
                  <a:lnTo>
                    <a:pt x="320802" y="89573"/>
                  </a:lnTo>
                  <a:lnTo>
                    <a:pt x="321183" y="91478"/>
                  </a:lnTo>
                  <a:lnTo>
                    <a:pt x="322326" y="93002"/>
                  </a:lnTo>
                  <a:lnTo>
                    <a:pt x="323469" y="93764"/>
                  </a:lnTo>
                  <a:lnTo>
                    <a:pt x="325374" y="94145"/>
                  </a:lnTo>
                  <a:lnTo>
                    <a:pt x="327253" y="93764"/>
                  </a:lnTo>
                  <a:lnTo>
                    <a:pt x="328764" y="93002"/>
                  </a:lnTo>
                  <a:lnTo>
                    <a:pt x="329907" y="91478"/>
                  </a:lnTo>
                  <a:lnTo>
                    <a:pt x="330288" y="89573"/>
                  </a:lnTo>
                  <a:close/>
                </a:path>
                <a:path w="1257935" h="340994">
                  <a:moveTo>
                    <a:pt x="347764" y="94145"/>
                  </a:moveTo>
                  <a:lnTo>
                    <a:pt x="347383" y="92621"/>
                  </a:lnTo>
                  <a:lnTo>
                    <a:pt x="346633" y="91097"/>
                  </a:lnTo>
                  <a:lnTo>
                    <a:pt x="345109" y="89954"/>
                  </a:lnTo>
                  <a:lnTo>
                    <a:pt x="343585" y="89573"/>
                  </a:lnTo>
                  <a:lnTo>
                    <a:pt x="341680" y="89954"/>
                  </a:lnTo>
                  <a:lnTo>
                    <a:pt x="340156" y="91097"/>
                  </a:lnTo>
                  <a:lnTo>
                    <a:pt x="339026" y="92621"/>
                  </a:lnTo>
                  <a:lnTo>
                    <a:pt x="338645" y="94145"/>
                  </a:lnTo>
                  <a:lnTo>
                    <a:pt x="339026" y="96050"/>
                  </a:lnTo>
                  <a:lnTo>
                    <a:pt x="340156" y="97561"/>
                  </a:lnTo>
                  <a:lnTo>
                    <a:pt x="341680" y="98310"/>
                  </a:lnTo>
                  <a:lnTo>
                    <a:pt x="343585" y="98691"/>
                  </a:lnTo>
                  <a:lnTo>
                    <a:pt x="345109" y="98310"/>
                  </a:lnTo>
                  <a:lnTo>
                    <a:pt x="346633" y="97561"/>
                  </a:lnTo>
                  <a:lnTo>
                    <a:pt x="347383" y="96050"/>
                  </a:lnTo>
                  <a:lnTo>
                    <a:pt x="347764" y="94145"/>
                  </a:lnTo>
                  <a:close/>
                </a:path>
                <a:path w="1257935" h="340994">
                  <a:moveTo>
                    <a:pt x="365988" y="99060"/>
                  </a:moveTo>
                  <a:lnTo>
                    <a:pt x="365607" y="97180"/>
                  </a:lnTo>
                  <a:lnTo>
                    <a:pt x="364464" y="95669"/>
                  </a:lnTo>
                  <a:lnTo>
                    <a:pt x="362940" y="94526"/>
                  </a:lnTo>
                  <a:lnTo>
                    <a:pt x="361035" y="94145"/>
                  </a:lnTo>
                  <a:lnTo>
                    <a:pt x="359156" y="94526"/>
                  </a:lnTo>
                  <a:lnTo>
                    <a:pt x="358013" y="95669"/>
                  </a:lnTo>
                  <a:lnTo>
                    <a:pt x="357263" y="97180"/>
                  </a:lnTo>
                  <a:lnTo>
                    <a:pt x="356882" y="99060"/>
                  </a:lnTo>
                  <a:lnTo>
                    <a:pt x="357263" y="100965"/>
                  </a:lnTo>
                  <a:lnTo>
                    <a:pt x="358013" y="102489"/>
                  </a:lnTo>
                  <a:lnTo>
                    <a:pt x="359156" y="103251"/>
                  </a:lnTo>
                  <a:lnTo>
                    <a:pt x="361035" y="103632"/>
                  </a:lnTo>
                  <a:lnTo>
                    <a:pt x="362940" y="103251"/>
                  </a:lnTo>
                  <a:lnTo>
                    <a:pt x="364464" y="102489"/>
                  </a:lnTo>
                  <a:lnTo>
                    <a:pt x="365607" y="100965"/>
                  </a:lnTo>
                  <a:lnTo>
                    <a:pt x="365988" y="99060"/>
                  </a:lnTo>
                  <a:close/>
                </a:path>
                <a:path w="1257935" h="340994">
                  <a:moveTo>
                    <a:pt x="383819" y="104013"/>
                  </a:moveTo>
                  <a:lnTo>
                    <a:pt x="383438" y="102108"/>
                  </a:lnTo>
                  <a:lnTo>
                    <a:pt x="382295" y="100584"/>
                  </a:lnTo>
                  <a:lnTo>
                    <a:pt x="380784" y="99441"/>
                  </a:lnTo>
                  <a:lnTo>
                    <a:pt x="378904" y="99060"/>
                  </a:lnTo>
                  <a:lnTo>
                    <a:pt x="377380" y="99441"/>
                  </a:lnTo>
                  <a:lnTo>
                    <a:pt x="375856" y="100584"/>
                  </a:lnTo>
                  <a:lnTo>
                    <a:pt x="374713" y="102108"/>
                  </a:lnTo>
                  <a:lnTo>
                    <a:pt x="374332" y="104013"/>
                  </a:lnTo>
                  <a:lnTo>
                    <a:pt x="374713" y="105537"/>
                  </a:lnTo>
                  <a:lnTo>
                    <a:pt x="376999" y="107810"/>
                  </a:lnTo>
                  <a:lnTo>
                    <a:pt x="378904" y="108178"/>
                  </a:lnTo>
                  <a:lnTo>
                    <a:pt x="380784" y="107810"/>
                  </a:lnTo>
                  <a:lnTo>
                    <a:pt x="382295" y="106680"/>
                  </a:lnTo>
                  <a:lnTo>
                    <a:pt x="383438" y="105537"/>
                  </a:lnTo>
                  <a:lnTo>
                    <a:pt x="383819" y="104013"/>
                  </a:lnTo>
                  <a:close/>
                </a:path>
                <a:path w="1257935" h="340994">
                  <a:moveTo>
                    <a:pt x="401294" y="108178"/>
                  </a:moveTo>
                  <a:lnTo>
                    <a:pt x="400913" y="106680"/>
                  </a:lnTo>
                  <a:lnTo>
                    <a:pt x="400151" y="105537"/>
                  </a:lnTo>
                  <a:lnTo>
                    <a:pt x="398640" y="104394"/>
                  </a:lnTo>
                  <a:lnTo>
                    <a:pt x="397116" y="104013"/>
                  </a:lnTo>
                  <a:lnTo>
                    <a:pt x="395211" y="104394"/>
                  </a:lnTo>
                  <a:lnTo>
                    <a:pt x="393687" y="105537"/>
                  </a:lnTo>
                  <a:lnTo>
                    <a:pt x="392557" y="106680"/>
                  </a:lnTo>
                  <a:lnTo>
                    <a:pt x="392176" y="108178"/>
                  </a:lnTo>
                  <a:lnTo>
                    <a:pt x="392557" y="110070"/>
                  </a:lnTo>
                  <a:lnTo>
                    <a:pt x="393687" y="111594"/>
                  </a:lnTo>
                  <a:lnTo>
                    <a:pt x="395211" y="112737"/>
                  </a:lnTo>
                  <a:lnTo>
                    <a:pt x="397116" y="113118"/>
                  </a:lnTo>
                  <a:lnTo>
                    <a:pt x="398640" y="112737"/>
                  </a:lnTo>
                  <a:lnTo>
                    <a:pt x="400151" y="111594"/>
                  </a:lnTo>
                  <a:lnTo>
                    <a:pt x="400913" y="110070"/>
                  </a:lnTo>
                  <a:lnTo>
                    <a:pt x="401294" y="108178"/>
                  </a:lnTo>
                  <a:close/>
                </a:path>
                <a:path w="1257935" h="340994">
                  <a:moveTo>
                    <a:pt x="419519" y="113118"/>
                  </a:moveTo>
                  <a:lnTo>
                    <a:pt x="419138" y="111213"/>
                  </a:lnTo>
                  <a:lnTo>
                    <a:pt x="417995" y="109702"/>
                  </a:lnTo>
                  <a:lnTo>
                    <a:pt x="416471" y="108940"/>
                  </a:lnTo>
                  <a:lnTo>
                    <a:pt x="414566" y="108559"/>
                  </a:lnTo>
                  <a:lnTo>
                    <a:pt x="412673" y="108940"/>
                  </a:lnTo>
                  <a:lnTo>
                    <a:pt x="411162" y="109702"/>
                  </a:lnTo>
                  <a:lnTo>
                    <a:pt x="410781" y="111213"/>
                  </a:lnTo>
                  <a:lnTo>
                    <a:pt x="410413" y="113118"/>
                  </a:lnTo>
                  <a:lnTo>
                    <a:pt x="410781" y="115023"/>
                  </a:lnTo>
                  <a:lnTo>
                    <a:pt x="411162" y="116547"/>
                  </a:lnTo>
                  <a:lnTo>
                    <a:pt x="412673" y="117690"/>
                  </a:lnTo>
                  <a:lnTo>
                    <a:pt x="414566" y="118071"/>
                  </a:lnTo>
                  <a:lnTo>
                    <a:pt x="416471" y="117690"/>
                  </a:lnTo>
                  <a:lnTo>
                    <a:pt x="417995" y="116547"/>
                  </a:lnTo>
                  <a:lnTo>
                    <a:pt x="419138" y="115023"/>
                  </a:lnTo>
                  <a:lnTo>
                    <a:pt x="419519" y="113118"/>
                  </a:lnTo>
                  <a:close/>
                </a:path>
                <a:path w="1257935" h="340994">
                  <a:moveTo>
                    <a:pt x="437349" y="118071"/>
                  </a:moveTo>
                  <a:lnTo>
                    <a:pt x="436968" y="116166"/>
                  </a:lnTo>
                  <a:lnTo>
                    <a:pt x="435825" y="114642"/>
                  </a:lnTo>
                  <a:lnTo>
                    <a:pt x="434314" y="113880"/>
                  </a:lnTo>
                  <a:lnTo>
                    <a:pt x="432422" y="113499"/>
                  </a:lnTo>
                  <a:lnTo>
                    <a:pt x="430911" y="113880"/>
                  </a:lnTo>
                  <a:lnTo>
                    <a:pt x="429387" y="114642"/>
                  </a:lnTo>
                  <a:lnTo>
                    <a:pt x="428244" y="116166"/>
                  </a:lnTo>
                  <a:lnTo>
                    <a:pt x="427863" y="118071"/>
                  </a:lnTo>
                  <a:lnTo>
                    <a:pt x="428244" y="119951"/>
                  </a:lnTo>
                  <a:lnTo>
                    <a:pt x="430530" y="122224"/>
                  </a:lnTo>
                  <a:lnTo>
                    <a:pt x="432422" y="122605"/>
                  </a:lnTo>
                  <a:lnTo>
                    <a:pt x="434314" y="122224"/>
                  </a:lnTo>
                  <a:lnTo>
                    <a:pt x="435825" y="121081"/>
                  </a:lnTo>
                  <a:lnTo>
                    <a:pt x="436968" y="119951"/>
                  </a:lnTo>
                  <a:lnTo>
                    <a:pt x="437349" y="118071"/>
                  </a:lnTo>
                  <a:close/>
                </a:path>
                <a:path w="1257935" h="340994">
                  <a:moveTo>
                    <a:pt x="454825" y="122605"/>
                  </a:moveTo>
                  <a:lnTo>
                    <a:pt x="454444" y="120700"/>
                  </a:lnTo>
                  <a:lnTo>
                    <a:pt x="453682" y="119570"/>
                  </a:lnTo>
                  <a:lnTo>
                    <a:pt x="452170" y="118440"/>
                  </a:lnTo>
                  <a:lnTo>
                    <a:pt x="450646" y="118071"/>
                  </a:lnTo>
                  <a:lnTo>
                    <a:pt x="448741" y="118440"/>
                  </a:lnTo>
                  <a:lnTo>
                    <a:pt x="447217" y="119570"/>
                  </a:lnTo>
                  <a:lnTo>
                    <a:pt x="446087" y="120700"/>
                  </a:lnTo>
                  <a:lnTo>
                    <a:pt x="445706" y="122605"/>
                  </a:lnTo>
                  <a:lnTo>
                    <a:pt x="446087" y="124510"/>
                  </a:lnTo>
                  <a:lnTo>
                    <a:pt x="447217" y="126034"/>
                  </a:lnTo>
                  <a:lnTo>
                    <a:pt x="448741" y="126796"/>
                  </a:lnTo>
                  <a:lnTo>
                    <a:pt x="450646" y="127177"/>
                  </a:lnTo>
                  <a:lnTo>
                    <a:pt x="452170" y="126796"/>
                  </a:lnTo>
                  <a:lnTo>
                    <a:pt x="453682" y="126034"/>
                  </a:lnTo>
                  <a:lnTo>
                    <a:pt x="454444" y="124510"/>
                  </a:lnTo>
                  <a:lnTo>
                    <a:pt x="454825" y="122605"/>
                  </a:lnTo>
                  <a:close/>
                </a:path>
                <a:path w="1257935" h="340994">
                  <a:moveTo>
                    <a:pt x="473049" y="127558"/>
                  </a:moveTo>
                  <a:lnTo>
                    <a:pt x="472668" y="125653"/>
                  </a:lnTo>
                  <a:lnTo>
                    <a:pt x="471525" y="124129"/>
                  </a:lnTo>
                  <a:lnTo>
                    <a:pt x="470001" y="122986"/>
                  </a:lnTo>
                  <a:lnTo>
                    <a:pt x="468096" y="122605"/>
                  </a:lnTo>
                  <a:lnTo>
                    <a:pt x="466204" y="122986"/>
                  </a:lnTo>
                  <a:lnTo>
                    <a:pt x="464693" y="124129"/>
                  </a:lnTo>
                  <a:lnTo>
                    <a:pt x="463943" y="125653"/>
                  </a:lnTo>
                  <a:lnTo>
                    <a:pt x="463943" y="129438"/>
                  </a:lnTo>
                  <a:lnTo>
                    <a:pt x="464693" y="130949"/>
                  </a:lnTo>
                  <a:lnTo>
                    <a:pt x="466204" y="131711"/>
                  </a:lnTo>
                  <a:lnTo>
                    <a:pt x="468096" y="132092"/>
                  </a:lnTo>
                  <a:lnTo>
                    <a:pt x="470001" y="131711"/>
                  </a:lnTo>
                  <a:lnTo>
                    <a:pt x="471525" y="130949"/>
                  </a:lnTo>
                  <a:lnTo>
                    <a:pt x="472668" y="129438"/>
                  </a:lnTo>
                  <a:lnTo>
                    <a:pt x="473049" y="127558"/>
                  </a:lnTo>
                  <a:close/>
                </a:path>
                <a:path w="1257935" h="340994">
                  <a:moveTo>
                    <a:pt x="490499" y="130568"/>
                  </a:moveTo>
                  <a:lnTo>
                    <a:pt x="489356" y="129082"/>
                  </a:lnTo>
                  <a:lnTo>
                    <a:pt x="487845" y="127939"/>
                  </a:lnTo>
                  <a:lnTo>
                    <a:pt x="485952" y="127558"/>
                  </a:lnTo>
                  <a:lnTo>
                    <a:pt x="484441" y="127939"/>
                  </a:lnTo>
                  <a:lnTo>
                    <a:pt x="482917" y="129082"/>
                  </a:lnTo>
                  <a:lnTo>
                    <a:pt x="481774" y="130568"/>
                  </a:lnTo>
                  <a:lnTo>
                    <a:pt x="481393" y="132473"/>
                  </a:lnTo>
                  <a:lnTo>
                    <a:pt x="481774" y="133616"/>
                  </a:lnTo>
                  <a:lnTo>
                    <a:pt x="482917" y="135140"/>
                  </a:lnTo>
                  <a:lnTo>
                    <a:pt x="484060" y="136283"/>
                  </a:lnTo>
                  <a:lnTo>
                    <a:pt x="485952" y="136664"/>
                  </a:lnTo>
                  <a:lnTo>
                    <a:pt x="487845" y="136283"/>
                  </a:lnTo>
                  <a:lnTo>
                    <a:pt x="489356" y="135140"/>
                  </a:lnTo>
                  <a:lnTo>
                    <a:pt x="490499" y="133616"/>
                  </a:lnTo>
                  <a:lnTo>
                    <a:pt x="490499" y="130568"/>
                  </a:lnTo>
                  <a:close/>
                </a:path>
                <a:path w="1257935" h="340994">
                  <a:moveTo>
                    <a:pt x="508342" y="136664"/>
                  </a:moveTo>
                  <a:lnTo>
                    <a:pt x="507974" y="135140"/>
                  </a:lnTo>
                  <a:lnTo>
                    <a:pt x="507212" y="133616"/>
                  </a:lnTo>
                  <a:lnTo>
                    <a:pt x="505701" y="132854"/>
                  </a:lnTo>
                  <a:lnTo>
                    <a:pt x="503796" y="132473"/>
                  </a:lnTo>
                  <a:lnTo>
                    <a:pt x="502272" y="132854"/>
                  </a:lnTo>
                  <a:lnTo>
                    <a:pt x="500748" y="133616"/>
                  </a:lnTo>
                  <a:lnTo>
                    <a:pt x="499605" y="135140"/>
                  </a:lnTo>
                  <a:lnTo>
                    <a:pt x="499237" y="136664"/>
                  </a:lnTo>
                  <a:lnTo>
                    <a:pt x="499605" y="138569"/>
                  </a:lnTo>
                  <a:lnTo>
                    <a:pt x="500748" y="140081"/>
                  </a:lnTo>
                  <a:lnTo>
                    <a:pt x="502272" y="141211"/>
                  </a:lnTo>
                  <a:lnTo>
                    <a:pt x="503796" y="141579"/>
                  </a:lnTo>
                  <a:lnTo>
                    <a:pt x="505701" y="141211"/>
                  </a:lnTo>
                  <a:lnTo>
                    <a:pt x="507212" y="140081"/>
                  </a:lnTo>
                  <a:lnTo>
                    <a:pt x="507974" y="138569"/>
                  </a:lnTo>
                  <a:lnTo>
                    <a:pt x="508342" y="136664"/>
                  </a:lnTo>
                  <a:close/>
                </a:path>
                <a:path w="1257935" h="340994">
                  <a:moveTo>
                    <a:pt x="526580" y="141579"/>
                  </a:moveTo>
                  <a:lnTo>
                    <a:pt x="526199" y="139712"/>
                  </a:lnTo>
                  <a:lnTo>
                    <a:pt x="525056" y="138188"/>
                  </a:lnTo>
                  <a:lnTo>
                    <a:pt x="523532" y="137426"/>
                  </a:lnTo>
                  <a:lnTo>
                    <a:pt x="521627" y="137045"/>
                  </a:lnTo>
                  <a:lnTo>
                    <a:pt x="519734" y="137426"/>
                  </a:lnTo>
                  <a:lnTo>
                    <a:pt x="518223" y="138188"/>
                  </a:lnTo>
                  <a:lnTo>
                    <a:pt x="517461" y="139712"/>
                  </a:lnTo>
                  <a:lnTo>
                    <a:pt x="517080" y="141579"/>
                  </a:lnTo>
                  <a:lnTo>
                    <a:pt x="517461" y="143484"/>
                  </a:lnTo>
                  <a:lnTo>
                    <a:pt x="518223" y="145008"/>
                  </a:lnTo>
                  <a:lnTo>
                    <a:pt x="519734" y="146151"/>
                  </a:lnTo>
                  <a:lnTo>
                    <a:pt x="521627" y="146532"/>
                  </a:lnTo>
                  <a:lnTo>
                    <a:pt x="523532" y="146151"/>
                  </a:lnTo>
                  <a:lnTo>
                    <a:pt x="525056" y="145008"/>
                  </a:lnTo>
                  <a:lnTo>
                    <a:pt x="526199" y="143484"/>
                  </a:lnTo>
                  <a:lnTo>
                    <a:pt x="526580" y="141579"/>
                  </a:lnTo>
                  <a:close/>
                </a:path>
                <a:path w="1257935" h="340994">
                  <a:moveTo>
                    <a:pt x="544029" y="146532"/>
                  </a:moveTo>
                  <a:lnTo>
                    <a:pt x="543648" y="144627"/>
                  </a:lnTo>
                  <a:lnTo>
                    <a:pt x="542886" y="143103"/>
                  </a:lnTo>
                  <a:lnTo>
                    <a:pt x="541375" y="142341"/>
                  </a:lnTo>
                  <a:lnTo>
                    <a:pt x="539483" y="141960"/>
                  </a:lnTo>
                  <a:lnTo>
                    <a:pt x="537591" y="142341"/>
                  </a:lnTo>
                  <a:lnTo>
                    <a:pt x="536067" y="143103"/>
                  </a:lnTo>
                  <a:lnTo>
                    <a:pt x="535305" y="144627"/>
                  </a:lnTo>
                  <a:lnTo>
                    <a:pt x="534924" y="146532"/>
                  </a:lnTo>
                  <a:lnTo>
                    <a:pt x="535305" y="148056"/>
                  </a:lnTo>
                  <a:lnTo>
                    <a:pt x="536067" y="149580"/>
                  </a:lnTo>
                  <a:lnTo>
                    <a:pt x="537591" y="150710"/>
                  </a:lnTo>
                  <a:lnTo>
                    <a:pt x="539483" y="151079"/>
                  </a:lnTo>
                  <a:lnTo>
                    <a:pt x="541375" y="150710"/>
                  </a:lnTo>
                  <a:lnTo>
                    <a:pt x="542886" y="149580"/>
                  </a:lnTo>
                  <a:lnTo>
                    <a:pt x="543648" y="148056"/>
                  </a:lnTo>
                  <a:lnTo>
                    <a:pt x="544029" y="146532"/>
                  </a:lnTo>
                  <a:close/>
                </a:path>
                <a:path w="1257935" h="340994">
                  <a:moveTo>
                    <a:pt x="561886" y="151079"/>
                  </a:moveTo>
                  <a:lnTo>
                    <a:pt x="561505" y="149199"/>
                  </a:lnTo>
                  <a:lnTo>
                    <a:pt x="560743" y="147675"/>
                  </a:lnTo>
                  <a:lnTo>
                    <a:pt x="559231" y="146532"/>
                  </a:lnTo>
                  <a:lnTo>
                    <a:pt x="555802" y="146532"/>
                  </a:lnTo>
                  <a:lnTo>
                    <a:pt x="554278" y="147675"/>
                  </a:lnTo>
                  <a:lnTo>
                    <a:pt x="553135" y="149199"/>
                  </a:lnTo>
                  <a:lnTo>
                    <a:pt x="552754" y="151079"/>
                  </a:lnTo>
                  <a:lnTo>
                    <a:pt x="553135" y="152971"/>
                  </a:lnTo>
                  <a:lnTo>
                    <a:pt x="554278" y="154495"/>
                  </a:lnTo>
                  <a:lnTo>
                    <a:pt x="555802" y="155257"/>
                  </a:lnTo>
                  <a:lnTo>
                    <a:pt x="557326" y="155638"/>
                  </a:lnTo>
                  <a:lnTo>
                    <a:pt x="559231" y="155257"/>
                  </a:lnTo>
                  <a:lnTo>
                    <a:pt x="560743" y="154495"/>
                  </a:lnTo>
                  <a:lnTo>
                    <a:pt x="561505" y="152971"/>
                  </a:lnTo>
                  <a:lnTo>
                    <a:pt x="561886" y="151079"/>
                  </a:lnTo>
                  <a:close/>
                </a:path>
                <a:path w="1257935" h="340994">
                  <a:moveTo>
                    <a:pt x="580110" y="156019"/>
                  </a:moveTo>
                  <a:lnTo>
                    <a:pt x="579729" y="154114"/>
                  </a:lnTo>
                  <a:lnTo>
                    <a:pt x="578586" y="152590"/>
                  </a:lnTo>
                  <a:lnTo>
                    <a:pt x="577062" y="151460"/>
                  </a:lnTo>
                  <a:lnTo>
                    <a:pt x="575157" y="151079"/>
                  </a:lnTo>
                  <a:lnTo>
                    <a:pt x="573265" y="151460"/>
                  </a:lnTo>
                  <a:lnTo>
                    <a:pt x="571754" y="152590"/>
                  </a:lnTo>
                  <a:lnTo>
                    <a:pt x="570992" y="154114"/>
                  </a:lnTo>
                  <a:lnTo>
                    <a:pt x="570623" y="156019"/>
                  </a:lnTo>
                  <a:lnTo>
                    <a:pt x="570992" y="157924"/>
                  </a:lnTo>
                  <a:lnTo>
                    <a:pt x="571754" y="159448"/>
                  </a:lnTo>
                  <a:lnTo>
                    <a:pt x="573265" y="159829"/>
                  </a:lnTo>
                  <a:lnTo>
                    <a:pt x="575157" y="160210"/>
                  </a:lnTo>
                  <a:lnTo>
                    <a:pt x="577062" y="159829"/>
                  </a:lnTo>
                  <a:lnTo>
                    <a:pt x="578586" y="159448"/>
                  </a:lnTo>
                  <a:lnTo>
                    <a:pt x="579729" y="157924"/>
                  </a:lnTo>
                  <a:lnTo>
                    <a:pt x="580110" y="156019"/>
                  </a:lnTo>
                  <a:close/>
                </a:path>
                <a:path w="1257935" h="340994">
                  <a:moveTo>
                    <a:pt x="597560" y="160591"/>
                  </a:moveTo>
                  <a:lnTo>
                    <a:pt x="597179" y="159067"/>
                  </a:lnTo>
                  <a:lnTo>
                    <a:pt x="596417" y="157543"/>
                  </a:lnTo>
                  <a:lnTo>
                    <a:pt x="594906" y="156400"/>
                  </a:lnTo>
                  <a:lnTo>
                    <a:pt x="593013" y="156019"/>
                  </a:lnTo>
                  <a:lnTo>
                    <a:pt x="591121" y="156400"/>
                  </a:lnTo>
                  <a:lnTo>
                    <a:pt x="589597" y="157543"/>
                  </a:lnTo>
                  <a:lnTo>
                    <a:pt x="588835" y="159067"/>
                  </a:lnTo>
                  <a:lnTo>
                    <a:pt x="588454" y="160591"/>
                  </a:lnTo>
                  <a:lnTo>
                    <a:pt x="588835" y="162090"/>
                  </a:lnTo>
                  <a:lnTo>
                    <a:pt x="589597" y="163601"/>
                  </a:lnTo>
                  <a:lnTo>
                    <a:pt x="591121" y="164744"/>
                  </a:lnTo>
                  <a:lnTo>
                    <a:pt x="593013" y="165125"/>
                  </a:lnTo>
                  <a:lnTo>
                    <a:pt x="594906" y="164744"/>
                  </a:lnTo>
                  <a:lnTo>
                    <a:pt x="596417" y="163601"/>
                  </a:lnTo>
                  <a:lnTo>
                    <a:pt x="597179" y="162090"/>
                  </a:lnTo>
                  <a:lnTo>
                    <a:pt x="597560" y="160591"/>
                  </a:lnTo>
                  <a:close/>
                </a:path>
                <a:path w="1257935" h="340994">
                  <a:moveTo>
                    <a:pt x="615403" y="165125"/>
                  </a:moveTo>
                  <a:lnTo>
                    <a:pt x="615022" y="163601"/>
                  </a:lnTo>
                  <a:lnTo>
                    <a:pt x="614273" y="162090"/>
                  </a:lnTo>
                  <a:lnTo>
                    <a:pt x="612762" y="160972"/>
                  </a:lnTo>
                  <a:lnTo>
                    <a:pt x="610857" y="160591"/>
                  </a:lnTo>
                  <a:lnTo>
                    <a:pt x="609333" y="160972"/>
                  </a:lnTo>
                  <a:lnTo>
                    <a:pt x="607809" y="162090"/>
                  </a:lnTo>
                  <a:lnTo>
                    <a:pt x="606666" y="163601"/>
                  </a:lnTo>
                  <a:lnTo>
                    <a:pt x="606285" y="165125"/>
                  </a:lnTo>
                  <a:lnTo>
                    <a:pt x="606666" y="167030"/>
                  </a:lnTo>
                  <a:lnTo>
                    <a:pt x="607809" y="168554"/>
                  </a:lnTo>
                  <a:lnTo>
                    <a:pt x="609333" y="169697"/>
                  </a:lnTo>
                  <a:lnTo>
                    <a:pt x="610857" y="170078"/>
                  </a:lnTo>
                  <a:lnTo>
                    <a:pt x="612762" y="169697"/>
                  </a:lnTo>
                  <a:lnTo>
                    <a:pt x="614273" y="168554"/>
                  </a:lnTo>
                  <a:lnTo>
                    <a:pt x="615022" y="167030"/>
                  </a:lnTo>
                  <a:lnTo>
                    <a:pt x="615403" y="165125"/>
                  </a:lnTo>
                  <a:close/>
                </a:path>
                <a:path w="1257935" h="340994">
                  <a:moveTo>
                    <a:pt x="633641" y="170078"/>
                  </a:moveTo>
                  <a:lnTo>
                    <a:pt x="633260" y="168173"/>
                  </a:lnTo>
                  <a:lnTo>
                    <a:pt x="632117" y="166649"/>
                  </a:lnTo>
                  <a:lnTo>
                    <a:pt x="630593" y="165887"/>
                  </a:lnTo>
                  <a:lnTo>
                    <a:pt x="628688" y="165506"/>
                  </a:lnTo>
                  <a:lnTo>
                    <a:pt x="626795" y="165887"/>
                  </a:lnTo>
                  <a:lnTo>
                    <a:pt x="625284" y="166649"/>
                  </a:lnTo>
                  <a:lnTo>
                    <a:pt x="624141" y="168173"/>
                  </a:lnTo>
                  <a:lnTo>
                    <a:pt x="623773" y="170078"/>
                  </a:lnTo>
                  <a:lnTo>
                    <a:pt x="624141" y="171970"/>
                  </a:lnTo>
                  <a:lnTo>
                    <a:pt x="625284" y="173113"/>
                  </a:lnTo>
                  <a:lnTo>
                    <a:pt x="626795" y="174231"/>
                  </a:lnTo>
                  <a:lnTo>
                    <a:pt x="628688" y="174612"/>
                  </a:lnTo>
                  <a:lnTo>
                    <a:pt x="630593" y="174231"/>
                  </a:lnTo>
                  <a:lnTo>
                    <a:pt x="632117" y="173113"/>
                  </a:lnTo>
                  <a:lnTo>
                    <a:pt x="633260" y="171970"/>
                  </a:lnTo>
                  <a:lnTo>
                    <a:pt x="633641" y="170078"/>
                  </a:lnTo>
                  <a:close/>
                </a:path>
                <a:path w="1257935" h="340994">
                  <a:moveTo>
                    <a:pt x="651090" y="174612"/>
                  </a:moveTo>
                  <a:lnTo>
                    <a:pt x="650709" y="173113"/>
                  </a:lnTo>
                  <a:lnTo>
                    <a:pt x="649566" y="171589"/>
                  </a:lnTo>
                  <a:lnTo>
                    <a:pt x="648436" y="170840"/>
                  </a:lnTo>
                  <a:lnTo>
                    <a:pt x="646544" y="170459"/>
                  </a:lnTo>
                  <a:lnTo>
                    <a:pt x="644652" y="170840"/>
                  </a:lnTo>
                  <a:lnTo>
                    <a:pt x="643128" y="171589"/>
                  </a:lnTo>
                  <a:lnTo>
                    <a:pt x="642366" y="173113"/>
                  </a:lnTo>
                  <a:lnTo>
                    <a:pt x="641985" y="174612"/>
                  </a:lnTo>
                  <a:lnTo>
                    <a:pt x="642366" y="176517"/>
                  </a:lnTo>
                  <a:lnTo>
                    <a:pt x="643128" y="178041"/>
                  </a:lnTo>
                  <a:lnTo>
                    <a:pt x="644652" y="179184"/>
                  </a:lnTo>
                  <a:lnTo>
                    <a:pt x="646544" y="179565"/>
                  </a:lnTo>
                  <a:lnTo>
                    <a:pt x="648436" y="179184"/>
                  </a:lnTo>
                  <a:lnTo>
                    <a:pt x="649566" y="178041"/>
                  </a:lnTo>
                  <a:lnTo>
                    <a:pt x="650709" y="176517"/>
                  </a:lnTo>
                  <a:lnTo>
                    <a:pt x="651090" y="174612"/>
                  </a:lnTo>
                  <a:close/>
                </a:path>
                <a:path w="1257935" h="340994">
                  <a:moveTo>
                    <a:pt x="668934" y="179565"/>
                  </a:moveTo>
                  <a:lnTo>
                    <a:pt x="668553" y="177660"/>
                  </a:lnTo>
                  <a:lnTo>
                    <a:pt x="667804" y="176136"/>
                  </a:lnTo>
                  <a:lnTo>
                    <a:pt x="666292" y="174993"/>
                  </a:lnTo>
                  <a:lnTo>
                    <a:pt x="664387" y="174612"/>
                  </a:lnTo>
                  <a:lnTo>
                    <a:pt x="662482" y="174993"/>
                  </a:lnTo>
                  <a:lnTo>
                    <a:pt x="661339" y="176136"/>
                  </a:lnTo>
                  <a:lnTo>
                    <a:pt x="660196" y="177660"/>
                  </a:lnTo>
                  <a:lnTo>
                    <a:pt x="659815" y="179565"/>
                  </a:lnTo>
                  <a:lnTo>
                    <a:pt x="660196" y="181470"/>
                  </a:lnTo>
                  <a:lnTo>
                    <a:pt x="661339" y="182981"/>
                  </a:lnTo>
                  <a:lnTo>
                    <a:pt x="662482" y="183730"/>
                  </a:lnTo>
                  <a:lnTo>
                    <a:pt x="664387" y="184111"/>
                  </a:lnTo>
                  <a:lnTo>
                    <a:pt x="666292" y="183730"/>
                  </a:lnTo>
                  <a:lnTo>
                    <a:pt x="667804" y="182981"/>
                  </a:lnTo>
                  <a:lnTo>
                    <a:pt x="668553" y="181470"/>
                  </a:lnTo>
                  <a:lnTo>
                    <a:pt x="668934" y="179565"/>
                  </a:lnTo>
                  <a:close/>
                </a:path>
                <a:path w="1257935" h="340994">
                  <a:moveTo>
                    <a:pt x="686790" y="184492"/>
                  </a:moveTo>
                  <a:lnTo>
                    <a:pt x="686409" y="182613"/>
                  </a:lnTo>
                  <a:lnTo>
                    <a:pt x="685647" y="181089"/>
                  </a:lnTo>
                  <a:lnTo>
                    <a:pt x="684123" y="179946"/>
                  </a:lnTo>
                  <a:lnTo>
                    <a:pt x="682218" y="179565"/>
                  </a:lnTo>
                  <a:lnTo>
                    <a:pt x="680326" y="179946"/>
                  </a:lnTo>
                  <a:lnTo>
                    <a:pt x="678815" y="181089"/>
                  </a:lnTo>
                  <a:lnTo>
                    <a:pt x="677672" y="182613"/>
                  </a:lnTo>
                  <a:lnTo>
                    <a:pt x="677291" y="184492"/>
                  </a:lnTo>
                  <a:lnTo>
                    <a:pt x="677672" y="186385"/>
                  </a:lnTo>
                  <a:lnTo>
                    <a:pt x="678815" y="187528"/>
                  </a:lnTo>
                  <a:lnTo>
                    <a:pt x="680326" y="188290"/>
                  </a:lnTo>
                  <a:lnTo>
                    <a:pt x="682218" y="188671"/>
                  </a:lnTo>
                  <a:lnTo>
                    <a:pt x="684123" y="188290"/>
                  </a:lnTo>
                  <a:lnTo>
                    <a:pt x="685647" y="187528"/>
                  </a:lnTo>
                  <a:lnTo>
                    <a:pt x="686409" y="186385"/>
                  </a:lnTo>
                  <a:lnTo>
                    <a:pt x="686790" y="184492"/>
                  </a:lnTo>
                  <a:close/>
                </a:path>
                <a:path w="1257935" h="340994">
                  <a:moveTo>
                    <a:pt x="704621" y="189052"/>
                  </a:moveTo>
                  <a:lnTo>
                    <a:pt x="704240" y="187147"/>
                  </a:lnTo>
                  <a:lnTo>
                    <a:pt x="701967" y="184861"/>
                  </a:lnTo>
                  <a:lnTo>
                    <a:pt x="700074" y="184492"/>
                  </a:lnTo>
                  <a:lnTo>
                    <a:pt x="698182" y="184861"/>
                  </a:lnTo>
                  <a:lnTo>
                    <a:pt x="696658" y="186004"/>
                  </a:lnTo>
                  <a:lnTo>
                    <a:pt x="695896" y="187147"/>
                  </a:lnTo>
                  <a:lnTo>
                    <a:pt x="695515" y="189052"/>
                  </a:lnTo>
                  <a:lnTo>
                    <a:pt x="695896" y="190576"/>
                  </a:lnTo>
                  <a:lnTo>
                    <a:pt x="696658" y="192100"/>
                  </a:lnTo>
                  <a:lnTo>
                    <a:pt x="698182" y="193230"/>
                  </a:lnTo>
                  <a:lnTo>
                    <a:pt x="700074" y="193598"/>
                  </a:lnTo>
                  <a:lnTo>
                    <a:pt x="701967" y="193230"/>
                  </a:lnTo>
                  <a:lnTo>
                    <a:pt x="703097" y="192100"/>
                  </a:lnTo>
                  <a:lnTo>
                    <a:pt x="704240" y="190576"/>
                  </a:lnTo>
                  <a:lnTo>
                    <a:pt x="704621" y="189052"/>
                  </a:lnTo>
                  <a:close/>
                </a:path>
                <a:path w="1257935" h="340994">
                  <a:moveTo>
                    <a:pt x="722464" y="193598"/>
                  </a:moveTo>
                  <a:lnTo>
                    <a:pt x="722083" y="191719"/>
                  </a:lnTo>
                  <a:lnTo>
                    <a:pt x="721334" y="190576"/>
                  </a:lnTo>
                  <a:lnTo>
                    <a:pt x="719823" y="189433"/>
                  </a:lnTo>
                  <a:lnTo>
                    <a:pt x="717918" y="189052"/>
                  </a:lnTo>
                  <a:lnTo>
                    <a:pt x="716013" y="189433"/>
                  </a:lnTo>
                  <a:lnTo>
                    <a:pt x="713727" y="191719"/>
                  </a:lnTo>
                  <a:lnTo>
                    <a:pt x="713346" y="193598"/>
                  </a:lnTo>
                  <a:lnTo>
                    <a:pt x="713727" y="195491"/>
                  </a:lnTo>
                  <a:lnTo>
                    <a:pt x="714870" y="197015"/>
                  </a:lnTo>
                  <a:lnTo>
                    <a:pt x="716013" y="198158"/>
                  </a:lnTo>
                  <a:lnTo>
                    <a:pt x="717918" y="198539"/>
                  </a:lnTo>
                  <a:lnTo>
                    <a:pt x="719823" y="198158"/>
                  </a:lnTo>
                  <a:lnTo>
                    <a:pt x="721334" y="197015"/>
                  </a:lnTo>
                  <a:lnTo>
                    <a:pt x="722083" y="195491"/>
                  </a:lnTo>
                  <a:lnTo>
                    <a:pt x="722464" y="193598"/>
                  </a:lnTo>
                  <a:close/>
                </a:path>
                <a:path w="1257935" h="340994">
                  <a:moveTo>
                    <a:pt x="740321" y="198539"/>
                  </a:moveTo>
                  <a:lnTo>
                    <a:pt x="739940" y="196634"/>
                  </a:lnTo>
                  <a:lnTo>
                    <a:pt x="739178" y="195122"/>
                  </a:lnTo>
                  <a:lnTo>
                    <a:pt x="737654" y="194360"/>
                  </a:lnTo>
                  <a:lnTo>
                    <a:pt x="735749" y="193992"/>
                  </a:lnTo>
                  <a:lnTo>
                    <a:pt x="733856" y="194360"/>
                  </a:lnTo>
                  <a:lnTo>
                    <a:pt x="732345" y="195122"/>
                  </a:lnTo>
                  <a:lnTo>
                    <a:pt x="731202" y="196634"/>
                  </a:lnTo>
                  <a:lnTo>
                    <a:pt x="730821" y="198539"/>
                  </a:lnTo>
                  <a:lnTo>
                    <a:pt x="731202" y="200063"/>
                  </a:lnTo>
                  <a:lnTo>
                    <a:pt x="732345" y="201587"/>
                  </a:lnTo>
                  <a:lnTo>
                    <a:pt x="733856" y="202730"/>
                  </a:lnTo>
                  <a:lnTo>
                    <a:pt x="735749" y="203111"/>
                  </a:lnTo>
                  <a:lnTo>
                    <a:pt x="737654" y="202730"/>
                  </a:lnTo>
                  <a:lnTo>
                    <a:pt x="739178" y="201587"/>
                  </a:lnTo>
                  <a:lnTo>
                    <a:pt x="739940" y="200063"/>
                  </a:lnTo>
                  <a:lnTo>
                    <a:pt x="740321" y="198539"/>
                  </a:lnTo>
                  <a:close/>
                </a:path>
                <a:path w="1257935" h="340994">
                  <a:moveTo>
                    <a:pt x="758151" y="203111"/>
                  </a:moveTo>
                  <a:lnTo>
                    <a:pt x="757770" y="201206"/>
                  </a:lnTo>
                  <a:lnTo>
                    <a:pt x="756627" y="199682"/>
                  </a:lnTo>
                  <a:lnTo>
                    <a:pt x="755116" y="199301"/>
                  </a:lnTo>
                  <a:lnTo>
                    <a:pt x="753605" y="198920"/>
                  </a:lnTo>
                  <a:lnTo>
                    <a:pt x="751713" y="199301"/>
                  </a:lnTo>
                  <a:lnTo>
                    <a:pt x="750189" y="199682"/>
                  </a:lnTo>
                  <a:lnTo>
                    <a:pt x="749427" y="201206"/>
                  </a:lnTo>
                  <a:lnTo>
                    <a:pt x="749046" y="203111"/>
                  </a:lnTo>
                  <a:lnTo>
                    <a:pt x="749427" y="204990"/>
                  </a:lnTo>
                  <a:lnTo>
                    <a:pt x="750189" y="206502"/>
                  </a:lnTo>
                  <a:lnTo>
                    <a:pt x="751713" y="207645"/>
                  </a:lnTo>
                  <a:lnTo>
                    <a:pt x="753605" y="208026"/>
                  </a:lnTo>
                  <a:lnTo>
                    <a:pt x="755116" y="207645"/>
                  </a:lnTo>
                  <a:lnTo>
                    <a:pt x="756627" y="206502"/>
                  </a:lnTo>
                  <a:lnTo>
                    <a:pt x="757770" y="204990"/>
                  </a:lnTo>
                  <a:lnTo>
                    <a:pt x="758151" y="203111"/>
                  </a:lnTo>
                  <a:close/>
                </a:path>
                <a:path w="1257935" h="340994">
                  <a:moveTo>
                    <a:pt x="775995" y="208026"/>
                  </a:moveTo>
                  <a:lnTo>
                    <a:pt x="775614" y="206121"/>
                  </a:lnTo>
                  <a:lnTo>
                    <a:pt x="774484" y="204622"/>
                  </a:lnTo>
                  <a:lnTo>
                    <a:pt x="773341" y="203492"/>
                  </a:lnTo>
                  <a:lnTo>
                    <a:pt x="771448" y="203111"/>
                  </a:lnTo>
                  <a:lnTo>
                    <a:pt x="769543" y="203492"/>
                  </a:lnTo>
                  <a:lnTo>
                    <a:pt x="768400" y="204622"/>
                  </a:lnTo>
                  <a:lnTo>
                    <a:pt x="767257" y="206121"/>
                  </a:lnTo>
                  <a:lnTo>
                    <a:pt x="766876" y="208026"/>
                  </a:lnTo>
                  <a:lnTo>
                    <a:pt x="767257" y="209931"/>
                  </a:lnTo>
                  <a:lnTo>
                    <a:pt x="768400" y="211455"/>
                  </a:lnTo>
                  <a:lnTo>
                    <a:pt x="769543" y="212217"/>
                  </a:lnTo>
                  <a:lnTo>
                    <a:pt x="771448" y="212598"/>
                  </a:lnTo>
                  <a:lnTo>
                    <a:pt x="772972" y="212217"/>
                  </a:lnTo>
                  <a:lnTo>
                    <a:pt x="774484" y="211455"/>
                  </a:lnTo>
                  <a:lnTo>
                    <a:pt x="775614" y="209931"/>
                  </a:lnTo>
                  <a:lnTo>
                    <a:pt x="775995" y="208026"/>
                  </a:lnTo>
                  <a:close/>
                </a:path>
                <a:path w="1257935" h="340994">
                  <a:moveTo>
                    <a:pt x="793851" y="212598"/>
                  </a:moveTo>
                  <a:lnTo>
                    <a:pt x="793470" y="211074"/>
                  </a:lnTo>
                  <a:lnTo>
                    <a:pt x="792708" y="209550"/>
                  </a:lnTo>
                  <a:lnTo>
                    <a:pt x="791184" y="208407"/>
                  </a:lnTo>
                  <a:lnTo>
                    <a:pt x="789279" y="208026"/>
                  </a:lnTo>
                  <a:lnTo>
                    <a:pt x="787387" y="208407"/>
                  </a:lnTo>
                  <a:lnTo>
                    <a:pt x="785863" y="209550"/>
                  </a:lnTo>
                  <a:lnTo>
                    <a:pt x="784733" y="211074"/>
                  </a:lnTo>
                  <a:lnTo>
                    <a:pt x="784352" y="212598"/>
                  </a:lnTo>
                  <a:lnTo>
                    <a:pt x="784733" y="214490"/>
                  </a:lnTo>
                  <a:lnTo>
                    <a:pt x="785863" y="216001"/>
                  </a:lnTo>
                  <a:lnTo>
                    <a:pt x="787387" y="216750"/>
                  </a:lnTo>
                  <a:lnTo>
                    <a:pt x="789279" y="217131"/>
                  </a:lnTo>
                  <a:lnTo>
                    <a:pt x="791184" y="216750"/>
                  </a:lnTo>
                  <a:lnTo>
                    <a:pt x="792708" y="216001"/>
                  </a:lnTo>
                  <a:lnTo>
                    <a:pt x="793470" y="214490"/>
                  </a:lnTo>
                  <a:lnTo>
                    <a:pt x="793851" y="212598"/>
                  </a:lnTo>
                  <a:close/>
                </a:path>
                <a:path w="1257935" h="340994">
                  <a:moveTo>
                    <a:pt x="811682" y="217512"/>
                  </a:moveTo>
                  <a:lnTo>
                    <a:pt x="811301" y="215620"/>
                  </a:lnTo>
                  <a:lnTo>
                    <a:pt x="810158" y="214122"/>
                  </a:lnTo>
                  <a:lnTo>
                    <a:pt x="808647" y="212979"/>
                  </a:lnTo>
                  <a:lnTo>
                    <a:pt x="807135" y="212598"/>
                  </a:lnTo>
                  <a:lnTo>
                    <a:pt x="805230" y="212979"/>
                  </a:lnTo>
                  <a:lnTo>
                    <a:pt x="803719" y="214122"/>
                  </a:lnTo>
                  <a:lnTo>
                    <a:pt x="802957" y="215620"/>
                  </a:lnTo>
                  <a:lnTo>
                    <a:pt x="802576" y="217512"/>
                  </a:lnTo>
                  <a:lnTo>
                    <a:pt x="802957" y="219036"/>
                  </a:lnTo>
                  <a:lnTo>
                    <a:pt x="803719" y="220560"/>
                  </a:lnTo>
                  <a:lnTo>
                    <a:pt x="805230" y="221703"/>
                  </a:lnTo>
                  <a:lnTo>
                    <a:pt x="807135" y="222084"/>
                  </a:lnTo>
                  <a:lnTo>
                    <a:pt x="808647" y="221703"/>
                  </a:lnTo>
                  <a:lnTo>
                    <a:pt x="810158" y="220560"/>
                  </a:lnTo>
                  <a:lnTo>
                    <a:pt x="811301" y="219036"/>
                  </a:lnTo>
                  <a:lnTo>
                    <a:pt x="811682" y="217512"/>
                  </a:lnTo>
                  <a:close/>
                </a:path>
                <a:path w="1257935" h="340994">
                  <a:moveTo>
                    <a:pt x="829525" y="222084"/>
                  </a:moveTo>
                  <a:lnTo>
                    <a:pt x="829144" y="220179"/>
                  </a:lnTo>
                  <a:lnTo>
                    <a:pt x="826871" y="217893"/>
                  </a:lnTo>
                  <a:lnTo>
                    <a:pt x="824979" y="217512"/>
                  </a:lnTo>
                  <a:lnTo>
                    <a:pt x="823074" y="217893"/>
                  </a:lnTo>
                  <a:lnTo>
                    <a:pt x="821550" y="219036"/>
                  </a:lnTo>
                  <a:lnTo>
                    <a:pt x="820788" y="220179"/>
                  </a:lnTo>
                  <a:lnTo>
                    <a:pt x="820407" y="222084"/>
                  </a:lnTo>
                  <a:lnTo>
                    <a:pt x="820788" y="223989"/>
                  </a:lnTo>
                  <a:lnTo>
                    <a:pt x="821550" y="225501"/>
                  </a:lnTo>
                  <a:lnTo>
                    <a:pt x="823074" y="226250"/>
                  </a:lnTo>
                  <a:lnTo>
                    <a:pt x="824979" y="226631"/>
                  </a:lnTo>
                  <a:lnTo>
                    <a:pt x="826503" y="226250"/>
                  </a:lnTo>
                  <a:lnTo>
                    <a:pt x="828014" y="225501"/>
                  </a:lnTo>
                  <a:lnTo>
                    <a:pt x="829144" y="223989"/>
                  </a:lnTo>
                  <a:lnTo>
                    <a:pt x="829525" y="222084"/>
                  </a:lnTo>
                  <a:close/>
                </a:path>
                <a:path w="1257935" h="340994">
                  <a:moveTo>
                    <a:pt x="847369" y="226631"/>
                  </a:moveTo>
                  <a:lnTo>
                    <a:pt x="847001" y="225132"/>
                  </a:lnTo>
                  <a:lnTo>
                    <a:pt x="846239" y="223608"/>
                  </a:lnTo>
                  <a:lnTo>
                    <a:pt x="844715" y="222846"/>
                  </a:lnTo>
                  <a:lnTo>
                    <a:pt x="842810" y="222465"/>
                  </a:lnTo>
                  <a:lnTo>
                    <a:pt x="840917" y="222846"/>
                  </a:lnTo>
                  <a:lnTo>
                    <a:pt x="839393" y="223608"/>
                  </a:lnTo>
                  <a:lnTo>
                    <a:pt x="838263" y="225132"/>
                  </a:lnTo>
                  <a:lnTo>
                    <a:pt x="837882" y="226631"/>
                  </a:lnTo>
                  <a:lnTo>
                    <a:pt x="838263" y="228523"/>
                  </a:lnTo>
                  <a:lnTo>
                    <a:pt x="839393" y="230047"/>
                  </a:lnTo>
                  <a:lnTo>
                    <a:pt x="840917" y="231190"/>
                  </a:lnTo>
                  <a:lnTo>
                    <a:pt x="842810" y="231571"/>
                  </a:lnTo>
                  <a:lnTo>
                    <a:pt x="844715" y="231190"/>
                  </a:lnTo>
                  <a:lnTo>
                    <a:pt x="846239" y="230047"/>
                  </a:lnTo>
                  <a:lnTo>
                    <a:pt x="847001" y="228523"/>
                  </a:lnTo>
                  <a:lnTo>
                    <a:pt x="847369" y="226631"/>
                  </a:lnTo>
                  <a:close/>
                </a:path>
                <a:path w="1257935" h="340994">
                  <a:moveTo>
                    <a:pt x="865212" y="231571"/>
                  </a:moveTo>
                  <a:lnTo>
                    <a:pt x="864831" y="229666"/>
                  </a:lnTo>
                  <a:lnTo>
                    <a:pt x="863688" y="228142"/>
                  </a:lnTo>
                  <a:lnTo>
                    <a:pt x="862177" y="227393"/>
                  </a:lnTo>
                  <a:lnTo>
                    <a:pt x="860653" y="227012"/>
                  </a:lnTo>
                  <a:lnTo>
                    <a:pt x="858761" y="227393"/>
                  </a:lnTo>
                  <a:lnTo>
                    <a:pt x="857250" y="228142"/>
                  </a:lnTo>
                  <a:lnTo>
                    <a:pt x="856488" y="229666"/>
                  </a:lnTo>
                  <a:lnTo>
                    <a:pt x="856107" y="231571"/>
                  </a:lnTo>
                  <a:lnTo>
                    <a:pt x="856488" y="233476"/>
                  </a:lnTo>
                  <a:lnTo>
                    <a:pt x="857250" y="235000"/>
                  </a:lnTo>
                  <a:lnTo>
                    <a:pt x="858761" y="236131"/>
                  </a:lnTo>
                  <a:lnTo>
                    <a:pt x="860653" y="236499"/>
                  </a:lnTo>
                  <a:lnTo>
                    <a:pt x="862177" y="236131"/>
                  </a:lnTo>
                  <a:lnTo>
                    <a:pt x="863688" y="235000"/>
                  </a:lnTo>
                  <a:lnTo>
                    <a:pt x="864831" y="233476"/>
                  </a:lnTo>
                  <a:lnTo>
                    <a:pt x="865212" y="231571"/>
                  </a:lnTo>
                  <a:close/>
                </a:path>
                <a:path w="1257935" h="340994">
                  <a:moveTo>
                    <a:pt x="883056" y="236499"/>
                  </a:moveTo>
                  <a:lnTo>
                    <a:pt x="882675" y="234619"/>
                  </a:lnTo>
                  <a:lnTo>
                    <a:pt x="881545" y="233095"/>
                  </a:lnTo>
                  <a:lnTo>
                    <a:pt x="880402" y="231952"/>
                  </a:lnTo>
                  <a:lnTo>
                    <a:pt x="878509" y="231571"/>
                  </a:lnTo>
                  <a:lnTo>
                    <a:pt x="876604" y="231952"/>
                  </a:lnTo>
                  <a:lnTo>
                    <a:pt x="875080" y="233095"/>
                  </a:lnTo>
                  <a:lnTo>
                    <a:pt x="873937" y="234619"/>
                  </a:lnTo>
                  <a:lnTo>
                    <a:pt x="873937" y="238391"/>
                  </a:lnTo>
                  <a:lnTo>
                    <a:pt x="875080" y="239534"/>
                  </a:lnTo>
                  <a:lnTo>
                    <a:pt x="876604" y="240296"/>
                  </a:lnTo>
                  <a:lnTo>
                    <a:pt x="878509" y="240677"/>
                  </a:lnTo>
                  <a:lnTo>
                    <a:pt x="880021" y="240296"/>
                  </a:lnTo>
                  <a:lnTo>
                    <a:pt x="881545" y="239534"/>
                  </a:lnTo>
                  <a:lnTo>
                    <a:pt x="882675" y="238391"/>
                  </a:lnTo>
                  <a:lnTo>
                    <a:pt x="883056" y="236499"/>
                  </a:lnTo>
                  <a:close/>
                </a:path>
                <a:path w="1257935" h="340994">
                  <a:moveTo>
                    <a:pt x="900531" y="239153"/>
                  </a:moveTo>
                  <a:lnTo>
                    <a:pt x="899769" y="238010"/>
                  </a:lnTo>
                  <a:lnTo>
                    <a:pt x="898245" y="236880"/>
                  </a:lnTo>
                  <a:lnTo>
                    <a:pt x="896340" y="236499"/>
                  </a:lnTo>
                  <a:lnTo>
                    <a:pt x="894435" y="236880"/>
                  </a:lnTo>
                  <a:lnTo>
                    <a:pt x="892924" y="238010"/>
                  </a:lnTo>
                  <a:lnTo>
                    <a:pt x="891794" y="239153"/>
                  </a:lnTo>
                  <a:lnTo>
                    <a:pt x="891413" y="241058"/>
                  </a:lnTo>
                  <a:lnTo>
                    <a:pt x="891794" y="242963"/>
                  </a:lnTo>
                  <a:lnTo>
                    <a:pt x="892924" y="244106"/>
                  </a:lnTo>
                  <a:lnTo>
                    <a:pt x="894435" y="245249"/>
                  </a:lnTo>
                  <a:lnTo>
                    <a:pt x="896340" y="245630"/>
                  </a:lnTo>
                  <a:lnTo>
                    <a:pt x="898245" y="245249"/>
                  </a:lnTo>
                  <a:lnTo>
                    <a:pt x="899769" y="244106"/>
                  </a:lnTo>
                  <a:lnTo>
                    <a:pt x="900531" y="242963"/>
                  </a:lnTo>
                  <a:lnTo>
                    <a:pt x="900531" y="239153"/>
                  </a:lnTo>
                  <a:close/>
                </a:path>
                <a:path w="1257935" h="340994">
                  <a:moveTo>
                    <a:pt x="918743" y="245999"/>
                  </a:moveTo>
                  <a:lnTo>
                    <a:pt x="918362" y="244106"/>
                  </a:lnTo>
                  <a:lnTo>
                    <a:pt x="917219" y="242582"/>
                  </a:lnTo>
                  <a:lnTo>
                    <a:pt x="915708" y="241439"/>
                  </a:lnTo>
                  <a:lnTo>
                    <a:pt x="913815" y="241058"/>
                  </a:lnTo>
                  <a:lnTo>
                    <a:pt x="912291" y="241439"/>
                  </a:lnTo>
                  <a:lnTo>
                    <a:pt x="910780" y="242582"/>
                  </a:lnTo>
                  <a:lnTo>
                    <a:pt x="910018" y="244106"/>
                  </a:lnTo>
                  <a:lnTo>
                    <a:pt x="909637" y="245999"/>
                  </a:lnTo>
                  <a:lnTo>
                    <a:pt x="910018" y="247523"/>
                  </a:lnTo>
                  <a:lnTo>
                    <a:pt x="910780" y="249034"/>
                  </a:lnTo>
                  <a:lnTo>
                    <a:pt x="912291" y="250164"/>
                  </a:lnTo>
                  <a:lnTo>
                    <a:pt x="913815" y="250545"/>
                  </a:lnTo>
                  <a:lnTo>
                    <a:pt x="915708" y="250164"/>
                  </a:lnTo>
                  <a:lnTo>
                    <a:pt x="917219" y="249034"/>
                  </a:lnTo>
                  <a:lnTo>
                    <a:pt x="918362" y="247523"/>
                  </a:lnTo>
                  <a:lnTo>
                    <a:pt x="918743" y="245999"/>
                  </a:lnTo>
                  <a:close/>
                </a:path>
                <a:path w="1257935" h="340994">
                  <a:moveTo>
                    <a:pt x="936586" y="250545"/>
                  </a:moveTo>
                  <a:lnTo>
                    <a:pt x="936205" y="248640"/>
                  </a:lnTo>
                  <a:lnTo>
                    <a:pt x="935062" y="247523"/>
                  </a:lnTo>
                  <a:lnTo>
                    <a:pt x="933932" y="246380"/>
                  </a:lnTo>
                  <a:lnTo>
                    <a:pt x="932040" y="245999"/>
                  </a:lnTo>
                  <a:lnTo>
                    <a:pt x="930135" y="246380"/>
                  </a:lnTo>
                  <a:lnTo>
                    <a:pt x="928611" y="247523"/>
                  </a:lnTo>
                  <a:lnTo>
                    <a:pt x="927468" y="248640"/>
                  </a:lnTo>
                  <a:lnTo>
                    <a:pt x="927087" y="250545"/>
                  </a:lnTo>
                  <a:lnTo>
                    <a:pt x="927468" y="252450"/>
                  </a:lnTo>
                  <a:lnTo>
                    <a:pt x="928611" y="253593"/>
                  </a:lnTo>
                  <a:lnTo>
                    <a:pt x="930135" y="254736"/>
                  </a:lnTo>
                  <a:lnTo>
                    <a:pt x="932040" y="255117"/>
                  </a:lnTo>
                  <a:lnTo>
                    <a:pt x="933551" y="254736"/>
                  </a:lnTo>
                  <a:lnTo>
                    <a:pt x="935062" y="253593"/>
                  </a:lnTo>
                  <a:lnTo>
                    <a:pt x="936205" y="252450"/>
                  </a:lnTo>
                  <a:lnTo>
                    <a:pt x="936586" y="250545"/>
                  </a:lnTo>
                  <a:close/>
                </a:path>
                <a:path w="1257935" h="340994">
                  <a:moveTo>
                    <a:pt x="954062" y="255117"/>
                  </a:moveTo>
                  <a:lnTo>
                    <a:pt x="953681" y="253212"/>
                  </a:lnTo>
                  <a:lnTo>
                    <a:pt x="953300" y="252069"/>
                  </a:lnTo>
                  <a:lnTo>
                    <a:pt x="951776" y="251307"/>
                  </a:lnTo>
                  <a:lnTo>
                    <a:pt x="949871" y="250926"/>
                  </a:lnTo>
                  <a:lnTo>
                    <a:pt x="947966" y="251307"/>
                  </a:lnTo>
                  <a:lnTo>
                    <a:pt x="946454" y="252069"/>
                  </a:lnTo>
                  <a:lnTo>
                    <a:pt x="945324" y="253212"/>
                  </a:lnTo>
                  <a:lnTo>
                    <a:pt x="944943" y="255117"/>
                  </a:lnTo>
                  <a:lnTo>
                    <a:pt x="945324" y="257009"/>
                  </a:lnTo>
                  <a:lnTo>
                    <a:pt x="946454" y="258521"/>
                  </a:lnTo>
                  <a:lnTo>
                    <a:pt x="947966" y="259651"/>
                  </a:lnTo>
                  <a:lnTo>
                    <a:pt x="949871" y="260032"/>
                  </a:lnTo>
                  <a:lnTo>
                    <a:pt x="951776" y="259651"/>
                  </a:lnTo>
                  <a:lnTo>
                    <a:pt x="953300" y="258521"/>
                  </a:lnTo>
                  <a:lnTo>
                    <a:pt x="953681" y="257009"/>
                  </a:lnTo>
                  <a:lnTo>
                    <a:pt x="954062" y="255117"/>
                  </a:lnTo>
                  <a:close/>
                </a:path>
                <a:path w="1257935" h="340994">
                  <a:moveTo>
                    <a:pt x="972273" y="260032"/>
                  </a:moveTo>
                  <a:lnTo>
                    <a:pt x="971892" y="258140"/>
                  </a:lnTo>
                  <a:lnTo>
                    <a:pt x="970749" y="256641"/>
                  </a:lnTo>
                  <a:lnTo>
                    <a:pt x="969225" y="255879"/>
                  </a:lnTo>
                  <a:lnTo>
                    <a:pt x="969225" y="255498"/>
                  </a:lnTo>
                  <a:lnTo>
                    <a:pt x="967333" y="255117"/>
                  </a:lnTo>
                  <a:lnTo>
                    <a:pt x="965822" y="255498"/>
                  </a:lnTo>
                  <a:lnTo>
                    <a:pt x="964311" y="256641"/>
                  </a:lnTo>
                  <a:lnTo>
                    <a:pt x="963549" y="258140"/>
                  </a:lnTo>
                  <a:lnTo>
                    <a:pt x="963168" y="260032"/>
                  </a:lnTo>
                  <a:lnTo>
                    <a:pt x="963549" y="261937"/>
                  </a:lnTo>
                  <a:lnTo>
                    <a:pt x="964311" y="263461"/>
                  </a:lnTo>
                  <a:lnTo>
                    <a:pt x="965822" y="264223"/>
                  </a:lnTo>
                  <a:lnTo>
                    <a:pt x="965822" y="264604"/>
                  </a:lnTo>
                  <a:lnTo>
                    <a:pt x="967333" y="264985"/>
                  </a:lnTo>
                  <a:lnTo>
                    <a:pt x="969225" y="264604"/>
                  </a:lnTo>
                  <a:lnTo>
                    <a:pt x="970749" y="263461"/>
                  </a:lnTo>
                  <a:lnTo>
                    <a:pt x="971892" y="261937"/>
                  </a:lnTo>
                  <a:lnTo>
                    <a:pt x="972273" y="260032"/>
                  </a:lnTo>
                  <a:close/>
                </a:path>
                <a:path w="1257935" h="340994">
                  <a:moveTo>
                    <a:pt x="990117" y="264985"/>
                  </a:moveTo>
                  <a:lnTo>
                    <a:pt x="989736" y="263080"/>
                  </a:lnTo>
                  <a:lnTo>
                    <a:pt x="988606" y="261556"/>
                  </a:lnTo>
                  <a:lnTo>
                    <a:pt x="987463" y="260413"/>
                  </a:lnTo>
                  <a:lnTo>
                    <a:pt x="987082" y="260413"/>
                  </a:lnTo>
                  <a:lnTo>
                    <a:pt x="985189" y="260032"/>
                  </a:lnTo>
                  <a:lnTo>
                    <a:pt x="983665" y="260413"/>
                  </a:lnTo>
                  <a:lnTo>
                    <a:pt x="982141" y="261556"/>
                  </a:lnTo>
                  <a:lnTo>
                    <a:pt x="980998" y="263080"/>
                  </a:lnTo>
                  <a:lnTo>
                    <a:pt x="980617" y="264985"/>
                  </a:lnTo>
                  <a:lnTo>
                    <a:pt x="980998" y="266509"/>
                  </a:lnTo>
                  <a:lnTo>
                    <a:pt x="982141" y="268033"/>
                  </a:lnTo>
                  <a:lnTo>
                    <a:pt x="983284" y="268770"/>
                  </a:lnTo>
                  <a:lnTo>
                    <a:pt x="983665" y="268770"/>
                  </a:lnTo>
                  <a:lnTo>
                    <a:pt x="985570" y="269151"/>
                  </a:lnTo>
                  <a:lnTo>
                    <a:pt x="987082" y="268770"/>
                  </a:lnTo>
                  <a:lnTo>
                    <a:pt x="988606" y="268033"/>
                  </a:lnTo>
                  <a:lnTo>
                    <a:pt x="989736" y="266509"/>
                  </a:lnTo>
                  <a:lnTo>
                    <a:pt x="990117" y="264985"/>
                  </a:lnTo>
                  <a:close/>
                </a:path>
                <a:path w="1257935" h="340994">
                  <a:moveTo>
                    <a:pt x="1007579" y="269532"/>
                  </a:moveTo>
                  <a:lnTo>
                    <a:pt x="1007211" y="267639"/>
                  </a:lnTo>
                  <a:lnTo>
                    <a:pt x="1006449" y="266128"/>
                  </a:lnTo>
                  <a:lnTo>
                    <a:pt x="1005306" y="265366"/>
                  </a:lnTo>
                  <a:lnTo>
                    <a:pt x="1003401" y="264985"/>
                  </a:lnTo>
                  <a:lnTo>
                    <a:pt x="1001496" y="265366"/>
                  </a:lnTo>
                  <a:lnTo>
                    <a:pt x="999985" y="266128"/>
                  </a:lnTo>
                  <a:lnTo>
                    <a:pt x="998855" y="267639"/>
                  </a:lnTo>
                  <a:lnTo>
                    <a:pt x="998474" y="269532"/>
                  </a:lnTo>
                  <a:lnTo>
                    <a:pt x="998855" y="271424"/>
                  </a:lnTo>
                  <a:lnTo>
                    <a:pt x="999985" y="272567"/>
                  </a:lnTo>
                  <a:lnTo>
                    <a:pt x="1001496" y="273710"/>
                  </a:lnTo>
                  <a:lnTo>
                    <a:pt x="1003401" y="274091"/>
                  </a:lnTo>
                  <a:lnTo>
                    <a:pt x="1005306" y="273710"/>
                  </a:lnTo>
                  <a:lnTo>
                    <a:pt x="1006449" y="272567"/>
                  </a:lnTo>
                  <a:lnTo>
                    <a:pt x="1007211" y="271424"/>
                  </a:lnTo>
                  <a:lnTo>
                    <a:pt x="1007579" y="269532"/>
                  </a:lnTo>
                  <a:close/>
                </a:path>
                <a:path w="1257935" h="340994">
                  <a:moveTo>
                    <a:pt x="1025804" y="274091"/>
                  </a:moveTo>
                  <a:lnTo>
                    <a:pt x="1025423" y="272567"/>
                  </a:lnTo>
                  <a:lnTo>
                    <a:pt x="1024280" y="271043"/>
                  </a:lnTo>
                  <a:lnTo>
                    <a:pt x="1022756" y="269900"/>
                  </a:lnTo>
                  <a:lnTo>
                    <a:pt x="1020864" y="269532"/>
                  </a:lnTo>
                  <a:lnTo>
                    <a:pt x="1019352" y="269900"/>
                  </a:lnTo>
                  <a:lnTo>
                    <a:pt x="1017841" y="271043"/>
                  </a:lnTo>
                  <a:lnTo>
                    <a:pt x="1017079" y="272567"/>
                  </a:lnTo>
                  <a:lnTo>
                    <a:pt x="1016698" y="274091"/>
                  </a:lnTo>
                  <a:lnTo>
                    <a:pt x="1017079" y="275996"/>
                  </a:lnTo>
                  <a:lnTo>
                    <a:pt x="1017841" y="277520"/>
                  </a:lnTo>
                  <a:lnTo>
                    <a:pt x="1019352" y="278650"/>
                  </a:lnTo>
                  <a:lnTo>
                    <a:pt x="1020864" y="279019"/>
                  </a:lnTo>
                  <a:lnTo>
                    <a:pt x="1022756" y="278650"/>
                  </a:lnTo>
                  <a:lnTo>
                    <a:pt x="1024280" y="277520"/>
                  </a:lnTo>
                  <a:lnTo>
                    <a:pt x="1025423" y="275996"/>
                  </a:lnTo>
                  <a:lnTo>
                    <a:pt x="1025804" y="274091"/>
                  </a:lnTo>
                  <a:close/>
                </a:path>
                <a:path w="1257935" h="340994">
                  <a:moveTo>
                    <a:pt x="1043647" y="279019"/>
                  </a:moveTo>
                  <a:lnTo>
                    <a:pt x="1043266" y="277139"/>
                  </a:lnTo>
                  <a:lnTo>
                    <a:pt x="1042123" y="275996"/>
                  </a:lnTo>
                  <a:lnTo>
                    <a:pt x="1040612" y="274853"/>
                  </a:lnTo>
                  <a:lnTo>
                    <a:pt x="1038720" y="274472"/>
                  </a:lnTo>
                  <a:lnTo>
                    <a:pt x="1037196" y="274853"/>
                  </a:lnTo>
                  <a:lnTo>
                    <a:pt x="1035672" y="275996"/>
                  </a:lnTo>
                  <a:lnTo>
                    <a:pt x="1034529" y="277139"/>
                  </a:lnTo>
                  <a:lnTo>
                    <a:pt x="1034148" y="279019"/>
                  </a:lnTo>
                  <a:lnTo>
                    <a:pt x="1034529" y="280543"/>
                  </a:lnTo>
                  <a:lnTo>
                    <a:pt x="1035672" y="282054"/>
                  </a:lnTo>
                  <a:lnTo>
                    <a:pt x="1036815" y="283197"/>
                  </a:lnTo>
                  <a:lnTo>
                    <a:pt x="1038720" y="283578"/>
                  </a:lnTo>
                  <a:lnTo>
                    <a:pt x="1040612" y="283197"/>
                  </a:lnTo>
                  <a:lnTo>
                    <a:pt x="1042123" y="282054"/>
                  </a:lnTo>
                  <a:lnTo>
                    <a:pt x="1043266" y="280543"/>
                  </a:lnTo>
                  <a:lnTo>
                    <a:pt x="1043647" y="279019"/>
                  </a:lnTo>
                  <a:close/>
                </a:path>
                <a:path w="1257935" h="340994">
                  <a:moveTo>
                    <a:pt x="1061110" y="283578"/>
                  </a:moveTo>
                  <a:lnTo>
                    <a:pt x="1060742" y="281673"/>
                  </a:lnTo>
                  <a:lnTo>
                    <a:pt x="1059980" y="280149"/>
                  </a:lnTo>
                  <a:lnTo>
                    <a:pt x="1058837" y="279400"/>
                  </a:lnTo>
                  <a:lnTo>
                    <a:pt x="1056932" y="279019"/>
                  </a:lnTo>
                  <a:lnTo>
                    <a:pt x="1055027" y="279400"/>
                  </a:lnTo>
                  <a:lnTo>
                    <a:pt x="1053515" y="280149"/>
                  </a:lnTo>
                  <a:lnTo>
                    <a:pt x="1052385" y="281673"/>
                  </a:lnTo>
                  <a:lnTo>
                    <a:pt x="1052004" y="283578"/>
                  </a:lnTo>
                  <a:lnTo>
                    <a:pt x="1052385" y="285483"/>
                  </a:lnTo>
                  <a:lnTo>
                    <a:pt x="1053515" y="287007"/>
                  </a:lnTo>
                  <a:lnTo>
                    <a:pt x="1055027" y="288150"/>
                  </a:lnTo>
                  <a:lnTo>
                    <a:pt x="1056932" y="288531"/>
                  </a:lnTo>
                  <a:lnTo>
                    <a:pt x="1058837" y="288150"/>
                  </a:lnTo>
                  <a:lnTo>
                    <a:pt x="1059980" y="287007"/>
                  </a:lnTo>
                  <a:lnTo>
                    <a:pt x="1060742" y="285483"/>
                  </a:lnTo>
                  <a:lnTo>
                    <a:pt x="1061110" y="283578"/>
                  </a:lnTo>
                  <a:close/>
                </a:path>
                <a:path w="1257935" h="340994">
                  <a:moveTo>
                    <a:pt x="1079334" y="288531"/>
                  </a:moveTo>
                  <a:lnTo>
                    <a:pt x="1078953" y="286626"/>
                  </a:lnTo>
                  <a:lnTo>
                    <a:pt x="1077810" y="285102"/>
                  </a:lnTo>
                  <a:lnTo>
                    <a:pt x="1076286" y="283959"/>
                  </a:lnTo>
                  <a:lnTo>
                    <a:pt x="1074394" y="283578"/>
                  </a:lnTo>
                  <a:lnTo>
                    <a:pt x="1072502" y="283959"/>
                  </a:lnTo>
                  <a:lnTo>
                    <a:pt x="1071359" y="285102"/>
                  </a:lnTo>
                  <a:lnTo>
                    <a:pt x="1070610" y="286626"/>
                  </a:lnTo>
                  <a:lnTo>
                    <a:pt x="1070229" y="288531"/>
                  </a:lnTo>
                  <a:lnTo>
                    <a:pt x="1070610" y="290410"/>
                  </a:lnTo>
                  <a:lnTo>
                    <a:pt x="1071359" y="291922"/>
                  </a:lnTo>
                  <a:lnTo>
                    <a:pt x="1072502" y="292303"/>
                  </a:lnTo>
                  <a:lnTo>
                    <a:pt x="1074394" y="292684"/>
                  </a:lnTo>
                  <a:lnTo>
                    <a:pt x="1076286" y="292303"/>
                  </a:lnTo>
                  <a:lnTo>
                    <a:pt x="1077810" y="291922"/>
                  </a:lnTo>
                  <a:lnTo>
                    <a:pt x="1078953" y="290410"/>
                  </a:lnTo>
                  <a:lnTo>
                    <a:pt x="1079334" y="288531"/>
                  </a:lnTo>
                  <a:close/>
                </a:path>
                <a:path w="1257935" h="340994">
                  <a:moveTo>
                    <a:pt x="1097178" y="293065"/>
                  </a:moveTo>
                  <a:lnTo>
                    <a:pt x="1096797" y="291541"/>
                  </a:lnTo>
                  <a:lnTo>
                    <a:pt x="1095654" y="290042"/>
                  </a:lnTo>
                  <a:lnTo>
                    <a:pt x="1094143" y="288912"/>
                  </a:lnTo>
                  <a:lnTo>
                    <a:pt x="1092250" y="288531"/>
                  </a:lnTo>
                  <a:lnTo>
                    <a:pt x="1090726" y="288912"/>
                  </a:lnTo>
                  <a:lnTo>
                    <a:pt x="1089202" y="290042"/>
                  </a:lnTo>
                  <a:lnTo>
                    <a:pt x="1088059" y="291541"/>
                  </a:lnTo>
                  <a:lnTo>
                    <a:pt x="1087678" y="293065"/>
                  </a:lnTo>
                  <a:lnTo>
                    <a:pt x="1088059" y="294970"/>
                  </a:lnTo>
                  <a:lnTo>
                    <a:pt x="1089202" y="296494"/>
                  </a:lnTo>
                  <a:lnTo>
                    <a:pt x="1090345" y="297256"/>
                  </a:lnTo>
                  <a:lnTo>
                    <a:pt x="1092250" y="297637"/>
                  </a:lnTo>
                  <a:lnTo>
                    <a:pt x="1094143" y="297256"/>
                  </a:lnTo>
                  <a:lnTo>
                    <a:pt x="1095654" y="296494"/>
                  </a:lnTo>
                  <a:lnTo>
                    <a:pt x="1096797" y="294970"/>
                  </a:lnTo>
                  <a:lnTo>
                    <a:pt x="1097178" y="293065"/>
                  </a:lnTo>
                  <a:close/>
                </a:path>
                <a:path w="1257935" h="340994">
                  <a:moveTo>
                    <a:pt x="1114640" y="298018"/>
                  </a:moveTo>
                  <a:lnTo>
                    <a:pt x="1114259" y="296113"/>
                  </a:lnTo>
                  <a:lnTo>
                    <a:pt x="1113510" y="294589"/>
                  </a:lnTo>
                  <a:lnTo>
                    <a:pt x="1112367" y="293446"/>
                  </a:lnTo>
                  <a:lnTo>
                    <a:pt x="1110462" y="293065"/>
                  </a:lnTo>
                  <a:lnTo>
                    <a:pt x="1108557" y="293446"/>
                  </a:lnTo>
                  <a:lnTo>
                    <a:pt x="1107046" y="294589"/>
                  </a:lnTo>
                  <a:lnTo>
                    <a:pt x="1105916" y="296113"/>
                  </a:lnTo>
                  <a:lnTo>
                    <a:pt x="1105535" y="298018"/>
                  </a:lnTo>
                  <a:lnTo>
                    <a:pt x="1105916" y="299910"/>
                  </a:lnTo>
                  <a:lnTo>
                    <a:pt x="1107046" y="301040"/>
                  </a:lnTo>
                  <a:lnTo>
                    <a:pt x="1108557" y="302171"/>
                  </a:lnTo>
                  <a:lnTo>
                    <a:pt x="1110462" y="302552"/>
                  </a:lnTo>
                  <a:lnTo>
                    <a:pt x="1112367" y="302171"/>
                  </a:lnTo>
                  <a:lnTo>
                    <a:pt x="1113510" y="301040"/>
                  </a:lnTo>
                  <a:lnTo>
                    <a:pt x="1114259" y="299910"/>
                  </a:lnTo>
                  <a:lnTo>
                    <a:pt x="1114640" y="298018"/>
                  </a:lnTo>
                  <a:close/>
                </a:path>
                <a:path w="1257935" h="340994">
                  <a:moveTo>
                    <a:pt x="1132865" y="302552"/>
                  </a:moveTo>
                  <a:lnTo>
                    <a:pt x="1132484" y="301040"/>
                  </a:lnTo>
                  <a:lnTo>
                    <a:pt x="1131341" y="299542"/>
                  </a:lnTo>
                  <a:lnTo>
                    <a:pt x="1129817" y="298399"/>
                  </a:lnTo>
                  <a:lnTo>
                    <a:pt x="1127925" y="298018"/>
                  </a:lnTo>
                  <a:lnTo>
                    <a:pt x="1126032" y="298399"/>
                  </a:lnTo>
                  <a:lnTo>
                    <a:pt x="1124889" y="299542"/>
                  </a:lnTo>
                  <a:lnTo>
                    <a:pt x="1124140" y="301040"/>
                  </a:lnTo>
                  <a:lnTo>
                    <a:pt x="1123759" y="302552"/>
                  </a:lnTo>
                  <a:lnTo>
                    <a:pt x="1124140" y="304457"/>
                  </a:lnTo>
                  <a:lnTo>
                    <a:pt x="1124889" y="305600"/>
                  </a:lnTo>
                  <a:lnTo>
                    <a:pt x="1126032" y="306743"/>
                  </a:lnTo>
                  <a:lnTo>
                    <a:pt x="1127925" y="307124"/>
                  </a:lnTo>
                  <a:lnTo>
                    <a:pt x="1129817" y="306743"/>
                  </a:lnTo>
                  <a:lnTo>
                    <a:pt x="1131341" y="305600"/>
                  </a:lnTo>
                  <a:lnTo>
                    <a:pt x="1132484" y="304457"/>
                  </a:lnTo>
                  <a:lnTo>
                    <a:pt x="1132865" y="302552"/>
                  </a:lnTo>
                  <a:close/>
                </a:path>
                <a:path w="1257935" h="340994">
                  <a:moveTo>
                    <a:pt x="1150708" y="307124"/>
                  </a:moveTo>
                  <a:lnTo>
                    <a:pt x="1150327" y="305219"/>
                  </a:lnTo>
                  <a:lnTo>
                    <a:pt x="1149184" y="304076"/>
                  </a:lnTo>
                  <a:lnTo>
                    <a:pt x="1147673" y="303314"/>
                  </a:lnTo>
                  <a:lnTo>
                    <a:pt x="1145781" y="302933"/>
                  </a:lnTo>
                  <a:lnTo>
                    <a:pt x="1144257" y="303314"/>
                  </a:lnTo>
                  <a:lnTo>
                    <a:pt x="1142733" y="304076"/>
                  </a:lnTo>
                  <a:lnTo>
                    <a:pt x="1141590" y="305219"/>
                  </a:lnTo>
                  <a:lnTo>
                    <a:pt x="1141209" y="307124"/>
                  </a:lnTo>
                  <a:lnTo>
                    <a:pt x="1141590" y="309029"/>
                  </a:lnTo>
                  <a:lnTo>
                    <a:pt x="1142733" y="310540"/>
                  </a:lnTo>
                  <a:lnTo>
                    <a:pt x="1143876" y="311670"/>
                  </a:lnTo>
                  <a:lnTo>
                    <a:pt x="1145781" y="312051"/>
                  </a:lnTo>
                  <a:lnTo>
                    <a:pt x="1147673" y="311670"/>
                  </a:lnTo>
                  <a:lnTo>
                    <a:pt x="1149184" y="310540"/>
                  </a:lnTo>
                  <a:lnTo>
                    <a:pt x="1150327" y="309029"/>
                  </a:lnTo>
                  <a:lnTo>
                    <a:pt x="1150708" y="307124"/>
                  </a:lnTo>
                  <a:close/>
                </a:path>
                <a:path w="1257935" h="340994">
                  <a:moveTo>
                    <a:pt x="1168171" y="312051"/>
                  </a:moveTo>
                  <a:lnTo>
                    <a:pt x="1167790" y="310172"/>
                  </a:lnTo>
                  <a:lnTo>
                    <a:pt x="1167041" y="308648"/>
                  </a:lnTo>
                  <a:lnTo>
                    <a:pt x="1165517" y="307886"/>
                  </a:lnTo>
                  <a:lnTo>
                    <a:pt x="1163993" y="307505"/>
                  </a:lnTo>
                  <a:lnTo>
                    <a:pt x="1162088" y="307886"/>
                  </a:lnTo>
                  <a:lnTo>
                    <a:pt x="1160576" y="308648"/>
                  </a:lnTo>
                  <a:lnTo>
                    <a:pt x="1159433" y="310172"/>
                  </a:lnTo>
                  <a:lnTo>
                    <a:pt x="1159065" y="312051"/>
                  </a:lnTo>
                  <a:lnTo>
                    <a:pt x="1159433" y="313944"/>
                  </a:lnTo>
                  <a:lnTo>
                    <a:pt x="1160576" y="315468"/>
                  </a:lnTo>
                  <a:lnTo>
                    <a:pt x="1162088" y="316611"/>
                  </a:lnTo>
                  <a:lnTo>
                    <a:pt x="1163993" y="316992"/>
                  </a:lnTo>
                  <a:lnTo>
                    <a:pt x="1165517" y="316611"/>
                  </a:lnTo>
                  <a:lnTo>
                    <a:pt x="1167041" y="315468"/>
                  </a:lnTo>
                  <a:lnTo>
                    <a:pt x="1167790" y="313944"/>
                  </a:lnTo>
                  <a:lnTo>
                    <a:pt x="1168171" y="312051"/>
                  </a:lnTo>
                  <a:close/>
                </a:path>
                <a:path w="1257935" h="340994">
                  <a:moveTo>
                    <a:pt x="1186395" y="316992"/>
                  </a:moveTo>
                  <a:lnTo>
                    <a:pt x="1186014" y="315087"/>
                  </a:lnTo>
                  <a:lnTo>
                    <a:pt x="1184871" y="313563"/>
                  </a:lnTo>
                  <a:lnTo>
                    <a:pt x="1183347" y="312420"/>
                  </a:lnTo>
                  <a:lnTo>
                    <a:pt x="1181455" y="312051"/>
                  </a:lnTo>
                  <a:lnTo>
                    <a:pt x="1179563" y="312420"/>
                  </a:lnTo>
                  <a:lnTo>
                    <a:pt x="1178420" y="313563"/>
                  </a:lnTo>
                  <a:lnTo>
                    <a:pt x="1177671" y="315087"/>
                  </a:lnTo>
                  <a:lnTo>
                    <a:pt x="1177290" y="316992"/>
                  </a:lnTo>
                  <a:lnTo>
                    <a:pt x="1177671" y="318516"/>
                  </a:lnTo>
                  <a:lnTo>
                    <a:pt x="1178420" y="320040"/>
                  </a:lnTo>
                  <a:lnTo>
                    <a:pt x="1179563" y="320789"/>
                  </a:lnTo>
                  <a:lnTo>
                    <a:pt x="1181455" y="321170"/>
                  </a:lnTo>
                  <a:lnTo>
                    <a:pt x="1183347" y="320789"/>
                  </a:lnTo>
                  <a:lnTo>
                    <a:pt x="1184871" y="320040"/>
                  </a:lnTo>
                  <a:lnTo>
                    <a:pt x="1186014" y="318516"/>
                  </a:lnTo>
                  <a:lnTo>
                    <a:pt x="1186395" y="316992"/>
                  </a:lnTo>
                  <a:close/>
                </a:path>
                <a:path w="1257935" h="340994">
                  <a:moveTo>
                    <a:pt x="1204226" y="321551"/>
                  </a:moveTo>
                  <a:lnTo>
                    <a:pt x="1203845" y="319659"/>
                  </a:lnTo>
                  <a:lnTo>
                    <a:pt x="1202715" y="318516"/>
                  </a:lnTo>
                  <a:lnTo>
                    <a:pt x="1201204" y="317373"/>
                  </a:lnTo>
                  <a:lnTo>
                    <a:pt x="1199311" y="316992"/>
                  </a:lnTo>
                  <a:lnTo>
                    <a:pt x="1197787" y="317373"/>
                  </a:lnTo>
                  <a:lnTo>
                    <a:pt x="1196263" y="318516"/>
                  </a:lnTo>
                  <a:lnTo>
                    <a:pt x="1195120" y="319659"/>
                  </a:lnTo>
                  <a:lnTo>
                    <a:pt x="1194739" y="321551"/>
                  </a:lnTo>
                  <a:lnTo>
                    <a:pt x="1195120" y="323430"/>
                  </a:lnTo>
                  <a:lnTo>
                    <a:pt x="1196263" y="324954"/>
                  </a:lnTo>
                  <a:lnTo>
                    <a:pt x="1197406" y="325716"/>
                  </a:lnTo>
                  <a:lnTo>
                    <a:pt x="1199311" y="326097"/>
                  </a:lnTo>
                  <a:lnTo>
                    <a:pt x="1201204" y="325716"/>
                  </a:lnTo>
                  <a:lnTo>
                    <a:pt x="1202715" y="324954"/>
                  </a:lnTo>
                  <a:lnTo>
                    <a:pt x="1203845" y="323430"/>
                  </a:lnTo>
                  <a:lnTo>
                    <a:pt x="1204226" y="321551"/>
                  </a:lnTo>
                  <a:close/>
                </a:path>
                <a:path w="1257935" h="340994">
                  <a:moveTo>
                    <a:pt x="1221701" y="326478"/>
                  </a:moveTo>
                  <a:lnTo>
                    <a:pt x="1221320" y="324573"/>
                  </a:lnTo>
                  <a:lnTo>
                    <a:pt x="1220558" y="323062"/>
                  </a:lnTo>
                  <a:lnTo>
                    <a:pt x="1219047" y="321919"/>
                  </a:lnTo>
                  <a:lnTo>
                    <a:pt x="1217523" y="321551"/>
                  </a:lnTo>
                  <a:lnTo>
                    <a:pt x="1215618" y="321919"/>
                  </a:lnTo>
                  <a:lnTo>
                    <a:pt x="1214107" y="323062"/>
                  </a:lnTo>
                  <a:lnTo>
                    <a:pt x="1212964" y="324573"/>
                  </a:lnTo>
                  <a:lnTo>
                    <a:pt x="1212596" y="326478"/>
                  </a:lnTo>
                  <a:lnTo>
                    <a:pt x="1212964" y="328383"/>
                  </a:lnTo>
                  <a:lnTo>
                    <a:pt x="1214107" y="329526"/>
                  </a:lnTo>
                  <a:lnTo>
                    <a:pt x="1215618" y="330669"/>
                  </a:lnTo>
                  <a:lnTo>
                    <a:pt x="1217523" y="331050"/>
                  </a:lnTo>
                  <a:lnTo>
                    <a:pt x="1219047" y="330669"/>
                  </a:lnTo>
                  <a:lnTo>
                    <a:pt x="1220558" y="329526"/>
                  </a:lnTo>
                  <a:lnTo>
                    <a:pt x="1221320" y="328383"/>
                  </a:lnTo>
                  <a:lnTo>
                    <a:pt x="1221701" y="326478"/>
                  </a:lnTo>
                  <a:close/>
                </a:path>
                <a:path w="1257935" h="340994">
                  <a:moveTo>
                    <a:pt x="1239926" y="331050"/>
                  </a:moveTo>
                  <a:lnTo>
                    <a:pt x="1239545" y="329526"/>
                  </a:lnTo>
                  <a:lnTo>
                    <a:pt x="1238402" y="328002"/>
                  </a:lnTo>
                  <a:lnTo>
                    <a:pt x="1236878" y="326859"/>
                  </a:lnTo>
                  <a:lnTo>
                    <a:pt x="1234986" y="326478"/>
                  </a:lnTo>
                  <a:lnTo>
                    <a:pt x="1233093" y="326859"/>
                  </a:lnTo>
                  <a:lnTo>
                    <a:pt x="1231569" y="328002"/>
                  </a:lnTo>
                  <a:lnTo>
                    <a:pt x="1230820" y="331050"/>
                  </a:lnTo>
                  <a:lnTo>
                    <a:pt x="1231569" y="334060"/>
                  </a:lnTo>
                  <a:lnTo>
                    <a:pt x="1233093" y="335203"/>
                  </a:lnTo>
                  <a:lnTo>
                    <a:pt x="1234986" y="335584"/>
                  </a:lnTo>
                  <a:lnTo>
                    <a:pt x="1236878" y="335203"/>
                  </a:lnTo>
                  <a:lnTo>
                    <a:pt x="1238402" y="334060"/>
                  </a:lnTo>
                  <a:lnTo>
                    <a:pt x="1239545" y="332549"/>
                  </a:lnTo>
                  <a:lnTo>
                    <a:pt x="1239926" y="331050"/>
                  </a:lnTo>
                  <a:close/>
                </a:path>
                <a:path w="1257935" h="340994">
                  <a:moveTo>
                    <a:pt x="1257757" y="335584"/>
                  </a:moveTo>
                  <a:lnTo>
                    <a:pt x="1257376" y="333692"/>
                  </a:lnTo>
                  <a:lnTo>
                    <a:pt x="1256245" y="332181"/>
                  </a:lnTo>
                  <a:lnTo>
                    <a:pt x="1254734" y="331800"/>
                  </a:lnTo>
                  <a:lnTo>
                    <a:pt x="1252829" y="331419"/>
                  </a:lnTo>
                  <a:lnTo>
                    <a:pt x="1249794" y="332181"/>
                  </a:lnTo>
                  <a:lnTo>
                    <a:pt x="1248651" y="333692"/>
                  </a:lnTo>
                  <a:lnTo>
                    <a:pt x="1248270" y="335584"/>
                  </a:lnTo>
                  <a:lnTo>
                    <a:pt x="1248651" y="337489"/>
                  </a:lnTo>
                  <a:lnTo>
                    <a:pt x="1249794" y="339013"/>
                  </a:lnTo>
                  <a:lnTo>
                    <a:pt x="1250937" y="340156"/>
                  </a:lnTo>
                  <a:lnTo>
                    <a:pt x="1252829" y="340537"/>
                  </a:lnTo>
                  <a:lnTo>
                    <a:pt x="1254734" y="340156"/>
                  </a:lnTo>
                  <a:lnTo>
                    <a:pt x="1256245" y="339013"/>
                  </a:lnTo>
                  <a:lnTo>
                    <a:pt x="1257376" y="337489"/>
                  </a:lnTo>
                  <a:lnTo>
                    <a:pt x="1257757" y="335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792889" y="2888424"/>
              <a:ext cx="669925" cy="184785"/>
            </a:xfrm>
            <a:custGeom>
              <a:avLst/>
              <a:gdLst/>
              <a:ahLst/>
              <a:cxnLst/>
              <a:rect l="l" t="t" r="r" b="b"/>
              <a:pathLst>
                <a:path w="669925" h="184785">
                  <a:moveTo>
                    <a:pt x="9486" y="4165"/>
                  </a:moveTo>
                  <a:lnTo>
                    <a:pt x="9105" y="2273"/>
                  </a:lnTo>
                  <a:lnTo>
                    <a:pt x="7975" y="762"/>
                  </a:lnTo>
                  <a:lnTo>
                    <a:pt x="6464" y="381"/>
                  </a:lnTo>
                  <a:lnTo>
                    <a:pt x="4559" y="0"/>
                  </a:lnTo>
                  <a:lnTo>
                    <a:pt x="1524" y="762"/>
                  </a:lnTo>
                  <a:lnTo>
                    <a:pt x="381" y="2273"/>
                  </a:lnTo>
                  <a:lnTo>
                    <a:pt x="0" y="4165"/>
                  </a:lnTo>
                  <a:lnTo>
                    <a:pt x="381" y="6070"/>
                  </a:lnTo>
                  <a:lnTo>
                    <a:pt x="1524" y="7594"/>
                  </a:lnTo>
                  <a:lnTo>
                    <a:pt x="2667" y="8737"/>
                  </a:lnTo>
                  <a:lnTo>
                    <a:pt x="4559" y="9118"/>
                  </a:lnTo>
                  <a:lnTo>
                    <a:pt x="6464" y="8737"/>
                  </a:lnTo>
                  <a:lnTo>
                    <a:pt x="7975" y="7594"/>
                  </a:lnTo>
                  <a:lnTo>
                    <a:pt x="9105" y="6070"/>
                  </a:lnTo>
                  <a:lnTo>
                    <a:pt x="9486" y="4165"/>
                  </a:lnTo>
                  <a:close/>
                </a:path>
                <a:path w="669925" h="184785">
                  <a:moveTo>
                    <a:pt x="26962" y="9118"/>
                  </a:moveTo>
                  <a:lnTo>
                    <a:pt x="26581" y="7213"/>
                  </a:lnTo>
                  <a:lnTo>
                    <a:pt x="25819" y="5689"/>
                  </a:lnTo>
                  <a:lnTo>
                    <a:pt x="24307" y="4927"/>
                  </a:lnTo>
                  <a:lnTo>
                    <a:pt x="22783" y="4546"/>
                  </a:lnTo>
                  <a:lnTo>
                    <a:pt x="20878" y="4927"/>
                  </a:lnTo>
                  <a:lnTo>
                    <a:pt x="19367" y="5689"/>
                  </a:lnTo>
                  <a:lnTo>
                    <a:pt x="18224" y="7213"/>
                  </a:lnTo>
                  <a:lnTo>
                    <a:pt x="17856" y="9118"/>
                  </a:lnTo>
                  <a:lnTo>
                    <a:pt x="18224" y="11010"/>
                  </a:lnTo>
                  <a:lnTo>
                    <a:pt x="19367" y="12522"/>
                  </a:lnTo>
                  <a:lnTo>
                    <a:pt x="20878" y="13652"/>
                  </a:lnTo>
                  <a:lnTo>
                    <a:pt x="24307" y="13652"/>
                  </a:lnTo>
                  <a:lnTo>
                    <a:pt x="25819" y="12522"/>
                  </a:lnTo>
                  <a:lnTo>
                    <a:pt x="26581" y="11010"/>
                  </a:lnTo>
                  <a:lnTo>
                    <a:pt x="26962" y="9118"/>
                  </a:lnTo>
                  <a:close/>
                </a:path>
                <a:path w="669925" h="184785">
                  <a:moveTo>
                    <a:pt x="45186" y="13652"/>
                  </a:moveTo>
                  <a:lnTo>
                    <a:pt x="44805" y="12141"/>
                  </a:lnTo>
                  <a:lnTo>
                    <a:pt x="43662" y="10642"/>
                  </a:lnTo>
                  <a:lnTo>
                    <a:pt x="42138" y="9499"/>
                  </a:lnTo>
                  <a:lnTo>
                    <a:pt x="40246" y="9118"/>
                  </a:lnTo>
                  <a:lnTo>
                    <a:pt x="38354" y="9499"/>
                  </a:lnTo>
                  <a:lnTo>
                    <a:pt x="36830" y="10642"/>
                  </a:lnTo>
                  <a:lnTo>
                    <a:pt x="36080" y="12141"/>
                  </a:lnTo>
                  <a:lnTo>
                    <a:pt x="36080" y="15557"/>
                  </a:lnTo>
                  <a:lnTo>
                    <a:pt x="36830" y="17081"/>
                  </a:lnTo>
                  <a:lnTo>
                    <a:pt x="38354" y="17843"/>
                  </a:lnTo>
                  <a:lnTo>
                    <a:pt x="40246" y="18224"/>
                  </a:lnTo>
                  <a:lnTo>
                    <a:pt x="42138" y="17843"/>
                  </a:lnTo>
                  <a:lnTo>
                    <a:pt x="43662" y="17081"/>
                  </a:lnTo>
                  <a:lnTo>
                    <a:pt x="44805" y="15557"/>
                  </a:lnTo>
                  <a:lnTo>
                    <a:pt x="45186" y="13652"/>
                  </a:lnTo>
                  <a:close/>
                </a:path>
                <a:path w="669925" h="184785">
                  <a:moveTo>
                    <a:pt x="62636" y="16700"/>
                  </a:moveTo>
                  <a:lnTo>
                    <a:pt x="61506" y="15176"/>
                  </a:lnTo>
                  <a:lnTo>
                    <a:pt x="59994" y="14033"/>
                  </a:lnTo>
                  <a:lnTo>
                    <a:pt x="58089" y="13652"/>
                  </a:lnTo>
                  <a:lnTo>
                    <a:pt x="56197" y="14033"/>
                  </a:lnTo>
                  <a:lnTo>
                    <a:pt x="54673" y="15176"/>
                  </a:lnTo>
                  <a:lnTo>
                    <a:pt x="53911" y="16700"/>
                  </a:lnTo>
                  <a:lnTo>
                    <a:pt x="53530" y="18605"/>
                  </a:lnTo>
                  <a:lnTo>
                    <a:pt x="53911" y="20510"/>
                  </a:lnTo>
                  <a:lnTo>
                    <a:pt x="54673" y="22021"/>
                  </a:lnTo>
                  <a:lnTo>
                    <a:pt x="56197" y="22783"/>
                  </a:lnTo>
                  <a:lnTo>
                    <a:pt x="58089" y="23152"/>
                  </a:lnTo>
                  <a:lnTo>
                    <a:pt x="59994" y="22783"/>
                  </a:lnTo>
                  <a:lnTo>
                    <a:pt x="61506" y="22021"/>
                  </a:lnTo>
                  <a:lnTo>
                    <a:pt x="62636" y="20510"/>
                  </a:lnTo>
                  <a:lnTo>
                    <a:pt x="62636" y="16700"/>
                  </a:lnTo>
                  <a:close/>
                </a:path>
                <a:path w="669925" h="184785">
                  <a:moveTo>
                    <a:pt x="80492" y="23533"/>
                  </a:moveTo>
                  <a:lnTo>
                    <a:pt x="80111" y="21640"/>
                  </a:lnTo>
                  <a:lnTo>
                    <a:pt x="79349" y="20129"/>
                  </a:lnTo>
                  <a:lnTo>
                    <a:pt x="77838" y="18986"/>
                  </a:lnTo>
                  <a:lnTo>
                    <a:pt x="75933" y="18605"/>
                  </a:lnTo>
                  <a:lnTo>
                    <a:pt x="74409" y="18986"/>
                  </a:lnTo>
                  <a:lnTo>
                    <a:pt x="72898" y="20129"/>
                  </a:lnTo>
                  <a:lnTo>
                    <a:pt x="71755" y="21640"/>
                  </a:lnTo>
                  <a:lnTo>
                    <a:pt x="71374" y="23533"/>
                  </a:lnTo>
                  <a:lnTo>
                    <a:pt x="71755" y="25044"/>
                  </a:lnTo>
                  <a:lnTo>
                    <a:pt x="72898" y="26568"/>
                  </a:lnTo>
                  <a:lnTo>
                    <a:pt x="74409" y="27330"/>
                  </a:lnTo>
                  <a:lnTo>
                    <a:pt x="75933" y="27711"/>
                  </a:lnTo>
                  <a:lnTo>
                    <a:pt x="77838" y="27330"/>
                  </a:lnTo>
                  <a:lnTo>
                    <a:pt x="79349" y="26568"/>
                  </a:lnTo>
                  <a:lnTo>
                    <a:pt x="80111" y="25044"/>
                  </a:lnTo>
                  <a:lnTo>
                    <a:pt x="80492" y="23533"/>
                  </a:lnTo>
                  <a:close/>
                </a:path>
                <a:path w="669925" h="184785">
                  <a:moveTo>
                    <a:pt x="98717" y="27711"/>
                  </a:moveTo>
                  <a:lnTo>
                    <a:pt x="98336" y="26568"/>
                  </a:lnTo>
                  <a:lnTo>
                    <a:pt x="97193" y="25044"/>
                  </a:lnTo>
                  <a:lnTo>
                    <a:pt x="95669" y="23914"/>
                  </a:lnTo>
                  <a:lnTo>
                    <a:pt x="93776" y="23533"/>
                  </a:lnTo>
                  <a:lnTo>
                    <a:pt x="91884" y="23914"/>
                  </a:lnTo>
                  <a:lnTo>
                    <a:pt x="90360" y="25044"/>
                  </a:lnTo>
                  <a:lnTo>
                    <a:pt x="89598" y="26568"/>
                  </a:lnTo>
                  <a:lnTo>
                    <a:pt x="89230" y="27711"/>
                  </a:lnTo>
                  <a:lnTo>
                    <a:pt x="89598" y="29616"/>
                  </a:lnTo>
                  <a:lnTo>
                    <a:pt x="90360" y="31140"/>
                  </a:lnTo>
                  <a:lnTo>
                    <a:pt x="91884" y="32270"/>
                  </a:lnTo>
                  <a:lnTo>
                    <a:pt x="93776" y="32651"/>
                  </a:lnTo>
                  <a:lnTo>
                    <a:pt x="95669" y="32270"/>
                  </a:lnTo>
                  <a:lnTo>
                    <a:pt x="97193" y="31140"/>
                  </a:lnTo>
                  <a:lnTo>
                    <a:pt x="98336" y="29616"/>
                  </a:lnTo>
                  <a:lnTo>
                    <a:pt x="98717" y="27711"/>
                  </a:lnTo>
                  <a:close/>
                </a:path>
                <a:path w="669925" h="184785">
                  <a:moveTo>
                    <a:pt x="116166" y="32651"/>
                  </a:moveTo>
                  <a:lnTo>
                    <a:pt x="115785" y="30759"/>
                  </a:lnTo>
                  <a:lnTo>
                    <a:pt x="115036" y="29235"/>
                  </a:lnTo>
                  <a:lnTo>
                    <a:pt x="113525" y="28473"/>
                  </a:lnTo>
                  <a:lnTo>
                    <a:pt x="111620" y="28092"/>
                  </a:lnTo>
                  <a:lnTo>
                    <a:pt x="109728" y="28473"/>
                  </a:lnTo>
                  <a:lnTo>
                    <a:pt x="108204" y="29235"/>
                  </a:lnTo>
                  <a:lnTo>
                    <a:pt x="107442" y="30759"/>
                  </a:lnTo>
                  <a:lnTo>
                    <a:pt x="107061" y="32651"/>
                  </a:lnTo>
                  <a:lnTo>
                    <a:pt x="107442" y="34531"/>
                  </a:lnTo>
                  <a:lnTo>
                    <a:pt x="108204" y="36055"/>
                  </a:lnTo>
                  <a:lnTo>
                    <a:pt x="109728" y="37198"/>
                  </a:lnTo>
                  <a:lnTo>
                    <a:pt x="111620" y="37579"/>
                  </a:lnTo>
                  <a:lnTo>
                    <a:pt x="113525" y="37198"/>
                  </a:lnTo>
                  <a:lnTo>
                    <a:pt x="115036" y="36055"/>
                  </a:lnTo>
                  <a:lnTo>
                    <a:pt x="115785" y="34531"/>
                  </a:lnTo>
                  <a:lnTo>
                    <a:pt x="116166" y="32651"/>
                  </a:lnTo>
                  <a:close/>
                </a:path>
                <a:path w="669925" h="184785">
                  <a:moveTo>
                    <a:pt x="134023" y="37579"/>
                  </a:moveTo>
                  <a:lnTo>
                    <a:pt x="133642" y="35674"/>
                  </a:lnTo>
                  <a:lnTo>
                    <a:pt x="132880" y="34163"/>
                  </a:lnTo>
                  <a:lnTo>
                    <a:pt x="131368" y="33401"/>
                  </a:lnTo>
                  <a:lnTo>
                    <a:pt x="129463" y="33020"/>
                  </a:lnTo>
                  <a:lnTo>
                    <a:pt x="127939" y="33401"/>
                  </a:lnTo>
                  <a:lnTo>
                    <a:pt x="126428" y="34163"/>
                  </a:lnTo>
                  <a:lnTo>
                    <a:pt x="125285" y="35674"/>
                  </a:lnTo>
                  <a:lnTo>
                    <a:pt x="124904" y="37579"/>
                  </a:lnTo>
                  <a:lnTo>
                    <a:pt x="125285" y="39484"/>
                  </a:lnTo>
                  <a:lnTo>
                    <a:pt x="126428" y="40627"/>
                  </a:lnTo>
                  <a:lnTo>
                    <a:pt x="127939" y="41770"/>
                  </a:lnTo>
                  <a:lnTo>
                    <a:pt x="129463" y="42151"/>
                  </a:lnTo>
                  <a:lnTo>
                    <a:pt x="131368" y="41770"/>
                  </a:lnTo>
                  <a:lnTo>
                    <a:pt x="132880" y="40627"/>
                  </a:lnTo>
                  <a:lnTo>
                    <a:pt x="133642" y="39484"/>
                  </a:lnTo>
                  <a:lnTo>
                    <a:pt x="134023" y="37579"/>
                  </a:lnTo>
                  <a:close/>
                </a:path>
                <a:path w="669925" h="184785">
                  <a:moveTo>
                    <a:pt x="152247" y="42151"/>
                  </a:moveTo>
                  <a:lnTo>
                    <a:pt x="151866" y="40246"/>
                  </a:lnTo>
                  <a:lnTo>
                    <a:pt x="150723" y="39103"/>
                  </a:lnTo>
                  <a:lnTo>
                    <a:pt x="149199" y="37960"/>
                  </a:lnTo>
                  <a:lnTo>
                    <a:pt x="147307" y="37579"/>
                  </a:lnTo>
                  <a:lnTo>
                    <a:pt x="145415" y="37960"/>
                  </a:lnTo>
                  <a:lnTo>
                    <a:pt x="143891" y="39103"/>
                  </a:lnTo>
                  <a:lnTo>
                    <a:pt x="142760" y="40246"/>
                  </a:lnTo>
                  <a:lnTo>
                    <a:pt x="142379" y="42151"/>
                  </a:lnTo>
                  <a:lnTo>
                    <a:pt x="142760" y="44043"/>
                  </a:lnTo>
                  <a:lnTo>
                    <a:pt x="143891" y="45542"/>
                  </a:lnTo>
                  <a:lnTo>
                    <a:pt x="145415" y="46304"/>
                  </a:lnTo>
                  <a:lnTo>
                    <a:pt x="147307" y="46685"/>
                  </a:lnTo>
                  <a:lnTo>
                    <a:pt x="149199" y="46304"/>
                  </a:lnTo>
                  <a:lnTo>
                    <a:pt x="150723" y="45542"/>
                  </a:lnTo>
                  <a:lnTo>
                    <a:pt x="151866" y="44043"/>
                  </a:lnTo>
                  <a:lnTo>
                    <a:pt x="152247" y="42151"/>
                  </a:lnTo>
                  <a:close/>
                </a:path>
                <a:path w="669925" h="184785">
                  <a:moveTo>
                    <a:pt x="169697" y="47066"/>
                  </a:moveTo>
                  <a:lnTo>
                    <a:pt x="169316" y="45173"/>
                  </a:lnTo>
                  <a:lnTo>
                    <a:pt x="168186" y="43662"/>
                  </a:lnTo>
                  <a:lnTo>
                    <a:pt x="167043" y="42519"/>
                  </a:lnTo>
                  <a:lnTo>
                    <a:pt x="165150" y="42151"/>
                  </a:lnTo>
                  <a:lnTo>
                    <a:pt x="163258" y="42519"/>
                  </a:lnTo>
                  <a:lnTo>
                    <a:pt x="161734" y="43662"/>
                  </a:lnTo>
                  <a:lnTo>
                    <a:pt x="160972" y="45173"/>
                  </a:lnTo>
                  <a:lnTo>
                    <a:pt x="160591" y="47066"/>
                  </a:lnTo>
                  <a:lnTo>
                    <a:pt x="160972" y="48971"/>
                  </a:lnTo>
                  <a:lnTo>
                    <a:pt x="161734" y="50495"/>
                  </a:lnTo>
                  <a:lnTo>
                    <a:pt x="163258" y="51257"/>
                  </a:lnTo>
                  <a:lnTo>
                    <a:pt x="165150" y="51638"/>
                  </a:lnTo>
                  <a:lnTo>
                    <a:pt x="167043" y="51257"/>
                  </a:lnTo>
                  <a:lnTo>
                    <a:pt x="168186" y="50495"/>
                  </a:lnTo>
                  <a:lnTo>
                    <a:pt x="169316" y="48971"/>
                  </a:lnTo>
                  <a:lnTo>
                    <a:pt x="169697" y="47066"/>
                  </a:lnTo>
                  <a:close/>
                </a:path>
                <a:path w="669925" h="184785">
                  <a:moveTo>
                    <a:pt x="187553" y="52019"/>
                  </a:moveTo>
                  <a:lnTo>
                    <a:pt x="187172" y="50114"/>
                  </a:lnTo>
                  <a:lnTo>
                    <a:pt x="186410" y="48590"/>
                  </a:lnTo>
                  <a:lnTo>
                    <a:pt x="184899" y="47447"/>
                  </a:lnTo>
                  <a:lnTo>
                    <a:pt x="182994" y="47066"/>
                  </a:lnTo>
                  <a:lnTo>
                    <a:pt x="181470" y="47447"/>
                  </a:lnTo>
                  <a:lnTo>
                    <a:pt x="179959" y="48590"/>
                  </a:lnTo>
                  <a:lnTo>
                    <a:pt x="178816" y="50114"/>
                  </a:lnTo>
                  <a:lnTo>
                    <a:pt x="178435" y="52019"/>
                  </a:lnTo>
                  <a:lnTo>
                    <a:pt x="178816" y="53149"/>
                  </a:lnTo>
                  <a:lnTo>
                    <a:pt x="179959" y="54660"/>
                  </a:lnTo>
                  <a:lnTo>
                    <a:pt x="181470" y="55791"/>
                  </a:lnTo>
                  <a:lnTo>
                    <a:pt x="182994" y="56184"/>
                  </a:lnTo>
                  <a:lnTo>
                    <a:pt x="184899" y="55791"/>
                  </a:lnTo>
                  <a:lnTo>
                    <a:pt x="186410" y="54660"/>
                  </a:lnTo>
                  <a:lnTo>
                    <a:pt x="187172" y="53149"/>
                  </a:lnTo>
                  <a:lnTo>
                    <a:pt x="187553" y="52019"/>
                  </a:lnTo>
                  <a:close/>
                </a:path>
                <a:path w="669925" h="184785">
                  <a:moveTo>
                    <a:pt x="205397" y="56184"/>
                  </a:moveTo>
                  <a:lnTo>
                    <a:pt x="205016" y="54660"/>
                  </a:lnTo>
                  <a:lnTo>
                    <a:pt x="204254" y="53149"/>
                  </a:lnTo>
                  <a:lnTo>
                    <a:pt x="202730" y="52400"/>
                  </a:lnTo>
                  <a:lnTo>
                    <a:pt x="200837" y="52019"/>
                  </a:lnTo>
                  <a:lnTo>
                    <a:pt x="198945" y="52400"/>
                  </a:lnTo>
                  <a:lnTo>
                    <a:pt x="197421" y="53149"/>
                  </a:lnTo>
                  <a:lnTo>
                    <a:pt x="196278" y="54660"/>
                  </a:lnTo>
                  <a:lnTo>
                    <a:pt x="195910" y="56184"/>
                  </a:lnTo>
                  <a:lnTo>
                    <a:pt x="196278" y="58077"/>
                  </a:lnTo>
                  <a:lnTo>
                    <a:pt x="197421" y="59601"/>
                  </a:lnTo>
                  <a:lnTo>
                    <a:pt x="198945" y="60744"/>
                  </a:lnTo>
                  <a:lnTo>
                    <a:pt x="200837" y="61125"/>
                  </a:lnTo>
                  <a:lnTo>
                    <a:pt x="202730" y="60744"/>
                  </a:lnTo>
                  <a:lnTo>
                    <a:pt x="204254" y="59601"/>
                  </a:lnTo>
                  <a:lnTo>
                    <a:pt x="205016" y="58077"/>
                  </a:lnTo>
                  <a:lnTo>
                    <a:pt x="205397" y="56184"/>
                  </a:lnTo>
                  <a:close/>
                </a:path>
                <a:path w="669925" h="184785">
                  <a:moveTo>
                    <a:pt x="223227" y="61125"/>
                  </a:moveTo>
                  <a:lnTo>
                    <a:pt x="222846" y="59220"/>
                  </a:lnTo>
                  <a:lnTo>
                    <a:pt x="221716" y="57696"/>
                  </a:lnTo>
                  <a:lnTo>
                    <a:pt x="220573" y="56934"/>
                  </a:lnTo>
                  <a:lnTo>
                    <a:pt x="218681" y="56553"/>
                  </a:lnTo>
                  <a:lnTo>
                    <a:pt x="216789" y="56934"/>
                  </a:lnTo>
                  <a:lnTo>
                    <a:pt x="215265" y="57696"/>
                  </a:lnTo>
                  <a:lnTo>
                    <a:pt x="214503" y="59220"/>
                  </a:lnTo>
                  <a:lnTo>
                    <a:pt x="214122" y="61125"/>
                  </a:lnTo>
                  <a:lnTo>
                    <a:pt x="214503" y="63030"/>
                  </a:lnTo>
                  <a:lnTo>
                    <a:pt x="215265" y="64554"/>
                  </a:lnTo>
                  <a:lnTo>
                    <a:pt x="216789" y="65671"/>
                  </a:lnTo>
                  <a:lnTo>
                    <a:pt x="218681" y="66040"/>
                  </a:lnTo>
                  <a:lnTo>
                    <a:pt x="220573" y="65671"/>
                  </a:lnTo>
                  <a:lnTo>
                    <a:pt x="221716" y="64554"/>
                  </a:lnTo>
                  <a:lnTo>
                    <a:pt x="222846" y="63030"/>
                  </a:lnTo>
                  <a:lnTo>
                    <a:pt x="223227" y="61125"/>
                  </a:lnTo>
                  <a:close/>
                </a:path>
                <a:path w="669925" h="184785">
                  <a:moveTo>
                    <a:pt x="241084" y="66040"/>
                  </a:moveTo>
                  <a:lnTo>
                    <a:pt x="240703" y="64160"/>
                  </a:lnTo>
                  <a:lnTo>
                    <a:pt x="239941" y="62649"/>
                  </a:lnTo>
                  <a:lnTo>
                    <a:pt x="238417" y="61887"/>
                  </a:lnTo>
                  <a:lnTo>
                    <a:pt x="236524" y="61506"/>
                  </a:lnTo>
                  <a:lnTo>
                    <a:pt x="234619" y="61887"/>
                  </a:lnTo>
                  <a:lnTo>
                    <a:pt x="233489" y="62649"/>
                  </a:lnTo>
                  <a:lnTo>
                    <a:pt x="232346" y="64160"/>
                  </a:lnTo>
                  <a:lnTo>
                    <a:pt x="231965" y="66040"/>
                  </a:lnTo>
                  <a:lnTo>
                    <a:pt x="232346" y="67564"/>
                  </a:lnTo>
                  <a:lnTo>
                    <a:pt x="233489" y="69088"/>
                  </a:lnTo>
                  <a:lnTo>
                    <a:pt x="234619" y="70231"/>
                  </a:lnTo>
                  <a:lnTo>
                    <a:pt x="236524" y="70612"/>
                  </a:lnTo>
                  <a:lnTo>
                    <a:pt x="238417" y="70231"/>
                  </a:lnTo>
                  <a:lnTo>
                    <a:pt x="239941" y="69088"/>
                  </a:lnTo>
                  <a:lnTo>
                    <a:pt x="240703" y="67564"/>
                  </a:lnTo>
                  <a:lnTo>
                    <a:pt x="241084" y="66040"/>
                  </a:lnTo>
                  <a:close/>
                </a:path>
                <a:path w="669925" h="184785">
                  <a:moveTo>
                    <a:pt x="258927" y="70612"/>
                  </a:moveTo>
                  <a:lnTo>
                    <a:pt x="258546" y="68707"/>
                  </a:lnTo>
                  <a:lnTo>
                    <a:pt x="257784" y="67183"/>
                  </a:lnTo>
                  <a:lnTo>
                    <a:pt x="256260" y="66433"/>
                  </a:lnTo>
                  <a:lnTo>
                    <a:pt x="254368" y="66040"/>
                  </a:lnTo>
                  <a:lnTo>
                    <a:pt x="252463" y="66433"/>
                  </a:lnTo>
                  <a:lnTo>
                    <a:pt x="250952" y="67183"/>
                  </a:lnTo>
                  <a:lnTo>
                    <a:pt x="249809" y="68707"/>
                  </a:lnTo>
                  <a:lnTo>
                    <a:pt x="249440" y="70612"/>
                  </a:lnTo>
                  <a:lnTo>
                    <a:pt x="249809" y="72517"/>
                  </a:lnTo>
                  <a:lnTo>
                    <a:pt x="250952" y="74041"/>
                  </a:lnTo>
                  <a:lnTo>
                    <a:pt x="252463" y="74790"/>
                  </a:lnTo>
                  <a:lnTo>
                    <a:pt x="254368" y="75171"/>
                  </a:lnTo>
                  <a:lnTo>
                    <a:pt x="256260" y="74790"/>
                  </a:lnTo>
                  <a:lnTo>
                    <a:pt x="257784" y="74041"/>
                  </a:lnTo>
                  <a:lnTo>
                    <a:pt x="258546" y="72517"/>
                  </a:lnTo>
                  <a:lnTo>
                    <a:pt x="258927" y="70612"/>
                  </a:lnTo>
                  <a:close/>
                </a:path>
                <a:path w="669925" h="184785">
                  <a:moveTo>
                    <a:pt x="276758" y="75552"/>
                  </a:moveTo>
                  <a:lnTo>
                    <a:pt x="276377" y="73660"/>
                  </a:lnTo>
                  <a:lnTo>
                    <a:pt x="275247" y="72136"/>
                  </a:lnTo>
                  <a:lnTo>
                    <a:pt x="274104" y="70993"/>
                  </a:lnTo>
                  <a:lnTo>
                    <a:pt x="272211" y="70612"/>
                  </a:lnTo>
                  <a:lnTo>
                    <a:pt x="270319" y="70993"/>
                  </a:lnTo>
                  <a:lnTo>
                    <a:pt x="268795" y="72136"/>
                  </a:lnTo>
                  <a:lnTo>
                    <a:pt x="268033" y="73660"/>
                  </a:lnTo>
                  <a:lnTo>
                    <a:pt x="267652" y="75552"/>
                  </a:lnTo>
                  <a:lnTo>
                    <a:pt x="268033" y="77431"/>
                  </a:lnTo>
                  <a:lnTo>
                    <a:pt x="268795" y="78955"/>
                  </a:lnTo>
                  <a:lnTo>
                    <a:pt x="270319" y="79717"/>
                  </a:lnTo>
                  <a:lnTo>
                    <a:pt x="274104" y="79717"/>
                  </a:lnTo>
                  <a:lnTo>
                    <a:pt x="275247" y="78955"/>
                  </a:lnTo>
                  <a:lnTo>
                    <a:pt x="276377" y="77431"/>
                  </a:lnTo>
                  <a:lnTo>
                    <a:pt x="276758" y="75552"/>
                  </a:lnTo>
                  <a:close/>
                </a:path>
                <a:path w="669925" h="184785">
                  <a:moveTo>
                    <a:pt x="294614" y="80098"/>
                  </a:moveTo>
                  <a:lnTo>
                    <a:pt x="294233" y="78574"/>
                  </a:lnTo>
                  <a:lnTo>
                    <a:pt x="293090" y="77063"/>
                  </a:lnTo>
                  <a:lnTo>
                    <a:pt x="291947" y="75920"/>
                  </a:lnTo>
                  <a:lnTo>
                    <a:pt x="290055" y="75552"/>
                  </a:lnTo>
                  <a:lnTo>
                    <a:pt x="288150" y="75920"/>
                  </a:lnTo>
                  <a:lnTo>
                    <a:pt x="287020" y="77063"/>
                  </a:lnTo>
                  <a:lnTo>
                    <a:pt x="285877" y="78574"/>
                  </a:lnTo>
                  <a:lnTo>
                    <a:pt x="285496" y="80098"/>
                  </a:lnTo>
                  <a:lnTo>
                    <a:pt x="285877" y="81622"/>
                  </a:lnTo>
                  <a:lnTo>
                    <a:pt x="287020" y="83146"/>
                  </a:lnTo>
                  <a:lnTo>
                    <a:pt x="288150" y="84289"/>
                  </a:lnTo>
                  <a:lnTo>
                    <a:pt x="290055" y="84670"/>
                  </a:lnTo>
                  <a:lnTo>
                    <a:pt x="291579" y="84289"/>
                  </a:lnTo>
                  <a:lnTo>
                    <a:pt x="293090" y="83146"/>
                  </a:lnTo>
                  <a:lnTo>
                    <a:pt x="294233" y="81622"/>
                  </a:lnTo>
                  <a:lnTo>
                    <a:pt x="294614" y="80098"/>
                  </a:lnTo>
                  <a:close/>
                </a:path>
                <a:path w="669925" h="184785">
                  <a:moveTo>
                    <a:pt x="312458" y="84670"/>
                  </a:moveTo>
                  <a:lnTo>
                    <a:pt x="312077" y="83146"/>
                  </a:lnTo>
                  <a:lnTo>
                    <a:pt x="311315" y="81622"/>
                  </a:lnTo>
                  <a:lnTo>
                    <a:pt x="309791" y="80479"/>
                  </a:lnTo>
                  <a:lnTo>
                    <a:pt x="307898" y="80098"/>
                  </a:lnTo>
                  <a:lnTo>
                    <a:pt x="305993" y="80479"/>
                  </a:lnTo>
                  <a:lnTo>
                    <a:pt x="304482" y="81622"/>
                  </a:lnTo>
                  <a:lnTo>
                    <a:pt x="303339" y="83146"/>
                  </a:lnTo>
                  <a:lnTo>
                    <a:pt x="302958" y="84670"/>
                  </a:lnTo>
                  <a:lnTo>
                    <a:pt x="303339" y="86550"/>
                  </a:lnTo>
                  <a:lnTo>
                    <a:pt x="304482" y="88074"/>
                  </a:lnTo>
                  <a:lnTo>
                    <a:pt x="305993" y="89204"/>
                  </a:lnTo>
                  <a:lnTo>
                    <a:pt x="307898" y="89585"/>
                  </a:lnTo>
                  <a:lnTo>
                    <a:pt x="309791" y="89204"/>
                  </a:lnTo>
                  <a:lnTo>
                    <a:pt x="311315" y="88074"/>
                  </a:lnTo>
                  <a:lnTo>
                    <a:pt x="312077" y="86550"/>
                  </a:lnTo>
                  <a:lnTo>
                    <a:pt x="312458" y="84670"/>
                  </a:lnTo>
                  <a:close/>
                </a:path>
                <a:path w="669925" h="184785">
                  <a:moveTo>
                    <a:pt x="330288" y="89585"/>
                  </a:moveTo>
                  <a:lnTo>
                    <a:pt x="329907" y="87680"/>
                  </a:lnTo>
                  <a:lnTo>
                    <a:pt x="328777" y="86182"/>
                  </a:lnTo>
                  <a:lnTo>
                    <a:pt x="327253" y="85420"/>
                  </a:lnTo>
                  <a:lnTo>
                    <a:pt x="325742" y="85051"/>
                  </a:lnTo>
                  <a:lnTo>
                    <a:pt x="323837" y="85420"/>
                  </a:lnTo>
                  <a:lnTo>
                    <a:pt x="322326" y="86182"/>
                  </a:lnTo>
                  <a:lnTo>
                    <a:pt x="321564" y="87680"/>
                  </a:lnTo>
                  <a:lnTo>
                    <a:pt x="321183" y="89585"/>
                  </a:lnTo>
                  <a:lnTo>
                    <a:pt x="321564" y="91490"/>
                  </a:lnTo>
                  <a:lnTo>
                    <a:pt x="322326" y="93014"/>
                  </a:lnTo>
                  <a:lnTo>
                    <a:pt x="323837" y="93776"/>
                  </a:lnTo>
                  <a:lnTo>
                    <a:pt x="325742" y="94157"/>
                  </a:lnTo>
                  <a:lnTo>
                    <a:pt x="327253" y="93776"/>
                  </a:lnTo>
                  <a:lnTo>
                    <a:pt x="328777" y="93014"/>
                  </a:lnTo>
                  <a:lnTo>
                    <a:pt x="329907" y="91490"/>
                  </a:lnTo>
                  <a:lnTo>
                    <a:pt x="330288" y="89585"/>
                  </a:lnTo>
                  <a:close/>
                </a:path>
                <a:path w="669925" h="184785">
                  <a:moveTo>
                    <a:pt x="348145" y="94157"/>
                  </a:moveTo>
                  <a:lnTo>
                    <a:pt x="347764" y="92633"/>
                  </a:lnTo>
                  <a:lnTo>
                    <a:pt x="346621" y="91109"/>
                  </a:lnTo>
                  <a:lnTo>
                    <a:pt x="345490" y="90347"/>
                  </a:lnTo>
                  <a:lnTo>
                    <a:pt x="343585" y="89966"/>
                  </a:lnTo>
                  <a:lnTo>
                    <a:pt x="341680" y="90347"/>
                  </a:lnTo>
                  <a:lnTo>
                    <a:pt x="340169" y="91109"/>
                  </a:lnTo>
                  <a:lnTo>
                    <a:pt x="339407" y="92633"/>
                  </a:lnTo>
                  <a:lnTo>
                    <a:pt x="339026" y="94157"/>
                  </a:lnTo>
                  <a:lnTo>
                    <a:pt x="339407" y="96062"/>
                  </a:lnTo>
                  <a:lnTo>
                    <a:pt x="340169" y="97561"/>
                  </a:lnTo>
                  <a:lnTo>
                    <a:pt x="341680" y="98691"/>
                  </a:lnTo>
                  <a:lnTo>
                    <a:pt x="343585" y="99072"/>
                  </a:lnTo>
                  <a:lnTo>
                    <a:pt x="345109" y="98691"/>
                  </a:lnTo>
                  <a:lnTo>
                    <a:pt x="346621" y="97561"/>
                  </a:lnTo>
                  <a:lnTo>
                    <a:pt x="347764" y="96062"/>
                  </a:lnTo>
                  <a:lnTo>
                    <a:pt x="348145" y="94157"/>
                  </a:lnTo>
                  <a:close/>
                </a:path>
                <a:path w="669925" h="184785">
                  <a:moveTo>
                    <a:pt x="365988" y="99072"/>
                  </a:moveTo>
                  <a:lnTo>
                    <a:pt x="365607" y="97180"/>
                  </a:lnTo>
                  <a:lnTo>
                    <a:pt x="364845" y="95669"/>
                  </a:lnTo>
                  <a:lnTo>
                    <a:pt x="363321" y="94538"/>
                  </a:lnTo>
                  <a:lnTo>
                    <a:pt x="361429" y="94157"/>
                  </a:lnTo>
                  <a:lnTo>
                    <a:pt x="359524" y="94538"/>
                  </a:lnTo>
                  <a:lnTo>
                    <a:pt x="358013" y="95669"/>
                  </a:lnTo>
                  <a:lnTo>
                    <a:pt x="356870" y="97180"/>
                  </a:lnTo>
                  <a:lnTo>
                    <a:pt x="356489" y="99072"/>
                  </a:lnTo>
                  <a:lnTo>
                    <a:pt x="356870" y="100977"/>
                  </a:lnTo>
                  <a:lnTo>
                    <a:pt x="358013" y="102501"/>
                  </a:lnTo>
                  <a:lnTo>
                    <a:pt x="359524" y="103263"/>
                  </a:lnTo>
                  <a:lnTo>
                    <a:pt x="361429" y="103644"/>
                  </a:lnTo>
                  <a:lnTo>
                    <a:pt x="363321" y="103263"/>
                  </a:lnTo>
                  <a:lnTo>
                    <a:pt x="364845" y="102501"/>
                  </a:lnTo>
                  <a:lnTo>
                    <a:pt x="365607" y="100977"/>
                  </a:lnTo>
                  <a:lnTo>
                    <a:pt x="365988" y="99072"/>
                  </a:lnTo>
                  <a:close/>
                </a:path>
                <a:path w="669925" h="184785">
                  <a:moveTo>
                    <a:pt x="383819" y="104025"/>
                  </a:moveTo>
                  <a:lnTo>
                    <a:pt x="383438" y="102120"/>
                  </a:lnTo>
                  <a:lnTo>
                    <a:pt x="382308" y="100596"/>
                  </a:lnTo>
                  <a:lnTo>
                    <a:pt x="380784" y="99453"/>
                  </a:lnTo>
                  <a:lnTo>
                    <a:pt x="379272" y="99072"/>
                  </a:lnTo>
                  <a:lnTo>
                    <a:pt x="377367" y="99453"/>
                  </a:lnTo>
                  <a:lnTo>
                    <a:pt x="375856" y="100596"/>
                  </a:lnTo>
                  <a:lnTo>
                    <a:pt x="375094" y="102120"/>
                  </a:lnTo>
                  <a:lnTo>
                    <a:pt x="374713" y="104025"/>
                  </a:lnTo>
                  <a:lnTo>
                    <a:pt x="375094" y="105930"/>
                  </a:lnTo>
                  <a:lnTo>
                    <a:pt x="375856" y="107061"/>
                  </a:lnTo>
                  <a:lnTo>
                    <a:pt x="377367" y="107810"/>
                  </a:lnTo>
                  <a:lnTo>
                    <a:pt x="379272" y="108191"/>
                  </a:lnTo>
                  <a:lnTo>
                    <a:pt x="380784" y="107810"/>
                  </a:lnTo>
                  <a:lnTo>
                    <a:pt x="382308" y="107061"/>
                  </a:lnTo>
                  <a:lnTo>
                    <a:pt x="383438" y="105930"/>
                  </a:lnTo>
                  <a:lnTo>
                    <a:pt x="383819" y="104025"/>
                  </a:lnTo>
                  <a:close/>
                </a:path>
                <a:path w="669925" h="184785">
                  <a:moveTo>
                    <a:pt x="401675" y="108572"/>
                  </a:moveTo>
                  <a:lnTo>
                    <a:pt x="401294" y="106692"/>
                  </a:lnTo>
                  <a:lnTo>
                    <a:pt x="399008" y="104406"/>
                  </a:lnTo>
                  <a:lnTo>
                    <a:pt x="397116" y="104025"/>
                  </a:lnTo>
                  <a:lnTo>
                    <a:pt x="395211" y="104406"/>
                  </a:lnTo>
                  <a:lnTo>
                    <a:pt x="393700" y="105549"/>
                  </a:lnTo>
                  <a:lnTo>
                    <a:pt x="392938" y="106692"/>
                  </a:lnTo>
                  <a:lnTo>
                    <a:pt x="392557" y="108572"/>
                  </a:lnTo>
                  <a:lnTo>
                    <a:pt x="392938" y="110083"/>
                  </a:lnTo>
                  <a:lnTo>
                    <a:pt x="393700" y="111607"/>
                  </a:lnTo>
                  <a:lnTo>
                    <a:pt x="395211" y="112750"/>
                  </a:lnTo>
                  <a:lnTo>
                    <a:pt x="397116" y="113131"/>
                  </a:lnTo>
                  <a:lnTo>
                    <a:pt x="398640" y="112750"/>
                  </a:lnTo>
                  <a:lnTo>
                    <a:pt x="400151" y="111607"/>
                  </a:lnTo>
                  <a:lnTo>
                    <a:pt x="401294" y="110083"/>
                  </a:lnTo>
                  <a:lnTo>
                    <a:pt x="401675" y="108572"/>
                  </a:lnTo>
                  <a:close/>
                </a:path>
                <a:path w="669925" h="184785">
                  <a:moveTo>
                    <a:pt x="419519" y="113131"/>
                  </a:moveTo>
                  <a:lnTo>
                    <a:pt x="419138" y="111607"/>
                  </a:lnTo>
                  <a:lnTo>
                    <a:pt x="418376" y="110083"/>
                  </a:lnTo>
                  <a:lnTo>
                    <a:pt x="416852" y="108940"/>
                  </a:lnTo>
                  <a:lnTo>
                    <a:pt x="414959" y="108572"/>
                  </a:lnTo>
                  <a:lnTo>
                    <a:pt x="413054" y="108940"/>
                  </a:lnTo>
                  <a:lnTo>
                    <a:pt x="411543" y="110083"/>
                  </a:lnTo>
                  <a:lnTo>
                    <a:pt x="410400" y="111607"/>
                  </a:lnTo>
                  <a:lnTo>
                    <a:pt x="410019" y="113131"/>
                  </a:lnTo>
                  <a:lnTo>
                    <a:pt x="410400" y="115036"/>
                  </a:lnTo>
                  <a:lnTo>
                    <a:pt x="411543" y="116560"/>
                  </a:lnTo>
                  <a:lnTo>
                    <a:pt x="413054" y="117703"/>
                  </a:lnTo>
                  <a:lnTo>
                    <a:pt x="414959" y="118071"/>
                  </a:lnTo>
                  <a:lnTo>
                    <a:pt x="416852" y="117703"/>
                  </a:lnTo>
                  <a:lnTo>
                    <a:pt x="418376" y="116560"/>
                  </a:lnTo>
                  <a:lnTo>
                    <a:pt x="419138" y="115036"/>
                  </a:lnTo>
                  <a:lnTo>
                    <a:pt x="419519" y="113131"/>
                  </a:lnTo>
                  <a:close/>
                </a:path>
                <a:path w="669925" h="184785">
                  <a:moveTo>
                    <a:pt x="437349" y="118071"/>
                  </a:moveTo>
                  <a:lnTo>
                    <a:pt x="436968" y="116179"/>
                  </a:lnTo>
                  <a:lnTo>
                    <a:pt x="435838" y="114655"/>
                  </a:lnTo>
                  <a:lnTo>
                    <a:pt x="434314" y="113893"/>
                  </a:lnTo>
                  <a:lnTo>
                    <a:pt x="432803" y="113512"/>
                  </a:lnTo>
                  <a:lnTo>
                    <a:pt x="430898" y="113893"/>
                  </a:lnTo>
                  <a:lnTo>
                    <a:pt x="429387" y="114655"/>
                  </a:lnTo>
                  <a:lnTo>
                    <a:pt x="428625" y="116179"/>
                  </a:lnTo>
                  <a:lnTo>
                    <a:pt x="428244" y="118071"/>
                  </a:lnTo>
                  <a:lnTo>
                    <a:pt x="428625" y="119583"/>
                  </a:lnTo>
                  <a:lnTo>
                    <a:pt x="429387" y="121094"/>
                  </a:lnTo>
                  <a:lnTo>
                    <a:pt x="430898" y="122237"/>
                  </a:lnTo>
                  <a:lnTo>
                    <a:pt x="432803" y="122618"/>
                  </a:lnTo>
                  <a:lnTo>
                    <a:pt x="434314" y="122237"/>
                  </a:lnTo>
                  <a:lnTo>
                    <a:pt x="435838" y="121094"/>
                  </a:lnTo>
                  <a:lnTo>
                    <a:pt x="436968" y="119583"/>
                  </a:lnTo>
                  <a:lnTo>
                    <a:pt x="437349" y="118071"/>
                  </a:lnTo>
                  <a:close/>
                </a:path>
                <a:path w="669925" h="184785">
                  <a:moveTo>
                    <a:pt x="455193" y="122618"/>
                  </a:moveTo>
                  <a:lnTo>
                    <a:pt x="454825" y="120713"/>
                  </a:lnTo>
                  <a:lnTo>
                    <a:pt x="453682" y="119583"/>
                  </a:lnTo>
                  <a:lnTo>
                    <a:pt x="452539" y="118821"/>
                  </a:lnTo>
                  <a:lnTo>
                    <a:pt x="450646" y="118452"/>
                  </a:lnTo>
                  <a:lnTo>
                    <a:pt x="448741" y="118821"/>
                  </a:lnTo>
                  <a:lnTo>
                    <a:pt x="447230" y="119583"/>
                  </a:lnTo>
                  <a:lnTo>
                    <a:pt x="446087" y="120713"/>
                  </a:lnTo>
                  <a:lnTo>
                    <a:pt x="446087" y="124523"/>
                  </a:lnTo>
                  <a:lnTo>
                    <a:pt x="447230" y="126047"/>
                  </a:lnTo>
                  <a:lnTo>
                    <a:pt x="448741" y="127190"/>
                  </a:lnTo>
                  <a:lnTo>
                    <a:pt x="450646" y="127571"/>
                  </a:lnTo>
                  <a:lnTo>
                    <a:pt x="452158" y="127190"/>
                  </a:lnTo>
                  <a:lnTo>
                    <a:pt x="453682" y="126047"/>
                  </a:lnTo>
                  <a:lnTo>
                    <a:pt x="454825" y="124523"/>
                  </a:lnTo>
                  <a:lnTo>
                    <a:pt x="455193" y="122618"/>
                  </a:lnTo>
                  <a:close/>
                </a:path>
                <a:path w="669925" h="184785">
                  <a:moveTo>
                    <a:pt x="472668" y="125666"/>
                  </a:moveTo>
                  <a:lnTo>
                    <a:pt x="471906" y="124142"/>
                  </a:lnTo>
                  <a:lnTo>
                    <a:pt x="470382" y="122999"/>
                  </a:lnTo>
                  <a:lnTo>
                    <a:pt x="468490" y="122618"/>
                  </a:lnTo>
                  <a:lnTo>
                    <a:pt x="466585" y="122999"/>
                  </a:lnTo>
                  <a:lnTo>
                    <a:pt x="465074" y="124142"/>
                  </a:lnTo>
                  <a:lnTo>
                    <a:pt x="463931" y="125666"/>
                  </a:lnTo>
                  <a:lnTo>
                    <a:pt x="463550" y="127571"/>
                  </a:lnTo>
                  <a:lnTo>
                    <a:pt x="463931" y="129463"/>
                  </a:lnTo>
                  <a:lnTo>
                    <a:pt x="465074" y="130962"/>
                  </a:lnTo>
                  <a:lnTo>
                    <a:pt x="466585" y="131724"/>
                  </a:lnTo>
                  <a:lnTo>
                    <a:pt x="468490" y="132105"/>
                  </a:lnTo>
                  <a:lnTo>
                    <a:pt x="470382" y="131724"/>
                  </a:lnTo>
                  <a:lnTo>
                    <a:pt x="471906" y="130962"/>
                  </a:lnTo>
                  <a:lnTo>
                    <a:pt x="472668" y="129463"/>
                  </a:lnTo>
                  <a:lnTo>
                    <a:pt x="472668" y="125666"/>
                  </a:lnTo>
                  <a:close/>
                </a:path>
                <a:path w="669925" h="184785">
                  <a:moveTo>
                    <a:pt x="490880" y="132486"/>
                  </a:moveTo>
                  <a:lnTo>
                    <a:pt x="490499" y="130581"/>
                  </a:lnTo>
                  <a:lnTo>
                    <a:pt x="489369" y="129082"/>
                  </a:lnTo>
                  <a:lnTo>
                    <a:pt x="487845" y="127952"/>
                  </a:lnTo>
                  <a:lnTo>
                    <a:pt x="485952" y="127571"/>
                  </a:lnTo>
                  <a:lnTo>
                    <a:pt x="484428" y="127952"/>
                  </a:lnTo>
                  <a:lnTo>
                    <a:pt x="482917" y="129082"/>
                  </a:lnTo>
                  <a:lnTo>
                    <a:pt x="482155" y="130581"/>
                  </a:lnTo>
                  <a:lnTo>
                    <a:pt x="481774" y="132486"/>
                  </a:lnTo>
                  <a:lnTo>
                    <a:pt x="482155" y="134010"/>
                  </a:lnTo>
                  <a:lnTo>
                    <a:pt x="482917" y="135534"/>
                  </a:lnTo>
                  <a:lnTo>
                    <a:pt x="484428" y="136296"/>
                  </a:lnTo>
                  <a:lnTo>
                    <a:pt x="485952" y="136677"/>
                  </a:lnTo>
                  <a:lnTo>
                    <a:pt x="487845" y="136296"/>
                  </a:lnTo>
                  <a:lnTo>
                    <a:pt x="489369" y="135534"/>
                  </a:lnTo>
                  <a:lnTo>
                    <a:pt x="490499" y="134010"/>
                  </a:lnTo>
                  <a:lnTo>
                    <a:pt x="490880" y="132486"/>
                  </a:lnTo>
                  <a:close/>
                </a:path>
                <a:path w="669925" h="184785">
                  <a:moveTo>
                    <a:pt x="508723" y="137058"/>
                  </a:moveTo>
                  <a:lnTo>
                    <a:pt x="508342" y="135153"/>
                  </a:lnTo>
                  <a:lnTo>
                    <a:pt x="507212" y="133629"/>
                  </a:lnTo>
                  <a:lnTo>
                    <a:pt x="506069" y="132486"/>
                  </a:lnTo>
                  <a:lnTo>
                    <a:pt x="502272" y="132486"/>
                  </a:lnTo>
                  <a:lnTo>
                    <a:pt x="500761" y="133629"/>
                  </a:lnTo>
                  <a:lnTo>
                    <a:pt x="499618" y="135153"/>
                  </a:lnTo>
                  <a:lnTo>
                    <a:pt x="499237" y="137058"/>
                  </a:lnTo>
                  <a:lnTo>
                    <a:pt x="499618" y="138582"/>
                  </a:lnTo>
                  <a:lnTo>
                    <a:pt x="500761" y="140081"/>
                  </a:lnTo>
                  <a:lnTo>
                    <a:pt x="502272" y="141224"/>
                  </a:lnTo>
                  <a:lnTo>
                    <a:pt x="504177" y="141592"/>
                  </a:lnTo>
                  <a:lnTo>
                    <a:pt x="505688" y="141224"/>
                  </a:lnTo>
                  <a:lnTo>
                    <a:pt x="507212" y="140081"/>
                  </a:lnTo>
                  <a:lnTo>
                    <a:pt x="508342" y="138582"/>
                  </a:lnTo>
                  <a:lnTo>
                    <a:pt x="508723" y="137058"/>
                  </a:lnTo>
                  <a:close/>
                </a:path>
                <a:path w="669925" h="184785">
                  <a:moveTo>
                    <a:pt x="526199" y="141592"/>
                  </a:moveTo>
                  <a:lnTo>
                    <a:pt x="525437" y="138582"/>
                  </a:lnTo>
                  <a:lnTo>
                    <a:pt x="523913" y="137439"/>
                  </a:lnTo>
                  <a:lnTo>
                    <a:pt x="522020" y="137058"/>
                  </a:lnTo>
                  <a:lnTo>
                    <a:pt x="520115" y="137439"/>
                  </a:lnTo>
                  <a:lnTo>
                    <a:pt x="518604" y="138582"/>
                  </a:lnTo>
                  <a:lnTo>
                    <a:pt x="517461" y="140081"/>
                  </a:lnTo>
                  <a:lnTo>
                    <a:pt x="517080" y="141592"/>
                  </a:lnTo>
                  <a:lnTo>
                    <a:pt x="517461" y="143497"/>
                  </a:lnTo>
                  <a:lnTo>
                    <a:pt x="518604" y="145021"/>
                  </a:lnTo>
                  <a:lnTo>
                    <a:pt x="520115" y="145783"/>
                  </a:lnTo>
                  <a:lnTo>
                    <a:pt x="522020" y="146164"/>
                  </a:lnTo>
                  <a:lnTo>
                    <a:pt x="523913" y="145783"/>
                  </a:lnTo>
                  <a:lnTo>
                    <a:pt x="525437" y="145021"/>
                  </a:lnTo>
                  <a:lnTo>
                    <a:pt x="525818" y="143497"/>
                  </a:lnTo>
                  <a:lnTo>
                    <a:pt x="526199" y="141592"/>
                  </a:lnTo>
                  <a:close/>
                </a:path>
                <a:path w="669925" h="184785">
                  <a:moveTo>
                    <a:pt x="544410" y="146164"/>
                  </a:moveTo>
                  <a:lnTo>
                    <a:pt x="544029" y="144640"/>
                  </a:lnTo>
                  <a:lnTo>
                    <a:pt x="542886" y="143116"/>
                  </a:lnTo>
                  <a:lnTo>
                    <a:pt x="541375" y="142354"/>
                  </a:lnTo>
                  <a:lnTo>
                    <a:pt x="539483" y="141973"/>
                  </a:lnTo>
                  <a:lnTo>
                    <a:pt x="537959" y="142354"/>
                  </a:lnTo>
                  <a:lnTo>
                    <a:pt x="536448" y="143116"/>
                  </a:lnTo>
                  <a:lnTo>
                    <a:pt x="535686" y="144640"/>
                  </a:lnTo>
                  <a:lnTo>
                    <a:pt x="535305" y="146164"/>
                  </a:lnTo>
                  <a:lnTo>
                    <a:pt x="535686" y="148069"/>
                  </a:lnTo>
                  <a:lnTo>
                    <a:pt x="536448" y="149580"/>
                  </a:lnTo>
                  <a:lnTo>
                    <a:pt x="537959" y="150710"/>
                  </a:lnTo>
                  <a:lnTo>
                    <a:pt x="539483" y="151091"/>
                  </a:lnTo>
                  <a:lnTo>
                    <a:pt x="541375" y="150710"/>
                  </a:lnTo>
                  <a:lnTo>
                    <a:pt x="542886" y="149580"/>
                  </a:lnTo>
                  <a:lnTo>
                    <a:pt x="544029" y="148069"/>
                  </a:lnTo>
                  <a:lnTo>
                    <a:pt x="544410" y="146164"/>
                  </a:lnTo>
                  <a:close/>
                </a:path>
                <a:path w="669925" h="184785">
                  <a:moveTo>
                    <a:pt x="562254" y="151091"/>
                  </a:moveTo>
                  <a:lnTo>
                    <a:pt x="561886" y="149212"/>
                  </a:lnTo>
                  <a:lnTo>
                    <a:pt x="560743" y="147688"/>
                  </a:lnTo>
                  <a:lnTo>
                    <a:pt x="559600" y="146926"/>
                  </a:lnTo>
                  <a:lnTo>
                    <a:pt x="559219" y="146926"/>
                  </a:lnTo>
                  <a:lnTo>
                    <a:pt x="557326" y="146545"/>
                  </a:lnTo>
                  <a:lnTo>
                    <a:pt x="555802" y="146926"/>
                  </a:lnTo>
                  <a:lnTo>
                    <a:pt x="554291" y="147688"/>
                  </a:lnTo>
                  <a:lnTo>
                    <a:pt x="553148" y="149212"/>
                  </a:lnTo>
                  <a:lnTo>
                    <a:pt x="552767" y="151091"/>
                  </a:lnTo>
                  <a:lnTo>
                    <a:pt x="553148" y="152984"/>
                  </a:lnTo>
                  <a:lnTo>
                    <a:pt x="554291" y="154508"/>
                  </a:lnTo>
                  <a:lnTo>
                    <a:pt x="555421" y="155651"/>
                  </a:lnTo>
                  <a:lnTo>
                    <a:pt x="555802" y="155651"/>
                  </a:lnTo>
                  <a:lnTo>
                    <a:pt x="557707" y="156032"/>
                  </a:lnTo>
                  <a:lnTo>
                    <a:pt x="559219" y="155651"/>
                  </a:lnTo>
                  <a:lnTo>
                    <a:pt x="560743" y="154508"/>
                  </a:lnTo>
                  <a:lnTo>
                    <a:pt x="561886" y="152984"/>
                  </a:lnTo>
                  <a:lnTo>
                    <a:pt x="562254" y="151091"/>
                  </a:lnTo>
                  <a:close/>
                </a:path>
                <a:path w="669925" h="184785">
                  <a:moveTo>
                    <a:pt x="579716" y="156032"/>
                  </a:moveTo>
                  <a:lnTo>
                    <a:pt x="579348" y="154127"/>
                  </a:lnTo>
                  <a:lnTo>
                    <a:pt x="578586" y="152603"/>
                  </a:lnTo>
                  <a:lnTo>
                    <a:pt x="577443" y="151472"/>
                  </a:lnTo>
                  <a:lnTo>
                    <a:pt x="575538" y="151091"/>
                  </a:lnTo>
                  <a:lnTo>
                    <a:pt x="573646" y="151472"/>
                  </a:lnTo>
                  <a:lnTo>
                    <a:pt x="572135" y="152603"/>
                  </a:lnTo>
                  <a:lnTo>
                    <a:pt x="570992" y="154127"/>
                  </a:lnTo>
                  <a:lnTo>
                    <a:pt x="570611" y="156032"/>
                  </a:lnTo>
                  <a:lnTo>
                    <a:pt x="570992" y="157937"/>
                  </a:lnTo>
                  <a:lnTo>
                    <a:pt x="572135" y="159080"/>
                  </a:lnTo>
                  <a:lnTo>
                    <a:pt x="573646" y="159829"/>
                  </a:lnTo>
                  <a:lnTo>
                    <a:pt x="575538" y="160210"/>
                  </a:lnTo>
                  <a:lnTo>
                    <a:pt x="577443" y="159829"/>
                  </a:lnTo>
                  <a:lnTo>
                    <a:pt x="578586" y="159080"/>
                  </a:lnTo>
                  <a:lnTo>
                    <a:pt x="579348" y="157937"/>
                  </a:lnTo>
                  <a:lnTo>
                    <a:pt x="579716" y="156032"/>
                  </a:lnTo>
                  <a:close/>
                </a:path>
                <a:path w="669925" h="184785">
                  <a:moveTo>
                    <a:pt x="597941" y="160591"/>
                  </a:moveTo>
                  <a:lnTo>
                    <a:pt x="597560" y="159080"/>
                  </a:lnTo>
                  <a:lnTo>
                    <a:pt x="596430" y="157556"/>
                  </a:lnTo>
                  <a:lnTo>
                    <a:pt x="594906" y="156413"/>
                  </a:lnTo>
                  <a:lnTo>
                    <a:pt x="593013" y="156032"/>
                  </a:lnTo>
                  <a:lnTo>
                    <a:pt x="591489" y="156413"/>
                  </a:lnTo>
                  <a:lnTo>
                    <a:pt x="589978" y="157556"/>
                  </a:lnTo>
                  <a:lnTo>
                    <a:pt x="589216" y="159080"/>
                  </a:lnTo>
                  <a:lnTo>
                    <a:pt x="588835" y="160591"/>
                  </a:lnTo>
                  <a:lnTo>
                    <a:pt x="589216" y="162483"/>
                  </a:lnTo>
                  <a:lnTo>
                    <a:pt x="589978" y="163995"/>
                  </a:lnTo>
                  <a:lnTo>
                    <a:pt x="591489" y="164757"/>
                  </a:lnTo>
                  <a:lnTo>
                    <a:pt x="593013" y="165138"/>
                  </a:lnTo>
                  <a:lnTo>
                    <a:pt x="594906" y="164757"/>
                  </a:lnTo>
                  <a:lnTo>
                    <a:pt x="596430" y="163995"/>
                  </a:lnTo>
                  <a:lnTo>
                    <a:pt x="597560" y="162483"/>
                  </a:lnTo>
                  <a:lnTo>
                    <a:pt x="597941" y="160591"/>
                  </a:lnTo>
                  <a:close/>
                </a:path>
                <a:path w="669925" h="184785">
                  <a:moveTo>
                    <a:pt x="615784" y="165519"/>
                  </a:moveTo>
                  <a:lnTo>
                    <a:pt x="615403" y="163614"/>
                  </a:lnTo>
                  <a:lnTo>
                    <a:pt x="614273" y="162102"/>
                  </a:lnTo>
                  <a:lnTo>
                    <a:pt x="612749" y="160959"/>
                  </a:lnTo>
                  <a:lnTo>
                    <a:pt x="610857" y="160591"/>
                  </a:lnTo>
                  <a:lnTo>
                    <a:pt x="609333" y="160959"/>
                  </a:lnTo>
                  <a:lnTo>
                    <a:pt x="607822" y="162102"/>
                  </a:lnTo>
                  <a:lnTo>
                    <a:pt x="606679" y="163614"/>
                  </a:lnTo>
                  <a:lnTo>
                    <a:pt x="606298" y="165519"/>
                  </a:lnTo>
                  <a:lnTo>
                    <a:pt x="606679" y="167043"/>
                  </a:lnTo>
                  <a:lnTo>
                    <a:pt x="607822" y="168567"/>
                  </a:lnTo>
                  <a:lnTo>
                    <a:pt x="608952" y="169710"/>
                  </a:lnTo>
                  <a:lnTo>
                    <a:pt x="610857" y="170091"/>
                  </a:lnTo>
                  <a:lnTo>
                    <a:pt x="612749" y="169710"/>
                  </a:lnTo>
                  <a:lnTo>
                    <a:pt x="614273" y="168567"/>
                  </a:lnTo>
                  <a:lnTo>
                    <a:pt x="615403" y="167043"/>
                  </a:lnTo>
                  <a:lnTo>
                    <a:pt x="615784" y="165519"/>
                  </a:lnTo>
                  <a:close/>
                </a:path>
                <a:path w="669925" h="184785">
                  <a:moveTo>
                    <a:pt x="633247" y="170091"/>
                  </a:moveTo>
                  <a:lnTo>
                    <a:pt x="632866" y="168186"/>
                  </a:lnTo>
                  <a:lnTo>
                    <a:pt x="632117" y="167043"/>
                  </a:lnTo>
                  <a:lnTo>
                    <a:pt x="630974" y="165900"/>
                  </a:lnTo>
                  <a:lnTo>
                    <a:pt x="629081" y="165519"/>
                  </a:lnTo>
                  <a:lnTo>
                    <a:pt x="627176" y="165900"/>
                  </a:lnTo>
                  <a:lnTo>
                    <a:pt x="625665" y="167043"/>
                  </a:lnTo>
                  <a:lnTo>
                    <a:pt x="624522" y="168186"/>
                  </a:lnTo>
                  <a:lnTo>
                    <a:pt x="624141" y="170091"/>
                  </a:lnTo>
                  <a:lnTo>
                    <a:pt x="624522" y="171970"/>
                  </a:lnTo>
                  <a:lnTo>
                    <a:pt x="625665" y="173113"/>
                  </a:lnTo>
                  <a:lnTo>
                    <a:pt x="627176" y="174244"/>
                  </a:lnTo>
                  <a:lnTo>
                    <a:pt x="629081" y="174625"/>
                  </a:lnTo>
                  <a:lnTo>
                    <a:pt x="630974" y="174244"/>
                  </a:lnTo>
                  <a:lnTo>
                    <a:pt x="632117" y="173113"/>
                  </a:lnTo>
                  <a:lnTo>
                    <a:pt x="632866" y="171970"/>
                  </a:lnTo>
                  <a:lnTo>
                    <a:pt x="633247" y="170091"/>
                  </a:lnTo>
                  <a:close/>
                </a:path>
                <a:path w="669925" h="184785">
                  <a:moveTo>
                    <a:pt x="651471" y="174625"/>
                  </a:moveTo>
                  <a:lnTo>
                    <a:pt x="651090" y="172732"/>
                  </a:lnTo>
                  <a:lnTo>
                    <a:pt x="649947" y="171602"/>
                  </a:lnTo>
                  <a:lnTo>
                    <a:pt x="648436" y="170840"/>
                  </a:lnTo>
                  <a:lnTo>
                    <a:pt x="646544" y="170472"/>
                  </a:lnTo>
                  <a:lnTo>
                    <a:pt x="644639" y="170840"/>
                  </a:lnTo>
                  <a:lnTo>
                    <a:pt x="643496" y="171602"/>
                  </a:lnTo>
                  <a:lnTo>
                    <a:pt x="642747" y="172732"/>
                  </a:lnTo>
                  <a:lnTo>
                    <a:pt x="642366" y="174625"/>
                  </a:lnTo>
                  <a:lnTo>
                    <a:pt x="642747" y="176530"/>
                  </a:lnTo>
                  <a:lnTo>
                    <a:pt x="643496" y="178054"/>
                  </a:lnTo>
                  <a:lnTo>
                    <a:pt x="644639" y="179197"/>
                  </a:lnTo>
                  <a:lnTo>
                    <a:pt x="646544" y="179578"/>
                  </a:lnTo>
                  <a:lnTo>
                    <a:pt x="648436" y="179197"/>
                  </a:lnTo>
                  <a:lnTo>
                    <a:pt x="649947" y="178054"/>
                  </a:lnTo>
                  <a:lnTo>
                    <a:pt x="651090" y="176530"/>
                  </a:lnTo>
                  <a:lnTo>
                    <a:pt x="651471" y="174625"/>
                  </a:lnTo>
                  <a:close/>
                </a:path>
                <a:path w="669925" h="184785">
                  <a:moveTo>
                    <a:pt x="669315" y="179578"/>
                  </a:moveTo>
                  <a:lnTo>
                    <a:pt x="668934" y="177673"/>
                  </a:lnTo>
                  <a:lnTo>
                    <a:pt x="667804" y="176149"/>
                  </a:lnTo>
                  <a:lnTo>
                    <a:pt x="666280" y="175387"/>
                  </a:lnTo>
                  <a:lnTo>
                    <a:pt x="664387" y="175006"/>
                  </a:lnTo>
                  <a:lnTo>
                    <a:pt x="662863" y="175387"/>
                  </a:lnTo>
                  <a:lnTo>
                    <a:pt x="661339" y="176149"/>
                  </a:lnTo>
                  <a:lnTo>
                    <a:pt x="660209" y="177673"/>
                  </a:lnTo>
                  <a:lnTo>
                    <a:pt x="659828" y="179578"/>
                  </a:lnTo>
                  <a:lnTo>
                    <a:pt x="660209" y="181470"/>
                  </a:lnTo>
                  <a:lnTo>
                    <a:pt x="661339" y="182981"/>
                  </a:lnTo>
                  <a:lnTo>
                    <a:pt x="662482" y="184111"/>
                  </a:lnTo>
                  <a:lnTo>
                    <a:pt x="664387" y="184492"/>
                  </a:lnTo>
                  <a:lnTo>
                    <a:pt x="666280" y="184111"/>
                  </a:lnTo>
                  <a:lnTo>
                    <a:pt x="667804" y="182981"/>
                  </a:lnTo>
                  <a:lnTo>
                    <a:pt x="668934" y="181470"/>
                  </a:lnTo>
                  <a:lnTo>
                    <a:pt x="669315" y="1795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 descr=""/>
          <p:cNvGrpSpPr/>
          <p:nvPr/>
        </p:nvGrpSpPr>
        <p:grpSpPr>
          <a:xfrm>
            <a:off x="826008" y="4990896"/>
            <a:ext cx="2656840" cy="788035"/>
            <a:chOff x="826008" y="4990896"/>
            <a:chExt cx="2656840" cy="788035"/>
          </a:xfrm>
        </p:grpSpPr>
        <p:sp>
          <p:nvSpPr>
            <p:cNvPr id="30" name="object 30" descr=""/>
            <p:cNvSpPr/>
            <p:nvPr/>
          </p:nvSpPr>
          <p:spPr>
            <a:xfrm>
              <a:off x="1909889" y="5356491"/>
              <a:ext cx="1233170" cy="422275"/>
            </a:xfrm>
            <a:custGeom>
              <a:avLst/>
              <a:gdLst/>
              <a:ahLst/>
              <a:cxnLst/>
              <a:rect l="l" t="t" r="r" b="b"/>
              <a:pathLst>
                <a:path w="1233170" h="422275">
                  <a:moveTo>
                    <a:pt x="9105" y="4546"/>
                  </a:moveTo>
                  <a:lnTo>
                    <a:pt x="8737" y="2654"/>
                  </a:lnTo>
                  <a:lnTo>
                    <a:pt x="7594" y="1143"/>
                  </a:lnTo>
                  <a:lnTo>
                    <a:pt x="6083" y="381"/>
                  </a:lnTo>
                  <a:lnTo>
                    <a:pt x="4191" y="0"/>
                  </a:lnTo>
                  <a:lnTo>
                    <a:pt x="2667" y="381"/>
                  </a:lnTo>
                  <a:lnTo>
                    <a:pt x="1524" y="1143"/>
                  </a:lnTo>
                  <a:lnTo>
                    <a:pt x="381" y="2654"/>
                  </a:lnTo>
                  <a:lnTo>
                    <a:pt x="0" y="4546"/>
                  </a:lnTo>
                  <a:lnTo>
                    <a:pt x="381" y="6451"/>
                  </a:lnTo>
                  <a:lnTo>
                    <a:pt x="1524" y="7594"/>
                  </a:lnTo>
                  <a:lnTo>
                    <a:pt x="2286" y="8737"/>
                  </a:lnTo>
                  <a:lnTo>
                    <a:pt x="4191" y="9105"/>
                  </a:lnTo>
                  <a:lnTo>
                    <a:pt x="6083" y="8737"/>
                  </a:lnTo>
                  <a:lnTo>
                    <a:pt x="7594" y="7594"/>
                  </a:lnTo>
                  <a:lnTo>
                    <a:pt x="8737" y="6451"/>
                  </a:lnTo>
                  <a:lnTo>
                    <a:pt x="9105" y="4546"/>
                  </a:lnTo>
                  <a:close/>
                </a:path>
                <a:path w="1233170" h="422275">
                  <a:moveTo>
                    <a:pt x="26581" y="10248"/>
                  </a:moveTo>
                  <a:lnTo>
                    <a:pt x="26200" y="8356"/>
                  </a:lnTo>
                  <a:lnTo>
                    <a:pt x="25450" y="6832"/>
                  </a:lnTo>
                  <a:lnTo>
                    <a:pt x="23926" y="6451"/>
                  </a:lnTo>
                  <a:lnTo>
                    <a:pt x="22021" y="6070"/>
                  </a:lnTo>
                  <a:lnTo>
                    <a:pt x="20116" y="6451"/>
                  </a:lnTo>
                  <a:lnTo>
                    <a:pt x="18605" y="6832"/>
                  </a:lnTo>
                  <a:lnTo>
                    <a:pt x="17462" y="8356"/>
                  </a:lnTo>
                  <a:lnTo>
                    <a:pt x="17094" y="10248"/>
                  </a:lnTo>
                  <a:lnTo>
                    <a:pt x="17462" y="12153"/>
                  </a:lnTo>
                  <a:lnTo>
                    <a:pt x="18605" y="13665"/>
                  </a:lnTo>
                  <a:lnTo>
                    <a:pt x="20116" y="14795"/>
                  </a:lnTo>
                  <a:lnTo>
                    <a:pt x="22021" y="15176"/>
                  </a:lnTo>
                  <a:lnTo>
                    <a:pt x="23926" y="14795"/>
                  </a:lnTo>
                  <a:lnTo>
                    <a:pt x="25450" y="13665"/>
                  </a:lnTo>
                  <a:lnTo>
                    <a:pt x="26200" y="12153"/>
                  </a:lnTo>
                  <a:lnTo>
                    <a:pt x="26581" y="10248"/>
                  </a:lnTo>
                  <a:close/>
                </a:path>
                <a:path w="1233170" h="422275">
                  <a:moveTo>
                    <a:pt x="44043" y="16319"/>
                  </a:moveTo>
                  <a:lnTo>
                    <a:pt x="43662" y="14427"/>
                  </a:lnTo>
                  <a:lnTo>
                    <a:pt x="42519" y="12903"/>
                  </a:lnTo>
                  <a:lnTo>
                    <a:pt x="41376" y="12153"/>
                  </a:lnTo>
                  <a:lnTo>
                    <a:pt x="39484" y="11772"/>
                  </a:lnTo>
                  <a:lnTo>
                    <a:pt x="37592" y="12153"/>
                  </a:lnTo>
                  <a:lnTo>
                    <a:pt x="36080" y="12903"/>
                  </a:lnTo>
                  <a:lnTo>
                    <a:pt x="35318" y="14427"/>
                  </a:lnTo>
                  <a:lnTo>
                    <a:pt x="34937" y="16319"/>
                  </a:lnTo>
                  <a:lnTo>
                    <a:pt x="35318" y="18224"/>
                  </a:lnTo>
                  <a:lnTo>
                    <a:pt x="36080" y="19735"/>
                  </a:lnTo>
                  <a:lnTo>
                    <a:pt x="37592" y="20497"/>
                  </a:lnTo>
                  <a:lnTo>
                    <a:pt x="39484" y="20878"/>
                  </a:lnTo>
                  <a:lnTo>
                    <a:pt x="41376" y="20497"/>
                  </a:lnTo>
                  <a:lnTo>
                    <a:pt x="42519" y="19735"/>
                  </a:lnTo>
                  <a:lnTo>
                    <a:pt x="43662" y="18224"/>
                  </a:lnTo>
                  <a:lnTo>
                    <a:pt x="44043" y="16319"/>
                  </a:lnTo>
                  <a:close/>
                </a:path>
                <a:path w="1233170" h="422275">
                  <a:moveTo>
                    <a:pt x="61506" y="22021"/>
                  </a:moveTo>
                  <a:lnTo>
                    <a:pt x="61125" y="20116"/>
                  </a:lnTo>
                  <a:lnTo>
                    <a:pt x="59982" y="18973"/>
                  </a:lnTo>
                  <a:lnTo>
                    <a:pt x="58851" y="18224"/>
                  </a:lnTo>
                  <a:lnTo>
                    <a:pt x="56959" y="17843"/>
                  </a:lnTo>
                  <a:lnTo>
                    <a:pt x="55435" y="18224"/>
                  </a:lnTo>
                  <a:lnTo>
                    <a:pt x="53911" y="18973"/>
                  </a:lnTo>
                  <a:lnTo>
                    <a:pt x="52768" y="20116"/>
                  </a:lnTo>
                  <a:lnTo>
                    <a:pt x="52387" y="22021"/>
                  </a:lnTo>
                  <a:lnTo>
                    <a:pt x="52768" y="23914"/>
                  </a:lnTo>
                  <a:lnTo>
                    <a:pt x="53911" y="25425"/>
                  </a:lnTo>
                  <a:lnTo>
                    <a:pt x="55435" y="26568"/>
                  </a:lnTo>
                  <a:lnTo>
                    <a:pt x="56959" y="26949"/>
                  </a:lnTo>
                  <a:lnTo>
                    <a:pt x="58470" y="26568"/>
                  </a:lnTo>
                  <a:lnTo>
                    <a:pt x="59982" y="25425"/>
                  </a:lnTo>
                  <a:lnTo>
                    <a:pt x="61125" y="23914"/>
                  </a:lnTo>
                  <a:lnTo>
                    <a:pt x="61506" y="22021"/>
                  </a:lnTo>
                  <a:close/>
                </a:path>
                <a:path w="1233170" h="422275">
                  <a:moveTo>
                    <a:pt x="78981" y="28092"/>
                  </a:moveTo>
                  <a:lnTo>
                    <a:pt x="78600" y="26187"/>
                  </a:lnTo>
                  <a:lnTo>
                    <a:pt x="77838" y="24676"/>
                  </a:lnTo>
                  <a:lnTo>
                    <a:pt x="76314" y="23914"/>
                  </a:lnTo>
                  <a:lnTo>
                    <a:pt x="74409" y="23533"/>
                  </a:lnTo>
                  <a:lnTo>
                    <a:pt x="72517" y="23914"/>
                  </a:lnTo>
                  <a:lnTo>
                    <a:pt x="70993" y="24676"/>
                  </a:lnTo>
                  <a:lnTo>
                    <a:pt x="69862" y="26187"/>
                  </a:lnTo>
                  <a:lnTo>
                    <a:pt x="69481" y="28092"/>
                  </a:lnTo>
                  <a:lnTo>
                    <a:pt x="69862" y="29984"/>
                  </a:lnTo>
                  <a:lnTo>
                    <a:pt x="70993" y="31508"/>
                  </a:lnTo>
                  <a:lnTo>
                    <a:pt x="72517" y="32651"/>
                  </a:lnTo>
                  <a:lnTo>
                    <a:pt x="74409" y="33032"/>
                  </a:lnTo>
                  <a:lnTo>
                    <a:pt x="76314" y="32651"/>
                  </a:lnTo>
                  <a:lnTo>
                    <a:pt x="77838" y="31508"/>
                  </a:lnTo>
                  <a:lnTo>
                    <a:pt x="78600" y="29984"/>
                  </a:lnTo>
                  <a:lnTo>
                    <a:pt x="78981" y="28092"/>
                  </a:lnTo>
                  <a:close/>
                </a:path>
                <a:path w="1233170" h="422275">
                  <a:moveTo>
                    <a:pt x="96431" y="33782"/>
                  </a:moveTo>
                  <a:lnTo>
                    <a:pt x="96050" y="32270"/>
                  </a:lnTo>
                  <a:lnTo>
                    <a:pt x="94907" y="30746"/>
                  </a:lnTo>
                  <a:lnTo>
                    <a:pt x="93776" y="29984"/>
                  </a:lnTo>
                  <a:lnTo>
                    <a:pt x="91884" y="29603"/>
                  </a:lnTo>
                  <a:lnTo>
                    <a:pt x="89979" y="29984"/>
                  </a:lnTo>
                  <a:lnTo>
                    <a:pt x="88468" y="30746"/>
                  </a:lnTo>
                  <a:lnTo>
                    <a:pt x="87706" y="32270"/>
                  </a:lnTo>
                  <a:lnTo>
                    <a:pt x="87325" y="33782"/>
                  </a:lnTo>
                  <a:lnTo>
                    <a:pt x="87706" y="35687"/>
                  </a:lnTo>
                  <a:lnTo>
                    <a:pt x="88468" y="37198"/>
                  </a:lnTo>
                  <a:lnTo>
                    <a:pt x="89979" y="38341"/>
                  </a:lnTo>
                  <a:lnTo>
                    <a:pt x="91884" y="38722"/>
                  </a:lnTo>
                  <a:lnTo>
                    <a:pt x="93776" y="38341"/>
                  </a:lnTo>
                  <a:lnTo>
                    <a:pt x="94907" y="37198"/>
                  </a:lnTo>
                  <a:lnTo>
                    <a:pt x="96050" y="35687"/>
                  </a:lnTo>
                  <a:lnTo>
                    <a:pt x="96431" y="33782"/>
                  </a:lnTo>
                  <a:close/>
                </a:path>
                <a:path w="1233170" h="422275">
                  <a:moveTo>
                    <a:pt x="113893" y="39865"/>
                  </a:moveTo>
                  <a:lnTo>
                    <a:pt x="113525" y="37960"/>
                  </a:lnTo>
                  <a:lnTo>
                    <a:pt x="112763" y="36436"/>
                  </a:lnTo>
                  <a:lnTo>
                    <a:pt x="111252" y="35687"/>
                  </a:lnTo>
                  <a:lnTo>
                    <a:pt x="109347" y="35306"/>
                  </a:lnTo>
                  <a:lnTo>
                    <a:pt x="107823" y="35687"/>
                  </a:lnTo>
                  <a:lnTo>
                    <a:pt x="106299" y="36436"/>
                  </a:lnTo>
                  <a:lnTo>
                    <a:pt x="105156" y="37960"/>
                  </a:lnTo>
                  <a:lnTo>
                    <a:pt x="104787" y="39865"/>
                  </a:lnTo>
                  <a:lnTo>
                    <a:pt x="105156" y="41757"/>
                  </a:lnTo>
                  <a:lnTo>
                    <a:pt x="106299" y="43281"/>
                  </a:lnTo>
                  <a:lnTo>
                    <a:pt x="107823" y="44424"/>
                  </a:lnTo>
                  <a:lnTo>
                    <a:pt x="109347" y="44792"/>
                  </a:lnTo>
                  <a:lnTo>
                    <a:pt x="111252" y="44424"/>
                  </a:lnTo>
                  <a:lnTo>
                    <a:pt x="112763" y="43281"/>
                  </a:lnTo>
                  <a:lnTo>
                    <a:pt x="113525" y="41757"/>
                  </a:lnTo>
                  <a:lnTo>
                    <a:pt x="113893" y="39865"/>
                  </a:lnTo>
                  <a:close/>
                </a:path>
                <a:path w="1233170" h="422275">
                  <a:moveTo>
                    <a:pt x="131749" y="45935"/>
                  </a:moveTo>
                  <a:lnTo>
                    <a:pt x="131368" y="44043"/>
                  </a:lnTo>
                  <a:lnTo>
                    <a:pt x="130225" y="42519"/>
                  </a:lnTo>
                  <a:lnTo>
                    <a:pt x="128701" y="41757"/>
                  </a:lnTo>
                  <a:lnTo>
                    <a:pt x="126796" y="41376"/>
                  </a:lnTo>
                  <a:lnTo>
                    <a:pt x="124904" y="41757"/>
                  </a:lnTo>
                  <a:lnTo>
                    <a:pt x="123393" y="42519"/>
                  </a:lnTo>
                  <a:lnTo>
                    <a:pt x="122631" y="44043"/>
                  </a:lnTo>
                  <a:lnTo>
                    <a:pt x="122250" y="45935"/>
                  </a:lnTo>
                  <a:lnTo>
                    <a:pt x="122631" y="47447"/>
                  </a:lnTo>
                  <a:lnTo>
                    <a:pt x="123393" y="48971"/>
                  </a:lnTo>
                  <a:lnTo>
                    <a:pt x="124904" y="50114"/>
                  </a:lnTo>
                  <a:lnTo>
                    <a:pt x="126796" y="50495"/>
                  </a:lnTo>
                  <a:lnTo>
                    <a:pt x="128701" y="50114"/>
                  </a:lnTo>
                  <a:lnTo>
                    <a:pt x="130225" y="48971"/>
                  </a:lnTo>
                  <a:lnTo>
                    <a:pt x="131368" y="47447"/>
                  </a:lnTo>
                  <a:lnTo>
                    <a:pt x="131749" y="45935"/>
                  </a:lnTo>
                  <a:close/>
                </a:path>
                <a:path w="1233170" h="422275">
                  <a:moveTo>
                    <a:pt x="148818" y="51625"/>
                  </a:moveTo>
                  <a:lnTo>
                    <a:pt x="148437" y="49733"/>
                  </a:lnTo>
                  <a:lnTo>
                    <a:pt x="147675" y="48209"/>
                  </a:lnTo>
                  <a:lnTo>
                    <a:pt x="146545" y="47447"/>
                  </a:lnTo>
                  <a:lnTo>
                    <a:pt x="146164" y="47447"/>
                  </a:lnTo>
                  <a:lnTo>
                    <a:pt x="144272" y="47066"/>
                  </a:lnTo>
                  <a:lnTo>
                    <a:pt x="142760" y="47447"/>
                  </a:lnTo>
                  <a:lnTo>
                    <a:pt x="141236" y="48209"/>
                  </a:lnTo>
                  <a:lnTo>
                    <a:pt x="140093" y="49733"/>
                  </a:lnTo>
                  <a:lnTo>
                    <a:pt x="139712" y="51625"/>
                  </a:lnTo>
                  <a:lnTo>
                    <a:pt x="140093" y="53530"/>
                  </a:lnTo>
                  <a:lnTo>
                    <a:pt x="141236" y="55054"/>
                  </a:lnTo>
                  <a:lnTo>
                    <a:pt x="142379" y="56184"/>
                  </a:lnTo>
                  <a:lnTo>
                    <a:pt x="142760" y="56184"/>
                  </a:lnTo>
                  <a:lnTo>
                    <a:pt x="144653" y="56565"/>
                  </a:lnTo>
                  <a:lnTo>
                    <a:pt x="146164" y="56184"/>
                  </a:lnTo>
                  <a:lnTo>
                    <a:pt x="147675" y="55054"/>
                  </a:lnTo>
                  <a:lnTo>
                    <a:pt x="148437" y="53530"/>
                  </a:lnTo>
                  <a:lnTo>
                    <a:pt x="148818" y="51625"/>
                  </a:lnTo>
                  <a:close/>
                </a:path>
                <a:path w="1233170" h="422275">
                  <a:moveTo>
                    <a:pt x="166293" y="57696"/>
                  </a:moveTo>
                  <a:lnTo>
                    <a:pt x="165912" y="55803"/>
                  </a:lnTo>
                  <a:lnTo>
                    <a:pt x="165150" y="54292"/>
                  </a:lnTo>
                  <a:lnTo>
                    <a:pt x="163639" y="53530"/>
                  </a:lnTo>
                  <a:lnTo>
                    <a:pt x="161734" y="53149"/>
                  </a:lnTo>
                  <a:lnTo>
                    <a:pt x="160210" y="53530"/>
                  </a:lnTo>
                  <a:lnTo>
                    <a:pt x="158686" y="54292"/>
                  </a:lnTo>
                  <a:lnTo>
                    <a:pt x="157556" y="55803"/>
                  </a:lnTo>
                  <a:lnTo>
                    <a:pt x="157175" y="57696"/>
                  </a:lnTo>
                  <a:lnTo>
                    <a:pt x="157556" y="59601"/>
                  </a:lnTo>
                  <a:lnTo>
                    <a:pt x="158686" y="60744"/>
                  </a:lnTo>
                  <a:lnTo>
                    <a:pt x="160210" y="61874"/>
                  </a:lnTo>
                  <a:lnTo>
                    <a:pt x="161734" y="62255"/>
                  </a:lnTo>
                  <a:lnTo>
                    <a:pt x="163639" y="61874"/>
                  </a:lnTo>
                  <a:lnTo>
                    <a:pt x="165150" y="60744"/>
                  </a:lnTo>
                  <a:lnTo>
                    <a:pt x="165912" y="59601"/>
                  </a:lnTo>
                  <a:lnTo>
                    <a:pt x="166293" y="57696"/>
                  </a:lnTo>
                  <a:close/>
                </a:path>
                <a:path w="1233170" h="422275">
                  <a:moveTo>
                    <a:pt x="184137" y="63398"/>
                  </a:moveTo>
                  <a:lnTo>
                    <a:pt x="183756" y="61493"/>
                  </a:lnTo>
                  <a:lnTo>
                    <a:pt x="182613" y="59982"/>
                  </a:lnTo>
                  <a:lnTo>
                    <a:pt x="181089" y="59601"/>
                  </a:lnTo>
                  <a:lnTo>
                    <a:pt x="179197" y="59220"/>
                  </a:lnTo>
                  <a:lnTo>
                    <a:pt x="177304" y="59601"/>
                  </a:lnTo>
                  <a:lnTo>
                    <a:pt x="175780" y="59982"/>
                  </a:lnTo>
                  <a:lnTo>
                    <a:pt x="175031" y="61493"/>
                  </a:lnTo>
                  <a:lnTo>
                    <a:pt x="174650" y="63398"/>
                  </a:lnTo>
                  <a:lnTo>
                    <a:pt x="175031" y="65303"/>
                  </a:lnTo>
                  <a:lnTo>
                    <a:pt x="175780" y="66814"/>
                  </a:lnTo>
                  <a:lnTo>
                    <a:pt x="177304" y="67945"/>
                  </a:lnTo>
                  <a:lnTo>
                    <a:pt x="179197" y="68326"/>
                  </a:lnTo>
                  <a:lnTo>
                    <a:pt x="181089" y="67945"/>
                  </a:lnTo>
                  <a:lnTo>
                    <a:pt x="182613" y="66814"/>
                  </a:lnTo>
                  <a:lnTo>
                    <a:pt x="183756" y="65303"/>
                  </a:lnTo>
                  <a:lnTo>
                    <a:pt x="184137" y="63398"/>
                  </a:lnTo>
                  <a:close/>
                </a:path>
                <a:path w="1233170" h="422275">
                  <a:moveTo>
                    <a:pt x="201206" y="69469"/>
                  </a:moveTo>
                  <a:lnTo>
                    <a:pt x="200825" y="67576"/>
                  </a:lnTo>
                  <a:lnTo>
                    <a:pt x="200456" y="66052"/>
                  </a:lnTo>
                  <a:lnTo>
                    <a:pt x="198932" y="65303"/>
                  </a:lnTo>
                  <a:lnTo>
                    <a:pt x="197040" y="64922"/>
                  </a:lnTo>
                  <a:lnTo>
                    <a:pt x="195148" y="65303"/>
                  </a:lnTo>
                  <a:lnTo>
                    <a:pt x="193624" y="66052"/>
                  </a:lnTo>
                  <a:lnTo>
                    <a:pt x="192481" y="67576"/>
                  </a:lnTo>
                  <a:lnTo>
                    <a:pt x="192100" y="69469"/>
                  </a:lnTo>
                  <a:lnTo>
                    <a:pt x="192481" y="71374"/>
                  </a:lnTo>
                  <a:lnTo>
                    <a:pt x="193624" y="72885"/>
                  </a:lnTo>
                  <a:lnTo>
                    <a:pt x="195148" y="73647"/>
                  </a:lnTo>
                  <a:lnTo>
                    <a:pt x="197040" y="74028"/>
                  </a:lnTo>
                  <a:lnTo>
                    <a:pt x="198932" y="73647"/>
                  </a:lnTo>
                  <a:lnTo>
                    <a:pt x="200456" y="72885"/>
                  </a:lnTo>
                  <a:lnTo>
                    <a:pt x="200825" y="71374"/>
                  </a:lnTo>
                  <a:lnTo>
                    <a:pt x="201206" y="69469"/>
                  </a:lnTo>
                  <a:close/>
                </a:path>
                <a:path w="1233170" h="422275">
                  <a:moveTo>
                    <a:pt x="219062" y="75171"/>
                  </a:moveTo>
                  <a:lnTo>
                    <a:pt x="218681" y="73266"/>
                  </a:lnTo>
                  <a:lnTo>
                    <a:pt x="217551" y="72136"/>
                  </a:lnTo>
                  <a:lnTo>
                    <a:pt x="216027" y="71374"/>
                  </a:lnTo>
                  <a:lnTo>
                    <a:pt x="214122" y="70993"/>
                  </a:lnTo>
                  <a:lnTo>
                    <a:pt x="212598" y="71374"/>
                  </a:lnTo>
                  <a:lnTo>
                    <a:pt x="211086" y="72136"/>
                  </a:lnTo>
                  <a:lnTo>
                    <a:pt x="209943" y="73266"/>
                  </a:lnTo>
                  <a:lnTo>
                    <a:pt x="209562" y="75171"/>
                  </a:lnTo>
                  <a:lnTo>
                    <a:pt x="209943" y="77063"/>
                  </a:lnTo>
                  <a:lnTo>
                    <a:pt x="211086" y="78587"/>
                  </a:lnTo>
                  <a:lnTo>
                    <a:pt x="212598" y="79717"/>
                  </a:lnTo>
                  <a:lnTo>
                    <a:pt x="214122" y="80098"/>
                  </a:lnTo>
                  <a:lnTo>
                    <a:pt x="216027" y="79717"/>
                  </a:lnTo>
                  <a:lnTo>
                    <a:pt x="217551" y="78587"/>
                  </a:lnTo>
                  <a:lnTo>
                    <a:pt x="218681" y="77063"/>
                  </a:lnTo>
                  <a:lnTo>
                    <a:pt x="219062" y="75171"/>
                  </a:lnTo>
                  <a:close/>
                </a:path>
                <a:path w="1233170" h="422275">
                  <a:moveTo>
                    <a:pt x="236524" y="81241"/>
                  </a:moveTo>
                  <a:lnTo>
                    <a:pt x="236143" y="79336"/>
                  </a:lnTo>
                  <a:lnTo>
                    <a:pt x="235000" y="77825"/>
                  </a:lnTo>
                  <a:lnTo>
                    <a:pt x="233476" y="77063"/>
                  </a:lnTo>
                  <a:lnTo>
                    <a:pt x="231584" y="76682"/>
                  </a:lnTo>
                  <a:lnTo>
                    <a:pt x="229692" y="77063"/>
                  </a:lnTo>
                  <a:lnTo>
                    <a:pt x="228180" y="77825"/>
                  </a:lnTo>
                  <a:lnTo>
                    <a:pt x="227418" y="79336"/>
                  </a:lnTo>
                  <a:lnTo>
                    <a:pt x="227418" y="83134"/>
                  </a:lnTo>
                  <a:lnTo>
                    <a:pt x="228180" y="84658"/>
                  </a:lnTo>
                  <a:lnTo>
                    <a:pt x="229692" y="85801"/>
                  </a:lnTo>
                  <a:lnTo>
                    <a:pt x="231584" y="86182"/>
                  </a:lnTo>
                  <a:lnTo>
                    <a:pt x="233476" y="85801"/>
                  </a:lnTo>
                  <a:lnTo>
                    <a:pt x="235000" y="84658"/>
                  </a:lnTo>
                  <a:lnTo>
                    <a:pt x="236143" y="83134"/>
                  </a:lnTo>
                  <a:lnTo>
                    <a:pt x="236524" y="81241"/>
                  </a:lnTo>
                  <a:close/>
                </a:path>
                <a:path w="1233170" h="422275">
                  <a:moveTo>
                    <a:pt x="253974" y="86944"/>
                  </a:moveTo>
                  <a:lnTo>
                    <a:pt x="253606" y="85420"/>
                  </a:lnTo>
                  <a:lnTo>
                    <a:pt x="252844" y="83896"/>
                  </a:lnTo>
                  <a:lnTo>
                    <a:pt x="251333" y="83134"/>
                  </a:lnTo>
                  <a:lnTo>
                    <a:pt x="249440" y="82765"/>
                  </a:lnTo>
                  <a:lnTo>
                    <a:pt x="247535" y="83134"/>
                  </a:lnTo>
                  <a:lnTo>
                    <a:pt x="246011" y="83896"/>
                  </a:lnTo>
                  <a:lnTo>
                    <a:pt x="244868" y="85420"/>
                  </a:lnTo>
                  <a:lnTo>
                    <a:pt x="244487" y="86944"/>
                  </a:lnTo>
                  <a:lnTo>
                    <a:pt x="244868" y="88836"/>
                  </a:lnTo>
                  <a:lnTo>
                    <a:pt x="246011" y="90347"/>
                  </a:lnTo>
                  <a:lnTo>
                    <a:pt x="247535" y="91490"/>
                  </a:lnTo>
                  <a:lnTo>
                    <a:pt x="249440" y="91871"/>
                  </a:lnTo>
                  <a:lnTo>
                    <a:pt x="251333" y="91490"/>
                  </a:lnTo>
                  <a:lnTo>
                    <a:pt x="252844" y="90347"/>
                  </a:lnTo>
                  <a:lnTo>
                    <a:pt x="253606" y="88836"/>
                  </a:lnTo>
                  <a:lnTo>
                    <a:pt x="253974" y="86944"/>
                  </a:lnTo>
                  <a:close/>
                </a:path>
                <a:path w="1233170" h="422275">
                  <a:moveTo>
                    <a:pt x="271449" y="93014"/>
                  </a:moveTo>
                  <a:lnTo>
                    <a:pt x="271081" y="91109"/>
                  </a:lnTo>
                  <a:lnTo>
                    <a:pt x="269938" y="89585"/>
                  </a:lnTo>
                  <a:lnTo>
                    <a:pt x="268414" y="88836"/>
                  </a:lnTo>
                  <a:lnTo>
                    <a:pt x="266890" y="88455"/>
                  </a:lnTo>
                  <a:lnTo>
                    <a:pt x="264985" y="88836"/>
                  </a:lnTo>
                  <a:lnTo>
                    <a:pt x="263474" y="89585"/>
                  </a:lnTo>
                  <a:lnTo>
                    <a:pt x="262724" y="91109"/>
                  </a:lnTo>
                  <a:lnTo>
                    <a:pt x="262343" y="93014"/>
                  </a:lnTo>
                  <a:lnTo>
                    <a:pt x="262724" y="94907"/>
                  </a:lnTo>
                  <a:lnTo>
                    <a:pt x="263474" y="96431"/>
                  </a:lnTo>
                  <a:lnTo>
                    <a:pt x="264985" y="97574"/>
                  </a:lnTo>
                  <a:lnTo>
                    <a:pt x="266890" y="97942"/>
                  </a:lnTo>
                  <a:lnTo>
                    <a:pt x="268414" y="97574"/>
                  </a:lnTo>
                  <a:lnTo>
                    <a:pt x="269938" y="96431"/>
                  </a:lnTo>
                  <a:lnTo>
                    <a:pt x="271081" y="94907"/>
                  </a:lnTo>
                  <a:lnTo>
                    <a:pt x="271449" y="93014"/>
                  </a:lnTo>
                  <a:close/>
                </a:path>
                <a:path w="1233170" h="422275">
                  <a:moveTo>
                    <a:pt x="288912" y="99085"/>
                  </a:moveTo>
                  <a:lnTo>
                    <a:pt x="288531" y="97193"/>
                  </a:lnTo>
                  <a:lnTo>
                    <a:pt x="287388" y="95669"/>
                  </a:lnTo>
                  <a:lnTo>
                    <a:pt x="286245" y="94907"/>
                  </a:lnTo>
                  <a:lnTo>
                    <a:pt x="285877" y="94907"/>
                  </a:lnTo>
                  <a:lnTo>
                    <a:pt x="283984" y="94526"/>
                  </a:lnTo>
                  <a:lnTo>
                    <a:pt x="282460" y="94907"/>
                  </a:lnTo>
                  <a:lnTo>
                    <a:pt x="280949" y="95669"/>
                  </a:lnTo>
                  <a:lnTo>
                    <a:pt x="280187" y="97193"/>
                  </a:lnTo>
                  <a:lnTo>
                    <a:pt x="279806" y="99085"/>
                  </a:lnTo>
                  <a:lnTo>
                    <a:pt x="280187" y="100596"/>
                  </a:lnTo>
                  <a:lnTo>
                    <a:pt x="280949" y="102120"/>
                  </a:lnTo>
                  <a:lnTo>
                    <a:pt x="282092" y="103263"/>
                  </a:lnTo>
                  <a:lnTo>
                    <a:pt x="282460" y="103263"/>
                  </a:lnTo>
                  <a:lnTo>
                    <a:pt x="284353" y="103644"/>
                  </a:lnTo>
                  <a:lnTo>
                    <a:pt x="285877" y="103263"/>
                  </a:lnTo>
                  <a:lnTo>
                    <a:pt x="287388" y="102120"/>
                  </a:lnTo>
                  <a:lnTo>
                    <a:pt x="288531" y="100596"/>
                  </a:lnTo>
                  <a:lnTo>
                    <a:pt x="288912" y="99085"/>
                  </a:lnTo>
                  <a:close/>
                </a:path>
                <a:path w="1233170" h="422275">
                  <a:moveTo>
                    <a:pt x="306374" y="104775"/>
                  </a:moveTo>
                  <a:lnTo>
                    <a:pt x="305993" y="102882"/>
                  </a:lnTo>
                  <a:lnTo>
                    <a:pt x="305244" y="101358"/>
                  </a:lnTo>
                  <a:lnTo>
                    <a:pt x="303720" y="100215"/>
                  </a:lnTo>
                  <a:lnTo>
                    <a:pt x="301828" y="99847"/>
                  </a:lnTo>
                  <a:lnTo>
                    <a:pt x="299923" y="100215"/>
                  </a:lnTo>
                  <a:lnTo>
                    <a:pt x="298399" y="101358"/>
                  </a:lnTo>
                  <a:lnTo>
                    <a:pt x="297256" y="102882"/>
                  </a:lnTo>
                  <a:lnTo>
                    <a:pt x="296875" y="104775"/>
                  </a:lnTo>
                  <a:lnTo>
                    <a:pt x="297256" y="106680"/>
                  </a:lnTo>
                  <a:lnTo>
                    <a:pt x="298399" y="108204"/>
                  </a:lnTo>
                  <a:lnTo>
                    <a:pt x="299923" y="108953"/>
                  </a:lnTo>
                  <a:lnTo>
                    <a:pt x="301828" y="109334"/>
                  </a:lnTo>
                  <a:lnTo>
                    <a:pt x="303720" y="108953"/>
                  </a:lnTo>
                  <a:lnTo>
                    <a:pt x="305244" y="108204"/>
                  </a:lnTo>
                  <a:lnTo>
                    <a:pt x="305993" y="106680"/>
                  </a:lnTo>
                  <a:lnTo>
                    <a:pt x="306374" y="104775"/>
                  </a:lnTo>
                  <a:close/>
                </a:path>
                <a:path w="1233170" h="422275">
                  <a:moveTo>
                    <a:pt x="323850" y="110845"/>
                  </a:moveTo>
                  <a:lnTo>
                    <a:pt x="323469" y="108953"/>
                  </a:lnTo>
                  <a:lnTo>
                    <a:pt x="322326" y="107442"/>
                  </a:lnTo>
                  <a:lnTo>
                    <a:pt x="320802" y="106299"/>
                  </a:lnTo>
                  <a:lnTo>
                    <a:pt x="319278" y="105918"/>
                  </a:lnTo>
                  <a:lnTo>
                    <a:pt x="317385" y="106299"/>
                  </a:lnTo>
                  <a:lnTo>
                    <a:pt x="315874" y="107442"/>
                  </a:lnTo>
                  <a:lnTo>
                    <a:pt x="315112" y="108953"/>
                  </a:lnTo>
                  <a:lnTo>
                    <a:pt x="314731" y="110845"/>
                  </a:lnTo>
                  <a:lnTo>
                    <a:pt x="315112" y="112369"/>
                  </a:lnTo>
                  <a:lnTo>
                    <a:pt x="315874" y="113893"/>
                  </a:lnTo>
                  <a:lnTo>
                    <a:pt x="317385" y="114655"/>
                  </a:lnTo>
                  <a:lnTo>
                    <a:pt x="319278" y="115036"/>
                  </a:lnTo>
                  <a:lnTo>
                    <a:pt x="320802" y="114655"/>
                  </a:lnTo>
                  <a:lnTo>
                    <a:pt x="322326" y="113893"/>
                  </a:lnTo>
                  <a:lnTo>
                    <a:pt x="323469" y="112369"/>
                  </a:lnTo>
                  <a:lnTo>
                    <a:pt x="323850" y="110845"/>
                  </a:lnTo>
                  <a:close/>
                </a:path>
                <a:path w="1233170" h="422275">
                  <a:moveTo>
                    <a:pt x="341299" y="116547"/>
                  </a:moveTo>
                  <a:lnTo>
                    <a:pt x="340918" y="114655"/>
                  </a:lnTo>
                  <a:lnTo>
                    <a:pt x="340156" y="113131"/>
                  </a:lnTo>
                  <a:lnTo>
                    <a:pt x="338645" y="112369"/>
                  </a:lnTo>
                  <a:lnTo>
                    <a:pt x="336753" y="111988"/>
                  </a:lnTo>
                  <a:lnTo>
                    <a:pt x="334860" y="112369"/>
                  </a:lnTo>
                  <a:lnTo>
                    <a:pt x="333336" y="113131"/>
                  </a:lnTo>
                  <a:lnTo>
                    <a:pt x="332574" y="114655"/>
                  </a:lnTo>
                  <a:lnTo>
                    <a:pt x="332193" y="116547"/>
                  </a:lnTo>
                  <a:lnTo>
                    <a:pt x="332574" y="118452"/>
                  </a:lnTo>
                  <a:lnTo>
                    <a:pt x="333336" y="119964"/>
                  </a:lnTo>
                  <a:lnTo>
                    <a:pt x="334860" y="120726"/>
                  </a:lnTo>
                  <a:lnTo>
                    <a:pt x="336753" y="121094"/>
                  </a:lnTo>
                  <a:lnTo>
                    <a:pt x="338645" y="120726"/>
                  </a:lnTo>
                  <a:lnTo>
                    <a:pt x="340156" y="119964"/>
                  </a:lnTo>
                  <a:lnTo>
                    <a:pt x="340918" y="118452"/>
                  </a:lnTo>
                  <a:lnTo>
                    <a:pt x="341299" y="116547"/>
                  </a:lnTo>
                  <a:close/>
                </a:path>
                <a:path w="1233170" h="422275">
                  <a:moveTo>
                    <a:pt x="359143" y="122618"/>
                  </a:moveTo>
                  <a:lnTo>
                    <a:pt x="358762" y="120726"/>
                  </a:lnTo>
                  <a:lnTo>
                    <a:pt x="357632" y="119214"/>
                  </a:lnTo>
                  <a:lnTo>
                    <a:pt x="356120" y="118071"/>
                  </a:lnTo>
                  <a:lnTo>
                    <a:pt x="354215" y="117690"/>
                  </a:lnTo>
                  <a:lnTo>
                    <a:pt x="352310" y="118071"/>
                  </a:lnTo>
                  <a:lnTo>
                    <a:pt x="350786" y="119214"/>
                  </a:lnTo>
                  <a:lnTo>
                    <a:pt x="350024" y="120726"/>
                  </a:lnTo>
                  <a:lnTo>
                    <a:pt x="349656" y="122618"/>
                  </a:lnTo>
                  <a:lnTo>
                    <a:pt x="350024" y="124523"/>
                  </a:lnTo>
                  <a:lnTo>
                    <a:pt x="350786" y="125653"/>
                  </a:lnTo>
                  <a:lnTo>
                    <a:pt x="352310" y="126415"/>
                  </a:lnTo>
                  <a:lnTo>
                    <a:pt x="354215" y="126796"/>
                  </a:lnTo>
                  <a:lnTo>
                    <a:pt x="356120" y="126415"/>
                  </a:lnTo>
                  <a:lnTo>
                    <a:pt x="357632" y="125653"/>
                  </a:lnTo>
                  <a:lnTo>
                    <a:pt x="358762" y="124523"/>
                  </a:lnTo>
                  <a:lnTo>
                    <a:pt x="359143" y="122618"/>
                  </a:lnTo>
                  <a:close/>
                </a:path>
                <a:path w="1233170" h="422275">
                  <a:moveTo>
                    <a:pt x="376237" y="128320"/>
                  </a:moveTo>
                  <a:lnTo>
                    <a:pt x="375856" y="126415"/>
                  </a:lnTo>
                  <a:lnTo>
                    <a:pt x="374713" y="125272"/>
                  </a:lnTo>
                  <a:lnTo>
                    <a:pt x="373189" y="124142"/>
                  </a:lnTo>
                  <a:lnTo>
                    <a:pt x="371665" y="123761"/>
                  </a:lnTo>
                  <a:lnTo>
                    <a:pt x="370154" y="124142"/>
                  </a:lnTo>
                  <a:lnTo>
                    <a:pt x="368642" y="125272"/>
                  </a:lnTo>
                  <a:lnTo>
                    <a:pt x="367512" y="126415"/>
                  </a:lnTo>
                  <a:lnTo>
                    <a:pt x="367131" y="128320"/>
                  </a:lnTo>
                  <a:lnTo>
                    <a:pt x="367512" y="130213"/>
                  </a:lnTo>
                  <a:lnTo>
                    <a:pt x="368642" y="131737"/>
                  </a:lnTo>
                  <a:lnTo>
                    <a:pt x="369773" y="132486"/>
                  </a:lnTo>
                  <a:lnTo>
                    <a:pt x="371665" y="132867"/>
                  </a:lnTo>
                  <a:lnTo>
                    <a:pt x="373189" y="132486"/>
                  </a:lnTo>
                  <a:lnTo>
                    <a:pt x="374713" y="131737"/>
                  </a:lnTo>
                  <a:lnTo>
                    <a:pt x="375856" y="130213"/>
                  </a:lnTo>
                  <a:lnTo>
                    <a:pt x="376237" y="128320"/>
                  </a:lnTo>
                  <a:close/>
                </a:path>
                <a:path w="1233170" h="422275">
                  <a:moveTo>
                    <a:pt x="393687" y="134391"/>
                  </a:moveTo>
                  <a:lnTo>
                    <a:pt x="393306" y="132486"/>
                  </a:lnTo>
                  <a:lnTo>
                    <a:pt x="392544" y="130975"/>
                  </a:lnTo>
                  <a:lnTo>
                    <a:pt x="391033" y="129844"/>
                  </a:lnTo>
                  <a:lnTo>
                    <a:pt x="389140" y="129463"/>
                  </a:lnTo>
                  <a:lnTo>
                    <a:pt x="387248" y="129844"/>
                  </a:lnTo>
                  <a:lnTo>
                    <a:pt x="386105" y="130975"/>
                  </a:lnTo>
                  <a:lnTo>
                    <a:pt x="384962" y="132486"/>
                  </a:lnTo>
                  <a:lnTo>
                    <a:pt x="384581" y="134391"/>
                  </a:lnTo>
                  <a:lnTo>
                    <a:pt x="384962" y="136296"/>
                  </a:lnTo>
                  <a:lnTo>
                    <a:pt x="386105" y="137807"/>
                  </a:lnTo>
                  <a:lnTo>
                    <a:pt x="387248" y="138569"/>
                  </a:lnTo>
                  <a:lnTo>
                    <a:pt x="389140" y="138950"/>
                  </a:lnTo>
                  <a:lnTo>
                    <a:pt x="391033" y="138569"/>
                  </a:lnTo>
                  <a:lnTo>
                    <a:pt x="392544" y="137807"/>
                  </a:lnTo>
                  <a:lnTo>
                    <a:pt x="393306" y="136296"/>
                  </a:lnTo>
                  <a:lnTo>
                    <a:pt x="393687" y="134391"/>
                  </a:lnTo>
                  <a:close/>
                </a:path>
                <a:path w="1233170" h="422275">
                  <a:moveTo>
                    <a:pt x="411543" y="140093"/>
                  </a:moveTo>
                  <a:lnTo>
                    <a:pt x="411162" y="138569"/>
                  </a:lnTo>
                  <a:lnTo>
                    <a:pt x="410032" y="137045"/>
                  </a:lnTo>
                  <a:lnTo>
                    <a:pt x="408508" y="135915"/>
                  </a:lnTo>
                  <a:lnTo>
                    <a:pt x="406603" y="135534"/>
                  </a:lnTo>
                  <a:lnTo>
                    <a:pt x="404698" y="135915"/>
                  </a:lnTo>
                  <a:lnTo>
                    <a:pt x="403174" y="137045"/>
                  </a:lnTo>
                  <a:lnTo>
                    <a:pt x="402424" y="138569"/>
                  </a:lnTo>
                  <a:lnTo>
                    <a:pt x="402043" y="140093"/>
                  </a:lnTo>
                  <a:lnTo>
                    <a:pt x="402424" y="141986"/>
                  </a:lnTo>
                  <a:lnTo>
                    <a:pt x="403174" y="143497"/>
                  </a:lnTo>
                  <a:lnTo>
                    <a:pt x="404698" y="144259"/>
                  </a:lnTo>
                  <a:lnTo>
                    <a:pt x="406603" y="144640"/>
                  </a:lnTo>
                  <a:lnTo>
                    <a:pt x="408508" y="144259"/>
                  </a:lnTo>
                  <a:lnTo>
                    <a:pt x="410032" y="143497"/>
                  </a:lnTo>
                  <a:lnTo>
                    <a:pt x="411162" y="141986"/>
                  </a:lnTo>
                  <a:lnTo>
                    <a:pt x="411543" y="140093"/>
                  </a:lnTo>
                  <a:close/>
                </a:path>
                <a:path w="1233170" h="422275">
                  <a:moveTo>
                    <a:pt x="428625" y="146164"/>
                  </a:moveTo>
                  <a:lnTo>
                    <a:pt x="428244" y="144259"/>
                  </a:lnTo>
                  <a:lnTo>
                    <a:pt x="427101" y="142748"/>
                  </a:lnTo>
                  <a:lnTo>
                    <a:pt x="425958" y="141605"/>
                  </a:lnTo>
                  <a:lnTo>
                    <a:pt x="424446" y="141224"/>
                  </a:lnTo>
                  <a:lnTo>
                    <a:pt x="422554" y="141605"/>
                  </a:lnTo>
                  <a:lnTo>
                    <a:pt x="421043" y="142748"/>
                  </a:lnTo>
                  <a:lnTo>
                    <a:pt x="419900" y="144259"/>
                  </a:lnTo>
                  <a:lnTo>
                    <a:pt x="419519" y="146164"/>
                  </a:lnTo>
                  <a:lnTo>
                    <a:pt x="419900" y="148056"/>
                  </a:lnTo>
                  <a:lnTo>
                    <a:pt x="421043" y="149580"/>
                  </a:lnTo>
                  <a:lnTo>
                    <a:pt x="422554" y="150342"/>
                  </a:lnTo>
                  <a:lnTo>
                    <a:pt x="424446" y="150723"/>
                  </a:lnTo>
                  <a:lnTo>
                    <a:pt x="425958" y="150342"/>
                  </a:lnTo>
                  <a:lnTo>
                    <a:pt x="427101" y="149580"/>
                  </a:lnTo>
                  <a:lnTo>
                    <a:pt x="428244" y="148056"/>
                  </a:lnTo>
                  <a:lnTo>
                    <a:pt x="428625" y="146164"/>
                  </a:lnTo>
                  <a:close/>
                </a:path>
                <a:path w="1233170" h="422275">
                  <a:moveTo>
                    <a:pt x="446074" y="152234"/>
                  </a:moveTo>
                  <a:lnTo>
                    <a:pt x="445706" y="150342"/>
                  </a:lnTo>
                  <a:lnTo>
                    <a:pt x="444944" y="148818"/>
                  </a:lnTo>
                  <a:lnTo>
                    <a:pt x="443433" y="147675"/>
                  </a:lnTo>
                  <a:lnTo>
                    <a:pt x="441540" y="147294"/>
                  </a:lnTo>
                  <a:lnTo>
                    <a:pt x="439635" y="147675"/>
                  </a:lnTo>
                  <a:lnTo>
                    <a:pt x="438492" y="148818"/>
                  </a:lnTo>
                  <a:lnTo>
                    <a:pt x="437349" y="150342"/>
                  </a:lnTo>
                  <a:lnTo>
                    <a:pt x="436968" y="152234"/>
                  </a:lnTo>
                  <a:lnTo>
                    <a:pt x="437349" y="153746"/>
                  </a:lnTo>
                  <a:lnTo>
                    <a:pt x="438492" y="155270"/>
                  </a:lnTo>
                  <a:lnTo>
                    <a:pt x="439635" y="156032"/>
                  </a:lnTo>
                  <a:lnTo>
                    <a:pt x="441540" y="156413"/>
                  </a:lnTo>
                  <a:lnTo>
                    <a:pt x="443433" y="156032"/>
                  </a:lnTo>
                  <a:lnTo>
                    <a:pt x="444944" y="155270"/>
                  </a:lnTo>
                  <a:lnTo>
                    <a:pt x="445706" y="153746"/>
                  </a:lnTo>
                  <a:lnTo>
                    <a:pt x="446074" y="152234"/>
                  </a:lnTo>
                  <a:close/>
                </a:path>
                <a:path w="1233170" h="422275">
                  <a:moveTo>
                    <a:pt x="463931" y="157924"/>
                  </a:moveTo>
                  <a:lnTo>
                    <a:pt x="463562" y="156032"/>
                  </a:lnTo>
                  <a:lnTo>
                    <a:pt x="462419" y="154508"/>
                  </a:lnTo>
                  <a:lnTo>
                    <a:pt x="460895" y="153365"/>
                  </a:lnTo>
                  <a:lnTo>
                    <a:pt x="458990" y="152996"/>
                  </a:lnTo>
                  <a:lnTo>
                    <a:pt x="457085" y="153365"/>
                  </a:lnTo>
                  <a:lnTo>
                    <a:pt x="455574" y="154508"/>
                  </a:lnTo>
                  <a:lnTo>
                    <a:pt x="454812" y="156032"/>
                  </a:lnTo>
                  <a:lnTo>
                    <a:pt x="454444" y="157924"/>
                  </a:lnTo>
                  <a:lnTo>
                    <a:pt x="454812" y="159829"/>
                  </a:lnTo>
                  <a:lnTo>
                    <a:pt x="455574" y="161353"/>
                  </a:lnTo>
                  <a:lnTo>
                    <a:pt x="457085" y="162102"/>
                  </a:lnTo>
                  <a:lnTo>
                    <a:pt x="458990" y="162483"/>
                  </a:lnTo>
                  <a:lnTo>
                    <a:pt x="460895" y="162102"/>
                  </a:lnTo>
                  <a:lnTo>
                    <a:pt x="462419" y="161353"/>
                  </a:lnTo>
                  <a:lnTo>
                    <a:pt x="463562" y="159829"/>
                  </a:lnTo>
                  <a:lnTo>
                    <a:pt x="463931" y="157924"/>
                  </a:lnTo>
                  <a:close/>
                </a:path>
                <a:path w="1233170" h="422275">
                  <a:moveTo>
                    <a:pt x="481012" y="163995"/>
                  </a:moveTo>
                  <a:lnTo>
                    <a:pt x="480631" y="162102"/>
                  </a:lnTo>
                  <a:lnTo>
                    <a:pt x="479869" y="160591"/>
                  </a:lnTo>
                  <a:lnTo>
                    <a:pt x="478726" y="159448"/>
                  </a:lnTo>
                  <a:lnTo>
                    <a:pt x="476834" y="159067"/>
                  </a:lnTo>
                  <a:lnTo>
                    <a:pt x="474941" y="159448"/>
                  </a:lnTo>
                  <a:lnTo>
                    <a:pt x="473430" y="160591"/>
                  </a:lnTo>
                  <a:lnTo>
                    <a:pt x="472287" y="162102"/>
                  </a:lnTo>
                  <a:lnTo>
                    <a:pt x="471906" y="163995"/>
                  </a:lnTo>
                  <a:lnTo>
                    <a:pt x="472287" y="165519"/>
                  </a:lnTo>
                  <a:lnTo>
                    <a:pt x="473430" y="167043"/>
                  </a:lnTo>
                  <a:lnTo>
                    <a:pt x="474941" y="167805"/>
                  </a:lnTo>
                  <a:lnTo>
                    <a:pt x="476834" y="168173"/>
                  </a:lnTo>
                  <a:lnTo>
                    <a:pt x="478726" y="167805"/>
                  </a:lnTo>
                  <a:lnTo>
                    <a:pt x="479869" y="167043"/>
                  </a:lnTo>
                  <a:lnTo>
                    <a:pt x="480631" y="165519"/>
                  </a:lnTo>
                  <a:lnTo>
                    <a:pt x="481012" y="163995"/>
                  </a:lnTo>
                  <a:close/>
                </a:path>
                <a:path w="1233170" h="422275">
                  <a:moveTo>
                    <a:pt x="498856" y="169697"/>
                  </a:moveTo>
                  <a:lnTo>
                    <a:pt x="498475" y="167805"/>
                  </a:lnTo>
                  <a:lnTo>
                    <a:pt x="497344" y="166281"/>
                  </a:lnTo>
                  <a:lnTo>
                    <a:pt x="495820" y="165519"/>
                  </a:lnTo>
                  <a:lnTo>
                    <a:pt x="493928" y="165138"/>
                  </a:lnTo>
                  <a:lnTo>
                    <a:pt x="492023" y="165519"/>
                  </a:lnTo>
                  <a:lnTo>
                    <a:pt x="490880" y="166281"/>
                  </a:lnTo>
                  <a:lnTo>
                    <a:pt x="490118" y="167805"/>
                  </a:lnTo>
                  <a:lnTo>
                    <a:pt x="489737" y="169697"/>
                  </a:lnTo>
                  <a:lnTo>
                    <a:pt x="490118" y="171602"/>
                  </a:lnTo>
                  <a:lnTo>
                    <a:pt x="490880" y="173113"/>
                  </a:lnTo>
                  <a:lnTo>
                    <a:pt x="492023" y="173875"/>
                  </a:lnTo>
                  <a:lnTo>
                    <a:pt x="493928" y="174256"/>
                  </a:lnTo>
                  <a:lnTo>
                    <a:pt x="495820" y="173875"/>
                  </a:lnTo>
                  <a:lnTo>
                    <a:pt x="497344" y="173113"/>
                  </a:lnTo>
                  <a:lnTo>
                    <a:pt x="498475" y="171602"/>
                  </a:lnTo>
                  <a:lnTo>
                    <a:pt x="498856" y="169697"/>
                  </a:lnTo>
                  <a:close/>
                </a:path>
                <a:path w="1233170" h="422275">
                  <a:moveTo>
                    <a:pt x="516331" y="175768"/>
                  </a:moveTo>
                  <a:lnTo>
                    <a:pt x="515950" y="173875"/>
                  </a:lnTo>
                  <a:lnTo>
                    <a:pt x="514807" y="172351"/>
                  </a:lnTo>
                  <a:lnTo>
                    <a:pt x="513283" y="171221"/>
                  </a:lnTo>
                  <a:lnTo>
                    <a:pt x="511378" y="170840"/>
                  </a:lnTo>
                  <a:lnTo>
                    <a:pt x="509854" y="171221"/>
                  </a:lnTo>
                  <a:lnTo>
                    <a:pt x="508342" y="172351"/>
                  </a:lnTo>
                  <a:lnTo>
                    <a:pt x="507212" y="173875"/>
                  </a:lnTo>
                  <a:lnTo>
                    <a:pt x="506831" y="175768"/>
                  </a:lnTo>
                  <a:lnTo>
                    <a:pt x="507212" y="177673"/>
                  </a:lnTo>
                  <a:lnTo>
                    <a:pt x="508342" y="178803"/>
                  </a:lnTo>
                  <a:lnTo>
                    <a:pt x="509485" y="179565"/>
                  </a:lnTo>
                  <a:lnTo>
                    <a:pt x="511378" y="179946"/>
                  </a:lnTo>
                  <a:lnTo>
                    <a:pt x="513283" y="179565"/>
                  </a:lnTo>
                  <a:lnTo>
                    <a:pt x="514807" y="178803"/>
                  </a:lnTo>
                  <a:lnTo>
                    <a:pt x="515950" y="177673"/>
                  </a:lnTo>
                  <a:lnTo>
                    <a:pt x="516331" y="175768"/>
                  </a:lnTo>
                  <a:close/>
                </a:path>
                <a:path w="1233170" h="422275">
                  <a:moveTo>
                    <a:pt x="533400" y="181470"/>
                  </a:moveTo>
                  <a:lnTo>
                    <a:pt x="533019" y="179565"/>
                  </a:lnTo>
                  <a:lnTo>
                    <a:pt x="532257" y="178435"/>
                  </a:lnTo>
                  <a:lnTo>
                    <a:pt x="531114" y="177292"/>
                  </a:lnTo>
                  <a:lnTo>
                    <a:pt x="529234" y="176911"/>
                  </a:lnTo>
                  <a:lnTo>
                    <a:pt x="527342" y="177292"/>
                  </a:lnTo>
                  <a:lnTo>
                    <a:pt x="525818" y="178435"/>
                  </a:lnTo>
                  <a:lnTo>
                    <a:pt x="524675" y="179565"/>
                  </a:lnTo>
                  <a:lnTo>
                    <a:pt x="524294" y="181470"/>
                  </a:lnTo>
                  <a:lnTo>
                    <a:pt x="524675" y="183375"/>
                  </a:lnTo>
                  <a:lnTo>
                    <a:pt x="525818" y="184886"/>
                  </a:lnTo>
                  <a:lnTo>
                    <a:pt x="527342" y="185635"/>
                  </a:lnTo>
                  <a:lnTo>
                    <a:pt x="529234" y="186016"/>
                  </a:lnTo>
                  <a:lnTo>
                    <a:pt x="531114" y="185635"/>
                  </a:lnTo>
                  <a:lnTo>
                    <a:pt x="532257" y="184886"/>
                  </a:lnTo>
                  <a:lnTo>
                    <a:pt x="533019" y="183375"/>
                  </a:lnTo>
                  <a:lnTo>
                    <a:pt x="533400" y="181470"/>
                  </a:lnTo>
                  <a:close/>
                </a:path>
                <a:path w="1233170" h="422275">
                  <a:moveTo>
                    <a:pt x="551243" y="187540"/>
                  </a:moveTo>
                  <a:lnTo>
                    <a:pt x="550862" y="185635"/>
                  </a:lnTo>
                  <a:lnTo>
                    <a:pt x="549732" y="184124"/>
                  </a:lnTo>
                  <a:lnTo>
                    <a:pt x="548220" y="182994"/>
                  </a:lnTo>
                  <a:lnTo>
                    <a:pt x="546315" y="182613"/>
                  </a:lnTo>
                  <a:lnTo>
                    <a:pt x="544791" y="182994"/>
                  </a:lnTo>
                  <a:lnTo>
                    <a:pt x="543267" y="184124"/>
                  </a:lnTo>
                  <a:lnTo>
                    <a:pt x="542505" y="185635"/>
                  </a:lnTo>
                  <a:lnTo>
                    <a:pt x="542124" y="187540"/>
                  </a:lnTo>
                  <a:lnTo>
                    <a:pt x="542505" y="189445"/>
                  </a:lnTo>
                  <a:lnTo>
                    <a:pt x="543267" y="190957"/>
                  </a:lnTo>
                  <a:lnTo>
                    <a:pt x="544791" y="191719"/>
                  </a:lnTo>
                  <a:lnTo>
                    <a:pt x="548220" y="191719"/>
                  </a:lnTo>
                  <a:lnTo>
                    <a:pt x="549732" y="190957"/>
                  </a:lnTo>
                  <a:lnTo>
                    <a:pt x="550862" y="189445"/>
                  </a:lnTo>
                  <a:lnTo>
                    <a:pt x="551243" y="187540"/>
                  </a:lnTo>
                  <a:close/>
                </a:path>
                <a:path w="1233170" h="422275">
                  <a:moveTo>
                    <a:pt x="568718" y="193243"/>
                  </a:moveTo>
                  <a:lnTo>
                    <a:pt x="568337" y="191719"/>
                  </a:lnTo>
                  <a:lnTo>
                    <a:pt x="567194" y="190195"/>
                  </a:lnTo>
                  <a:lnTo>
                    <a:pt x="566051" y="189064"/>
                  </a:lnTo>
                  <a:lnTo>
                    <a:pt x="564146" y="188683"/>
                  </a:lnTo>
                  <a:lnTo>
                    <a:pt x="562254" y="189064"/>
                  </a:lnTo>
                  <a:lnTo>
                    <a:pt x="560743" y="190195"/>
                  </a:lnTo>
                  <a:lnTo>
                    <a:pt x="559612" y="191719"/>
                  </a:lnTo>
                  <a:lnTo>
                    <a:pt x="559231" y="193243"/>
                  </a:lnTo>
                  <a:lnTo>
                    <a:pt x="559612" y="195135"/>
                  </a:lnTo>
                  <a:lnTo>
                    <a:pt x="560743" y="196646"/>
                  </a:lnTo>
                  <a:lnTo>
                    <a:pt x="562254" y="197408"/>
                  </a:lnTo>
                  <a:lnTo>
                    <a:pt x="564146" y="197789"/>
                  </a:lnTo>
                  <a:lnTo>
                    <a:pt x="565670" y="197408"/>
                  </a:lnTo>
                  <a:lnTo>
                    <a:pt x="567194" y="196646"/>
                  </a:lnTo>
                  <a:lnTo>
                    <a:pt x="568337" y="195135"/>
                  </a:lnTo>
                  <a:lnTo>
                    <a:pt x="568718" y="193243"/>
                  </a:lnTo>
                  <a:close/>
                </a:path>
                <a:path w="1233170" h="422275">
                  <a:moveTo>
                    <a:pt x="585787" y="199313"/>
                  </a:moveTo>
                  <a:lnTo>
                    <a:pt x="585406" y="197408"/>
                  </a:lnTo>
                  <a:lnTo>
                    <a:pt x="584644" y="195884"/>
                  </a:lnTo>
                  <a:lnTo>
                    <a:pt x="583514" y="194754"/>
                  </a:lnTo>
                  <a:lnTo>
                    <a:pt x="581621" y="194373"/>
                  </a:lnTo>
                  <a:lnTo>
                    <a:pt x="579729" y="194754"/>
                  </a:lnTo>
                  <a:lnTo>
                    <a:pt x="578205" y="195884"/>
                  </a:lnTo>
                  <a:lnTo>
                    <a:pt x="577062" y="197408"/>
                  </a:lnTo>
                  <a:lnTo>
                    <a:pt x="576681" y="199313"/>
                  </a:lnTo>
                  <a:lnTo>
                    <a:pt x="577062" y="201206"/>
                  </a:lnTo>
                  <a:lnTo>
                    <a:pt x="578205" y="202730"/>
                  </a:lnTo>
                  <a:lnTo>
                    <a:pt x="579729" y="203492"/>
                  </a:lnTo>
                  <a:lnTo>
                    <a:pt x="581621" y="203873"/>
                  </a:lnTo>
                  <a:lnTo>
                    <a:pt x="583514" y="203492"/>
                  </a:lnTo>
                  <a:lnTo>
                    <a:pt x="584644" y="202730"/>
                  </a:lnTo>
                  <a:lnTo>
                    <a:pt x="585406" y="201206"/>
                  </a:lnTo>
                  <a:lnTo>
                    <a:pt x="585787" y="199313"/>
                  </a:lnTo>
                  <a:close/>
                </a:path>
                <a:path w="1233170" h="422275">
                  <a:moveTo>
                    <a:pt x="603643" y="205003"/>
                  </a:moveTo>
                  <a:lnTo>
                    <a:pt x="603262" y="203492"/>
                  </a:lnTo>
                  <a:lnTo>
                    <a:pt x="602132" y="201968"/>
                  </a:lnTo>
                  <a:lnTo>
                    <a:pt x="600608" y="200825"/>
                  </a:lnTo>
                  <a:lnTo>
                    <a:pt x="598703" y="200444"/>
                  </a:lnTo>
                  <a:lnTo>
                    <a:pt x="597179" y="200825"/>
                  </a:lnTo>
                  <a:lnTo>
                    <a:pt x="595655" y="201968"/>
                  </a:lnTo>
                  <a:lnTo>
                    <a:pt x="594906" y="203492"/>
                  </a:lnTo>
                  <a:lnTo>
                    <a:pt x="594525" y="205003"/>
                  </a:lnTo>
                  <a:lnTo>
                    <a:pt x="594906" y="206895"/>
                  </a:lnTo>
                  <a:lnTo>
                    <a:pt x="595655" y="208038"/>
                  </a:lnTo>
                  <a:lnTo>
                    <a:pt x="597179" y="209181"/>
                  </a:lnTo>
                  <a:lnTo>
                    <a:pt x="598703" y="209562"/>
                  </a:lnTo>
                  <a:lnTo>
                    <a:pt x="600608" y="209181"/>
                  </a:lnTo>
                  <a:lnTo>
                    <a:pt x="602132" y="208419"/>
                  </a:lnTo>
                  <a:lnTo>
                    <a:pt x="603262" y="206895"/>
                  </a:lnTo>
                  <a:lnTo>
                    <a:pt x="603643" y="205003"/>
                  </a:lnTo>
                  <a:close/>
                </a:path>
                <a:path w="1233170" h="422275">
                  <a:moveTo>
                    <a:pt x="621106" y="211074"/>
                  </a:moveTo>
                  <a:lnTo>
                    <a:pt x="620725" y="209181"/>
                  </a:lnTo>
                  <a:lnTo>
                    <a:pt x="619963" y="207657"/>
                  </a:lnTo>
                  <a:lnTo>
                    <a:pt x="618439" y="206527"/>
                  </a:lnTo>
                  <a:lnTo>
                    <a:pt x="616534" y="206146"/>
                  </a:lnTo>
                  <a:lnTo>
                    <a:pt x="614654" y="206527"/>
                  </a:lnTo>
                  <a:lnTo>
                    <a:pt x="613143" y="207657"/>
                  </a:lnTo>
                  <a:lnTo>
                    <a:pt x="612000" y="209181"/>
                  </a:lnTo>
                  <a:lnTo>
                    <a:pt x="611619" y="211074"/>
                  </a:lnTo>
                  <a:lnTo>
                    <a:pt x="612000" y="212979"/>
                  </a:lnTo>
                  <a:lnTo>
                    <a:pt x="613143" y="214122"/>
                  </a:lnTo>
                  <a:lnTo>
                    <a:pt x="614654" y="215252"/>
                  </a:lnTo>
                  <a:lnTo>
                    <a:pt x="616534" y="215633"/>
                  </a:lnTo>
                  <a:lnTo>
                    <a:pt x="618439" y="215252"/>
                  </a:lnTo>
                  <a:lnTo>
                    <a:pt x="619963" y="214122"/>
                  </a:lnTo>
                  <a:lnTo>
                    <a:pt x="620725" y="212979"/>
                  </a:lnTo>
                  <a:lnTo>
                    <a:pt x="621106" y="211074"/>
                  </a:lnTo>
                  <a:close/>
                </a:path>
                <a:path w="1233170" h="422275">
                  <a:moveTo>
                    <a:pt x="638556" y="217157"/>
                  </a:moveTo>
                  <a:lnTo>
                    <a:pt x="638175" y="215252"/>
                  </a:lnTo>
                  <a:lnTo>
                    <a:pt x="637425" y="213741"/>
                  </a:lnTo>
                  <a:lnTo>
                    <a:pt x="635914" y="212598"/>
                  </a:lnTo>
                  <a:lnTo>
                    <a:pt x="634022" y="212217"/>
                  </a:lnTo>
                  <a:lnTo>
                    <a:pt x="632117" y="212598"/>
                  </a:lnTo>
                  <a:lnTo>
                    <a:pt x="630593" y="213741"/>
                  </a:lnTo>
                  <a:lnTo>
                    <a:pt x="629831" y="215252"/>
                  </a:lnTo>
                  <a:lnTo>
                    <a:pt x="629450" y="217157"/>
                  </a:lnTo>
                  <a:lnTo>
                    <a:pt x="629831" y="218668"/>
                  </a:lnTo>
                  <a:lnTo>
                    <a:pt x="630593" y="219811"/>
                  </a:lnTo>
                  <a:lnTo>
                    <a:pt x="632117" y="220954"/>
                  </a:lnTo>
                  <a:lnTo>
                    <a:pt x="634022" y="221335"/>
                  </a:lnTo>
                  <a:lnTo>
                    <a:pt x="635914" y="220954"/>
                  </a:lnTo>
                  <a:lnTo>
                    <a:pt x="637425" y="219811"/>
                  </a:lnTo>
                  <a:lnTo>
                    <a:pt x="638175" y="218668"/>
                  </a:lnTo>
                  <a:lnTo>
                    <a:pt x="638556" y="217157"/>
                  </a:lnTo>
                  <a:close/>
                </a:path>
                <a:path w="1233170" h="422275">
                  <a:moveTo>
                    <a:pt x="656043" y="222846"/>
                  </a:moveTo>
                  <a:lnTo>
                    <a:pt x="655662" y="220954"/>
                  </a:lnTo>
                  <a:lnTo>
                    <a:pt x="654519" y="219430"/>
                  </a:lnTo>
                  <a:lnTo>
                    <a:pt x="652995" y="218287"/>
                  </a:lnTo>
                  <a:lnTo>
                    <a:pt x="649947" y="218287"/>
                  </a:lnTo>
                  <a:lnTo>
                    <a:pt x="648423" y="219430"/>
                  </a:lnTo>
                  <a:lnTo>
                    <a:pt x="647293" y="220954"/>
                  </a:lnTo>
                  <a:lnTo>
                    <a:pt x="646925" y="222846"/>
                  </a:lnTo>
                  <a:lnTo>
                    <a:pt x="647293" y="224751"/>
                  </a:lnTo>
                  <a:lnTo>
                    <a:pt x="649566" y="227025"/>
                  </a:lnTo>
                  <a:lnTo>
                    <a:pt x="651090" y="227406"/>
                  </a:lnTo>
                  <a:lnTo>
                    <a:pt x="652995" y="227025"/>
                  </a:lnTo>
                  <a:lnTo>
                    <a:pt x="654519" y="225882"/>
                  </a:lnTo>
                  <a:lnTo>
                    <a:pt x="655662" y="224751"/>
                  </a:lnTo>
                  <a:lnTo>
                    <a:pt x="656043" y="222846"/>
                  </a:lnTo>
                  <a:close/>
                </a:path>
                <a:path w="1233170" h="422275">
                  <a:moveTo>
                    <a:pt x="673493" y="228917"/>
                  </a:moveTo>
                  <a:lnTo>
                    <a:pt x="673112" y="227025"/>
                  </a:lnTo>
                  <a:lnTo>
                    <a:pt x="672350" y="225513"/>
                  </a:lnTo>
                  <a:lnTo>
                    <a:pt x="670826" y="224370"/>
                  </a:lnTo>
                  <a:lnTo>
                    <a:pt x="668934" y="223989"/>
                  </a:lnTo>
                  <a:lnTo>
                    <a:pt x="667042" y="224370"/>
                  </a:lnTo>
                  <a:lnTo>
                    <a:pt x="665530" y="225513"/>
                  </a:lnTo>
                  <a:lnTo>
                    <a:pt x="664387" y="227025"/>
                  </a:lnTo>
                  <a:lnTo>
                    <a:pt x="664006" y="228917"/>
                  </a:lnTo>
                  <a:lnTo>
                    <a:pt x="664387" y="230441"/>
                  </a:lnTo>
                  <a:lnTo>
                    <a:pt x="665530" y="231584"/>
                  </a:lnTo>
                  <a:lnTo>
                    <a:pt x="667042" y="232714"/>
                  </a:lnTo>
                  <a:lnTo>
                    <a:pt x="668934" y="233095"/>
                  </a:lnTo>
                  <a:lnTo>
                    <a:pt x="670826" y="232714"/>
                  </a:lnTo>
                  <a:lnTo>
                    <a:pt x="672350" y="231584"/>
                  </a:lnTo>
                  <a:lnTo>
                    <a:pt x="673112" y="230441"/>
                  </a:lnTo>
                  <a:lnTo>
                    <a:pt x="673493" y="228917"/>
                  </a:lnTo>
                  <a:close/>
                </a:path>
                <a:path w="1233170" h="422275">
                  <a:moveTo>
                    <a:pt x="690943" y="234619"/>
                  </a:moveTo>
                  <a:lnTo>
                    <a:pt x="690575" y="232714"/>
                  </a:lnTo>
                  <a:lnTo>
                    <a:pt x="689813" y="231584"/>
                  </a:lnTo>
                  <a:lnTo>
                    <a:pt x="688301" y="230441"/>
                  </a:lnTo>
                  <a:lnTo>
                    <a:pt x="686409" y="230060"/>
                  </a:lnTo>
                  <a:lnTo>
                    <a:pt x="684504" y="230441"/>
                  </a:lnTo>
                  <a:lnTo>
                    <a:pt x="682980" y="231584"/>
                  </a:lnTo>
                  <a:lnTo>
                    <a:pt x="682218" y="232714"/>
                  </a:lnTo>
                  <a:lnTo>
                    <a:pt x="681837" y="234619"/>
                  </a:lnTo>
                  <a:lnTo>
                    <a:pt x="682218" y="236143"/>
                  </a:lnTo>
                  <a:lnTo>
                    <a:pt x="682980" y="237655"/>
                  </a:lnTo>
                  <a:lnTo>
                    <a:pt x="684504" y="238785"/>
                  </a:lnTo>
                  <a:lnTo>
                    <a:pt x="686409" y="239166"/>
                  </a:lnTo>
                  <a:lnTo>
                    <a:pt x="688301" y="238785"/>
                  </a:lnTo>
                  <a:lnTo>
                    <a:pt x="689813" y="237655"/>
                  </a:lnTo>
                  <a:lnTo>
                    <a:pt x="690575" y="236143"/>
                  </a:lnTo>
                  <a:lnTo>
                    <a:pt x="690943" y="234619"/>
                  </a:lnTo>
                  <a:close/>
                </a:path>
                <a:path w="1233170" h="422275">
                  <a:moveTo>
                    <a:pt x="708431" y="240690"/>
                  </a:moveTo>
                  <a:lnTo>
                    <a:pt x="708050" y="238785"/>
                  </a:lnTo>
                  <a:lnTo>
                    <a:pt x="706907" y="237274"/>
                  </a:lnTo>
                  <a:lnTo>
                    <a:pt x="705764" y="236143"/>
                  </a:lnTo>
                  <a:lnTo>
                    <a:pt x="703859" y="235762"/>
                  </a:lnTo>
                  <a:lnTo>
                    <a:pt x="702335" y="236143"/>
                  </a:lnTo>
                  <a:lnTo>
                    <a:pt x="700824" y="237274"/>
                  </a:lnTo>
                  <a:lnTo>
                    <a:pt x="699693" y="238785"/>
                  </a:lnTo>
                  <a:lnTo>
                    <a:pt x="699312" y="240690"/>
                  </a:lnTo>
                  <a:lnTo>
                    <a:pt x="699693" y="242214"/>
                  </a:lnTo>
                  <a:lnTo>
                    <a:pt x="700824" y="243725"/>
                  </a:lnTo>
                  <a:lnTo>
                    <a:pt x="702335" y="244868"/>
                  </a:lnTo>
                  <a:lnTo>
                    <a:pt x="705383" y="244868"/>
                  </a:lnTo>
                  <a:lnTo>
                    <a:pt x="706907" y="243725"/>
                  </a:lnTo>
                  <a:lnTo>
                    <a:pt x="708050" y="242214"/>
                  </a:lnTo>
                  <a:lnTo>
                    <a:pt x="708431" y="240690"/>
                  </a:lnTo>
                  <a:close/>
                </a:path>
                <a:path w="1233170" h="422275">
                  <a:moveTo>
                    <a:pt x="725881" y="246392"/>
                  </a:moveTo>
                  <a:lnTo>
                    <a:pt x="725500" y="244868"/>
                  </a:lnTo>
                  <a:lnTo>
                    <a:pt x="724738" y="243344"/>
                  </a:lnTo>
                  <a:lnTo>
                    <a:pt x="723214" y="242214"/>
                  </a:lnTo>
                  <a:lnTo>
                    <a:pt x="721334" y="241833"/>
                  </a:lnTo>
                  <a:lnTo>
                    <a:pt x="719442" y="242214"/>
                  </a:lnTo>
                  <a:lnTo>
                    <a:pt x="717918" y="243344"/>
                  </a:lnTo>
                  <a:lnTo>
                    <a:pt x="716775" y="244868"/>
                  </a:lnTo>
                  <a:lnTo>
                    <a:pt x="716775" y="247904"/>
                  </a:lnTo>
                  <a:lnTo>
                    <a:pt x="717918" y="249415"/>
                  </a:lnTo>
                  <a:lnTo>
                    <a:pt x="719442" y="250558"/>
                  </a:lnTo>
                  <a:lnTo>
                    <a:pt x="721334" y="250939"/>
                  </a:lnTo>
                  <a:lnTo>
                    <a:pt x="723214" y="250558"/>
                  </a:lnTo>
                  <a:lnTo>
                    <a:pt x="724738" y="249415"/>
                  </a:lnTo>
                  <a:lnTo>
                    <a:pt x="725500" y="247904"/>
                  </a:lnTo>
                  <a:lnTo>
                    <a:pt x="725881" y="246392"/>
                  </a:lnTo>
                  <a:close/>
                </a:path>
                <a:path w="1233170" h="422275">
                  <a:moveTo>
                    <a:pt x="743343" y="250558"/>
                  </a:moveTo>
                  <a:lnTo>
                    <a:pt x="742213" y="249047"/>
                  </a:lnTo>
                  <a:lnTo>
                    <a:pt x="740702" y="247904"/>
                  </a:lnTo>
                  <a:lnTo>
                    <a:pt x="738797" y="247523"/>
                  </a:lnTo>
                  <a:lnTo>
                    <a:pt x="736892" y="247904"/>
                  </a:lnTo>
                  <a:lnTo>
                    <a:pt x="735368" y="249047"/>
                  </a:lnTo>
                  <a:lnTo>
                    <a:pt x="734606" y="250558"/>
                  </a:lnTo>
                  <a:lnTo>
                    <a:pt x="734225" y="252463"/>
                  </a:lnTo>
                  <a:lnTo>
                    <a:pt x="734606" y="253974"/>
                  </a:lnTo>
                  <a:lnTo>
                    <a:pt x="735368" y="255498"/>
                  </a:lnTo>
                  <a:lnTo>
                    <a:pt x="736892" y="256641"/>
                  </a:lnTo>
                  <a:lnTo>
                    <a:pt x="738797" y="257022"/>
                  </a:lnTo>
                  <a:lnTo>
                    <a:pt x="740702" y="256641"/>
                  </a:lnTo>
                  <a:lnTo>
                    <a:pt x="742213" y="255498"/>
                  </a:lnTo>
                  <a:lnTo>
                    <a:pt x="743343" y="253974"/>
                  </a:lnTo>
                  <a:lnTo>
                    <a:pt x="743343" y="250558"/>
                  </a:lnTo>
                  <a:close/>
                </a:path>
                <a:path w="1233170" h="422275">
                  <a:moveTo>
                    <a:pt x="760818" y="258152"/>
                  </a:moveTo>
                  <a:lnTo>
                    <a:pt x="760437" y="256641"/>
                  </a:lnTo>
                  <a:lnTo>
                    <a:pt x="759675" y="255117"/>
                  </a:lnTo>
                  <a:lnTo>
                    <a:pt x="758151" y="253974"/>
                  </a:lnTo>
                  <a:lnTo>
                    <a:pt x="756627" y="253593"/>
                  </a:lnTo>
                  <a:lnTo>
                    <a:pt x="754722" y="253974"/>
                  </a:lnTo>
                  <a:lnTo>
                    <a:pt x="753224" y="255117"/>
                  </a:lnTo>
                  <a:lnTo>
                    <a:pt x="752081" y="256641"/>
                  </a:lnTo>
                  <a:lnTo>
                    <a:pt x="751713" y="258152"/>
                  </a:lnTo>
                  <a:lnTo>
                    <a:pt x="752081" y="259676"/>
                  </a:lnTo>
                  <a:lnTo>
                    <a:pt x="753224" y="261188"/>
                  </a:lnTo>
                  <a:lnTo>
                    <a:pt x="754722" y="262331"/>
                  </a:lnTo>
                  <a:lnTo>
                    <a:pt x="756627" y="262712"/>
                  </a:lnTo>
                  <a:lnTo>
                    <a:pt x="758151" y="262331"/>
                  </a:lnTo>
                  <a:lnTo>
                    <a:pt x="759675" y="261188"/>
                  </a:lnTo>
                  <a:lnTo>
                    <a:pt x="760437" y="259676"/>
                  </a:lnTo>
                  <a:lnTo>
                    <a:pt x="760818" y="258152"/>
                  </a:lnTo>
                  <a:close/>
                </a:path>
                <a:path w="1233170" h="422275">
                  <a:moveTo>
                    <a:pt x="778649" y="264223"/>
                  </a:moveTo>
                  <a:lnTo>
                    <a:pt x="778268" y="262331"/>
                  </a:lnTo>
                  <a:lnTo>
                    <a:pt x="777125" y="260807"/>
                  </a:lnTo>
                  <a:lnTo>
                    <a:pt x="775614" y="259676"/>
                  </a:lnTo>
                  <a:lnTo>
                    <a:pt x="773722" y="259295"/>
                  </a:lnTo>
                  <a:lnTo>
                    <a:pt x="771829" y="259676"/>
                  </a:lnTo>
                  <a:lnTo>
                    <a:pt x="770305" y="260807"/>
                  </a:lnTo>
                  <a:lnTo>
                    <a:pt x="769924" y="262331"/>
                  </a:lnTo>
                  <a:lnTo>
                    <a:pt x="769543" y="264223"/>
                  </a:lnTo>
                  <a:lnTo>
                    <a:pt x="770305" y="267271"/>
                  </a:lnTo>
                  <a:lnTo>
                    <a:pt x="771829" y="268414"/>
                  </a:lnTo>
                  <a:lnTo>
                    <a:pt x="773722" y="268782"/>
                  </a:lnTo>
                  <a:lnTo>
                    <a:pt x="775614" y="268414"/>
                  </a:lnTo>
                  <a:lnTo>
                    <a:pt x="777125" y="267271"/>
                  </a:lnTo>
                  <a:lnTo>
                    <a:pt x="778268" y="265747"/>
                  </a:lnTo>
                  <a:lnTo>
                    <a:pt x="778649" y="264223"/>
                  </a:lnTo>
                  <a:close/>
                </a:path>
                <a:path w="1233170" h="422275">
                  <a:moveTo>
                    <a:pt x="796124" y="269925"/>
                  </a:moveTo>
                  <a:lnTo>
                    <a:pt x="795743" y="268414"/>
                  </a:lnTo>
                  <a:lnTo>
                    <a:pt x="794613" y="266890"/>
                  </a:lnTo>
                  <a:lnTo>
                    <a:pt x="793089" y="265747"/>
                  </a:lnTo>
                  <a:lnTo>
                    <a:pt x="791184" y="265366"/>
                  </a:lnTo>
                  <a:lnTo>
                    <a:pt x="789660" y="265747"/>
                  </a:lnTo>
                  <a:lnTo>
                    <a:pt x="788136" y="266890"/>
                  </a:lnTo>
                  <a:lnTo>
                    <a:pt x="786993" y="268414"/>
                  </a:lnTo>
                  <a:lnTo>
                    <a:pt x="786612" y="269925"/>
                  </a:lnTo>
                  <a:lnTo>
                    <a:pt x="786993" y="271437"/>
                  </a:lnTo>
                  <a:lnTo>
                    <a:pt x="788136" y="272961"/>
                  </a:lnTo>
                  <a:lnTo>
                    <a:pt x="789279" y="274104"/>
                  </a:lnTo>
                  <a:lnTo>
                    <a:pt x="791184" y="274485"/>
                  </a:lnTo>
                  <a:lnTo>
                    <a:pt x="793089" y="274104"/>
                  </a:lnTo>
                  <a:lnTo>
                    <a:pt x="794613" y="272961"/>
                  </a:lnTo>
                  <a:lnTo>
                    <a:pt x="795743" y="271437"/>
                  </a:lnTo>
                  <a:lnTo>
                    <a:pt x="796124" y="269925"/>
                  </a:lnTo>
                  <a:close/>
                </a:path>
                <a:path w="1233170" h="422275">
                  <a:moveTo>
                    <a:pt x="813206" y="275615"/>
                  </a:moveTo>
                  <a:lnTo>
                    <a:pt x="812825" y="274104"/>
                  </a:lnTo>
                  <a:lnTo>
                    <a:pt x="812063" y="272580"/>
                  </a:lnTo>
                  <a:lnTo>
                    <a:pt x="810539" y="271437"/>
                  </a:lnTo>
                  <a:lnTo>
                    <a:pt x="807123" y="271437"/>
                  </a:lnTo>
                  <a:lnTo>
                    <a:pt x="805611" y="272580"/>
                  </a:lnTo>
                  <a:lnTo>
                    <a:pt x="804481" y="274104"/>
                  </a:lnTo>
                  <a:lnTo>
                    <a:pt x="804100" y="275615"/>
                  </a:lnTo>
                  <a:lnTo>
                    <a:pt x="804481" y="277520"/>
                  </a:lnTo>
                  <a:lnTo>
                    <a:pt x="805611" y="279044"/>
                  </a:lnTo>
                  <a:lnTo>
                    <a:pt x="807123" y="280174"/>
                  </a:lnTo>
                  <a:lnTo>
                    <a:pt x="809015" y="280555"/>
                  </a:lnTo>
                  <a:lnTo>
                    <a:pt x="810539" y="280174"/>
                  </a:lnTo>
                  <a:lnTo>
                    <a:pt x="812063" y="279044"/>
                  </a:lnTo>
                  <a:lnTo>
                    <a:pt x="812825" y="277520"/>
                  </a:lnTo>
                  <a:lnTo>
                    <a:pt x="813206" y="275615"/>
                  </a:lnTo>
                  <a:close/>
                </a:path>
                <a:path w="1233170" h="422275">
                  <a:moveTo>
                    <a:pt x="831037" y="281686"/>
                  </a:moveTo>
                  <a:lnTo>
                    <a:pt x="830656" y="280174"/>
                  </a:lnTo>
                  <a:lnTo>
                    <a:pt x="829513" y="278663"/>
                  </a:lnTo>
                  <a:lnTo>
                    <a:pt x="828014" y="277520"/>
                  </a:lnTo>
                  <a:lnTo>
                    <a:pt x="826122" y="277139"/>
                  </a:lnTo>
                  <a:lnTo>
                    <a:pt x="824217" y="277520"/>
                  </a:lnTo>
                  <a:lnTo>
                    <a:pt x="822693" y="278663"/>
                  </a:lnTo>
                  <a:lnTo>
                    <a:pt x="821931" y="281686"/>
                  </a:lnTo>
                  <a:lnTo>
                    <a:pt x="822312" y="283591"/>
                  </a:lnTo>
                  <a:lnTo>
                    <a:pt x="822693" y="284734"/>
                  </a:lnTo>
                  <a:lnTo>
                    <a:pt x="824217" y="285864"/>
                  </a:lnTo>
                  <a:lnTo>
                    <a:pt x="826122" y="286245"/>
                  </a:lnTo>
                  <a:lnTo>
                    <a:pt x="828014" y="285864"/>
                  </a:lnTo>
                  <a:lnTo>
                    <a:pt x="829513" y="284734"/>
                  </a:lnTo>
                  <a:lnTo>
                    <a:pt x="830656" y="283591"/>
                  </a:lnTo>
                  <a:lnTo>
                    <a:pt x="831037" y="281686"/>
                  </a:lnTo>
                  <a:close/>
                </a:path>
                <a:path w="1233170" h="422275">
                  <a:moveTo>
                    <a:pt x="848512" y="287388"/>
                  </a:moveTo>
                  <a:lnTo>
                    <a:pt x="848144" y="285864"/>
                  </a:lnTo>
                  <a:lnTo>
                    <a:pt x="847001" y="284353"/>
                  </a:lnTo>
                  <a:lnTo>
                    <a:pt x="845858" y="283591"/>
                  </a:lnTo>
                  <a:lnTo>
                    <a:pt x="843953" y="283210"/>
                  </a:lnTo>
                  <a:lnTo>
                    <a:pt x="842048" y="283591"/>
                  </a:lnTo>
                  <a:lnTo>
                    <a:pt x="840524" y="284353"/>
                  </a:lnTo>
                  <a:lnTo>
                    <a:pt x="839393" y="285864"/>
                  </a:lnTo>
                  <a:lnTo>
                    <a:pt x="839012" y="287388"/>
                  </a:lnTo>
                  <a:lnTo>
                    <a:pt x="839393" y="289293"/>
                  </a:lnTo>
                  <a:lnTo>
                    <a:pt x="840524" y="290804"/>
                  </a:lnTo>
                  <a:lnTo>
                    <a:pt x="842048" y="291934"/>
                  </a:lnTo>
                  <a:lnTo>
                    <a:pt x="843953" y="292315"/>
                  </a:lnTo>
                  <a:lnTo>
                    <a:pt x="845477" y="291934"/>
                  </a:lnTo>
                  <a:lnTo>
                    <a:pt x="847001" y="290804"/>
                  </a:lnTo>
                  <a:lnTo>
                    <a:pt x="848144" y="289293"/>
                  </a:lnTo>
                  <a:lnTo>
                    <a:pt x="848512" y="287388"/>
                  </a:lnTo>
                  <a:close/>
                </a:path>
                <a:path w="1233170" h="422275">
                  <a:moveTo>
                    <a:pt x="865593" y="293458"/>
                  </a:moveTo>
                  <a:lnTo>
                    <a:pt x="865212" y="291934"/>
                  </a:lnTo>
                  <a:lnTo>
                    <a:pt x="864450" y="290423"/>
                  </a:lnTo>
                  <a:lnTo>
                    <a:pt x="862926" y="289293"/>
                  </a:lnTo>
                  <a:lnTo>
                    <a:pt x="861402" y="288912"/>
                  </a:lnTo>
                  <a:lnTo>
                    <a:pt x="859523" y="289293"/>
                  </a:lnTo>
                  <a:lnTo>
                    <a:pt x="858012" y="290423"/>
                  </a:lnTo>
                  <a:lnTo>
                    <a:pt x="856869" y="291934"/>
                  </a:lnTo>
                  <a:lnTo>
                    <a:pt x="856488" y="293458"/>
                  </a:lnTo>
                  <a:lnTo>
                    <a:pt x="856869" y="295363"/>
                  </a:lnTo>
                  <a:lnTo>
                    <a:pt x="858012" y="296875"/>
                  </a:lnTo>
                  <a:lnTo>
                    <a:pt x="859523" y="297637"/>
                  </a:lnTo>
                  <a:lnTo>
                    <a:pt x="861402" y="298018"/>
                  </a:lnTo>
                  <a:lnTo>
                    <a:pt x="862926" y="297637"/>
                  </a:lnTo>
                  <a:lnTo>
                    <a:pt x="864450" y="296875"/>
                  </a:lnTo>
                  <a:lnTo>
                    <a:pt x="865212" y="295363"/>
                  </a:lnTo>
                  <a:lnTo>
                    <a:pt x="865593" y="293458"/>
                  </a:lnTo>
                  <a:close/>
                </a:path>
                <a:path w="1233170" h="422275">
                  <a:moveTo>
                    <a:pt x="883424" y="299161"/>
                  </a:moveTo>
                  <a:lnTo>
                    <a:pt x="883043" y="297637"/>
                  </a:lnTo>
                  <a:lnTo>
                    <a:pt x="881913" y="296494"/>
                  </a:lnTo>
                  <a:lnTo>
                    <a:pt x="880402" y="295363"/>
                  </a:lnTo>
                  <a:lnTo>
                    <a:pt x="878509" y="294982"/>
                  </a:lnTo>
                  <a:lnTo>
                    <a:pt x="876604" y="295363"/>
                  </a:lnTo>
                  <a:lnTo>
                    <a:pt x="875461" y="296494"/>
                  </a:lnTo>
                  <a:lnTo>
                    <a:pt x="874699" y="297637"/>
                  </a:lnTo>
                  <a:lnTo>
                    <a:pt x="874318" y="299161"/>
                  </a:lnTo>
                  <a:lnTo>
                    <a:pt x="874699" y="301053"/>
                  </a:lnTo>
                  <a:lnTo>
                    <a:pt x="875461" y="302564"/>
                  </a:lnTo>
                  <a:lnTo>
                    <a:pt x="876604" y="303707"/>
                  </a:lnTo>
                  <a:lnTo>
                    <a:pt x="878509" y="304088"/>
                  </a:lnTo>
                  <a:lnTo>
                    <a:pt x="880402" y="303707"/>
                  </a:lnTo>
                  <a:lnTo>
                    <a:pt x="881913" y="302564"/>
                  </a:lnTo>
                  <a:lnTo>
                    <a:pt x="883043" y="301053"/>
                  </a:lnTo>
                  <a:lnTo>
                    <a:pt x="883424" y="299161"/>
                  </a:lnTo>
                  <a:close/>
                </a:path>
                <a:path w="1233170" h="422275">
                  <a:moveTo>
                    <a:pt x="900912" y="305231"/>
                  </a:moveTo>
                  <a:lnTo>
                    <a:pt x="900531" y="303707"/>
                  </a:lnTo>
                  <a:lnTo>
                    <a:pt x="899769" y="302183"/>
                  </a:lnTo>
                  <a:lnTo>
                    <a:pt x="898245" y="301053"/>
                  </a:lnTo>
                  <a:lnTo>
                    <a:pt x="896340" y="300685"/>
                  </a:lnTo>
                  <a:lnTo>
                    <a:pt x="894435" y="301053"/>
                  </a:lnTo>
                  <a:lnTo>
                    <a:pt x="892924" y="302183"/>
                  </a:lnTo>
                  <a:lnTo>
                    <a:pt x="891794" y="303707"/>
                  </a:lnTo>
                  <a:lnTo>
                    <a:pt x="891413" y="305231"/>
                  </a:lnTo>
                  <a:lnTo>
                    <a:pt x="891794" y="307124"/>
                  </a:lnTo>
                  <a:lnTo>
                    <a:pt x="892924" y="308648"/>
                  </a:lnTo>
                  <a:lnTo>
                    <a:pt x="894435" y="309791"/>
                  </a:lnTo>
                  <a:lnTo>
                    <a:pt x="896340" y="310172"/>
                  </a:lnTo>
                  <a:lnTo>
                    <a:pt x="898245" y="309791"/>
                  </a:lnTo>
                  <a:lnTo>
                    <a:pt x="899769" y="308648"/>
                  </a:lnTo>
                  <a:lnTo>
                    <a:pt x="900531" y="307124"/>
                  </a:lnTo>
                  <a:lnTo>
                    <a:pt x="900912" y="305231"/>
                  </a:lnTo>
                  <a:close/>
                </a:path>
                <a:path w="1233170" h="422275">
                  <a:moveTo>
                    <a:pt x="918362" y="310934"/>
                  </a:moveTo>
                  <a:lnTo>
                    <a:pt x="917981" y="309410"/>
                  </a:lnTo>
                  <a:lnTo>
                    <a:pt x="916838" y="308267"/>
                  </a:lnTo>
                  <a:lnTo>
                    <a:pt x="915314" y="307124"/>
                  </a:lnTo>
                  <a:lnTo>
                    <a:pt x="913803" y="306743"/>
                  </a:lnTo>
                  <a:lnTo>
                    <a:pt x="911923" y="307124"/>
                  </a:lnTo>
                  <a:lnTo>
                    <a:pt x="910399" y="308267"/>
                  </a:lnTo>
                  <a:lnTo>
                    <a:pt x="909637" y="309410"/>
                  </a:lnTo>
                  <a:lnTo>
                    <a:pt x="909256" y="310934"/>
                  </a:lnTo>
                  <a:lnTo>
                    <a:pt x="909637" y="312826"/>
                  </a:lnTo>
                  <a:lnTo>
                    <a:pt x="910399" y="314337"/>
                  </a:lnTo>
                  <a:lnTo>
                    <a:pt x="911923" y="315480"/>
                  </a:lnTo>
                  <a:lnTo>
                    <a:pt x="913803" y="315861"/>
                  </a:lnTo>
                  <a:lnTo>
                    <a:pt x="915314" y="315480"/>
                  </a:lnTo>
                  <a:lnTo>
                    <a:pt x="916838" y="314337"/>
                  </a:lnTo>
                  <a:lnTo>
                    <a:pt x="917981" y="312826"/>
                  </a:lnTo>
                  <a:lnTo>
                    <a:pt x="918362" y="310934"/>
                  </a:lnTo>
                  <a:close/>
                </a:path>
                <a:path w="1233170" h="422275">
                  <a:moveTo>
                    <a:pt x="935824" y="317004"/>
                  </a:moveTo>
                  <a:lnTo>
                    <a:pt x="935443" y="315099"/>
                  </a:lnTo>
                  <a:lnTo>
                    <a:pt x="934313" y="313956"/>
                  </a:lnTo>
                  <a:lnTo>
                    <a:pt x="932802" y="312826"/>
                  </a:lnTo>
                  <a:lnTo>
                    <a:pt x="930897" y="312445"/>
                  </a:lnTo>
                  <a:lnTo>
                    <a:pt x="929373" y="312826"/>
                  </a:lnTo>
                  <a:lnTo>
                    <a:pt x="927087" y="315099"/>
                  </a:lnTo>
                  <a:lnTo>
                    <a:pt x="926706" y="317004"/>
                  </a:lnTo>
                  <a:lnTo>
                    <a:pt x="927087" y="318897"/>
                  </a:lnTo>
                  <a:lnTo>
                    <a:pt x="928230" y="320421"/>
                  </a:lnTo>
                  <a:lnTo>
                    <a:pt x="928992" y="321564"/>
                  </a:lnTo>
                  <a:lnTo>
                    <a:pt x="930897" y="321932"/>
                  </a:lnTo>
                  <a:lnTo>
                    <a:pt x="932802" y="321564"/>
                  </a:lnTo>
                  <a:lnTo>
                    <a:pt x="934313" y="320421"/>
                  </a:lnTo>
                  <a:lnTo>
                    <a:pt x="935443" y="318897"/>
                  </a:lnTo>
                  <a:lnTo>
                    <a:pt x="935824" y="317004"/>
                  </a:lnTo>
                  <a:close/>
                </a:path>
                <a:path w="1233170" h="422275">
                  <a:moveTo>
                    <a:pt x="953300" y="323075"/>
                  </a:moveTo>
                  <a:lnTo>
                    <a:pt x="952919" y="321183"/>
                  </a:lnTo>
                  <a:lnTo>
                    <a:pt x="952157" y="320040"/>
                  </a:lnTo>
                  <a:lnTo>
                    <a:pt x="950633" y="318897"/>
                  </a:lnTo>
                  <a:lnTo>
                    <a:pt x="948728" y="318516"/>
                  </a:lnTo>
                  <a:lnTo>
                    <a:pt x="946823" y="318897"/>
                  </a:lnTo>
                  <a:lnTo>
                    <a:pt x="945324" y="320040"/>
                  </a:lnTo>
                  <a:lnTo>
                    <a:pt x="944194" y="321183"/>
                  </a:lnTo>
                  <a:lnTo>
                    <a:pt x="943813" y="323075"/>
                  </a:lnTo>
                  <a:lnTo>
                    <a:pt x="944194" y="324586"/>
                  </a:lnTo>
                  <a:lnTo>
                    <a:pt x="945324" y="326110"/>
                  </a:lnTo>
                  <a:lnTo>
                    <a:pt x="946823" y="327253"/>
                  </a:lnTo>
                  <a:lnTo>
                    <a:pt x="948728" y="327634"/>
                  </a:lnTo>
                  <a:lnTo>
                    <a:pt x="950633" y="327253"/>
                  </a:lnTo>
                  <a:lnTo>
                    <a:pt x="952157" y="326110"/>
                  </a:lnTo>
                  <a:lnTo>
                    <a:pt x="952919" y="324586"/>
                  </a:lnTo>
                  <a:lnTo>
                    <a:pt x="953300" y="323075"/>
                  </a:lnTo>
                  <a:close/>
                </a:path>
                <a:path w="1233170" h="422275">
                  <a:moveTo>
                    <a:pt x="970749" y="328764"/>
                  </a:moveTo>
                  <a:lnTo>
                    <a:pt x="970368" y="326872"/>
                  </a:lnTo>
                  <a:lnTo>
                    <a:pt x="968082" y="324586"/>
                  </a:lnTo>
                  <a:lnTo>
                    <a:pt x="966203" y="324205"/>
                  </a:lnTo>
                  <a:lnTo>
                    <a:pt x="964311" y="324586"/>
                  </a:lnTo>
                  <a:lnTo>
                    <a:pt x="962787" y="325348"/>
                  </a:lnTo>
                  <a:lnTo>
                    <a:pt x="962025" y="326872"/>
                  </a:lnTo>
                  <a:lnTo>
                    <a:pt x="961644" y="328764"/>
                  </a:lnTo>
                  <a:lnTo>
                    <a:pt x="962025" y="330669"/>
                  </a:lnTo>
                  <a:lnTo>
                    <a:pt x="962787" y="332193"/>
                  </a:lnTo>
                  <a:lnTo>
                    <a:pt x="964311" y="333324"/>
                  </a:lnTo>
                  <a:lnTo>
                    <a:pt x="966203" y="333705"/>
                  </a:lnTo>
                  <a:lnTo>
                    <a:pt x="968082" y="333324"/>
                  </a:lnTo>
                  <a:lnTo>
                    <a:pt x="969225" y="332193"/>
                  </a:lnTo>
                  <a:lnTo>
                    <a:pt x="970368" y="330669"/>
                  </a:lnTo>
                  <a:lnTo>
                    <a:pt x="970749" y="328764"/>
                  </a:lnTo>
                  <a:close/>
                </a:path>
                <a:path w="1233170" h="422275">
                  <a:moveTo>
                    <a:pt x="988212" y="334835"/>
                  </a:moveTo>
                  <a:lnTo>
                    <a:pt x="987844" y="332943"/>
                  </a:lnTo>
                  <a:lnTo>
                    <a:pt x="986713" y="331431"/>
                  </a:lnTo>
                  <a:lnTo>
                    <a:pt x="985570" y="330669"/>
                  </a:lnTo>
                  <a:lnTo>
                    <a:pt x="983665" y="330288"/>
                  </a:lnTo>
                  <a:lnTo>
                    <a:pt x="981760" y="330669"/>
                  </a:lnTo>
                  <a:lnTo>
                    <a:pt x="980617" y="331431"/>
                  </a:lnTo>
                  <a:lnTo>
                    <a:pt x="979474" y="332943"/>
                  </a:lnTo>
                  <a:lnTo>
                    <a:pt x="979093" y="334835"/>
                  </a:lnTo>
                  <a:lnTo>
                    <a:pt x="979474" y="336740"/>
                  </a:lnTo>
                  <a:lnTo>
                    <a:pt x="981760" y="339013"/>
                  </a:lnTo>
                  <a:lnTo>
                    <a:pt x="983665" y="339394"/>
                  </a:lnTo>
                  <a:lnTo>
                    <a:pt x="985189" y="339013"/>
                  </a:lnTo>
                  <a:lnTo>
                    <a:pt x="986713" y="337883"/>
                  </a:lnTo>
                  <a:lnTo>
                    <a:pt x="987844" y="336740"/>
                  </a:lnTo>
                  <a:lnTo>
                    <a:pt x="988212" y="334835"/>
                  </a:lnTo>
                  <a:close/>
                </a:path>
                <a:path w="1233170" h="422275">
                  <a:moveTo>
                    <a:pt x="1005687" y="340537"/>
                  </a:moveTo>
                  <a:lnTo>
                    <a:pt x="1005306" y="338645"/>
                  </a:lnTo>
                  <a:lnTo>
                    <a:pt x="1004544" y="337502"/>
                  </a:lnTo>
                  <a:lnTo>
                    <a:pt x="1003020" y="336740"/>
                  </a:lnTo>
                  <a:lnTo>
                    <a:pt x="1001115" y="336359"/>
                  </a:lnTo>
                  <a:lnTo>
                    <a:pt x="999223" y="336740"/>
                  </a:lnTo>
                  <a:lnTo>
                    <a:pt x="997724" y="337502"/>
                  </a:lnTo>
                  <a:lnTo>
                    <a:pt x="996581" y="338645"/>
                  </a:lnTo>
                  <a:lnTo>
                    <a:pt x="996200" y="340537"/>
                  </a:lnTo>
                  <a:lnTo>
                    <a:pt x="996581" y="342442"/>
                  </a:lnTo>
                  <a:lnTo>
                    <a:pt x="997724" y="343954"/>
                  </a:lnTo>
                  <a:lnTo>
                    <a:pt x="999223" y="345084"/>
                  </a:lnTo>
                  <a:lnTo>
                    <a:pt x="1001115" y="345465"/>
                  </a:lnTo>
                  <a:lnTo>
                    <a:pt x="1003020" y="345084"/>
                  </a:lnTo>
                  <a:lnTo>
                    <a:pt x="1004544" y="343954"/>
                  </a:lnTo>
                  <a:lnTo>
                    <a:pt x="1005306" y="342442"/>
                  </a:lnTo>
                  <a:lnTo>
                    <a:pt x="1005687" y="340537"/>
                  </a:lnTo>
                  <a:close/>
                </a:path>
                <a:path w="1233170" h="422275">
                  <a:moveTo>
                    <a:pt x="1023137" y="346608"/>
                  </a:moveTo>
                  <a:lnTo>
                    <a:pt x="1022756" y="344716"/>
                  </a:lnTo>
                  <a:lnTo>
                    <a:pt x="1021613" y="343204"/>
                  </a:lnTo>
                  <a:lnTo>
                    <a:pt x="1020483" y="342442"/>
                  </a:lnTo>
                  <a:lnTo>
                    <a:pt x="1018603" y="342061"/>
                  </a:lnTo>
                  <a:lnTo>
                    <a:pt x="1016698" y="342442"/>
                  </a:lnTo>
                  <a:lnTo>
                    <a:pt x="1015174" y="343204"/>
                  </a:lnTo>
                  <a:lnTo>
                    <a:pt x="1014412" y="344716"/>
                  </a:lnTo>
                  <a:lnTo>
                    <a:pt x="1014031" y="346608"/>
                  </a:lnTo>
                  <a:lnTo>
                    <a:pt x="1014412" y="348513"/>
                  </a:lnTo>
                  <a:lnTo>
                    <a:pt x="1015174" y="350024"/>
                  </a:lnTo>
                  <a:lnTo>
                    <a:pt x="1016698" y="350786"/>
                  </a:lnTo>
                  <a:lnTo>
                    <a:pt x="1018603" y="351167"/>
                  </a:lnTo>
                  <a:lnTo>
                    <a:pt x="1020483" y="350786"/>
                  </a:lnTo>
                  <a:lnTo>
                    <a:pt x="1021613" y="350024"/>
                  </a:lnTo>
                  <a:lnTo>
                    <a:pt x="1022756" y="348513"/>
                  </a:lnTo>
                  <a:lnTo>
                    <a:pt x="1023137" y="346608"/>
                  </a:lnTo>
                  <a:close/>
                </a:path>
                <a:path w="1233170" h="422275">
                  <a:moveTo>
                    <a:pt x="1040625" y="352310"/>
                  </a:moveTo>
                  <a:lnTo>
                    <a:pt x="1040244" y="350786"/>
                  </a:lnTo>
                  <a:lnTo>
                    <a:pt x="1039482" y="349275"/>
                  </a:lnTo>
                  <a:lnTo>
                    <a:pt x="1037958" y="348513"/>
                  </a:lnTo>
                  <a:lnTo>
                    <a:pt x="1036053" y="348132"/>
                  </a:lnTo>
                  <a:lnTo>
                    <a:pt x="1034529" y="348513"/>
                  </a:lnTo>
                  <a:lnTo>
                    <a:pt x="1033005" y="349275"/>
                  </a:lnTo>
                  <a:lnTo>
                    <a:pt x="1031875" y="350786"/>
                  </a:lnTo>
                  <a:lnTo>
                    <a:pt x="1031494" y="352310"/>
                  </a:lnTo>
                  <a:lnTo>
                    <a:pt x="1031875" y="354203"/>
                  </a:lnTo>
                  <a:lnTo>
                    <a:pt x="1033005" y="355727"/>
                  </a:lnTo>
                  <a:lnTo>
                    <a:pt x="1034529" y="356857"/>
                  </a:lnTo>
                  <a:lnTo>
                    <a:pt x="1036053" y="357238"/>
                  </a:lnTo>
                  <a:lnTo>
                    <a:pt x="1037958" y="356857"/>
                  </a:lnTo>
                  <a:lnTo>
                    <a:pt x="1039482" y="355727"/>
                  </a:lnTo>
                  <a:lnTo>
                    <a:pt x="1040244" y="354203"/>
                  </a:lnTo>
                  <a:lnTo>
                    <a:pt x="1040625" y="352310"/>
                  </a:lnTo>
                  <a:close/>
                </a:path>
                <a:path w="1233170" h="422275">
                  <a:moveTo>
                    <a:pt x="1058456" y="358381"/>
                  </a:moveTo>
                  <a:lnTo>
                    <a:pt x="1058075" y="356476"/>
                  </a:lnTo>
                  <a:lnTo>
                    <a:pt x="1056932" y="354965"/>
                  </a:lnTo>
                  <a:lnTo>
                    <a:pt x="1055408" y="354203"/>
                  </a:lnTo>
                  <a:lnTo>
                    <a:pt x="1053503" y="353834"/>
                  </a:lnTo>
                  <a:lnTo>
                    <a:pt x="1051623" y="354203"/>
                  </a:lnTo>
                  <a:lnTo>
                    <a:pt x="1050112" y="354965"/>
                  </a:lnTo>
                  <a:lnTo>
                    <a:pt x="1049350" y="356476"/>
                  </a:lnTo>
                  <a:lnTo>
                    <a:pt x="1048969" y="358381"/>
                  </a:lnTo>
                  <a:lnTo>
                    <a:pt x="1049350" y="360273"/>
                  </a:lnTo>
                  <a:lnTo>
                    <a:pt x="1050112" y="361797"/>
                  </a:lnTo>
                  <a:lnTo>
                    <a:pt x="1051623" y="362940"/>
                  </a:lnTo>
                  <a:lnTo>
                    <a:pt x="1053503" y="363321"/>
                  </a:lnTo>
                  <a:lnTo>
                    <a:pt x="1055408" y="362940"/>
                  </a:lnTo>
                  <a:lnTo>
                    <a:pt x="1056932" y="361797"/>
                  </a:lnTo>
                  <a:lnTo>
                    <a:pt x="1058075" y="360273"/>
                  </a:lnTo>
                  <a:lnTo>
                    <a:pt x="1058456" y="358381"/>
                  </a:lnTo>
                  <a:close/>
                </a:path>
                <a:path w="1233170" h="422275">
                  <a:moveTo>
                    <a:pt x="1075524" y="364083"/>
                  </a:moveTo>
                  <a:lnTo>
                    <a:pt x="1075143" y="362559"/>
                  </a:lnTo>
                  <a:lnTo>
                    <a:pt x="1074013" y="361035"/>
                  </a:lnTo>
                  <a:lnTo>
                    <a:pt x="1072883" y="360273"/>
                  </a:lnTo>
                  <a:lnTo>
                    <a:pt x="1070991" y="359905"/>
                  </a:lnTo>
                  <a:lnTo>
                    <a:pt x="1069467" y="360273"/>
                  </a:lnTo>
                  <a:lnTo>
                    <a:pt x="1067943" y="361035"/>
                  </a:lnTo>
                  <a:lnTo>
                    <a:pt x="1066800" y="362559"/>
                  </a:lnTo>
                  <a:lnTo>
                    <a:pt x="1066419" y="364083"/>
                  </a:lnTo>
                  <a:lnTo>
                    <a:pt x="1066800" y="365975"/>
                  </a:lnTo>
                  <a:lnTo>
                    <a:pt x="1067943" y="367487"/>
                  </a:lnTo>
                  <a:lnTo>
                    <a:pt x="1069086" y="368630"/>
                  </a:lnTo>
                  <a:lnTo>
                    <a:pt x="1070991" y="369011"/>
                  </a:lnTo>
                  <a:lnTo>
                    <a:pt x="1072883" y="368630"/>
                  </a:lnTo>
                  <a:lnTo>
                    <a:pt x="1074013" y="367487"/>
                  </a:lnTo>
                  <a:lnTo>
                    <a:pt x="1075143" y="365975"/>
                  </a:lnTo>
                  <a:lnTo>
                    <a:pt x="1075524" y="364083"/>
                  </a:lnTo>
                  <a:close/>
                </a:path>
                <a:path w="1233170" h="422275">
                  <a:moveTo>
                    <a:pt x="1093012" y="370154"/>
                  </a:moveTo>
                  <a:lnTo>
                    <a:pt x="1092631" y="368249"/>
                  </a:lnTo>
                  <a:lnTo>
                    <a:pt x="1091869" y="366725"/>
                  </a:lnTo>
                  <a:lnTo>
                    <a:pt x="1090345" y="365975"/>
                  </a:lnTo>
                  <a:lnTo>
                    <a:pt x="1088440" y="365594"/>
                  </a:lnTo>
                  <a:lnTo>
                    <a:pt x="1086916" y="365975"/>
                  </a:lnTo>
                  <a:lnTo>
                    <a:pt x="1085392" y="366725"/>
                  </a:lnTo>
                  <a:lnTo>
                    <a:pt x="1084275" y="368249"/>
                  </a:lnTo>
                  <a:lnTo>
                    <a:pt x="1083894" y="370154"/>
                  </a:lnTo>
                  <a:lnTo>
                    <a:pt x="1084275" y="372046"/>
                  </a:lnTo>
                  <a:lnTo>
                    <a:pt x="1085392" y="373570"/>
                  </a:lnTo>
                  <a:lnTo>
                    <a:pt x="1086916" y="374713"/>
                  </a:lnTo>
                  <a:lnTo>
                    <a:pt x="1088440" y="375094"/>
                  </a:lnTo>
                  <a:lnTo>
                    <a:pt x="1090345" y="374713"/>
                  </a:lnTo>
                  <a:lnTo>
                    <a:pt x="1091869" y="373570"/>
                  </a:lnTo>
                  <a:lnTo>
                    <a:pt x="1092631" y="372046"/>
                  </a:lnTo>
                  <a:lnTo>
                    <a:pt x="1093012" y="370154"/>
                  </a:lnTo>
                  <a:close/>
                </a:path>
                <a:path w="1233170" h="422275">
                  <a:moveTo>
                    <a:pt x="1110843" y="376224"/>
                  </a:moveTo>
                  <a:lnTo>
                    <a:pt x="1110462" y="374332"/>
                  </a:lnTo>
                  <a:lnTo>
                    <a:pt x="1109319" y="372808"/>
                  </a:lnTo>
                  <a:lnTo>
                    <a:pt x="1107795" y="372046"/>
                  </a:lnTo>
                  <a:lnTo>
                    <a:pt x="1105903" y="371665"/>
                  </a:lnTo>
                  <a:lnTo>
                    <a:pt x="1104023" y="372046"/>
                  </a:lnTo>
                  <a:lnTo>
                    <a:pt x="1102499" y="372808"/>
                  </a:lnTo>
                  <a:lnTo>
                    <a:pt x="1101737" y="374332"/>
                  </a:lnTo>
                  <a:lnTo>
                    <a:pt x="1101356" y="376224"/>
                  </a:lnTo>
                  <a:lnTo>
                    <a:pt x="1101737" y="377736"/>
                  </a:lnTo>
                  <a:lnTo>
                    <a:pt x="1102499" y="379260"/>
                  </a:lnTo>
                  <a:lnTo>
                    <a:pt x="1104023" y="380403"/>
                  </a:lnTo>
                  <a:lnTo>
                    <a:pt x="1105903" y="380784"/>
                  </a:lnTo>
                  <a:lnTo>
                    <a:pt x="1107795" y="380403"/>
                  </a:lnTo>
                  <a:lnTo>
                    <a:pt x="1109319" y="379260"/>
                  </a:lnTo>
                  <a:lnTo>
                    <a:pt x="1110462" y="377736"/>
                  </a:lnTo>
                  <a:lnTo>
                    <a:pt x="1110843" y="376224"/>
                  </a:lnTo>
                  <a:close/>
                </a:path>
                <a:path w="1233170" h="422275">
                  <a:moveTo>
                    <a:pt x="1127912" y="381914"/>
                  </a:moveTo>
                  <a:lnTo>
                    <a:pt x="1127544" y="380022"/>
                  </a:lnTo>
                  <a:lnTo>
                    <a:pt x="1126794" y="378498"/>
                  </a:lnTo>
                  <a:lnTo>
                    <a:pt x="1125664" y="377736"/>
                  </a:lnTo>
                  <a:lnTo>
                    <a:pt x="1123759" y="377355"/>
                  </a:lnTo>
                  <a:lnTo>
                    <a:pt x="1121854" y="377736"/>
                  </a:lnTo>
                  <a:lnTo>
                    <a:pt x="1120330" y="378498"/>
                  </a:lnTo>
                  <a:lnTo>
                    <a:pt x="1119187" y="380022"/>
                  </a:lnTo>
                  <a:lnTo>
                    <a:pt x="1118806" y="381914"/>
                  </a:lnTo>
                  <a:lnTo>
                    <a:pt x="1119187" y="383819"/>
                  </a:lnTo>
                  <a:lnTo>
                    <a:pt x="1120330" y="385343"/>
                  </a:lnTo>
                  <a:lnTo>
                    <a:pt x="1121854" y="386473"/>
                  </a:lnTo>
                  <a:lnTo>
                    <a:pt x="1123759" y="386854"/>
                  </a:lnTo>
                  <a:lnTo>
                    <a:pt x="1125283" y="386473"/>
                  </a:lnTo>
                  <a:lnTo>
                    <a:pt x="1126794" y="385343"/>
                  </a:lnTo>
                  <a:lnTo>
                    <a:pt x="1127544" y="383819"/>
                  </a:lnTo>
                  <a:lnTo>
                    <a:pt x="1127912" y="381914"/>
                  </a:lnTo>
                  <a:close/>
                </a:path>
                <a:path w="1233170" h="422275">
                  <a:moveTo>
                    <a:pt x="1145400" y="387985"/>
                  </a:moveTo>
                  <a:lnTo>
                    <a:pt x="1145019" y="386105"/>
                  </a:lnTo>
                  <a:lnTo>
                    <a:pt x="1144257" y="384581"/>
                  </a:lnTo>
                  <a:lnTo>
                    <a:pt x="1142733" y="383819"/>
                  </a:lnTo>
                  <a:lnTo>
                    <a:pt x="1140828" y="383438"/>
                  </a:lnTo>
                  <a:lnTo>
                    <a:pt x="1139304" y="383819"/>
                  </a:lnTo>
                  <a:lnTo>
                    <a:pt x="1137793" y="384581"/>
                  </a:lnTo>
                  <a:lnTo>
                    <a:pt x="1136675" y="386105"/>
                  </a:lnTo>
                  <a:lnTo>
                    <a:pt x="1136294" y="387985"/>
                  </a:lnTo>
                  <a:lnTo>
                    <a:pt x="1136675" y="389890"/>
                  </a:lnTo>
                  <a:lnTo>
                    <a:pt x="1137793" y="391033"/>
                  </a:lnTo>
                  <a:lnTo>
                    <a:pt x="1139304" y="392163"/>
                  </a:lnTo>
                  <a:lnTo>
                    <a:pt x="1140828" y="392544"/>
                  </a:lnTo>
                  <a:lnTo>
                    <a:pt x="1142733" y="392163"/>
                  </a:lnTo>
                  <a:lnTo>
                    <a:pt x="1144257" y="391033"/>
                  </a:lnTo>
                  <a:lnTo>
                    <a:pt x="1145019" y="389890"/>
                  </a:lnTo>
                  <a:lnTo>
                    <a:pt x="1145400" y="387985"/>
                  </a:lnTo>
                  <a:close/>
                </a:path>
                <a:path w="1233170" h="422275">
                  <a:moveTo>
                    <a:pt x="1163231" y="393687"/>
                  </a:moveTo>
                  <a:lnTo>
                    <a:pt x="1162850" y="391795"/>
                  </a:lnTo>
                  <a:lnTo>
                    <a:pt x="1161707" y="390271"/>
                  </a:lnTo>
                  <a:lnTo>
                    <a:pt x="1160183" y="389890"/>
                  </a:lnTo>
                  <a:lnTo>
                    <a:pt x="1158303" y="389509"/>
                  </a:lnTo>
                  <a:lnTo>
                    <a:pt x="1156411" y="389890"/>
                  </a:lnTo>
                  <a:lnTo>
                    <a:pt x="1154887" y="390271"/>
                  </a:lnTo>
                  <a:lnTo>
                    <a:pt x="1154125" y="391795"/>
                  </a:lnTo>
                  <a:lnTo>
                    <a:pt x="1153744" y="393687"/>
                  </a:lnTo>
                  <a:lnTo>
                    <a:pt x="1154125" y="395592"/>
                  </a:lnTo>
                  <a:lnTo>
                    <a:pt x="1154887" y="397103"/>
                  </a:lnTo>
                  <a:lnTo>
                    <a:pt x="1156411" y="398233"/>
                  </a:lnTo>
                  <a:lnTo>
                    <a:pt x="1158303" y="398614"/>
                  </a:lnTo>
                  <a:lnTo>
                    <a:pt x="1160183" y="398233"/>
                  </a:lnTo>
                  <a:lnTo>
                    <a:pt x="1161707" y="397103"/>
                  </a:lnTo>
                  <a:lnTo>
                    <a:pt x="1162850" y="395592"/>
                  </a:lnTo>
                  <a:lnTo>
                    <a:pt x="1163231" y="393687"/>
                  </a:lnTo>
                  <a:close/>
                </a:path>
                <a:path w="1233170" h="422275">
                  <a:moveTo>
                    <a:pt x="1180312" y="399757"/>
                  </a:moveTo>
                  <a:lnTo>
                    <a:pt x="1179944" y="397865"/>
                  </a:lnTo>
                  <a:lnTo>
                    <a:pt x="1179563" y="396354"/>
                  </a:lnTo>
                  <a:lnTo>
                    <a:pt x="1178052" y="395592"/>
                  </a:lnTo>
                  <a:lnTo>
                    <a:pt x="1176147" y="395211"/>
                  </a:lnTo>
                  <a:lnTo>
                    <a:pt x="1174242" y="395592"/>
                  </a:lnTo>
                  <a:lnTo>
                    <a:pt x="1172718" y="396354"/>
                  </a:lnTo>
                  <a:lnTo>
                    <a:pt x="1171575" y="397865"/>
                  </a:lnTo>
                  <a:lnTo>
                    <a:pt x="1171194" y="399757"/>
                  </a:lnTo>
                  <a:lnTo>
                    <a:pt x="1171575" y="401662"/>
                  </a:lnTo>
                  <a:lnTo>
                    <a:pt x="1172718" y="403174"/>
                  </a:lnTo>
                  <a:lnTo>
                    <a:pt x="1174242" y="403936"/>
                  </a:lnTo>
                  <a:lnTo>
                    <a:pt x="1176147" y="404317"/>
                  </a:lnTo>
                  <a:lnTo>
                    <a:pt x="1178052" y="403936"/>
                  </a:lnTo>
                  <a:lnTo>
                    <a:pt x="1179563" y="403174"/>
                  </a:lnTo>
                  <a:lnTo>
                    <a:pt x="1179944" y="401662"/>
                  </a:lnTo>
                  <a:lnTo>
                    <a:pt x="1180312" y="399757"/>
                  </a:lnTo>
                  <a:close/>
                </a:path>
                <a:path w="1233170" h="422275">
                  <a:moveTo>
                    <a:pt x="1198168" y="405460"/>
                  </a:moveTo>
                  <a:lnTo>
                    <a:pt x="1197787" y="403555"/>
                  </a:lnTo>
                  <a:lnTo>
                    <a:pt x="1196644" y="402424"/>
                  </a:lnTo>
                  <a:lnTo>
                    <a:pt x="1195120" y="401662"/>
                  </a:lnTo>
                  <a:lnTo>
                    <a:pt x="1193215" y="401281"/>
                  </a:lnTo>
                  <a:lnTo>
                    <a:pt x="1191691" y="401662"/>
                  </a:lnTo>
                  <a:lnTo>
                    <a:pt x="1190205" y="402424"/>
                  </a:lnTo>
                  <a:lnTo>
                    <a:pt x="1189443" y="403555"/>
                  </a:lnTo>
                  <a:lnTo>
                    <a:pt x="1189062" y="405460"/>
                  </a:lnTo>
                  <a:lnTo>
                    <a:pt x="1189443" y="407365"/>
                  </a:lnTo>
                  <a:lnTo>
                    <a:pt x="1190205" y="408876"/>
                  </a:lnTo>
                  <a:lnTo>
                    <a:pt x="1191691" y="410006"/>
                  </a:lnTo>
                  <a:lnTo>
                    <a:pt x="1193215" y="410387"/>
                  </a:lnTo>
                  <a:lnTo>
                    <a:pt x="1195120" y="410006"/>
                  </a:lnTo>
                  <a:lnTo>
                    <a:pt x="1196644" y="408876"/>
                  </a:lnTo>
                  <a:lnTo>
                    <a:pt x="1197787" y="407365"/>
                  </a:lnTo>
                  <a:lnTo>
                    <a:pt x="1198168" y="405460"/>
                  </a:lnTo>
                  <a:close/>
                </a:path>
                <a:path w="1233170" h="422275">
                  <a:moveTo>
                    <a:pt x="1215618" y="411530"/>
                  </a:moveTo>
                  <a:lnTo>
                    <a:pt x="1215237" y="409625"/>
                  </a:lnTo>
                  <a:lnTo>
                    <a:pt x="1214094" y="408114"/>
                  </a:lnTo>
                  <a:lnTo>
                    <a:pt x="1212583" y="407365"/>
                  </a:lnTo>
                  <a:lnTo>
                    <a:pt x="1210703" y="406984"/>
                  </a:lnTo>
                  <a:lnTo>
                    <a:pt x="1209179" y="407365"/>
                  </a:lnTo>
                  <a:lnTo>
                    <a:pt x="1207655" y="408114"/>
                  </a:lnTo>
                  <a:lnTo>
                    <a:pt x="1206512" y="409625"/>
                  </a:lnTo>
                  <a:lnTo>
                    <a:pt x="1206512" y="413423"/>
                  </a:lnTo>
                  <a:lnTo>
                    <a:pt x="1207655" y="414947"/>
                  </a:lnTo>
                  <a:lnTo>
                    <a:pt x="1208798" y="416090"/>
                  </a:lnTo>
                  <a:lnTo>
                    <a:pt x="1210703" y="416471"/>
                  </a:lnTo>
                  <a:lnTo>
                    <a:pt x="1212583" y="416090"/>
                  </a:lnTo>
                  <a:lnTo>
                    <a:pt x="1214094" y="414947"/>
                  </a:lnTo>
                  <a:lnTo>
                    <a:pt x="1215237" y="413423"/>
                  </a:lnTo>
                  <a:lnTo>
                    <a:pt x="1215618" y="411530"/>
                  </a:lnTo>
                  <a:close/>
                </a:path>
                <a:path w="1233170" h="422275">
                  <a:moveTo>
                    <a:pt x="1233093" y="417233"/>
                  </a:moveTo>
                  <a:lnTo>
                    <a:pt x="1232712" y="415709"/>
                  </a:lnTo>
                  <a:lnTo>
                    <a:pt x="1231963" y="414185"/>
                  </a:lnTo>
                  <a:lnTo>
                    <a:pt x="1230439" y="413423"/>
                  </a:lnTo>
                  <a:lnTo>
                    <a:pt x="1228534" y="413054"/>
                  </a:lnTo>
                  <a:lnTo>
                    <a:pt x="1226629" y="413423"/>
                  </a:lnTo>
                  <a:lnTo>
                    <a:pt x="1225105" y="414185"/>
                  </a:lnTo>
                  <a:lnTo>
                    <a:pt x="1223962" y="415709"/>
                  </a:lnTo>
                  <a:lnTo>
                    <a:pt x="1223594" y="417233"/>
                  </a:lnTo>
                  <a:lnTo>
                    <a:pt x="1223962" y="419125"/>
                  </a:lnTo>
                  <a:lnTo>
                    <a:pt x="1225105" y="420636"/>
                  </a:lnTo>
                  <a:lnTo>
                    <a:pt x="1226629" y="421779"/>
                  </a:lnTo>
                  <a:lnTo>
                    <a:pt x="1228534" y="422160"/>
                  </a:lnTo>
                  <a:lnTo>
                    <a:pt x="1230439" y="421779"/>
                  </a:lnTo>
                  <a:lnTo>
                    <a:pt x="1231963" y="420636"/>
                  </a:lnTo>
                  <a:lnTo>
                    <a:pt x="1232712" y="419125"/>
                  </a:lnTo>
                  <a:lnTo>
                    <a:pt x="1233093" y="4172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26008" y="4990896"/>
              <a:ext cx="1653539" cy="375285"/>
            </a:xfrm>
            <a:custGeom>
              <a:avLst/>
              <a:gdLst/>
              <a:ahLst/>
              <a:cxnLst/>
              <a:rect l="l" t="t" r="r" b="b"/>
              <a:pathLst>
                <a:path w="1653539" h="375285">
                  <a:moveTo>
                    <a:pt x="9118" y="4165"/>
                  </a:moveTo>
                  <a:lnTo>
                    <a:pt x="8737" y="2654"/>
                  </a:lnTo>
                  <a:lnTo>
                    <a:pt x="7594" y="1511"/>
                  </a:lnTo>
                  <a:lnTo>
                    <a:pt x="6070" y="368"/>
                  </a:lnTo>
                  <a:lnTo>
                    <a:pt x="4178" y="0"/>
                  </a:lnTo>
                  <a:lnTo>
                    <a:pt x="2286" y="368"/>
                  </a:lnTo>
                  <a:lnTo>
                    <a:pt x="1130" y="1511"/>
                  </a:lnTo>
                  <a:lnTo>
                    <a:pt x="368" y="2654"/>
                  </a:lnTo>
                  <a:lnTo>
                    <a:pt x="0" y="4165"/>
                  </a:lnTo>
                  <a:lnTo>
                    <a:pt x="368" y="6070"/>
                  </a:lnTo>
                  <a:lnTo>
                    <a:pt x="1130" y="7581"/>
                  </a:lnTo>
                  <a:lnTo>
                    <a:pt x="2286" y="8724"/>
                  </a:lnTo>
                  <a:lnTo>
                    <a:pt x="4178" y="9105"/>
                  </a:lnTo>
                  <a:lnTo>
                    <a:pt x="6070" y="8724"/>
                  </a:lnTo>
                  <a:lnTo>
                    <a:pt x="7594" y="7581"/>
                  </a:lnTo>
                  <a:lnTo>
                    <a:pt x="8737" y="6070"/>
                  </a:lnTo>
                  <a:lnTo>
                    <a:pt x="9118" y="4165"/>
                  </a:lnTo>
                  <a:close/>
                </a:path>
                <a:path w="1653539" h="375285">
                  <a:moveTo>
                    <a:pt x="26581" y="10248"/>
                  </a:moveTo>
                  <a:lnTo>
                    <a:pt x="26200" y="8343"/>
                  </a:lnTo>
                  <a:lnTo>
                    <a:pt x="23914" y="6070"/>
                  </a:lnTo>
                  <a:lnTo>
                    <a:pt x="23545" y="6070"/>
                  </a:lnTo>
                  <a:lnTo>
                    <a:pt x="21640" y="5689"/>
                  </a:lnTo>
                  <a:lnTo>
                    <a:pt x="20129" y="6070"/>
                  </a:lnTo>
                  <a:lnTo>
                    <a:pt x="18605" y="7213"/>
                  </a:lnTo>
                  <a:lnTo>
                    <a:pt x="17462" y="8343"/>
                  </a:lnTo>
                  <a:lnTo>
                    <a:pt x="17081" y="10248"/>
                  </a:lnTo>
                  <a:lnTo>
                    <a:pt x="17462" y="12141"/>
                  </a:lnTo>
                  <a:lnTo>
                    <a:pt x="18605" y="13665"/>
                  </a:lnTo>
                  <a:lnTo>
                    <a:pt x="19748" y="14795"/>
                  </a:lnTo>
                  <a:lnTo>
                    <a:pt x="20129" y="14795"/>
                  </a:lnTo>
                  <a:lnTo>
                    <a:pt x="23545" y="14795"/>
                  </a:lnTo>
                  <a:lnTo>
                    <a:pt x="25057" y="13665"/>
                  </a:lnTo>
                  <a:lnTo>
                    <a:pt x="26200" y="12141"/>
                  </a:lnTo>
                  <a:lnTo>
                    <a:pt x="26581" y="10248"/>
                  </a:lnTo>
                  <a:close/>
                </a:path>
                <a:path w="1653539" h="375285">
                  <a:moveTo>
                    <a:pt x="43662" y="15938"/>
                  </a:moveTo>
                  <a:lnTo>
                    <a:pt x="43281" y="14427"/>
                  </a:lnTo>
                  <a:lnTo>
                    <a:pt x="42519" y="13284"/>
                  </a:lnTo>
                  <a:lnTo>
                    <a:pt x="41008" y="12141"/>
                  </a:lnTo>
                  <a:lnTo>
                    <a:pt x="39484" y="11760"/>
                  </a:lnTo>
                  <a:lnTo>
                    <a:pt x="37592" y="12141"/>
                  </a:lnTo>
                  <a:lnTo>
                    <a:pt x="36068" y="13284"/>
                  </a:lnTo>
                  <a:lnTo>
                    <a:pt x="34925" y="14427"/>
                  </a:lnTo>
                  <a:lnTo>
                    <a:pt x="34544" y="15938"/>
                  </a:lnTo>
                  <a:lnTo>
                    <a:pt x="34925" y="17843"/>
                  </a:lnTo>
                  <a:lnTo>
                    <a:pt x="36068" y="19354"/>
                  </a:lnTo>
                  <a:lnTo>
                    <a:pt x="37592" y="20497"/>
                  </a:lnTo>
                  <a:lnTo>
                    <a:pt x="39484" y="20878"/>
                  </a:lnTo>
                  <a:lnTo>
                    <a:pt x="41008" y="20497"/>
                  </a:lnTo>
                  <a:lnTo>
                    <a:pt x="42519" y="19354"/>
                  </a:lnTo>
                  <a:lnTo>
                    <a:pt x="43281" y="17843"/>
                  </a:lnTo>
                  <a:lnTo>
                    <a:pt x="43662" y="15938"/>
                  </a:lnTo>
                  <a:close/>
                </a:path>
                <a:path w="1653539" h="375285">
                  <a:moveTo>
                    <a:pt x="61506" y="22009"/>
                  </a:moveTo>
                  <a:lnTo>
                    <a:pt x="61125" y="20116"/>
                  </a:lnTo>
                  <a:lnTo>
                    <a:pt x="59982" y="18973"/>
                  </a:lnTo>
                  <a:lnTo>
                    <a:pt x="58470" y="17843"/>
                  </a:lnTo>
                  <a:lnTo>
                    <a:pt x="56565" y="17462"/>
                  </a:lnTo>
                  <a:lnTo>
                    <a:pt x="54673" y="17843"/>
                  </a:lnTo>
                  <a:lnTo>
                    <a:pt x="53530" y="18973"/>
                  </a:lnTo>
                  <a:lnTo>
                    <a:pt x="52768" y="20116"/>
                  </a:lnTo>
                  <a:lnTo>
                    <a:pt x="52387" y="22009"/>
                  </a:lnTo>
                  <a:lnTo>
                    <a:pt x="52768" y="23914"/>
                  </a:lnTo>
                  <a:lnTo>
                    <a:pt x="53530" y="25438"/>
                  </a:lnTo>
                  <a:lnTo>
                    <a:pt x="54673" y="26568"/>
                  </a:lnTo>
                  <a:lnTo>
                    <a:pt x="56565" y="26949"/>
                  </a:lnTo>
                  <a:lnTo>
                    <a:pt x="58470" y="26568"/>
                  </a:lnTo>
                  <a:lnTo>
                    <a:pt x="59982" y="25438"/>
                  </a:lnTo>
                  <a:lnTo>
                    <a:pt x="61125" y="23914"/>
                  </a:lnTo>
                  <a:lnTo>
                    <a:pt x="61506" y="22009"/>
                  </a:lnTo>
                  <a:close/>
                </a:path>
                <a:path w="1653539" h="375285">
                  <a:moveTo>
                    <a:pt x="78968" y="28092"/>
                  </a:moveTo>
                  <a:lnTo>
                    <a:pt x="78587" y="26187"/>
                  </a:lnTo>
                  <a:lnTo>
                    <a:pt x="77825" y="25057"/>
                  </a:lnTo>
                  <a:lnTo>
                    <a:pt x="76314" y="23914"/>
                  </a:lnTo>
                  <a:lnTo>
                    <a:pt x="74409" y="23533"/>
                  </a:lnTo>
                  <a:lnTo>
                    <a:pt x="72517" y="23914"/>
                  </a:lnTo>
                  <a:lnTo>
                    <a:pt x="70993" y="24676"/>
                  </a:lnTo>
                  <a:lnTo>
                    <a:pt x="69850" y="26187"/>
                  </a:lnTo>
                  <a:lnTo>
                    <a:pt x="69481" y="28092"/>
                  </a:lnTo>
                  <a:lnTo>
                    <a:pt x="69850" y="29603"/>
                  </a:lnTo>
                  <a:lnTo>
                    <a:pt x="70993" y="31127"/>
                  </a:lnTo>
                  <a:lnTo>
                    <a:pt x="72517" y="32258"/>
                  </a:lnTo>
                  <a:lnTo>
                    <a:pt x="74409" y="32639"/>
                  </a:lnTo>
                  <a:lnTo>
                    <a:pt x="76314" y="32258"/>
                  </a:lnTo>
                  <a:lnTo>
                    <a:pt x="77825" y="31127"/>
                  </a:lnTo>
                  <a:lnTo>
                    <a:pt x="78587" y="29603"/>
                  </a:lnTo>
                  <a:lnTo>
                    <a:pt x="78968" y="28092"/>
                  </a:lnTo>
                  <a:close/>
                </a:path>
                <a:path w="1653539" h="375285">
                  <a:moveTo>
                    <a:pt x="96431" y="33782"/>
                  </a:moveTo>
                  <a:lnTo>
                    <a:pt x="96050" y="31889"/>
                  </a:lnTo>
                  <a:lnTo>
                    <a:pt x="94919" y="30365"/>
                  </a:lnTo>
                  <a:lnTo>
                    <a:pt x="93776" y="29603"/>
                  </a:lnTo>
                  <a:lnTo>
                    <a:pt x="91871" y="29222"/>
                  </a:lnTo>
                  <a:lnTo>
                    <a:pt x="89979" y="29603"/>
                  </a:lnTo>
                  <a:lnTo>
                    <a:pt x="88455" y="30365"/>
                  </a:lnTo>
                  <a:lnTo>
                    <a:pt x="87325" y="31889"/>
                  </a:lnTo>
                  <a:lnTo>
                    <a:pt x="86944" y="33782"/>
                  </a:lnTo>
                  <a:lnTo>
                    <a:pt x="87325" y="35687"/>
                  </a:lnTo>
                  <a:lnTo>
                    <a:pt x="88455" y="37198"/>
                  </a:lnTo>
                  <a:lnTo>
                    <a:pt x="89979" y="38341"/>
                  </a:lnTo>
                  <a:lnTo>
                    <a:pt x="91871" y="38722"/>
                  </a:lnTo>
                  <a:lnTo>
                    <a:pt x="93776" y="38341"/>
                  </a:lnTo>
                  <a:lnTo>
                    <a:pt x="94919" y="37198"/>
                  </a:lnTo>
                  <a:lnTo>
                    <a:pt x="96050" y="35687"/>
                  </a:lnTo>
                  <a:lnTo>
                    <a:pt x="96431" y="33782"/>
                  </a:lnTo>
                  <a:close/>
                </a:path>
                <a:path w="1653539" h="375285">
                  <a:moveTo>
                    <a:pt x="113893" y="39852"/>
                  </a:moveTo>
                  <a:lnTo>
                    <a:pt x="113512" y="37960"/>
                  </a:lnTo>
                  <a:lnTo>
                    <a:pt x="112382" y="36436"/>
                  </a:lnTo>
                  <a:lnTo>
                    <a:pt x="110858" y="35687"/>
                  </a:lnTo>
                  <a:lnTo>
                    <a:pt x="108966" y="35306"/>
                  </a:lnTo>
                  <a:lnTo>
                    <a:pt x="107061" y="35687"/>
                  </a:lnTo>
                  <a:lnTo>
                    <a:pt x="105918" y="36436"/>
                  </a:lnTo>
                  <a:lnTo>
                    <a:pt x="105168" y="37960"/>
                  </a:lnTo>
                  <a:lnTo>
                    <a:pt x="104787" y="39852"/>
                  </a:lnTo>
                  <a:lnTo>
                    <a:pt x="105168" y="41376"/>
                  </a:lnTo>
                  <a:lnTo>
                    <a:pt x="105918" y="42887"/>
                  </a:lnTo>
                  <a:lnTo>
                    <a:pt x="107061" y="44030"/>
                  </a:lnTo>
                  <a:lnTo>
                    <a:pt x="108966" y="44411"/>
                  </a:lnTo>
                  <a:lnTo>
                    <a:pt x="110858" y="44030"/>
                  </a:lnTo>
                  <a:lnTo>
                    <a:pt x="112382" y="42887"/>
                  </a:lnTo>
                  <a:lnTo>
                    <a:pt x="113512" y="41376"/>
                  </a:lnTo>
                  <a:lnTo>
                    <a:pt x="113893" y="39852"/>
                  </a:lnTo>
                  <a:close/>
                </a:path>
                <a:path w="1653539" h="375285">
                  <a:moveTo>
                    <a:pt x="131356" y="45554"/>
                  </a:moveTo>
                  <a:lnTo>
                    <a:pt x="130975" y="43649"/>
                  </a:lnTo>
                  <a:lnTo>
                    <a:pt x="130225" y="42138"/>
                  </a:lnTo>
                  <a:lnTo>
                    <a:pt x="128701" y="41376"/>
                  </a:lnTo>
                  <a:lnTo>
                    <a:pt x="124904" y="41376"/>
                  </a:lnTo>
                  <a:lnTo>
                    <a:pt x="123380" y="42138"/>
                  </a:lnTo>
                  <a:lnTo>
                    <a:pt x="122250" y="43649"/>
                  </a:lnTo>
                  <a:lnTo>
                    <a:pt x="121869" y="45554"/>
                  </a:lnTo>
                  <a:lnTo>
                    <a:pt x="122250" y="47447"/>
                  </a:lnTo>
                  <a:lnTo>
                    <a:pt x="123380" y="48971"/>
                  </a:lnTo>
                  <a:lnTo>
                    <a:pt x="124904" y="50101"/>
                  </a:lnTo>
                  <a:lnTo>
                    <a:pt x="126809" y="50482"/>
                  </a:lnTo>
                  <a:lnTo>
                    <a:pt x="128701" y="50101"/>
                  </a:lnTo>
                  <a:lnTo>
                    <a:pt x="130225" y="48971"/>
                  </a:lnTo>
                  <a:lnTo>
                    <a:pt x="130975" y="47447"/>
                  </a:lnTo>
                  <a:lnTo>
                    <a:pt x="131356" y="45554"/>
                  </a:lnTo>
                  <a:close/>
                </a:path>
                <a:path w="1653539" h="375285">
                  <a:moveTo>
                    <a:pt x="148818" y="51625"/>
                  </a:moveTo>
                  <a:lnTo>
                    <a:pt x="148450" y="49733"/>
                  </a:lnTo>
                  <a:lnTo>
                    <a:pt x="147307" y="48209"/>
                  </a:lnTo>
                  <a:lnTo>
                    <a:pt x="146164" y="47447"/>
                  </a:lnTo>
                  <a:lnTo>
                    <a:pt x="144272" y="47066"/>
                  </a:lnTo>
                  <a:lnTo>
                    <a:pt x="142367" y="47447"/>
                  </a:lnTo>
                  <a:lnTo>
                    <a:pt x="140855" y="48209"/>
                  </a:lnTo>
                  <a:lnTo>
                    <a:pt x="140093" y="49733"/>
                  </a:lnTo>
                  <a:lnTo>
                    <a:pt x="139712" y="51625"/>
                  </a:lnTo>
                  <a:lnTo>
                    <a:pt x="140093" y="53530"/>
                  </a:lnTo>
                  <a:lnTo>
                    <a:pt x="140855" y="54660"/>
                  </a:lnTo>
                  <a:lnTo>
                    <a:pt x="142367" y="55803"/>
                  </a:lnTo>
                  <a:lnTo>
                    <a:pt x="144272" y="56184"/>
                  </a:lnTo>
                  <a:lnTo>
                    <a:pt x="146164" y="55803"/>
                  </a:lnTo>
                  <a:lnTo>
                    <a:pt x="148450" y="53530"/>
                  </a:lnTo>
                  <a:lnTo>
                    <a:pt x="148818" y="51625"/>
                  </a:lnTo>
                  <a:close/>
                </a:path>
                <a:path w="1653539" h="375285">
                  <a:moveTo>
                    <a:pt x="166281" y="57315"/>
                  </a:moveTo>
                  <a:lnTo>
                    <a:pt x="165900" y="55422"/>
                  </a:lnTo>
                  <a:lnTo>
                    <a:pt x="164769" y="54279"/>
                  </a:lnTo>
                  <a:lnTo>
                    <a:pt x="163626" y="53530"/>
                  </a:lnTo>
                  <a:lnTo>
                    <a:pt x="163245" y="53530"/>
                  </a:lnTo>
                  <a:lnTo>
                    <a:pt x="161353" y="53149"/>
                  </a:lnTo>
                  <a:lnTo>
                    <a:pt x="160210" y="53530"/>
                  </a:lnTo>
                  <a:lnTo>
                    <a:pt x="158699" y="54279"/>
                  </a:lnTo>
                  <a:lnTo>
                    <a:pt x="157556" y="55422"/>
                  </a:lnTo>
                  <a:lnTo>
                    <a:pt x="157175" y="57315"/>
                  </a:lnTo>
                  <a:lnTo>
                    <a:pt x="157556" y="59220"/>
                  </a:lnTo>
                  <a:lnTo>
                    <a:pt x="158699" y="60744"/>
                  </a:lnTo>
                  <a:lnTo>
                    <a:pt x="159829" y="61874"/>
                  </a:lnTo>
                  <a:lnTo>
                    <a:pt x="160210" y="61874"/>
                  </a:lnTo>
                  <a:lnTo>
                    <a:pt x="161734" y="62255"/>
                  </a:lnTo>
                  <a:lnTo>
                    <a:pt x="163245" y="61874"/>
                  </a:lnTo>
                  <a:lnTo>
                    <a:pt x="164769" y="60744"/>
                  </a:lnTo>
                  <a:lnTo>
                    <a:pt x="165900" y="59220"/>
                  </a:lnTo>
                  <a:lnTo>
                    <a:pt x="166281" y="57315"/>
                  </a:lnTo>
                  <a:close/>
                </a:path>
                <a:path w="1653539" h="375285">
                  <a:moveTo>
                    <a:pt x="183756" y="63398"/>
                  </a:moveTo>
                  <a:lnTo>
                    <a:pt x="183375" y="61493"/>
                  </a:lnTo>
                  <a:lnTo>
                    <a:pt x="182613" y="59982"/>
                  </a:lnTo>
                  <a:lnTo>
                    <a:pt x="181089" y="59220"/>
                  </a:lnTo>
                  <a:lnTo>
                    <a:pt x="179197" y="58839"/>
                  </a:lnTo>
                  <a:lnTo>
                    <a:pt x="177292" y="59220"/>
                  </a:lnTo>
                  <a:lnTo>
                    <a:pt x="175780" y="59982"/>
                  </a:lnTo>
                  <a:lnTo>
                    <a:pt x="174637" y="61493"/>
                  </a:lnTo>
                  <a:lnTo>
                    <a:pt x="174256" y="63398"/>
                  </a:lnTo>
                  <a:lnTo>
                    <a:pt x="174637" y="65290"/>
                  </a:lnTo>
                  <a:lnTo>
                    <a:pt x="175780" y="66814"/>
                  </a:lnTo>
                  <a:lnTo>
                    <a:pt x="177292" y="67957"/>
                  </a:lnTo>
                  <a:lnTo>
                    <a:pt x="181089" y="67957"/>
                  </a:lnTo>
                  <a:lnTo>
                    <a:pt x="182613" y="66814"/>
                  </a:lnTo>
                  <a:lnTo>
                    <a:pt x="183375" y="65290"/>
                  </a:lnTo>
                  <a:lnTo>
                    <a:pt x="183756" y="63398"/>
                  </a:lnTo>
                  <a:close/>
                </a:path>
                <a:path w="1653539" h="375285">
                  <a:moveTo>
                    <a:pt x="201218" y="69088"/>
                  </a:moveTo>
                  <a:lnTo>
                    <a:pt x="200837" y="67576"/>
                  </a:lnTo>
                  <a:lnTo>
                    <a:pt x="199694" y="66052"/>
                  </a:lnTo>
                  <a:lnTo>
                    <a:pt x="198551" y="65290"/>
                  </a:lnTo>
                  <a:lnTo>
                    <a:pt x="196659" y="64909"/>
                  </a:lnTo>
                  <a:lnTo>
                    <a:pt x="194754" y="65290"/>
                  </a:lnTo>
                  <a:lnTo>
                    <a:pt x="193243" y="66052"/>
                  </a:lnTo>
                  <a:lnTo>
                    <a:pt x="192481" y="67576"/>
                  </a:lnTo>
                  <a:lnTo>
                    <a:pt x="192100" y="69088"/>
                  </a:lnTo>
                  <a:lnTo>
                    <a:pt x="192481" y="70993"/>
                  </a:lnTo>
                  <a:lnTo>
                    <a:pt x="193243" y="72504"/>
                  </a:lnTo>
                  <a:lnTo>
                    <a:pt x="194754" y="73647"/>
                  </a:lnTo>
                  <a:lnTo>
                    <a:pt x="196659" y="74028"/>
                  </a:lnTo>
                  <a:lnTo>
                    <a:pt x="198551" y="73647"/>
                  </a:lnTo>
                  <a:lnTo>
                    <a:pt x="199694" y="72504"/>
                  </a:lnTo>
                  <a:lnTo>
                    <a:pt x="200837" y="70993"/>
                  </a:lnTo>
                  <a:lnTo>
                    <a:pt x="201218" y="69088"/>
                  </a:lnTo>
                  <a:close/>
                </a:path>
                <a:path w="1653539" h="375285">
                  <a:moveTo>
                    <a:pt x="218681" y="75171"/>
                  </a:moveTo>
                  <a:lnTo>
                    <a:pt x="218300" y="73266"/>
                  </a:lnTo>
                  <a:lnTo>
                    <a:pt x="217538" y="71742"/>
                  </a:lnTo>
                  <a:lnTo>
                    <a:pt x="216014" y="70993"/>
                  </a:lnTo>
                  <a:lnTo>
                    <a:pt x="214122" y="70612"/>
                  </a:lnTo>
                  <a:lnTo>
                    <a:pt x="212610" y="70993"/>
                  </a:lnTo>
                  <a:lnTo>
                    <a:pt x="211086" y="71742"/>
                  </a:lnTo>
                  <a:lnTo>
                    <a:pt x="209943" y="73266"/>
                  </a:lnTo>
                  <a:lnTo>
                    <a:pt x="209562" y="75171"/>
                  </a:lnTo>
                  <a:lnTo>
                    <a:pt x="209943" y="77063"/>
                  </a:lnTo>
                  <a:lnTo>
                    <a:pt x="211086" y="78587"/>
                  </a:lnTo>
                  <a:lnTo>
                    <a:pt x="212610" y="79717"/>
                  </a:lnTo>
                  <a:lnTo>
                    <a:pt x="214122" y="80098"/>
                  </a:lnTo>
                  <a:lnTo>
                    <a:pt x="216014" y="79717"/>
                  </a:lnTo>
                  <a:lnTo>
                    <a:pt x="217538" y="78587"/>
                  </a:lnTo>
                  <a:lnTo>
                    <a:pt x="218300" y="77063"/>
                  </a:lnTo>
                  <a:lnTo>
                    <a:pt x="218681" y="75171"/>
                  </a:lnTo>
                  <a:close/>
                </a:path>
                <a:path w="1653539" h="375285">
                  <a:moveTo>
                    <a:pt x="236524" y="81241"/>
                  </a:moveTo>
                  <a:lnTo>
                    <a:pt x="236143" y="79336"/>
                  </a:lnTo>
                  <a:lnTo>
                    <a:pt x="235000" y="77825"/>
                  </a:lnTo>
                  <a:lnTo>
                    <a:pt x="233489" y="77063"/>
                  </a:lnTo>
                  <a:lnTo>
                    <a:pt x="231584" y="76682"/>
                  </a:lnTo>
                  <a:lnTo>
                    <a:pt x="229692" y="77063"/>
                  </a:lnTo>
                  <a:lnTo>
                    <a:pt x="228168" y="77825"/>
                  </a:lnTo>
                  <a:lnTo>
                    <a:pt x="227025" y="79336"/>
                  </a:lnTo>
                  <a:lnTo>
                    <a:pt x="226644" y="81241"/>
                  </a:lnTo>
                  <a:lnTo>
                    <a:pt x="227025" y="82753"/>
                  </a:lnTo>
                  <a:lnTo>
                    <a:pt x="228168" y="84277"/>
                  </a:lnTo>
                  <a:lnTo>
                    <a:pt x="229692" y="85420"/>
                  </a:lnTo>
                  <a:lnTo>
                    <a:pt x="231584" y="85801"/>
                  </a:lnTo>
                  <a:lnTo>
                    <a:pt x="233489" y="85420"/>
                  </a:lnTo>
                  <a:lnTo>
                    <a:pt x="235000" y="84277"/>
                  </a:lnTo>
                  <a:lnTo>
                    <a:pt x="236143" y="82753"/>
                  </a:lnTo>
                  <a:lnTo>
                    <a:pt x="236524" y="81241"/>
                  </a:lnTo>
                  <a:close/>
                </a:path>
                <a:path w="1653539" h="375285">
                  <a:moveTo>
                    <a:pt x="253606" y="86931"/>
                  </a:moveTo>
                  <a:lnTo>
                    <a:pt x="253225" y="85039"/>
                  </a:lnTo>
                  <a:lnTo>
                    <a:pt x="252463" y="83515"/>
                  </a:lnTo>
                  <a:lnTo>
                    <a:pt x="250952" y="82753"/>
                  </a:lnTo>
                  <a:lnTo>
                    <a:pt x="249047" y="82372"/>
                  </a:lnTo>
                  <a:lnTo>
                    <a:pt x="247535" y="82753"/>
                  </a:lnTo>
                  <a:lnTo>
                    <a:pt x="246011" y="83515"/>
                  </a:lnTo>
                  <a:lnTo>
                    <a:pt x="244868" y="85039"/>
                  </a:lnTo>
                  <a:lnTo>
                    <a:pt x="244500" y="86931"/>
                  </a:lnTo>
                  <a:lnTo>
                    <a:pt x="244868" y="88836"/>
                  </a:lnTo>
                  <a:lnTo>
                    <a:pt x="246011" y="90347"/>
                  </a:lnTo>
                  <a:lnTo>
                    <a:pt x="247154" y="91490"/>
                  </a:lnTo>
                  <a:lnTo>
                    <a:pt x="249047" y="91871"/>
                  </a:lnTo>
                  <a:lnTo>
                    <a:pt x="250952" y="91490"/>
                  </a:lnTo>
                  <a:lnTo>
                    <a:pt x="252463" y="90347"/>
                  </a:lnTo>
                  <a:lnTo>
                    <a:pt x="253225" y="88836"/>
                  </a:lnTo>
                  <a:lnTo>
                    <a:pt x="253606" y="86931"/>
                  </a:lnTo>
                  <a:close/>
                </a:path>
                <a:path w="1653539" h="375285">
                  <a:moveTo>
                    <a:pt x="271068" y="93002"/>
                  </a:moveTo>
                  <a:lnTo>
                    <a:pt x="270687" y="91109"/>
                  </a:lnTo>
                  <a:lnTo>
                    <a:pt x="269925" y="89585"/>
                  </a:lnTo>
                  <a:lnTo>
                    <a:pt x="268414" y="88836"/>
                  </a:lnTo>
                  <a:lnTo>
                    <a:pt x="266509" y="88455"/>
                  </a:lnTo>
                  <a:lnTo>
                    <a:pt x="264998" y="88836"/>
                  </a:lnTo>
                  <a:lnTo>
                    <a:pt x="263474" y="89585"/>
                  </a:lnTo>
                  <a:lnTo>
                    <a:pt x="262331" y="91109"/>
                  </a:lnTo>
                  <a:lnTo>
                    <a:pt x="261950" y="93002"/>
                  </a:lnTo>
                  <a:lnTo>
                    <a:pt x="262331" y="94526"/>
                  </a:lnTo>
                  <a:lnTo>
                    <a:pt x="263474" y="96050"/>
                  </a:lnTo>
                  <a:lnTo>
                    <a:pt x="264998" y="97180"/>
                  </a:lnTo>
                  <a:lnTo>
                    <a:pt x="266509" y="97561"/>
                  </a:lnTo>
                  <a:lnTo>
                    <a:pt x="268414" y="97180"/>
                  </a:lnTo>
                  <a:lnTo>
                    <a:pt x="269925" y="96050"/>
                  </a:lnTo>
                  <a:lnTo>
                    <a:pt x="270687" y="94526"/>
                  </a:lnTo>
                  <a:lnTo>
                    <a:pt x="271068" y="93002"/>
                  </a:lnTo>
                  <a:close/>
                </a:path>
                <a:path w="1653539" h="375285">
                  <a:moveTo>
                    <a:pt x="288912" y="98704"/>
                  </a:moveTo>
                  <a:lnTo>
                    <a:pt x="288531" y="96799"/>
                  </a:lnTo>
                  <a:lnTo>
                    <a:pt x="287388" y="95288"/>
                  </a:lnTo>
                  <a:lnTo>
                    <a:pt x="285877" y="94526"/>
                  </a:lnTo>
                  <a:lnTo>
                    <a:pt x="282079" y="94526"/>
                  </a:lnTo>
                  <a:lnTo>
                    <a:pt x="280555" y="95288"/>
                  </a:lnTo>
                  <a:lnTo>
                    <a:pt x="279806" y="96799"/>
                  </a:lnTo>
                  <a:lnTo>
                    <a:pt x="279425" y="98704"/>
                  </a:lnTo>
                  <a:lnTo>
                    <a:pt x="279806" y="100596"/>
                  </a:lnTo>
                  <a:lnTo>
                    <a:pt x="280555" y="102120"/>
                  </a:lnTo>
                  <a:lnTo>
                    <a:pt x="282079" y="103251"/>
                  </a:lnTo>
                  <a:lnTo>
                    <a:pt x="283972" y="103632"/>
                  </a:lnTo>
                  <a:lnTo>
                    <a:pt x="285877" y="103251"/>
                  </a:lnTo>
                  <a:lnTo>
                    <a:pt x="287388" y="102120"/>
                  </a:lnTo>
                  <a:lnTo>
                    <a:pt x="288531" y="100596"/>
                  </a:lnTo>
                  <a:lnTo>
                    <a:pt x="288912" y="98704"/>
                  </a:lnTo>
                  <a:close/>
                </a:path>
                <a:path w="1653539" h="375285">
                  <a:moveTo>
                    <a:pt x="305993" y="104775"/>
                  </a:moveTo>
                  <a:lnTo>
                    <a:pt x="305612" y="102882"/>
                  </a:lnTo>
                  <a:lnTo>
                    <a:pt x="304850" y="101358"/>
                  </a:lnTo>
                  <a:lnTo>
                    <a:pt x="303720" y="100596"/>
                  </a:lnTo>
                  <a:lnTo>
                    <a:pt x="301815" y="100215"/>
                  </a:lnTo>
                  <a:lnTo>
                    <a:pt x="299923" y="100596"/>
                  </a:lnTo>
                  <a:lnTo>
                    <a:pt x="298399" y="101358"/>
                  </a:lnTo>
                  <a:lnTo>
                    <a:pt x="297268" y="102882"/>
                  </a:lnTo>
                  <a:lnTo>
                    <a:pt x="296887" y="104775"/>
                  </a:lnTo>
                  <a:lnTo>
                    <a:pt x="297268" y="106680"/>
                  </a:lnTo>
                  <a:lnTo>
                    <a:pt x="298399" y="107810"/>
                  </a:lnTo>
                  <a:lnTo>
                    <a:pt x="299923" y="108953"/>
                  </a:lnTo>
                  <a:lnTo>
                    <a:pt x="301815" y="109334"/>
                  </a:lnTo>
                  <a:lnTo>
                    <a:pt x="303339" y="108953"/>
                  </a:lnTo>
                  <a:lnTo>
                    <a:pt x="304850" y="107810"/>
                  </a:lnTo>
                  <a:lnTo>
                    <a:pt x="305612" y="106680"/>
                  </a:lnTo>
                  <a:lnTo>
                    <a:pt x="305993" y="104775"/>
                  </a:lnTo>
                  <a:close/>
                </a:path>
                <a:path w="1653539" h="375285">
                  <a:moveTo>
                    <a:pt x="323456" y="110477"/>
                  </a:moveTo>
                  <a:lnTo>
                    <a:pt x="323075" y="108572"/>
                  </a:lnTo>
                  <a:lnTo>
                    <a:pt x="322326" y="107429"/>
                  </a:lnTo>
                  <a:lnTo>
                    <a:pt x="320802" y="106680"/>
                  </a:lnTo>
                  <a:lnTo>
                    <a:pt x="318909" y="106299"/>
                  </a:lnTo>
                  <a:lnTo>
                    <a:pt x="317385" y="106680"/>
                  </a:lnTo>
                  <a:lnTo>
                    <a:pt x="315861" y="107429"/>
                  </a:lnTo>
                  <a:lnTo>
                    <a:pt x="314731" y="108572"/>
                  </a:lnTo>
                  <a:lnTo>
                    <a:pt x="314350" y="110477"/>
                  </a:lnTo>
                  <a:lnTo>
                    <a:pt x="314731" y="112369"/>
                  </a:lnTo>
                  <a:lnTo>
                    <a:pt x="315861" y="113893"/>
                  </a:lnTo>
                  <a:lnTo>
                    <a:pt x="317385" y="115023"/>
                  </a:lnTo>
                  <a:lnTo>
                    <a:pt x="318909" y="115404"/>
                  </a:lnTo>
                  <a:lnTo>
                    <a:pt x="320802" y="115023"/>
                  </a:lnTo>
                  <a:lnTo>
                    <a:pt x="322326" y="113893"/>
                  </a:lnTo>
                  <a:lnTo>
                    <a:pt x="323075" y="112369"/>
                  </a:lnTo>
                  <a:lnTo>
                    <a:pt x="323456" y="110477"/>
                  </a:lnTo>
                  <a:close/>
                </a:path>
                <a:path w="1653539" h="375285">
                  <a:moveTo>
                    <a:pt x="341299" y="116547"/>
                  </a:moveTo>
                  <a:lnTo>
                    <a:pt x="340918" y="114642"/>
                  </a:lnTo>
                  <a:lnTo>
                    <a:pt x="339788" y="113131"/>
                  </a:lnTo>
                  <a:lnTo>
                    <a:pt x="338264" y="112369"/>
                  </a:lnTo>
                  <a:lnTo>
                    <a:pt x="336372" y="111988"/>
                  </a:lnTo>
                  <a:lnTo>
                    <a:pt x="334467" y="112369"/>
                  </a:lnTo>
                  <a:lnTo>
                    <a:pt x="332955" y="113131"/>
                  </a:lnTo>
                  <a:lnTo>
                    <a:pt x="332193" y="114642"/>
                  </a:lnTo>
                  <a:lnTo>
                    <a:pt x="332193" y="118440"/>
                  </a:lnTo>
                  <a:lnTo>
                    <a:pt x="332955" y="119964"/>
                  </a:lnTo>
                  <a:lnTo>
                    <a:pt x="334467" y="120726"/>
                  </a:lnTo>
                  <a:lnTo>
                    <a:pt x="336372" y="121107"/>
                  </a:lnTo>
                  <a:lnTo>
                    <a:pt x="338264" y="120726"/>
                  </a:lnTo>
                  <a:lnTo>
                    <a:pt x="339788" y="119964"/>
                  </a:lnTo>
                  <a:lnTo>
                    <a:pt x="340918" y="118440"/>
                  </a:lnTo>
                  <a:lnTo>
                    <a:pt x="341299" y="116547"/>
                  </a:lnTo>
                  <a:close/>
                </a:path>
                <a:path w="1653539" h="375285">
                  <a:moveTo>
                    <a:pt x="358381" y="120726"/>
                  </a:moveTo>
                  <a:lnTo>
                    <a:pt x="357619" y="119202"/>
                  </a:lnTo>
                  <a:lnTo>
                    <a:pt x="356108" y="118440"/>
                  </a:lnTo>
                  <a:lnTo>
                    <a:pt x="354215" y="118059"/>
                  </a:lnTo>
                  <a:lnTo>
                    <a:pt x="352310" y="118440"/>
                  </a:lnTo>
                  <a:lnTo>
                    <a:pt x="350799" y="119202"/>
                  </a:lnTo>
                  <a:lnTo>
                    <a:pt x="349656" y="120726"/>
                  </a:lnTo>
                  <a:lnTo>
                    <a:pt x="349275" y="122237"/>
                  </a:lnTo>
                  <a:lnTo>
                    <a:pt x="349656" y="124142"/>
                  </a:lnTo>
                  <a:lnTo>
                    <a:pt x="350799" y="125653"/>
                  </a:lnTo>
                  <a:lnTo>
                    <a:pt x="352310" y="126796"/>
                  </a:lnTo>
                  <a:lnTo>
                    <a:pt x="354215" y="127177"/>
                  </a:lnTo>
                  <a:lnTo>
                    <a:pt x="356108" y="126796"/>
                  </a:lnTo>
                  <a:lnTo>
                    <a:pt x="357619" y="125653"/>
                  </a:lnTo>
                  <a:lnTo>
                    <a:pt x="358381" y="124142"/>
                  </a:lnTo>
                  <a:lnTo>
                    <a:pt x="358381" y="120726"/>
                  </a:lnTo>
                  <a:close/>
                </a:path>
                <a:path w="1653539" h="375285">
                  <a:moveTo>
                    <a:pt x="375856" y="128308"/>
                  </a:moveTo>
                  <a:lnTo>
                    <a:pt x="375475" y="126415"/>
                  </a:lnTo>
                  <a:lnTo>
                    <a:pt x="374713" y="124891"/>
                  </a:lnTo>
                  <a:lnTo>
                    <a:pt x="373189" y="124142"/>
                  </a:lnTo>
                  <a:lnTo>
                    <a:pt x="371678" y="123761"/>
                  </a:lnTo>
                  <a:lnTo>
                    <a:pt x="369773" y="124142"/>
                  </a:lnTo>
                  <a:lnTo>
                    <a:pt x="368249" y="124891"/>
                  </a:lnTo>
                  <a:lnTo>
                    <a:pt x="367499" y="126415"/>
                  </a:lnTo>
                  <a:lnTo>
                    <a:pt x="367118" y="128308"/>
                  </a:lnTo>
                  <a:lnTo>
                    <a:pt x="367499" y="130213"/>
                  </a:lnTo>
                  <a:lnTo>
                    <a:pt x="368249" y="131737"/>
                  </a:lnTo>
                  <a:lnTo>
                    <a:pt x="369773" y="132867"/>
                  </a:lnTo>
                  <a:lnTo>
                    <a:pt x="371678" y="132867"/>
                  </a:lnTo>
                  <a:lnTo>
                    <a:pt x="373189" y="132499"/>
                  </a:lnTo>
                  <a:lnTo>
                    <a:pt x="374713" y="131737"/>
                  </a:lnTo>
                  <a:lnTo>
                    <a:pt x="375475" y="130213"/>
                  </a:lnTo>
                  <a:lnTo>
                    <a:pt x="375856" y="128308"/>
                  </a:lnTo>
                  <a:close/>
                </a:path>
                <a:path w="1653539" h="375285">
                  <a:moveTo>
                    <a:pt x="393700" y="134010"/>
                  </a:moveTo>
                  <a:lnTo>
                    <a:pt x="393319" y="132499"/>
                  </a:lnTo>
                  <a:lnTo>
                    <a:pt x="392176" y="130975"/>
                  </a:lnTo>
                  <a:lnTo>
                    <a:pt x="390652" y="130213"/>
                  </a:lnTo>
                  <a:lnTo>
                    <a:pt x="390652" y="129832"/>
                  </a:lnTo>
                  <a:lnTo>
                    <a:pt x="388759" y="129451"/>
                  </a:lnTo>
                  <a:lnTo>
                    <a:pt x="387235" y="129832"/>
                  </a:lnTo>
                  <a:lnTo>
                    <a:pt x="385724" y="130975"/>
                  </a:lnTo>
                  <a:lnTo>
                    <a:pt x="384962" y="132499"/>
                  </a:lnTo>
                  <a:lnTo>
                    <a:pt x="384581" y="134010"/>
                  </a:lnTo>
                  <a:lnTo>
                    <a:pt x="384962" y="135902"/>
                  </a:lnTo>
                  <a:lnTo>
                    <a:pt x="385724" y="137426"/>
                  </a:lnTo>
                  <a:lnTo>
                    <a:pt x="386854" y="138188"/>
                  </a:lnTo>
                  <a:lnTo>
                    <a:pt x="386854" y="138569"/>
                  </a:lnTo>
                  <a:lnTo>
                    <a:pt x="388759" y="138950"/>
                  </a:lnTo>
                  <a:lnTo>
                    <a:pt x="390652" y="138569"/>
                  </a:lnTo>
                  <a:lnTo>
                    <a:pt x="392176" y="137426"/>
                  </a:lnTo>
                  <a:lnTo>
                    <a:pt x="393319" y="135902"/>
                  </a:lnTo>
                  <a:lnTo>
                    <a:pt x="393700" y="134010"/>
                  </a:lnTo>
                  <a:close/>
                </a:path>
                <a:path w="1653539" h="375285">
                  <a:moveTo>
                    <a:pt x="411149" y="140081"/>
                  </a:moveTo>
                  <a:lnTo>
                    <a:pt x="410768" y="138188"/>
                  </a:lnTo>
                  <a:lnTo>
                    <a:pt x="410019" y="136664"/>
                  </a:lnTo>
                  <a:lnTo>
                    <a:pt x="408495" y="135521"/>
                  </a:lnTo>
                  <a:lnTo>
                    <a:pt x="406603" y="135153"/>
                  </a:lnTo>
                  <a:lnTo>
                    <a:pt x="404710" y="135521"/>
                  </a:lnTo>
                  <a:lnTo>
                    <a:pt x="403186" y="136664"/>
                  </a:lnTo>
                  <a:lnTo>
                    <a:pt x="402043" y="138188"/>
                  </a:lnTo>
                  <a:lnTo>
                    <a:pt x="401662" y="140081"/>
                  </a:lnTo>
                  <a:lnTo>
                    <a:pt x="402043" y="141986"/>
                  </a:lnTo>
                  <a:lnTo>
                    <a:pt x="403186" y="143497"/>
                  </a:lnTo>
                  <a:lnTo>
                    <a:pt x="404710" y="144259"/>
                  </a:lnTo>
                  <a:lnTo>
                    <a:pt x="406603" y="144640"/>
                  </a:lnTo>
                  <a:lnTo>
                    <a:pt x="408495" y="144259"/>
                  </a:lnTo>
                  <a:lnTo>
                    <a:pt x="410019" y="143497"/>
                  </a:lnTo>
                  <a:lnTo>
                    <a:pt x="410768" y="141986"/>
                  </a:lnTo>
                  <a:lnTo>
                    <a:pt x="411149" y="140081"/>
                  </a:lnTo>
                  <a:close/>
                </a:path>
                <a:path w="1653539" h="375285">
                  <a:moveTo>
                    <a:pt x="428625" y="146151"/>
                  </a:moveTo>
                  <a:lnTo>
                    <a:pt x="428244" y="144259"/>
                  </a:lnTo>
                  <a:lnTo>
                    <a:pt x="427101" y="142748"/>
                  </a:lnTo>
                  <a:lnTo>
                    <a:pt x="425589" y="141605"/>
                  </a:lnTo>
                  <a:lnTo>
                    <a:pt x="424065" y="141224"/>
                  </a:lnTo>
                  <a:lnTo>
                    <a:pt x="422160" y="141605"/>
                  </a:lnTo>
                  <a:lnTo>
                    <a:pt x="420649" y="142748"/>
                  </a:lnTo>
                  <a:lnTo>
                    <a:pt x="419887" y="144259"/>
                  </a:lnTo>
                  <a:lnTo>
                    <a:pt x="419506" y="146151"/>
                  </a:lnTo>
                  <a:lnTo>
                    <a:pt x="419887" y="147675"/>
                  </a:lnTo>
                  <a:lnTo>
                    <a:pt x="420649" y="149199"/>
                  </a:lnTo>
                  <a:lnTo>
                    <a:pt x="422160" y="149948"/>
                  </a:lnTo>
                  <a:lnTo>
                    <a:pt x="424065" y="150329"/>
                  </a:lnTo>
                  <a:lnTo>
                    <a:pt x="425589" y="149948"/>
                  </a:lnTo>
                  <a:lnTo>
                    <a:pt x="427101" y="149199"/>
                  </a:lnTo>
                  <a:lnTo>
                    <a:pt x="428244" y="147675"/>
                  </a:lnTo>
                  <a:lnTo>
                    <a:pt x="428625" y="146151"/>
                  </a:lnTo>
                  <a:close/>
                </a:path>
                <a:path w="1653539" h="375285">
                  <a:moveTo>
                    <a:pt x="446087" y="151853"/>
                  </a:moveTo>
                  <a:lnTo>
                    <a:pt x="445706" y="149948"/>
                  </a:lnTo>
                  <a:lnTo>
                    <a:pt x="444563" y="148437"/>
                  </a:lnTo>
                  <a:lnTo>
                    <a:pt x="443420" y="147294"/>
                  </a:lnTo>
                  <a:lnTo>
                    <a:pt x="439635" y="147294"/>
                  </a:lnTo>
                  <a:lnTo>
                    <a:pt x="438111" y="148437"/>
                  </a:lnTo>
                  <a:lnTo>
                    <a:pt x="437349" y="149948"/>
                  </a:lnTo>
                  <a:lnTo>
                    <a:pt x="436968" y="151853"/>
                  </a:lnTo>
                  <a:lnTo>
                    <a:pt x="437349" y="153746"/>
                  </a:lnTo>
                  <a:lnTo>
                    <a:pt x="438111" y="155270"/>
                  </a:lnTo>
                  <a:lnTo>
                    <a:pt x="439635" y="156032"/>
                  </a:lnTo>
                  <a:lnTo>
                    <a:pt x="441528" y="156413"/>
                  </a:lnTo>
                  <a:lnTo>
                    <a:pt x="443039" y="156032"/>
                  </a:lnTo>
                  <a:lnTo>
                    <a:pt x="444563" y="155270"/>
                  </a:lnTo>
                  <a:lnTo>
                    <a:pt x="445706" y="153746"/>
                  </a:lnTo>
                  <a:lnTo>
                    <a:pt x="446087" y="151853"/>
                  </a:lnTo>
                  <a:close/>
                </a:path>
                <a:path w="1653539" h="375285">
                  <a:moveTo>
                    <a:pt x="463550" y="157924"/>
                  </a:moveTo>
                  <a:lnTo>
                    <a:pt x="463169" y="156032"/>
                  </a:lnTo>
                  <a:lnTo>
                    <a:pt x="462407" y="154508"/>
                  </a:lnTo>
                  <a:lnTo>
                    <a:pt x="460895" y="153377"/>
                  </a:lnTo>
                  <a:lnTo>
                    <a:pt x="458990" y="152996"/>
                  </a:lnTo>
                  <a:lnTo>
                    <a:pt x="457098" y="153377"/>
                  </a:lnTo>
                  <a:lnTo>
                    <a:pt x="455574" y="154508"/>
                  </a:lnTo>
                  <a:lnTo>
                    <a:pt x="454431" y="156032"/>
                  </a:lnTo>
                  <a:lnTo>
                    <a:pt x="454050" y="157924"/>
                  </a:lnTo>
                  <a:lnTo>
                    <a:pt x="454431" y="159829"/>
                  </a:lnTo>
                  <a:lnTo>
                    <a:pt x="455574" y="160959"/>
                  </a:lnTo>
                  <a:lnTo>
                    <a:pt x="457098" y="161721"/>
                  </a:lnTo>
                  <a:lnTo>
                    <a:pt x="458990" y="162102"/>
                  </a:lnTo>
                  <a:lnTo>
                    <a:pt x="460895" y="161721"/>
                  </a:lnTo>
                  <a:lnTo>
                    <a:pt x="462407" y="160959"/>
                  </a:lnTo>
                  <a:lnTo>
                    <a:pt x="463169" y="159829"/>
                  </a:lnTo>
                  <a:lnTo>
                    <a:pt x="463550" y="157924"/>
                  </a:lnTo>
                  <a:close/>
                </a:path>
                <a:path w="1653539" h="375285">
                  <a:moveTo>
                    <a:pt x="481012" y="163626"/>
                  </a:moveTo>
                  <a:lnTo>
                    <a:pt x="480631" y="161721"/>
                  </a:lnTo>
                  <a:lnTo>
                    <a:pt x="479501" y="160578"/>
                  </a:lnTo>
                  <a:lnTo>
                    <a:pt x="477977" y="159448"/>
                  </a:lnTo>
                  <a:lnTo>
                    <a:pt x="476453" y="159067"/>
                  </a:lnTo>
                  <a:lnTo>
                    <a:pt x="474560" y="159448"/>
                  </a:lnTo>
                  <a:lnTo>
                    <a:pt x="473036" y="160578"/>
                  </a:lnTo>
                  <a:lnTo>
                    <a:pt x="472274" y="161721"/>
                  </a:lnTo>
                  <a:lnTo>
                    <a:pt x="471893" y="163626"/>
                  </a:lnTo>
                  <a:lnTo>
                    <a:pt x="472274" y="165519"/>
                  </a:lnTo>
                  <a:lnTo>
                    <a:pt x="473036" y="167043"/>
                  </a:lnTo>
                  <a:lnTo>
                    <a:pt x="474560" y="167792"/>
                  </a:lnTo>
                  <a:lnTo>
                    <a:pt x="476453" y="168173"/>
                  </a:lnTo>
                  <a:lnTo>
                    <a:pt x="477977" y="167792"/>
                  </a:lnTo>
                  <a:lnTo>
                    <a:pt x="479501" y="167043"/>
                  </a:lnTo>
                  <a:lnTo>
                    <a:pt x="480631" y="165519"/>
                  </a:lnTo>
                  <a:lnTo>
                    <a:pt x="481012" y="163626"/>
                  </a:lnTo>
                  <a:close/>
                </a:path>
                <a:path w="1653539" h="375285">
                  <a:moveTo>
                    <a:pt x="498475" y="169697"/>
                  </a:moveTo>
                  <a:lnTo>
                    <a:pt x="498094" y="167792"/>
                  </a:lnTo>
                  <a:lnTo>
                    <a:pt x="497332" y="166281"/>
                  </a:lnTo>
                  <a:lnTo>
                    <a:pt x="495820" y="165138"/>
                  </a:lnTo>
                  <a:lnTo>
                    <a:pt x="493915" y="164757"/>
                  </a:lnTo>
                  <a:lnTo>
                    <a:pt x="492023" y="165138"/>
                  </a:lnTo>
                  <a:lnTo>
                    <a:pt x="490880" y="166281"/>
                  </a:lnTo>
                  <a:lnTo>
                    <a:pt x="489750" y="167792"/>
                  </a:lnTo>
                  <a:lnTo>
                    <a:pt x="489369" y="169697"/>
                  </a:lnTo>
                  <a:lnTo>
                    <a:pt x="489750" y="171589"/>
                  </a:lnTo>
                  <a:lnTo>
                    <a:pt x="490880" y="173113"/>
                  </a:lnTo>
                  <a:lnTo>
                    <a:pt x="492023" y="173875"/>
                  </a:lnTo>
                  <a:lnTo>
                    <a:pt x="495820" y="173875"/>
                  </a:lnTo>
                  <a:lnTo>
                    <a:pt x="497332" y="173113"/>
                  </a:lnTo>
                  <a:lnTo>
                    <a:pt x="498094" y="171589"/>
                  </a:lnTo>
                  <a:lnTo>
                    <a:pt x="498475" y="169697"/>
                  </a:lnTo>
                  <a:close/>
                </a:path>
                <a:path w="1653539" h="375285">
                  <a:moveTo>
                    <a:pt x="516318" y="175387"/>
                  </a:moveTo>
                  <a:lnTo>
                    <a:pt x="515937" y="173875"/>
                  </a:lnTo>
                  <a:lnTo>
                    <a:pt x="514794" y="172351"/>
                  </a:lnTo>
                  <a:lnTo>
                    <a:pt x="513283" y="171208"/>
                  </a:lnTo>
                  <a:lnTo>
                    <a:pt x="511390" y="170840"/>
                  </a:lnTo>
                  <a:lnTo>
                    <a:pt x="509485" y="171208"/>
                  </a:lnTo>
                  <a:lnTo>
                    <a:pt x="507961" y="172351"/>
                  </a:lnTo>
                  <a:lnTo>
                    <a:pt x="507199" y="173875"/>
                  </a:lnTo>
                  <a:lnTo>
                    <a:pt x="506818" y="175387"/>
                  </a:lnTo>
                  <a:lnTo>
                    <a:pt x="507199" y="177292"/>
                  </a:lnTo>
                  <a:lnTo>
                    <a:pt x="507961" y="178803"/>
                  </a:lnTo>
                  <a:lnTo>
                    <a:pt x="509485" y="179565"/>
                  </a:lnTo>
                  <a:lnTo>
                    <a:pt x="511390" y="179946"/>
                  </a:lnTo>
                  <a:lnTo>
                    <a:pt x="513283" y="179565"/>
                  </a:lnTo>
                  <a:lnTo>
                    <a:pt x="514794" y="178803"/>
                  </a:lnTo>
                  <a:lnTo>
                    <a:pt x="515937" y="177292"/>
                  </a:lnTo>
                  <a:lnTo>
                    <a:pt x="516318" y="175387"/>
                  </a:lnTo>
                  <a:close/>
                </a:path>
                <a:path w="1653539" h="375285">
                  <a:moveTo>
                    <a:pt x="533400" y="181470"/>
                  </a:moveTo>
                  <a:lnTo>
                    <a:pt x="533019" y="179565"/>
                  </a:lnTo>
                  <a:lnTo>
                    <a:pt x="531888" y="178054"/>
                  </a:lnTo>
                  <a:lnTo>
                    <a:pt x="530745" y="176911"/>
                  </a:lnTo>
                  <a:lnTo>
                    <a:pt x="528840" y="176530"/>
                  </a:lnTo>
                  <a:lnTo>
                    <a:pt x="527329" y="176911"/>
                  </a:lnTo>
                  <a:lnTo>
                    <a:pt x="525805" y="178054"/>
                  </a:lnTo>
                  <a:lnTo>
                    <a:pt x="524675" y="179565"/>
                  </a:lnTo>
                  <a:lnTo>
                    <a:pt x="524294" y="181470"/>
                  </a:lnTo>
                  <a:lnTo>
                    <a:pt x="524675" y="183362"/>
                  </a:lnTo>
                  <a:lnTo>
                    <a:pt x="525805" y="184886"/>
                  </a:lnTo>
                  <a:lnTo>
                    <a:pt x="526948" y="185648"/>
                  </a:lnTo>
                  <a:lnTo>
                    <a:pt x="528840" y="186016"/>
                  </a:lnTo>
                  <a:lnTo>
                    <a:pt x="530745" y="185648"/>
                  </a:lnTo>
                  <a:lnTo>
                    <a:pt x="531888" y="184886"/>
                  </a:lnTo>
                  <a:lnTo>
                    <a:pt x="533019" y="183362"/>
                  </a:lnTo>
                  <a:lnTo>
                    <a:pt x="533400" y="181470"/>
                  </a:lnTo>
                  <a:close/>
                </a:path>
                <a:path w="1653539" h="375285">
                  <a:moveTo>
                    <a:pt x="550862" y="187159"/>
                  </a:moveTo>
                  <a:lnTo>
                    <a:pt x="550481" y="185648"/>
                  </a:lnTo>
                  <a:lnTo>
                    <a:pt x="549719" y="184124"/>
                  </a:lnTo>
                  <a:lnTo>
                    <a:pt x="548208" y="182981"/>
                  </a:lnTo>
                  <a:lnTo>
                    <a:pt x="546315" y="182600"/>
                  </a:lnTo>
                  <a:lnTo>
                    <a:pt x="544410" y="182981"/>
                  </a:lnTo>
                  <a:lnTo>
                    <a:pt x="543280" y="184124"/>
                  </a:lnTo>
                  <a:lnTo>
                    <a:pt x="542137" y="185648"/>
                  </a:lnTo>
                  <a:lnTo>
                    <a:pt x="541756" y="187159"/>
                  </a:lnTo>
                  <a:lnTo>
                    <a:pt x="542137" y="189052"/>
                  </a:lnTo>
                  <a:lnTo>
                    <a:pt x="543280" y="190576"/>
                  </a:lnTo>
                  <a:lnTo>
                    <a:pt x="544410" y="191338"/>
                  </a:lnTo>
                  <a:lnTo>
                    <a:pt x="546315" y="191719"/>
                  </a:lnTo>
                  <a:lnTo>
                    <a:pt x="548208" y="191338"/>
                  </a:lnTo>
                  <a:lnTo>
                    <a:pt x="549719" y="190576"/>
                  </a:lnTo>
                  <a:lnTo>
                    <a:pt x="550481" y="189052"/>
                  </a:lnTo>
                  <a:lnTo>
                    <a:pt x="550862" y="187159"/>
                  </a:lnTo>
                  <a:close/>
                </a:path>
                <a:path w="1653539" h="375285">
                  <a:moveTo>
                    <a:pt x="568706" y="193230"/>
                  </a:moveTo>
                  <a:lnTo>
                    <a:pt x="568325" y="191338"/>
                  </a:lnTo>
                  <a:lnTo>
                    <a:pt x="567194" y="189814"/>
                  </a:lnTo>
                  <a:lnTo>
                    <a:pt x="565670" y="188671"/>
                  </a:lnTo>
                  <a:lnTo>
                    <a:pt x="563778" y="188302"/>
                  </a:lnTo>
                  <a:lnTo>
                    <a:pt x="561873" y="188671"/>
                  </a:lnTo>
                  <a:lnTo>
                    <a:pt x="560349" y="189814"/>
                  </a:lnTo>
                  <a:lnTo>
                    <a:pt x="559600" y="191338"/>
                  </a:lnTo>
                  <a:lnTo>
                    <a:pt x="559219" y="193230"/>
                  </a:lnTo>
                  <a:lnTo>
                    <a:pt x="559600" y="195135"/>
                  </a:lnTo>
                  <a:lnTo>
                    <a:pt x="560349" y="196646"/>
                  </a:lnTo>
                  <a:lnTo>
                    <a:pt x="561873" y="197408"/>
                  </a:lnTo>
                  <a:lnTo>
                    <a:pt x="563778" y="197789"/>
                  </a:lnTo>
                  <a:lnTo>
                    <a:pt x="565670" y="197408"/>
                  </a:lnTo>
                  <a:lnTo>
                    <a:pt x="567194" y="196646"/>
                  </a:lnTo>
                  <a:lnTo>
                    <a:pt x="568325" y="195135"/>
                  </a:lnTo>
                  <a:lnTo>
                    <a:pt x="568706" y="193230"/>
                  </a:lnTo>
                  <a:close/>
                </a:path>
                <a:path w="1653539" h="375285">
                  <a:moveTo>
                    <a:pt x="585800" y="199301"/>
                  </a:moveTo>
                  <a:lnTo>
                    <a:pt x="585419" y="197408"/>
                  </a:lnTo>
                  <a:lnTo>
                    <a:pt x="584276" y="195897"/>
                  </a:lnTo>
                  <a:lnTo>
                    <a:pt x="583514" y="194754"/>
                  </a:lnTo>
                  <a:lnTo>
                    <a:pt x="581609" y="194373"/>
                  </a:lnTo>
                  <a:lnTo>
                    <a:pt x="579716" y="194754"/>
                  </a:lnTo>
                  <a:lnTo>
                    <a:pt x="578205" y="195897"/>
                  </a:lnTo>
                  <a:lnTo>
                    <a:pt x="577062" y="197408"/>
                  </a:lnTo>
                  <a:lnTo>
                    <a:pt x="576681" y="199301"/>
                  </a:lnTo>
                  <a:lnTo>
                    <a:pt x="577062" y="200825"/>
                  </a:lnTo>
                  <a:lnTo>
                    <a:pt x="578205" y="202349"/>
                  </a:lnTo>
                  <a:lnTo>
                    <a:pt x="579716" y="203098"/>
                  </a:lnTo>
                  <a:lnTo>
                    <a:pt x="581609" y="203479"/>
                  </a:lnTo>
                  <a:lnTo>
                    <a:pt x="583133" y="203098"/>
                  </a:lnTo>
                  <a:lnTo>
                    <a:pt x="584276" y="202349"/>
                  </a:lnTo>
                  <a:lnTo>
                    <a:pt x="585419" y="200825"/>
                  </a:lnTo>
                  <a:lnTo>
                    <a:pt x="585800" y="199301"/>
                  </a:lnTo>
                  <a:close/>
                </a:path>
                <a:path w="1653539" h="375285">
                  <a:moveTo>
                    <a:pt x="603250" y="205003"/>
                  </a:moveTo>
                  <a:lnTo>
                    <a:pt x="602869" y="203098"/>
                  </a:lnTo>
                  <a:lnTo>
                    <a:pt x="602119" y="201587"/>
                  </a:lnTo>
                  <a:lnTo>
                    <a:pt x="600595" y="200444"/>
                  </a:lnTo>
                  <a:lnTo>
                    <a:pt x="598703" y="200063"/>
                  </a:lnTo>
                  <a:lnTo>
                    <a:pt x="596811" y="200444"/>
                  </a:lnTo>
                  <a:lnTo>
                    <a:pt x="595668" y="201587"/>
                  </a:lnTo>
                  <a:lnTo>
                    <a:pt x="594525" y="203098"/>
                  </a:lnTo>
                  <a:lnTo>
                    <a:pt x="594144" y="205003"/>
                  </a:lnTo>
                  <a:lnTo>
                    <a:pt x="594525" y="206908"/>
                  </a:lnTo>
                  <a:lnTo>
                    <a:pt x="595668" y="208419"/>
                  </a:lnTo>
                  <a:lnTo>
                    <a:pt x="596811" y="209181"/>
                  </a:lnTo>
                  <a:lnTo>
                    <a:pt x="598703" y="209562"/>
                  </a:lnTo>
                  <a:lnTo>
                    <a:pt x="600595" y="209181"/>
                  </a:lnTo>
                  <a:lnTo>
                    <a:pt x="602119" y="208419"/>
                  </a:lnTo>
                  <a:lnTo>
                    <a:pt x="602869" y="206908"/>
                  </a:lnTo>
                  <a:lnTo>
                    <a:pt x="603250" y="205003"/>
                  </a:lnTo>
                  <a:close/>
                </a:path>
                <a:path w="1653539" h="375285">
                  <a:moveTo>
                    <a:pt x="621106" y="211074"/>
                  </a:moveTo>
                  <a:lnTo>
                    <a:pt x="620725" y="209181"/>
                  </a:lnTo>
                  <a:lnTo>
                    <a:pt x="619582" y="207657"/>
                  </a:lnTo>
                  <a:lnTo>
                    <a:pt x="618070" y="206527"/>
                  </a:lnTo>
                  <a:lnTo>
                    <a:pt x="616165" y="206146"/>
                  </a:lnTo>
                  <a:lnTo>
                    <a:pt x="614260" y="206527"/>
                  </a:lnTo>
                  <a:lnTo>
                    <a:pt x="612749" y="207657"/>
                  </a:lnTo>
                  <a:lnTo>
                    <a:pt x="611987" y="209181"/>
                  </a:lnTo>
                  <a:lnTo>
                    <a:pt x="611606" y="211074"/>
                  </a:lnTo>
                  <a:lnTo>
                    <a:pt x="611987" y="212979"/>
                  </a:lnTo>
                  <a:lnTo>
                    <a:pt x="612749" y="214109"/>
                  </a:lnTo>
                  <a:lnTo>
                    <a:pt x="614260" y="214871"/>
                  </a:lnTo>
                  <a:lnTo>
                    <a:pt x="616165" y="215252"/>
                  </a:lnTo>
                  <a:lnTo>
                    <a:pt x="618070" y="214871"/>
                  </a:lnTo>
                  <a:lnTo>
                    <a:pt x="619582" y="214109"/>
                  </a:lnTo>
                  <a:lnTo>
                    <a:pt x="620725" y="212979"/>
                  </a:lnTo>
                  <a:lnTo>
                    <a:pt x="621106" y="211074"/>
                  </a:lnTo>
                  <a:close/>
                </a:path>
                <a:path w="1653539" h="375285">
                  <a:moveTo>
                    <a:pt x="638187" y="216776"/>
                  </a:moveTo>
                  <a:lnTo>
                    <a:pt x="637806" y="214871"/>
                  </a:lnTo>
                  <a:lnTo>
                    <a:pt x="637044" y="213360"/>
                  </a:lnTo>
                  <a:lnTo>
                    <a:pt x="635901" y="212598"/>
                  </a:lnTo>
                  <a:lnTo>
                    <a:pt x="634009" y="212217"/>
                  </a:lnTo>
                  <a:lnTo>
                    <a:pt x="632104" y="212598"/>
                  </a:lnTo>
                  <a:lnTo>
                    <a:pt x="630593" y="213360"/>
                  </a:lnTo>
                  <a:lnTo>
                    <a:pt x="629450" y="214871"/>
                  </a:lnTo>
                  <a:lnTo>
                    <a:pt x="629081" y="216776"/>
                  </a:lnTo>
                  <a:lnTo>
                    <a:pt x="629450" y="218668"/>
                  </a:lnTo>
                  <a:lnTo>
                    <a:pt x="630593" y="220192"/>
                  </a:lnTo>
                  <a:lnTo>
                    <a:pt x="632104" y="220941"/>
                  </a:lnTo>
                  <a:lnTo>
                    <a:pt x="634009" y="221322"/>
                  </a:lnTo>
                  <a:lnTo>
                    <a:pt x="635901" y="220941"/>
                  </a:lnTo>
                  <a:lnTo>
                    <a:pt x="637044" y="220192"/>
                  </a:lnTo>
                  <a:lnTo>
                    <a:pt x="637806" y="218668"/>
                  </a:lnTo>
                  <a:lnTo>
                    <a:pt x="638187" y="216776"/>
                  </a:lnTo>
                  <a:close/>
                </a:path>
                <a:path w="1653539" h="375285">
                  <a:moveTo>
                    <a:pt x="656018" y="222846"/>
                  </a:moveTo>
                  <a:lnTo>
                    <a:pt x="655650" y="220941"/>
                  </a:lnTo>
                  <a:lnTo>
                    <a:pt x="654507" y="219430"/>
                  </a:lnTo>
                  <a:lnTo>
                    <a:pt x="652995" y="218287"/>
                  </a:lnTo>
                  <a:lnTo>
                    <a:pt x="651090" y="217906"/>
                  </a:lnTo>
                  <a:lnTo>
                    <a:pt x="649579" y="218287"/>
                  </a:lnTo>
                  <a:lnTo>
                    <a:pt x="648055" y="219430"/>
                  </a:lnTo>
                  <a:lnTo>
                    <a:pt x="647293" y="220941"/>
                  </a:lnTo>
                  <a:lnTo>
                    <a:pt x="646912" y="222846"/>
                  </a:lnTo>
                  <a:lnTo>
                    <a:pt x="647293" y="224739"/>
                  </a:lnTo>
                  <a:lnTo>
                    <a:pt x="648055" y="226263"/>
                  </a:lnTo>
                  <a:lnTo>
                    <a:pt x="649579" y="226644"/>
                  </a:lnTo>
                  <a:lnTo>
                    <a:pt x="651090" y="227025"/>
                  </a:lnTo>
                  <a:lnTo>
                    <a:pt x="652995" y="226644"/>
                  </a:lnTo>
                  <a:lnTo>
                    <a:pt x="654507" y="226263"/>
                  </a:lnTo>
                  <a:lnTo>
                    <a:pt x="655650" y="224739"/>
                  </a:lnTo>
                  <a:lnTo>
                    <a:pt x="656018" y="222846"/>
                  </a:lnTo>
                  <a:close/>
                </a:path>
                <a:path w="1653539" h="375285">
                  <a:moveTo>
                    <a:pt x="673493" y="228536"/>
                  </a:moveTo>
                  <a:lnTo>
                    <a:pt x="673112" y="226644"/>
                  </a:lnTo>
                  <a:lnTo>
                    <a:pt x="671969" y="225501"/>
                  </a:lnTo>
                  <a:lnTo>
                    <a:pt x="670458" y="224370"/>
                  </a:lnTo>
                  <a:lnTo>
                    <a:pt x="668553" y="223989"/>
                  </a:lnTo>
                  <a:lnTo>
                    <a:pt x="667029" y="224370"/>
                  </a:lnTo>
                  <a:lnTo>
                    <a:pt x="665518" y="225501"/>
                  </a:lnTo>
                  <a:lnTo>
                    <a:pt x="664375" y="226644"/>
                  </a:lnTo>
                  <a:lnTo>
                    <a:pt x="663994" y="228536"/>
                  </a:lnTo>
                  <a:lnTo>
                    <a:pt x="664375" y="230441"/>
                  </a:lnTo>
                  <a:lnTo>
                    <a:pt x="665518" y="231952"/>
                  </a:lnTo>
                  <a:lnTo>
                    <a:pt x="666648" y="232714"/>
                  </a:lnTo>
                  <a:lnTo>
                    <a:pt x="668553" y="233095"/>
                  </a:lnTo>
                  <a:lnTo>
                    <a:pt x="670458" y="232714"/>
                  </a:lnTo>
                  <a:lnTo>
                    <a:pt x="671969" y="231952"/>
                  </a:lnTo>
                  <a:lnTo>
                    <a:pt x="673112" y="230441"/>
                  </a:lnTo>
                  <a:lnTo>
                    <a:pt x="673493" y="228536"/>
                  </a:lnTo>
                  <a:close/>
                </a:path>
                <a:path w="1653539" h="375285">
                  <a:moveTo>
                    <a:pt x="690575" y="234619"/>
                  </a:moveTo>
                  <a:lnTo>
                    <a:pt x="690194" y="232714"/>
                  </a:lnTo>
                  <a:lnTo>
                    <a:pt x="689432" y="231203"/>
                  </a:lnTo>
                  <a:lnTo>
                    <a:pt x="688289" y="230060"/>
                  </a:lnTo>
                  <a:lnTo>
                    <a:pt x="686396" y="229679"/>
                  </a:lnTo>
                  <a:lnTo>
                    <a:pt x="684504" y="230060"/>
                  </a:lnTo>
                  <a:lnTo>
                    <a:pt x="682980" y="231203"/>
                  </a:lnTo>
                  <a:lnTo>
                    <a:pt x="681850" y="232714"/>
                  </a:lnTo>
                  <a:lnTo>
                    <a:pt x="681469" y="234619"/>
                  </a:lnTo>
                  <a:lnTo>
                    <a:pt x="681850" y="236512"/>
                  </a:lnTo>
                  <a:lnTo>
                    <a:pt x="682980" y="238036"/>
                  </a:lnTo>
                  <a:lnTo>
                    <a:pt x="684504" y="238798"/>
                  </a:lnTo>
                  <a:lnTo>
                    <a:pt x="686396" y="239166"/>
                  </a:lnTo>
                  <a:lnTo>
                    <a:pt x="688289" y="238798"/>
                  </a:lnTo>
                  <a:lnTo>
                    <a:pt x="689432" y="238036"/>
                  </a:lnTo>
                  <a:lnTo>
                    <a:pt x="690194" y="236512"/>
                  </a:lnTo>
                  <a:lnTo>
                    <a:pt x="690575" y="234619"/>
                  </a:lnTo>
                  <a:close/>
                </a:path>
                <a:path w="1653539" h="375285">
                  <a:moveTo>
                    <a:pt x="708418" y="240309"/>
                  </a:moveTo>
                  <a:lnTo>
                    <a:pt x="708037" y="238798"/>
                  </a:lnTo>
                  <a:lnTo>
                    <a:pt x="706894" y="237274"/>
                  </a:lnTo>
                  <a:lnTo>
                    <a:pt x="705383" y="236131"/>
                  </a:lnTo>
                  <a:lnTo>
                    <a:pt x="703491" y="235750"/>
                  </a:lnTo>
                  <a:lnTo>
                    <a:pt x="701967" y="236131"/>
                  </a:lnTo>
                  <a:lnTo>
                    <a:pt x="700443" y="237274"/>
                  </a:lnTo>
                  <a:lnTo>
                    <a:pt x="699681" y="238798"/>
                  </a:lnTo>
                  <a:lnTo>
                    <a:pt x="699300" y="240309"/>
                  </a:lnTo>
                  <a:lnTo>
                    <a:pt x="699681" y="242201"/>
                  </a:lnTo>
                  <a:lnTo>
                    <a:pt x="700443" y="243344"/>
                  </a:lnTo>
                  <a:lnTo>
                    <a:pt x="701967" y="244487"/>
                  </a:lnTo>
                  <a:lnTo>
                    <a:pt x="703491" y="244868"/>
                  </a:lnTo>
                  <a:lnTo>
                    <a:pt x="705383" y="244487"/>
                  </a:lnTo>
                  <a:lnTo>
                    <a:pt x="706894" y="243344"/>
                  </a:lnTo>
                  <a:lnTo>
                    <a:pt x="708037" y="242201"/>
                  </a:lnTo>
                  <a:lnTo>
                    <a:pt x="708418" y="240309"/>
                  </a:lnTo>
                  <a:close/>
                </a:path>
                <a:path w="1653539" h="375285">
                  <a:moveTo>
                    <a:pt x="725881" y="246380"/>
                  </a:moveTo>
                  <a:lnTo>
                    <a:pt x="725500" y="244487"/>
                  </a:lnTo>
                  <a:lnTo>
                    <a:pt x="724369" y="242963"/>
                  </a:lnTo>
                  <a:lnTo>
                    <a:pt x="723226" y="241833"/>
                  </a:lnTo>
                  <a:lnTo>
                    <a:pt x="721321" y="241452"/>
                  </a:lnTo>
                  <a:lnTo>
                    <a:pt x="719429" y="241833"/>
                  </a:lnTo>
                  <a:lnTo>
                    <a:pt x="717905" y="242963"/>
                  </a:lnTo>
                  <a:lnTo>
                    <a:pt x="716775" y="244487"/>
                  </a:lnTo>
                  <a:lnTo>
                    <a:pt x="716394" y="246380"/>
                  </a:lnTo>
                  <a:lnTo>
                    <a:pt x="716775" y="248285"/>
                  </a:lnTo>
                  <a:lnTo>
                    <a:pt x="717905" y="249428"/>
                  </a:lnTo>
                  <a:lnTo>
                    <a:pt x="719429" y="250558"/>
                  </a:lnTo>
                  <a:lnTo>
                    <a:pt x="721321" y="250939"/>
                  </a:lnTo>
                  <a:lnTo>
                    <a:pt x="722845" y="250558"/>
                  </a:lnTo>
                  <a:lnTo>
                    <a:pt x="724369" y="249428"/>
                  </a:lnTo>
                  <a:lnTo>
                    <a:pt x="725500" y="248285"/>
                  </a:lnTo>
                  <a:lnTo>
                    <a:pt x="725881" y="246380"/>
                  </a:lnTo>
                  <a:close/>
                </a:path>
                <a:path w="1653539" h="375285">
                  <a:moveTo>
                    <a:pt x="742962" y="252450"/>
                  </a:moveTo>
                  <a:lnTo>
                    <a:pt x="742581" y="250558"/>
                  </a:lnTo>
                  <a:lnTo>
                    <a:pt x="742200" y="249047"/>
                  </a:lnTo>
                  <a:lnTo>
                    <a:pt x="740689" y="247904"/>
                  </a:lnTo>
                  <a:lnTo>
                    <a:pt x="738784" y="247523"/>
                  </a:lnTo>
                  <a:lnTo>
                    <a:pt x="736892" y="247904"/>
                  </a:lnTo>
                  <a:lnTo>
                    <a:pt x="735380" y="249047"/>
                  </a:lnTo>
                  <a:lnTo>
                    <a:pt x="734237" y="250558"/>
                  </a:lnTo>
                  <a:lnTo>
                    <a:pt x="733856" y="252450"/>
                  </a:lnTo>
                  <a:lnTo>
                    <a:pt x="734237" y="253974"/>
                  </a:lnTo>
                  <a:lnTo>
                    <a:pt x="735380" y="255117"/>
                  </a:lnTo>
                  <a:lnTo>
                    <a:pt x="736892" y="256260"/>
                  </a:lnTo>
                  <a:lnTo>
                    <a:pt x="738784" y="256628"/>
                  </a:lnTo>
                  <a:lnTo>
                    <a:pt x="740689" y="256260"/>
                  </a:lnTo>
                  <a:lnTo>
                    <a:pt x="742200" y="255117"/>
                  </a:lnTo>
                  <a:lnTo>
                    <a:pt x="742581" y="253974"/>
                  </a:lnTo>
                  <a:lnTo>
                    <a:pt x="742962" y="252450"/>
                  </a:lnTo>
                  <a:close/>
                </a:path>
                <a:path w="1653539" h="375285">
                  <a:moveTo>
                    <a:pt x="760806" y="258152"/>
                  </a:moveTo>
                  <a:lnTo>
                    <a:pt x="760425" y="256260"/>
                  </a:lnTo>
                  <a:lnTo>
                    <a:pt x="759294" y="254736"/>
                  </a:lnTo>
                  <a:lnTo>
                    <a:pt x="757770" y="253593"/>
                  </a:lnTo>
                  <a:lnTo>
                    <a:pt x="755878" y="253212"/>
                  </a:lnTo>
                  <a:lnTo>
                    <a:pt x="754354" y="253593"/>
                  </a:lnTo>
                  <a:lnTo>
                    <a:pt x="752830" y="254736"/>
                  </a:lnTo>
                  <a:lnTo>
                    <a:pt x="752068" y="256260"/>
                  </a:lnTo>
                  <a:lnTo>
                    <a:pt x="751700" y="258152"/>
                  </a:lnTo>
                  <a:lnTo>
                    <a:pt x="752068" y="259676"/>
                  </a:lnTo>
                  <a:lnTo>
                    <a:pt x="752830" y="261188"/>
                  </a:lnTo>
                  <a:lnTo>
                    <a:pt x="754354" y="262331"/>
                  </a:lnTo>
                  <a:lnTo>
                    <a:pt x="755878" y="262712"/>
                  </a:lnTo>
                  <a:lnTo>
                    <a:pt x="757770" y="262331"/>
                  </a:lnTo>
                  <a:lnTo>
                    <a:pt x="759294" y="261188"/>
                  </a:lnTo>
                  <a:lnTo>
                    <a:pt x="760425" y="260057"/>
                  </a:lnTo>
                  <a:lnTo>
                    <a:pt x="760806" y="258152"/>
                  </a:lnTo>
                  <a:close/>
                </a:path>
                <a:path w="1653539" h="375285">
                  <a:moveTo>
                    <a:pt x="778281" y="264223"/>
                  </a:moveTo>
                  <a:lnTo>
                    <a:pt x="777900" y="262331"/>
                  </a:lnTo>
                  <a:lnTo>
                    <a:pt x="777138" y="260807"/>
                  </a:lnTo>
                  <a:lnTo>
                    <a:pt x="775614" y="259676"/>
                  </a:lnTo>
                  <a:lnTo>
                    <a:pt x="773709" y="259295"/>
                  </a:lnTo>
                  <a:lnTo>
                    <a:pt x="771817" y="259676"/>
                  </a:lnTo>
                  <a:lnTo>
                    <a:pt x="770305" y="260807"/>
                  </a:lnTo>
                  <a:lnTo>
                    <a:pt x="769162" y="262331"/>
                  </a:lnTo>
                  <a:lnTo>
                    <a:pt x="768781" y="264223"/>
                  </a:lnTo>
                  <a:lnTo>
                    <a:pt x="769162" y="265747"/>
                  </a:lnTo>
                  <a:lnTo>
                    <a:pt x="770305" y="266890"/>
                  </a:lnTo>
                  <a:lnTo>
                    <a:pt x="771817" y="268020"/>
                  </a:lnTo>
                  <a:lnTo>
                    <a:pt x="773709" y="268401"/>
                  </a:lnTo>
                  <a:lnTo>
                    <a:pt x="775614" y="268020"/>
                  </a:lnTo>
                  <a:lnTo>
                    <a:pt x="777138" y="266890"/>
                  </a:lnTo>
                  <a:lnTo>
                    <a:pt x="777900" y="265747"/>
                  </a:lnTo>
                  <a:lnTo>
                    <a:pt x="778281" y="264223"/>
                  </a:lnTo>
                  <a:close/>
                </a:path>
                <a:path w="1653539" h="375285">
                  <a:moveTo>
                    <a:pt x="795731" y="269925"/>
                  </a:moveTo>
                  <a:lnTo>
                    <a:pt x="795350" y="268020"/>
                  </a:lnTo>
                  <a:lnTo>
                    <a:pt x="794588" y="266509"/>
                  </a:lnTo>
                  <a:lnTo>
                    <a:pt x="793076" y="265747"/>
                  </a:lnTo>
                  <a:lnTo>
                    <a:pt x="791184" y="265366"/>
                  </a:lnTo>
                  <a:lnTo>
                    <a:pt x="789292" y="265747"/>
                  </a:lnTo>
                  <a:lnTo>
                    <a:pt x="787768" y="266509"/>
                  </a:lnTo>
                  <a:lnTo>
                    <a:pt x="787006" y="268020"/>
                  </a:lnTo>
                  <a:lnTo>
                    <a:pt x="786625" y="269925"/>
                  </a:lnTo>
                  <a:lnTo>
                    <a:pt x="787006" y="271437"/>
                  </a:lnTo>
                  <a:lnTo>
                    <a:pt x="787768" y="272961"/>
                  </a:lnTo>
                  <a:lnTo>
                    <a:pt x="789292" y="274091"/>
                  </a:lnTo>
                  <a:lnTo>
                    <a:pt x="791184" y="274472"/>
                  </a:lnTo>
                  <a:lnTo>
                    <a:pt x="793076" y="274091"/>
                  </a:lnTo>
                  <a:lnTo>
                    <a:pt x="794588" y="272961"/>
                  </a:lnTo>
                  <a:lnTo>
                    <a:pt x="795350" y="271437"/>
                  </a:lnTo>
                  <a:lnTo>
                    <a:pt x="795731" y="269925"/>
                  </a:lnTo>
                  <a:close/>
                </a:path>
                <a:path w="1653539" h="375285">
                  <a:moveTo>
                    <a:pt x="813206" y="275996"/>
                  </a:moveTo>
                  <a:lnTo>
                    <a:pt x="812825" y="274091"/>
                  </a:lnTo>
                  <a:lnTo>
                    <a:pt x="811682" y="272580"/>
                  </a:lnTo>
                  <a:lnTo>
                    <a:pt x="810171" y="271437"/>
                  </a:lnTo>
                  <a:lnTo>
                    <a:pt x="808266" y="271068"/>
                  </a:lnTo>
                  <a:lnTo>
                    <a:pt x="807110" y="271437"/>
                  </a:lnTo>
                  <a:lnTo>
                    <a:pt x="805599" y="272580"/>
                  </a:lnTo>
                  <a:lnTo>
                    <a:pt x="804456" y="274091"/>
                  </a:lnTo>
                  <a:lnTo>
                    <a:pt x="804087" y="275996"/>
                  </a:lnTo>
                  <a:lnTo>
                    <a:pt x="804456" y="277520"/>
                  </a:lnTo>
                  <a:lnTo>
                    <a:pt x="805599" y="279031"/>
                  </a:lnTo>
                  <a:lnTo>
                    <a:pt x="806729" y="279793"/>
                  </a:lnTo>
                  <a:lnTo>
                    <a:pt x="808266" y="280174"/>
                  </a:lnTo>
                  <a:lnTo>
                    <a:pt x="810171" y="279793"/>
                  </a:lnTo>
                  <a:lnTo>
                    <a:pt x="811682" y="279031"/>
                  </a:lnTo>
                  <a:lnTo>
                    <a:pt x="812825" y="277520"/>
                  </a:lnTo>
                  <a:lnTo>
                    <a:pt x="813206" y="275996"/>
                  </a:lnTo>
                  <a:close/>
                </a:path>
                <a:path w="1653539" h="375285">
                  <a:moveTo>
                    <a:pt x="830668" y="281698"/>
                  </a:moveTo>
                  <a:lnTo>
                    <a:pt x="830287" y="279793"/>
                  </a:lnTo>
                  <a:lnTo>
                    <a:pt x="829525" y="278650"/>
                  </a:lnTo>
                  <a:lnTo>
                    <a:pt x="828001" y="277520"/>
                  </a:lnTo>
                  <a:lnTo>
                    <a:pt x="826109" y="277139"/>
                  </a:lnTo>
                  <a:lnTo>
                    <a:pt x="824191" y="277520"/>
                  </a:lnTo>
                  <a:lnTo>
                    <a:pt x="822680" y="278650"/>
                  </a:lnTo>
                  <a:lnTo>
                    <a:pt x="821550" y="279793"/>
                  </a:lnTo>
                  <a:lnTo>
                    <a:pt x="821550" y="283210"/>
                  </a:lnTo>
                  <a:lnTo>
                    <a:pt x="822680" y="284721"/>
                  </a:lnTo>
                  <a:lnTo>
                    <a:pt x="824191" y="285864"/>
                  </a:lnTo>
                  <a:lnTo>
                    <a:pt x="826109" y="286245"/>
                  </a:lnTo>
                  <a:lnTo>
                    <a:pt x="828001" y="285864"/>
                  </a:lnTo>
                  <a:lnTo>
                    <a:pt x="829525" y="284721"/>
                  </a:lnTo>
                  <a:lnTo>
                    <a:pt x="830287" y="283210"/>
                  </a:lnTo>
                  <a:lnTo>
                    <a:pt x="830668" y="281698"/>
                  </a:lnTo>
                  <a:close/>
                </a:path>
                <a:path w="1653539" h="375285">
                  <a:moveTo>
                    <a:pt x="848118" y="285864"/>
                  </a:moveTo>
                  <a:lnTo>
                    <a:pt x="846988" y="284353"/>
                  </a:lnTo>
                  <a:lnTo>
                    <a:pt x="845464" y="283210"/>
                  </a:lnTo>
                  <a:lnTo>
                    <a:pt x="843572" y="282829"/>
                  </a:lnTo>
                  <a:lnTo>
                    <a:pt x="841679" y="283210"/>
                  </a:lnTo>
                  <a:lnTo>
                    <a:pt x="840155" y="284353"/>
                  </a:lnTo>
                  <a:lnTo>
                    <a:pt x="839393" y="285864"/>
                  </a:lnTo>
                  <a:lnTo>
                    <a:pt x="839012" y="287769"/>
                  </a:lnTo>
                  <a:lnTo>
                    <a:pt x="839393" y="289280"/>
                  </a:lnTo>
                  <a:lnTo>
                    <a:pt x="840155" y="290804"/>
                  </a:lnTo>
                  <a:lnTo>
                    <a:pt x="841679" y="291947"/>
                  </a:lnTo>
                  <a:lnTo>
                    <a:pt x="843572" y="292315"/>
                  </a:lnTo>
                  <a:lnTo>
                    <a:pt x="845464" y="291947"/>
                  </a:lnTo>
                  <a:lnTo>
                    <a:pt x="846988" y="290804"/>
                  </a:lnTo>
                  <a:lnTo>
                    <a:pt x="848118" y="289280"/>
                  </a:lnTo>
                  <a:lnTo>
                    <a:pt x="848118" y="285864"/>
                  </a:lnTo>
                  <a:close/>
                </a:path>
                <a:path w="1653539" h="375285">
                  <a:moveTo>
                    <a:pt x="865593" y="293458"/>
                  </a:moveTo>
                  <a:lnTo>
                    <a:pt x="865212" y="291947"/>
                  </a:lnTo>
                  <a:lnTo>
                    <a:pt x="864069" y="290423"/>
                  </a:lnTo>
                  <a:lnTo>
                    <a:pt x="862939" y="289280"/>
                  </a:lnTo>
                  <a:lnTo>
                    <a:pt x="861415" y="288899"/>
                  </a:lnTo>
                  <a:lnTo>
                    <a:pt x="859510" y="289280"/>
                  </a:lnTo>
                  <a:lnTo>
                    <a:pt x="857999" y="290423"/>
                  </a:lnTo>
                  <a:lnTo>
                    <a:pt x="856856" y="291947"/>
                  </a:lnTo>
                  <a:lnTo>
                    <a:pt x="856475" y="293458"/>
                  </a:lnTo>
                  <a:lnTo>
                    <a:pt x="856856" y="294982"/>
                  </a:lnTo>
                  <a:lnTo>
                    <a:pt x="857999" y="296494"/>
                  </a:lnTo>
                  <a:lnTo>
                    <a:pt x="859510" y="297637"/>
                  </a:lnTo>
                  <a:lnTo>
                    <a:pt x="861415" y="298018"/>
                  </a:lnTo>
                  <a:lnTo>
                    <a:pt x="862558" y="297637"/>
                  </a:lnTo>
                  <a:lnTo>
                    <a:pt x="864069" y="296494"/>
                  </a:lnTo>
                  <a:lnTo>
                    <a:pt x="865212" y="294982"/>
                  </a:lnTo>
                  <a:lnTo>
                    <a:pt x="865593" y="293458"/>
                  </a:lnTo>
                  <a:close/>
                </a:path>
                <a:path w="1653539" h="375285">
                  <a:moveTo>
                    <a:pt x="883056" y="299529"/>
                  </a:moveTo>
                  <a:lnTo>
                    <a:pt x="882675" y="297637"/>
                  </a:lnTo>
                  <a:lnTo>
                    <a:pt x="881913" y="296113"/>
                  </a:lnTo>
                  <a:lnTo>
                    <a:pt x="880389" y="294982"/>
                  </a:lnTo>
                  <a:lnTo>
                    <a:pt x="878497" y="294601"/>
                  </a:lnTo>
                  <a:lnTo>
                    <a:pt x="876604" y="294982"/>
                  </a:lnTo>
                  <a:lnTo>
                    <a:pt x="875080" y="296113"/>
                  </a:lnTo>
                  <a:lnTo>
                    <a:pt x="874331" y="297637"/>
                  </a:lnTo>
                  <a:lnTo>
                    <a:pt x="873950" y="299161"/>
                  </a:lnTo>
                  <a:lnTo>
                    <a:pt x="874331" y="301053"/>
                  </a:lnTo>
                  <a:lnTo>
                    <a:pt x="875080" y="302577"/>
                  </a:lnTo>
                  <a:lnTo>
                    <a:pt x="876604" y="303707"/>
                  </a:lnTo>
                  <a:lnTo>
                    <a:pt x="878497" y="304088"/>
                  </a:lnTo>
                  <a:lnTo>
                    <a:pt x="880389" y="303707"/>
                  </a:lnTo>
                  <a:lnTo>
                    <a:pt x="881913" y="302577"/>
                  </a:lnTo>
                  <a:lnTo>
                    <a:pt x="882675" y="301053"/>
                  </a:lnTo>
                  <a:lnTo>
                    <a:pt x="883056" y="299529"/>
                  </a:lnTo>
                  <a:close/>
                </a:path>
                <a:path w="1653539" h="375285">
                  <a:moveTo>
                    <a:pt x="900899" y="305231"/>
                  </a:moveTo>
                  <a:lnTo>
                    <a:pt x="900518" y="303707"/>
                  </a:lnTo>
                  <a:lnTo>
                    <a:pt x="899375" y="302196"/>
                  </a:lnTo>
                  <a:lnTo>
                    <a:pt x="897864" y="301053"/>
                  </a:lnTo>
                  <a:lnTo>
                    <a:pt x="895972" y="300672"/>
                  </a:lnTo>
                  <a:lnTo>
                    <a:pt x="894067" y="301053"/>
                  </a:lnTo>
                  <a:lnTo>
                    <a:pt x="892543" y="302196"/>
                  </a:lnTo>
                  <a:lnTo>
                    <a:pt x="891781" y="303707"/>
                  </a:lnTo>
                  <a:lnTo>
                    <a:pt x="891400" y="305231"/>
                  </a:lnTo>
                  <a:lnTo>
                    <a:pt x="891781" y="306743"/>
                  </a:lnTo>
                  <a:lnTo>
                    <a:pt x="892543" y="308267"/>
                  </a:lnTo>
                  <a:lnTo>
                    <a:pt x="894067" y="309397"/>
                  </a:lnTo>
                  <a:lnTo>
                    <a:pt x="895972" y="309778"/>
                  </a:lnTo>
                  <a:lnTo>
                    <a:pt x="897864" y="309397"/>
                  </a:lnTo>
                  <a:lnTo>
                    <a:pt x="899375" y="308267"/>
                  </a:lnTo>
                  <a:lnTo>
                    <a:pt x="900518" y="306743"/>
                  </a:lnTo>
                  <a:lnTo>
                    <a:pt x="900899" y="305231"/>
                  </a:lnTo>
                  <a:close/>
                </a:path>
                <a:path w="1653539" h="375285">
                  <a:moveTo>
                    <a:pt x="917981" y="310921"/>
                  </a:moveTo>
                  <a:lnTo>
                    <a:pt x="917600" y="309397"/>
                  </a:lnTo>
                  <a:lnTo>
                    <a:pt x="916851" y="307886"/>
                  </a:lnTo>
                  <a:lnTo>
                    <a:pt x="915327" y="306743"/>
                  </a:lnTo>
                  <a:lnTo>
                    <a:pt x="913803" y="306362"/>
                  </a:lnTo>
                  <a:lnTo>
                    <a:pt x="911898" y="306743"/>
                  </a:lnTo>
                  <a:lnTo>
                    <a:pt x="910386" y="307886"/>
                  </a:lnTo>
                  <a:lnTo>
                    <a:pt x="909243" y="309397"/>
                  </a:lnTo>
                  <a:lnTo>
                    <a:pt x="908875" y="310921"/>
                  </a:lnTo>
                  <a:lnTo>
                    <a:pt x="909243" y="312826"/>
                  </a:lnTo>
                  <a:lnTo>
                    <a:pt x="910386" y="314337"/>
                  </a:lnTo>
                  <a:lnTo>
                    <a:pt x="911898" y="315480"/>
                  </a:lnTo>
                  <a:lnTo>
                    <a:pt x="913803" y="315861"/>
                  </a:lnTo>
                  <a:lnTo>
                    <a:pt x="915327" y="315480"/>
                  </a:lnTo>
                  <a:lnTo>
                    <a:pt x="916851" y="314337"/>
                  </a:lnTo>
                  <a:lnTo>
                    <a:pt x="917600" y="312826"/>
                  </a:lnTo>
                  <a:lnTo>
                    <a:pt x="917981" y="310921"/>
                  </a:lnTo>
                  <a:close/>
                </a:path>
                <a:path w="1653539" h="375285">
                  <a:moveTo>
                    <a:pt x="935824" y="316992"/>
                  </a:moveTo>
                  <a:lnTo>
                    <a:pt x="935443" y="315480"/>
                  </a:lnTo>
                  <a:lnTo>
                    <a:pt x="934300" y="313969"/>
                  </a:lnTo>
                  <a:lnTo>
                    <a:pt x="932789" y="312826"/>
                  </a:lnTo>
                  <a:lnTo>
                    <a:pt x="930884" y="312445"/>
                  </a:lnTo>
                  <a:lnTo>
                    <a:pt x="928992" y="312826"/>
                  </a:lnTo>
                  <a:lnTo>
                    <a:pt x="927481" y="313969"/>
                  </a:lnTo>
                  <a:lnTo>
                    <a:pt x="926719" y="316992"/>
                  </a:lnTo>
                  <a:lnTo>
                    <a:pt x="927100" y="318897"/>
                  </a:lnTo>
                  <a:lnTo>
                    <a:pt x="927481" y="320040"/>
                  </a:lnTo>
                  <a:lnTo>
                    <a:pt x="928992" y="321170"/>
                  </a:lnTo>
                  <a:lnTo>
                    <a:pt x="930884" y="321551"/>
                  </a:lnTo>
                  <a:lnTo>
                    <a:pt x="932789" y="321170"/>
                  </a:lnTo>
                  <a:lnTo>
                    <a:pt x="934300" y="320040"/>
                  </a:lnTo>
                  <a:lnTo>
                    <a:pt x="935443" y="318897"/>
                  </a:lnTo>
                  <a:lnTo>
                    <a:pt x="935824" y="316992"/>
                  </a:lnTo>
                  <a:close/>
                </a:path>
                <a:path w="1653539" h="375285">
                  <a:moveTo>
                    <a:pt x="953287" y="322694"/>
                  </a:moveTo>
                  <a:lnTo>
                    <a:pt x="952906" y="321170"/>
                  </a:lnTo>
                  <a:lnTo>
                    <a:pt x="951776" y="319659"/>
                  </a:lnTo>
                  <a:lnTo>
                    <a:pt x="950252" y="318897"/>
                  </a:lnTo>
                  <a:lnTo>
                    <a:pt x="948359" y="318516"/>
                  </a:lnTo>
                  <a:lnTo>
                    <a:pt x="946835" y="318897"/>
                  </a:lnTo>
                  <a:lnTo>
                    <a:pt x="945311" y="319659"/>
                  </a:lnTo>
                  <a:lnTo>
                    <a:pt x="944168" y="321170"/>
                  </a:lnTo>
                  <a:lnTo>
                    <a:pt x="943787" y="322694"/>
                  </a:lnTo>
                  <a:lnTo>
                    <a:pt x="944168" y="324586"/>
                  </a:lnTo>
                  <a:lnTo>
                    <a:pt x="945311" y="326110"/>
                  </a:lnTo>
                  <a:lnTo>
                    <a:pt x="946454" y="327253"/>
                  </a:lnTo>
                  <a:lnTo>
                    <a:pt x="948359" y="327621"/>
                  </a:lnTo>
                  <a:lnTo>
                    <a:pt x="950252" y="327253"/>
                  </a:lnTo>
                  <a:lnTo>
                    <a:pt x="951776" y="326110"/>
                  </a:lnTo>
                  <a:lnTo>
                    <a:pt x="952906" y="324586"/>
                  </a:lnTo>
                  <a:lnTo>
                    <a:pt x="953287" y="322694"/>
                  </a:lnTo>
                  <a:close/>
                </a:path>
                <a:path w="1653539" h="375285">
                  <a:moveTo>
                    <a:pt x="970381" y="328764"/>
                  </a:moveTo>
                  <a:lnTo>
                    <a:pt x="970000" y="327253"/>
                  </a:lnTo>
                  <a:lnTo>
                    <a:pt x="969238" y="325729"/>
                  </a:lnTo>
                  <a:lnTo>
                    <a:pt x="967714" y="324586"/>
                  </a:lnTo>
                  <a:lnTo>
                    <a:pt x="966190" y="324218"/>
                  </a:lnTo>
                  <a:lnTo>
                    <a:pt x="964298" y="324586"/>
                  </a:lnTo>
                  <a:lnTo>
                    <a:pt x="962774" y="325729"/>
                  </a:lnTo>
                  <a:lnTo>
                    <a:pt x="961644" y="327253"/>
                  </a:lnTo>
                  <a:lnTo>
                    <a:pt x="961263" y="328764"/>
                  </a:lnTo>
                  <a:lnTo>
                    <a:pt x="961644" y="330669"/>
                  </a:lnTo>
                  <a:lnTo>
                    <a:pt x="962774" y="332181"/>
                  </a:lnTo>
                  <a:lnTo>
                    <a:pt x="964298" y="332943"/>
                  </a:lnTo>
                  <a:lnTo>
                    <a:pt x="966190" y="333324"/>
                  </a:lnTo>
                  <a:lnTo>
                    <a:pt x="967714" y="332943"/>
                  </a:lnTo>
                  <a:lnTo>
                    <a:pt x="969238" y="332181"/>
                  </a:lnTo>
                  <a:lnTo>
                    <a:pt x="970000" y="330669"/>
                  </a:lnTo>
                  <a:lnTo>
                    <a:pt x="970381" y="328764"/>
                  </a:lnTo>
                  <a:close/>
                </a:path>
                <a:path w="1653539" h="375285">
                  <a:moveTo>
                    <a:pt x="988212" y="334467"/>
                  </a:moveTo>
                  <a:lnTo>
                    <a:pt x="987831" y="332943"/>
                  </a:lnTo>
                  <a:lnTo>
                    <a:pt x="986688" y="331800"/>
                  </a:lnTo>
                  <a:lnTo>
                    <a:pt x="985177" y="330669"/>
                  </a:lnTo>
                  <a:lnTo>
                    <a:pt x="983284" y="330288"/>
                  </a:lnTo>
                  <a:lnTo>
                    <a:pt x="981392" y="330669"/>
                  </a:lnTo>
                  <a:lnTo>
                    <a:pt x="980249" y="331800"/>
                  </a:lnTo>
                  <a:lnTo>
                    <a:pt x="979487" y="332943"/>
                  </a:lnTo>
                  <a:lnTo>
                    <a:pt x="979106" y="334467"/>
                  </a:lnTo>
                  <a:lnTo>
                    <a:pt x="979487" y="336359"/>
                  </a:lnTo>
                  <a:lnTo>
                    <a:pt x="980249" y="337870"/>
                  </a:lnTo>
                  <a:lnTo>
                    <a:pt x="981392" y="339013"/>
                  </a:lnTo>
                  <a:lnTo>
                    <a:pt x="983284" y="339394"/>
                  </a:lnTo>
                  <a:lnTo>
                    <a:pt x="985177" y="339013"/>
                  </a:lnTo>
                  <a:lnTo>
                    <a:pt x="986688" y="337870"/>
                  </a:lnTo>
                  <a:lnTo>
                    <a:pt x="987831" y="336359"/>
                  </a:lnTo>
                  <a:lnTo>
                    <a:pt x="988212" y="334467"/>
                  </a:lnTo>
                  <a:close/>
                </a:path>
                <a:path w="1653539" h="375285">
                  <a:moveTo>
                    <a:pt x="1005674" y="340537"/>
                  </a:moveTo>
                  <a:lnTo>
                    <a:pt x="1005306" y="339013"/>
                  </a:lnTo>
                  <a:lnTo>
                    <a:pt x="1004163" y="337502"/>
                  </a:lnTo>
                  <a:lnTo>
                    <a:pt x="1003033" y="336359"/>
                  </a:lnTo>
                  <a:lnTo>
                    <a:pt x="1001128" y="335978"/>
                  </a:lnTo>
                  <a:lnTo>
                    <a:pt x="999223" y="336359"/>
                  </a:lnTo>
                  <a:lnTo>
                    <a:pt x="997699" y="337502"/>
                  </a:lnTo>
                  <a:lnTo>
                    <a:pt x="996569" y="338632"/>
                  </a:lnTo>
                  <a:lnTo>
                    <a:pt x="996188" y="340537"/>
                  </a:lnTo>
                  <a:lnTo>
                    <a:pt x="996569" y="342430"/>
                  </a:lnTo>
                  <a:lnTo>
                    <a:pt x="997699" y="343954"/>
                  </a:lnTo>
                  <a:lnTo>
                    <a:pt x="999223" y="345097"/>
                  </a:lnTo>
                  <a:lnTo>
                    <a:pt x="1001128" y="345478"/>
                  </a:lnTo>
                  <a:lnTo>
                    <a:pt x="1002652" y="345097"/>
                  </a:lnTo>
                  <a:lnTo>
                    <a:pt x="1004163" y="343954"/>
                  </a:lnTo>
                  <a:lnTo>
                    <a:pt x="1005306" y="342430"/>
                  </a:lnTo>
                  <a:lnTo>
                    <a:pt x="1005674" y="340537"/>
                  </a:lnTo>
                  <a:close/>
                </a:path>
                <a:path w="1653539" h="375285">
                  <a:moveTo>
                    <a:pt x="1022769" y="346227"/>
                  </a:moveTo>
                  <a:lnTo>
                    <a:pt x="1022388" y="344716"/>
                  </a:lnTo>
                  <a:lnTo>
                    <a:pt x="1021626" y="343573"/>
                  </a:lnTo>
                  <a:lnTo>
                    <a:pt x="1020102" y="342430"/>
                  </a:lnTo>
                  <a:lnTo>
                    <a:pt x="1018578" y="342049"/>
                  </a:lnTo>
                  <a:lnTo>
                    <a:pt x="1016685" y="342430"/>
                  </a:lnTo>
                  <a:lnTo>
                    <a:pt x="1015174" y="343573"/>
                  </a:lnTo>
                  <a:lnTo>
                    <a:pt x="1014031" y="344716"/>
                  </a:lnTo>
                  <a:lnTo>
                    <a:pt x="1013650" y="346227"/>
                  </a:lnTo>
                  <a:lnTo>
                    <a:pt x="1014031" y="348132"/>
                  </a:lnTo>
                  <a:lnTo>
                    <a:pt x="1015174" y="349643"/>
                  </a:lnTo>
                  <a:lnTo>
                    <a:pt x="1016685" y="350786"/>
                  </a:lnTo>
                  <a:lnTo>
                    <a:pt x="1018578" y="351167"/>
                  </a:lnTo>
                  <a:lnTo>
                    <a:pt x="1020102" y="350786"/>
                  </a:lnTo>
                  <a:lnTo>
                    <a:pt x="1021626" y="349643"/>
                  </a:lnTo>
                  <a:lnTo>
                    <a:pt x="1022388" y="348132"/>
                  </a:lnTo>
                  <a:lnTo>
                    <a:pt x="1022769" y="346227"/>
                  </a:lnTo>
                  <a:close/>
                </a:path>
                <a:path w="1653539" h="375285">
                  <a:moveTo>
                    <a:pt x="1040599" y="352310"/>
                  </a:moveTo>
                  <a:lnTo>
                    <a:pt x="1040218" y="350405"/>
                  </a:lnTo>
                  <a:lnTo>
                    <a:pt x="1039088" y="349262"/>
                  </a:lnTo>
                  <a:lnTo>
                    <a:pt x="1037564" y="348132"/>
                  </a:lnTo>
                  <a:lnTo>
                    <a:pt x="1035672" y="347751"/>
                  </a:lnTo>
                  <a:lnTo>
                    <a:pt x="1033780" y="348132"/>
                  </a:lnTo>
                  <a:lnTo>
                    <a:pt x="1032637" y="349262"/>
                  </a:lnTo>
                  <a:lnTo>
                    <a:pt x="1031875" y="350405"/>
                  </a:lnTo>
                  <a:lnTo>
                    <a:pt x="1031494" y="352310"/>
                  </a:lnTo>
                  <a:lnTo>
                    <a:pt x="1031875" y="354203"/>
                  </a:lnTo>
                  <a:lnTo>
                    <a:pt x="1032637" y="355727"/>
                  </a:lnTo>
                  <a:lnTo>
                    <a:pt x="1033780" y="356857"/>
                  </a:lnTo>
                  <a:lnTo>
                    <a:pt x="1035672" y="357238"/>
                  </a:lnTo>
                  <a:lnTo>
                    <a:pt x="1037564" y="356857"/>
                  </a:lnTo>
                  <a:lnTo>
                    <a:pt x="1039088" y="355727"/>
                  </a:lnTo>
                  <a:lnTo>
                    <a:pt x="1040218" y="354203"/>
                  </a:lnTo>
                  <a:lnTo>
                    <a:pt x="1040599" y="352310"/>
                  </a:lnTo>
                  <a:close/>
                </a:path>
                <a:path w="1653539" h="375285">
                  <a:moveTo>
                    <a:pt x="1058075" y="358381"/>
                  </a:moveTo>
                  <a:lnTo>
                    <a:pt x="1057694" y="356489"/>
                  </a:lnTo>
                  <a:lnTo>
                    <a:pt x="1056932" y="355346"/>
                  </a:lnTo>
                  <a:lnTo>
                    <a:pt x="1055420" y="354203"/>
                  </a:lnTo>
                  <a:lnTo>
                    <a:pt x="1053515" y="353822"/>
                  </a:lnTo>
                  <a:lnTo>
                    <a:pt x="1051610" y="354203"/>
                  </a:lnTo>
                  <a:lnTo>
                    <a:pt x="1050099" y="355346"/>
                  </a:lnTo>
                  <a:lnTo>
                    <a:pt x="1048956" y="356489"/>
                  </a:lnTo>
                  <a:lnTo>
                    <a:pt x="1048575" y="358381"/>
                  </a:lnTo>
                  <a:lnTo>
                    <a:pt x="1048956" y="359892"/>
                  </a:lnTo>
                  <a:lnTo>
                    <a:pt x="1050099" y="361416"/>
                  </a:lnTo>
                  <a:lnTo>
                    <a:pt x="1051610" y="362559"/>
                  </a:lnTo>
                  <a:lnTo>
                    <a:pt x="1053515" y="362940"/>
                  </a:lnTo>
                  <a:lnTo>
                    <a:pt x="1055420" y="362559"/>
                  </a:lnTo>
                  <a:lnTo>
                    <a:pt x="1056932" y="361416"/>
                  </a:lnTo>
                  <a:lnTo>
                    <a:pt x="1057694" y="359892"/>
                  </a:lnTo>
                  <a:lnTo>
                    <a:pt x="1058075" y="358381"/>
                  </a:lnTo>
                  <a:close/>
                </a:path>
                <a:path w="1653539" h="375285">
                  <a:moveTo>
                    <a:pt x="1075537" y="364070"/>
                  </a:moveTo>
                  <a:lnTo>
                    <a:pt x="1075156" y="362178"/>
                  </a:lnTo>
                  <a:lnTo>
                    <a:pt x="1074013" y="360654"/>
                  </a:lnTo>
                  <a:lnTo>
                    <a:pt x="1072870" y="359892"/>
                  </a:lnTo>
                  <a:lnTo>
                    <a:pt x="1070978" y="359511"/>
                  </a:lnTo>
                  <a:lnTo>
                    <a:pt x="1069086" y="359892"/>
                  </a:lnTo>
                  <a:lnTo>
                    <a:pt x="1067562" y="360654"/>
                  </a:lnTo>
                  <a:lnTo>
                    <a:pt x="1066812" y="362178"/>
                  </a:lnTo>
                  <a:lnTo>
                    <a:pt x="1066431" y="364070"/>
                  </a:lnTo>
                  <a:lnTo>
                    <a:pt x="1066812" y="365975"/>
                  </a:lnTo>
                  <a:lnTo>
                    <a:pt x="1067562" y="367499"/>
                  </a:lnTo>
                  <a:lnTo>
                    <a:pt x="1069086" y="368630"/>
                  </a:lnTo>
                  <a:lnTo>
                    <a:pt x="1070978" y="369011"/>
                  </a:lnTo>
                  <a:lnTo>
                    <a:pt x="1072870" y="368630"/>
                  </a:lnTo>
                  <a:lnTo>
                    <a:pt x="1074013" y="367499"/>
                  </a:lnTo>
                  <a:lnTo>
                    <a:pt x="1075156" y="365975"/>
                  </a:lnTo>
                  <a:lnTo>
                    <a:pt x="1075537" y="364070"/>
                  </a:lnTo>
                  <a:close/>
                </a:path>
                <a:path w="1653539" h="375285">
                  <a:moveTo>
                    <a:pt x="1092987" y="370141"/>
                  </a:moveTo>
                  <a:lnTo>
                    <a:pt x="1092619" y="368249"/>
                  </a:lnTo>
                  <a:lnTo>
                    <a:pt x="1091476" y="366737"/>
                  </a:lnTo>
                  <a:lnTo>
                    <a:pt x="1089964" y="365975"/>
                  </a:lnTo>
                  <a:lnTo>
                    <a:pt x="1088072" y="365594"/>
                  </a:lnTo>
                  <a:lnTo>
                    <a:pt x="1086548" y="365975"/>
                  </a:lnTo>
                  <a:lnTo>
                    <a:pt x="1085405" y="366737"/>
                  </a:lnTo>
                  <a:lnTo>
                    <a:pt x="1084262" y="368249"/>
                  </a:lnTo>
                  <a:lnTo>
                    <a:pt x="1083881" y="370141"/>
                  </a:lnTo>
                  <a:lnTo>
                    <a:pt x="1084262" y="372046"/>
                  </a:lnTo>
                  <a:lnTo>
                    <a:pt x="1085405" y="373189"/>
                  </a:lnTo>
                  <a:lnTo>
                    <a:pt x="1086167" y="374332"/>
                  </a:lnTo>
                  <a:lnTo>
                    <a:pt x="1088072" y="374700"/>
                  </a:lnTo>
                  <a:lnTo>
                    <a:pt x="1089964" y="374332"/>
                  </a:lnTo>
                  <a:lnTo>
                    <a:pt x="1091476" y="373189"/>
                  </a:lnTo>
                  <a:lnTo>
                    <a:pt x="1092619" y="372046"/>
                  </a:lnTo>
                  <a:lnTo>
                    <a:pt x="1092987" y="370141"/>
                  </a:lnTo>
                  <a:close/>
                </a:path>
                <a:path w="1653539" h="375285">
                  <a:moveTo>
                    <a:pt x="1547063" y="15557"/>
                  </a:moveTo>
                  <a:lnTo>
                    <a:pt x="1546682" y="14046"/>
                  </a:lnTo>
                  <a:lnTo>
                    <a:pt x="1545539" y="12522"/>
                  </a:lnTo>
                  <a:lnTo>
                    <a:pt x="1544015" y="11379"/>
                  </a:lnTo>
                  <a:lnTo>
                    <a:pt x="1542110" y="11010"/>
                  </a:lnTo>
                  <a:lnTo>
                    <a:pt x="1540586" y="11379"/>
                  </a:lnTo>
                  <a:lnTo>
                    <a:pt x="1539074" y="12522"/>
                  </a:lnTo>
                  <a:lnTo>
                    <a:pt x="1537944" y="14046"/>
                  </a:lnTo>
                  <a:lnTo>
                    <a:pt x="1537563" y="15557"/>
                  </a:lnTo>
                  <a:lnTo>
                    <a:pt x="1537944" y="17462"/>
                  </a:lnTo>
                  <a:lnTo>
                    <a:pt x="1538693" y="18973"/>
                  </a:lnTo>
                  <a:lnTo>
                    <a:pt x="1540586" y="19735"/>
                  </a:lnTo>
                  <a:lnTo>
                    <a:pt x="1542110" y="20116"/>
                  </a:lnTo>
                  <a:lnTo>
                    <a:pt x="1544015" y="19735"/>
                  </a:lnTo>
                  <a:lnTo>
                    <a:pt x="1545539" y="18973"/>
                  </a:lnTo>
                  <a:lnTo>
                    <a:pt x="1546682" y="17462"/>
                  </a:lnTo>
                  <a:lnTo>
                    <a:pt x="1547063" y="15557"/>
                  </a:lnTo>
                  <a:close/>
                </a:path>
                <a:path w="1653539" h="375285">
                  <a:moveTo>
                    <a:pt x="1562227" y="26187"/>
                  </a:moveTo>
                  <a:lnTo>
                    <a:pt x="1561846" y="24295"/>
                  </a:lnTo>
                  <a:lnTo>
                    <a:pt x="1561096" y="22771"/>
                  </a:lnTo>
                  <a:lnTo>
                    <a:pt x="1559204" y="22009"/>
                  </a:lnTo>
                  <a:lnTo>
                    <a:pt x="1557693" y="21628"/>
                  </a:lnTo>
                  <a:lnTo>
                    <a:pt x="1555788" y="22009"/>
                  </a:lnTo>
                  <a:lnTo>
                    <a:pt x="1554264" y="22771"/>
                  </a:lnTo>
                  <a:lnTo>
                    <a:pt x="1553121" y="24295"/>
                  </a:lnTo>
                  <a:lnTo>
                    <a:pt x="1552740" y="26187"/>
                  </a:lnTo>
                  <a:lnTo>
                    <a:pt x="1553121" y="28092"/>
                  </a:lnTo>
                  <a:lnTo>
                    <a:pt x="1554264" y="29222"/>
                  </a:lnTo>
                  <a:lnTo>
                    <a:pt x="1555788" y="30365"/>
                  </a:lnTo>
                  <a:lnTo>
                    <a:pt x="1557693" y="30746"/>
                  </a:lnTo>
                  <a:lnTo>
                    <a:pt x="1559204" y="30365"/>
                  </a:lnTo>
                  <a:lnTo>
                    <a:pt x="1560715" y="29222"/>
                  </a:lnTo>
                  <a:lnTo>
                    <a:pt x="1561846" y="28092"/>
                  </a:lnTo>
                  <a:lnTo>
                    <a:pt x="1562227" y="26187"/>
                  </a:lnTo>
                  <a:close/>
                </a:path>
                <a:path w="1653539" h="375285">
                  <a:moveTo>
                    <a:pt x="1577047" y="36436"/>
                  </a:moveTo>
                  <a:lnTo>
                    <a:pt x="1576666" y="34544"/>
                  </a:lnTo>
                  <a:lnTo>
                    <a:pt x="1575904" y="33020"/>
                  </a:lnTo>
                  <a:lnTo>
                    <a:pt x="1574761" y="32258"/>
                  </a:lnTo>
                  <a:lnTo>
                    <a:pt x="1572856" y="31889"/>
                  </a:lnTo>
                  <a:lnTo>
                    <a:pt x="1570964" y="32258"/>
                  </a:lnTo>
                  <a:lnTo>
                    <a:pt x="1569453" y="33401"/>
                  </a:lnTo>
                  <a:lnTo>
                    <a:pt x="1568323" y="34544"/>
                  </a:lnTo>
                  <a:lnTo>
                    <a:pt x="1567942" y="36436"/>
                  </a:lnTo>
                  <a:lnTo>
                    <a:pt x="1568323" y="38341"/>
                  </a:lnTo>
                  <a:lnTo>
                    <a:pt x="1569453" y="39852"/>
                  </a:lnTo>
                  <a:lnTo>
                    <a:pt x="1570964" y="40995"/>
                  </a:lnTo>
                  <a:lnTo>
                    <a:pt x="1572856" y="41376"/>
                  </a:lnTo>
                  <a:lnTo>
                    <a:pt x="1574761" y="40995"/>
                  </a:lnTo>
                  <a:lnTo>
                    <a:pt x="1575904" y="39852"/>
                  </a:lnTo>
                  <a:lnTo>
                    <a:pt x="1576666" y="38341"/>
                  </a:lnTo>
                  <a:lnTo>
                    <a:pt x="1577047" y="36436"/>
                  </a:lnTo>
                  <a:close/>
                </a:path>
                <a:path w="1653539" h="375285">
                  <a:moveTo>
                    <a:pt x="1592224" y="47066"/>
                  </a:moveTo>
                  <a:lnTo>
                    <a:pt x="1591856" y="45173"/>
                  </a:lnTo>
                  <a:lnTo>
                    <a:pt x="1591094" y="43649"/>
                  </a:lnTo>
                  <a:lnTo>
                    <a:pt x="1589582" y="42519"/>
                  </a:lnTo>
                  <a:lnTo>
                    <a:pt x="1588058" y="42138"/>
                  </a:lnTo>
                  <a:lnTo>
                    <a:pt x="1586153" y="42519"/>
                  </a:lnTo>
                  <a:lnTo>
                    <a:pt x="1584629" y="43649"/>
                  </a:lnTo>
                  <a:lnTo>
                    <a:pt x="1583486" y="45173"/>
                  </a:lnTo>
                  <a:lnTo>
                    <a:pt x="1583105" y="47066"/>
                  </a:lnTo>
                  <a:lnTo>
                    <a:pt x="1583486" y="48971"/>
                  </a:lnTo>
                  <a:lnTo>
                    <a:pt x="1584629" y="50482"/>
                  </a:lnTo>
                  <a:lnTo>
                    <a:pt x="1586153" y="51244"/>
                  </a:lnTo>
                  <a:lnTo>
                    <a:pt x="1588058" y="51625"/>
                  </a:lnTo>
                  <a:lnTo>
                    <a:pt x="1589582" y="51244"/>
                  </a:lnTo>
                  <a:lnTo>
                    <a:pt x="1591094" y="50482"/>
                  </a:lnTo>
                  <a:lnTo>
                    <a:pt x="1591856" y="48971"/>
                  </a:lnTo>
                  <a:lnTo>
                    <a:pt x="1592224" y="47066"/>
                  </a:lnTo>
                  <a:close/>
                </a:path>
                <a:path w="1653539" h="375285">
                  <a:moveTo>
                    <a:pt x="1607794" y="57315"/>
                  </a:moveTo>
                  <a:lnTo>
                    <a:pt x="1607413" y="55422"/>
                  </a:lnTo>
                  <a:lnTo>
                    <a:pt x="1606270" y="54279"/>
                  </a:lnTo>
                  <a:lnTo>
                    <a:pt x="1604746" y="53530"/>
                  </a:lnTo>
                  <a:lnTo>
                    <a:pt x="1602854" y="53149"/>
                  </a:lnTo>
                  <a:lnTo>
                    <a:pt x="1601343" y="53530"/>
                  </a:lnTo>
                  <a:lnTo>
                    <a:pt x="1599831" y="54279"/>
                  </a:lnTo>
                  <a:lnTo>
                    <a:pt x="1599069" y="55422"/>
                  </a:lnTo>
                  <a:lnTo>
                    <a:pt x="1598688" y="57315"/>
                  </a:lnTo>
                  <a:lnTo>
                    <a:pt x="1599069" y="59220"/>
                  </a:lnTo>
                  <a:lnTo>
                    <a:pt x="1599831" y="60744"/>
                  </a:lnTo>
                  <a:lnTo>
                    <a:pt x="1601343" y="61874"/>
                  </a:lnTo>
                  <a:lnTo>
                    <a:pt x="1602854" y="62255"/>
                  </a:lnTo>
                  <a:lnTo>
                    <a:pt x="1604746" y="61874"/>
                  </a:lnTo>
                  <a:lnTo>
                    <a:pt x="1606270" y="60744"/>
                  </a:lnTo>
                  <a:lnTo>
                    <a:pt x="1607413" y="59220"/>
                  </a:lnTo>
                  <a:lnTo>
                    <a:pt x="1607794" y="57315"/>
                  </a:lnTo>
                  <a:close/>
                </a:path>
                <a:path w="1653539" h="375285">
                  <a:moveTo>
                    <a:pt x="1622983" y="67957"/>
                  </a:moveTo>
                  <a:lnTo>
                    <a:pt x="1622602" y="66052"/>
                  </a:lnTo>
                  <a:lnTo>
                    <a:pt x="1621472" y="64528"/>
                  </a:lnTo>
                  <a:lnTo>
                    <a:pt x="1619948" y="63779"/>
                  </a:lnTo>
                  <a:lnTo>
                    <a:pt x="1618043" y="63398"/>
                  </a:lnTo>
                  <a:lnTo>
                    <a:pt x="1616138" y="63779"/>
                  </a:lnTo>
                  <a:lnTo>
                    <a:pt x="1614995" y="64909"/>
                  </a:lnTo>
                  <a:lnTo>
                    <a:pt x="1614246" y="66052"/>
                  </a:lnTo>
                  <a:lnTo>
                    <a:pt x="1613865" y="67957"/>
                  </a:lnTo>
                  <a:lnTo>
                    <a:pt x="1614246" y="69469"/>
                  </a:lnTo>
                  <a:lnTo>
                    <a:pt x="1614995" y="70993"/>
                  </a:lnTo>
                  <a:lnTo>
                    <a:pt x="1616519" y="72123"/>
                  </a:lnTo>
                  <a:lnTo>
                    <a:pt x="1618043" y="72504"/>
                  </a:lnTo>
                  <a:lnTo>
                    <a:pt x="1619948" y="72123"/>
                  </a:lnTo>
                  <a:lnTo>
                    <a:pt x="1621472" y="70993"/>
                  </a:lnTo>
                  <a:lnTo>
                    <a:pt x="1622602" y="69469"/>
                  </a:lnTo>
                  <a:lnTo>
                    <a:pt x="1622983" y="67957"/>
                  </a:lnTo>
                  <a:close/>
                </a:path>
                <a:path w="1653539" h="375285">
                  <a:moveTo>
                    <a:pt x="1638160" y="78587"/>
                  </a:moveTo>
                  <a:lnTo>
                    <a:pt x="1637779" y="76682"/>
                  </a:lnTo>
                  <a:lnTo>
                    <a:pt x="1637017" y="75171"/>
                  </a:lnTo>
                  <a:lnTo>
                    <a:pt x="1635125" y="74028"/>
                  </a:lnTo>
                  <a:lnTo>
                    <a:pt x="1633613" y="73647"/>
                  </a:lnTo>
                  <a:lnTo>
                    <a:pt x="1631721" y="74028"/>
                  </a:lnTo>
                  <a:lnTo>
                    <a:pt x="1630197" y="75171"/>
                  </a:lnTo>
                  <a:lnTo>
                    <a:pt x="1629054" y="76682"/>
                  </a:lnTo>
                  <a:lnTo>
                    <a:pt x="1628673" y="78587"/>
                  </a:lnTo>
                  <a:lnTo>
                    <a:pt x="1629054" y="80479"/>
                  </a:lnTo>
                  <a:lnTo>
                    <a:pt x="1630197" y="81622"/>
                  </a:lnTo>
                  <a:lnTo>
                    <a:pt x="1631721" y="82372"/>
                  </a:lnTo>
                  <a:lnTo>
                    <a:pt x="1633613" y="82753"/>
                  </a:lnTo>
                  <a:lnTo>
                    <a:pt x="1635125" y="82372"/>
                  </a:lnTo>
                  <a:lnTo>
                    <a:pt x="1636636" y="81622"/>
                  </a:lnTo>
                  <a:lnTo>
                    <a:pt x="1637779" y="80479"/>
                  </a:lnTo>
                  <a:lnTo>
                    <a:pt x="1638160" y="78587"/>
                  </a:lnTo>
                  <a:close/>
                </a:path>
                <a:path w="1653539" h="375285">
                  <a:moveTo>
                    <a:pt x="1653362" y="88836"/>
                  </a:moveTo>
                  <a:lnTo>
                    <a:pt x="1652981" y="86931"/>
                  </a:lnTo>
                  <a:lnTo>
                    <a:pt x="1652219" y="85420"/>
                  </a:lnTo>
                  <a:lnTo>
                    <a:pt x="1650695" y="84658"/>
                  </a:lnTo>
                  <a:lnTo>
                    <a:pt x="1648790" y="84277"/>
                  </a:lnTo>
                  <a:lnTo>
                    <a:pt x="1646885" y="84658"/>
                  </a:lnTo>
                  <a:lnTo>
                    <a:pt x="1645373" y="85420"/>
                  </a:lnTo>
                  <a:lnTo>
                    <a:pt x="1644243" y="86931"/>
                  </a:lnTo>
                  <a:lnTo>
                    <a:pt x="1643862" y="88836"/>
                  </a:lnTo>
                  <a:lnTo>
                    <a:pt x="1644243" y="90728"/>
                  </a:lnTo>
                  <a:lnTo>
                    <a:pt x="1645373" y="92252"/>
                  </a:lnTo>
                  <a:lnTo>
                    <a:pt x="1646885" y="93383"/>
                  </a:lnTo>
                  <a:lnTo>
                    <a:pt x="1648790" y="93764"/>
                  </a:lnTo>
                  <a:lnTo>
                    <a:pt x="1650695" y="93383"/>
                  </a:lnTo>
                  <a:lnTo>
                    <a:pt x="1652219" y="92252"/>
                  </a:lnTo>
                  <a:lnTo>
                    <a:pt x="1652981" y="90728"/>
                  </a:lnTo>
                  <a:lnTo>
                    <a:pt x="1653362" y="888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469870" y="5075173"/>
              <a:ext cx="1013460" cy="699770"/>
            </a:xfrm>
            <a:custGeom>
              <a:avLst/>
              <a:gdLst/>
              <a:ahLst/>
              <a:cxnLst/>
              <a:rect l="l" t="t" r="r" b="b"/>
              <a:pathLst>
                <a:path w="1013460" h="699770">
                  <a:moveTo>
                    <a:pt x="9499" y="4559"/>
                  </a:moveTo>
                  <a:lnTo>
                    <a:pt x="9118" y="2654"/>
                  </a:lnTo>
                  <a:lnTo>
                    <a:pt x="8356" y="1143"/>
                  </a:lnTo>
                  <a:lnTo>
                    <a:pt x="6832" y="381"/>
                  </a:lnTo>
                  <a:lnTo>
                    <a:pt x="4927" y="0"/>
                  </a:lnTo>
                  <a:lnTo>
                    <a:pt x="3022" y="381"/>
                  </a:lnTo>
                  <a:lnTo>
                    <a:pt x="1511" y="1143"/>
                  </a:lnTo>
                  <a:lnTo>
                    <a:pt x="381" y="2654"/>
                  </a:lnTo>
                  <a:lnTo>
                    <a:pt x="0" y="4559"/>
                  </a:lnTo>
                  <a:lnTo>
                    <a:pt x="381" y="6451"/>
                  </a:lnTo>
                  <a:lnTo>
                    <a:pt x="1511" y="7975"/>
                  </a:lnTo>
                  <a:lnTo>
                    <a:pt x="3022" y="9105"/>
                  </a:lnTo>
                  <a:lnTo>
                    <a:pt x="4927" y="9486"/>
                  </a:lnTo>
                  <a:lnTo>
                    <a:pt x="6832" y="9105"/>
                  </a:lnTo>
                  <a:lnTo>
                    <a:pt x="8356" y="7975"/>
                  </a:lnTo>
                  <a:lnTo>
                    <a:pt x="9118" y="6451"/>
                  </a:lnTo>
                  <a:lnTo>
                    <a:pt x="9499" y="4559"/>
                  </a:lnTo>
                  <a:close/>
                </a:path>
                <a:path w="1013460" h="699770">
                  <a:moveTo>
                    <a:pt x="24663" y="14808"/>
                  </a:moveTo>
                  <a:lnTo>
                    <a:pt x="24282" y="13284"/>
                  </a:lnTo>
                  <a:lnTo>
                    <a:pt x="23533" y="11391"/>
                  </a:lnTo>
                  <a:lnTo>
                    <a:pt x="22021" y="10629"/>
                  </a:lnTo>
                  <a:lnTo>
                    <a:pt x="20129" y="10248"/>
                  </a:lnTo>
                  <a:lnTo>
                    <a:pt x="18224" y="10629"/>
                  </a:lnTo>
                  <a:lnTo>
                    <a:pt x="16700" y="11772"/>
                  </a:lnTo>
                  <a:lnTo>
                    <a:pt x="15557" y="12903"/>
                  </a:lnTo>
                  <a:lnTo>
                    <a:pt x="15176" y="14808"/>
                  </a:lnTo>
                  <a:lnTo>
                    <a:pt x="15557" y="16700"/>
                  </a:lnTo>
                  <a:lnTo>
                    <a:pt x="16700" y="18224"/>
                  </a:lnTo>
                  <a:lnTo>
                    <a:pt x="18224" y="19354"/>
                  </a:lnTo>
                  <a:lnTo>
                    <a:pt x="20129" y="19735"/>
                  </a:lnTo>
                  <a:lnTo>
                    <a:pt x="22021" y="19354"/>
                  </a:lnTo>
                  <a:lnTo>
                    <a:pt x="23533" y="18224"/>
                  </a:lnTo>
                  <a:lnTo>
                    <a:pt x="24282" y="16700"/>
                  </a:lnTo>
                  <a:lnTo>
                    <a:pt x="24663" y="14808"/>
                  </a:lnTo>
                  <a:close/>
                </a:path>
                <a:path w="1013460" h="699770">
                  <a:moveTo>
                    <a:pt x="39865" y="25438"/>
                  </a:moveTo>
                  <a:lnTo>
                    <a:pt x="39484" y="23533"/>
                  </a:lnTo>
                  <a:lnTo>
                    <a:pt x="38341" y="22402"/>
                  </a:lnTo>
                  <a:lnTo>
                    <a:pt x="37198" y="21259"/>
                  </a:lnTo>
                  <a:lnTo>
                    <a:pt x="35293" y="20878"/>
                  </a:lnTo>
                  <a:lnTo>
                    <a:pt x="33413" y="21259"/>
                  </a:lnTo>
                  <a:lnTo>
                    <a:pt x="31902" y="22402"/>
                  </a:lnTo>
                  <a:lnTo>
                    <a:pt x="31140" y="23533"/>
                  </a:lnTo>
                  <a:lnTo>
                    <a:pt x="30759" y="25438"/>
                  </a:lnTo>
                  <a:lnTo>
                    <a:pt x="31140" y="27330"/>
                  </a:lnTo>
                  <a:lnTo>
                    <a:pt x="31902" y="28854"/>
                  </a:lnTo>
                  <a:lnTo>
                    <a:pt x="33413" y="29616"/>
                  </a:lnTo>
                  <a:lnTo>
                    <a:pt x="35293" y="29984"/>
                  </a:lnTo>
                  <a:lnTo>
                    <a:pt x="37198" y="29616"/>
                  </a:lnTo>
                  <a:lnTo>
                    <a:pt x="38341" y="28854"/>
                  </a:lnTo>
                  <a:lnTo>
                    <a:pt x="39484" y="27330"/>
                  </a:lnTo>
                  <a:lnTo>
                    <a:pt x="39865" y="25438"/>
                  </a:lnTo>
                  <a:close/>
                </a:path>
                <a:path w="1013460" h="699770">
                  <a:moveTo>
                    <a:pt x="55041" y="36068"/>
                  </a:moveTo>
                  <a:lnTo>
                    <a:pt x="54673" y="34163"/>
                  </a:lnTo>
                  <a:lnTo>
                    <a:pt x="53530" y="32651"/>
                  </a:lnTo>
                  <a:lnTo>
                    <a:pt x="52019" y="31889"/>
                  </a:lnTo>
                  <a:lnTo>
                    <a:pt x="50495" y="31508"/>
                  </a:lnTo>
                  <a:lnTo>
                    <a:pt x="48590" y="31889"/>
                  </a:lnTo>
                  <a:lnTo>
                    <a:pt x="47066" y="32651"/>
                  </a:lnTo>
                  <a:lnTo>
                    <a:pt x="46304" y="34163"/>
                  </a:lnTo>
                  <a:lnTo>
                    <a:pt x="45923" y="36068"/>
                  </a:lnTo>
                  <a:lnTo>
                    <a:pt x="46304" y="37579"/>
                  </a:lnTo>
                  <a:lnTo>
                    <a:pt x="47066" y="39103"/>
                  </a:lnTo>
                  <a:lnTo>
                    <a:pt x="48590" y="40233"/>
                  </a:lnTo>
                  <a:lnTo>
                    <a:pt x="50495" y="40614"/>
                  </a:lnTo>
                  <a:lnTo>
                    <a:pt x="52019" y="40233"/>
                  </a:lnTo>
                  <a:lnTo>
                    <a:pt x="53530" y="39103"/>
                  </a:lnTo>
                  <a:lnTo>
                    <a:pt x="54673" y="37579"/>
                  </a:lnTo>
                  <a:lnTo>
                    <a:pt x="55041" y="36068"/>
                  </a:lnTo>
                  <a:close/>
                </a:path>
                <a:path w="1013460" h="699770">
                  <a:moveTo>
                    <a:pt x="70231" y="46316"/>
                  </a:moveTo>
                  <a:lnTo>
                    <a:pt x="69850" y="44792"/>
                  </a:lnTo>
                  <a:lnTo>
                    <a:pt x="69088" y="42900"/>
                  </a:lnTo>
                  <a:lnTo>
                    <a:pt x="67183" y="42138"/>
                  </a:lnTo>
                  <a:lnTo>
                    <a:pt x="65671" y="41757"/>
                  </a:lnTo>
                  <a:lnTo>
                    <a:pt x="64173" y="42138"/>
                  </a:lnTo>
                  <a:lnTo>
                    <a:pt x="62649" y="43281"/>
                  </a:lnTo>
                  <a:lnTo>
                    <a:pt x="61506" y="44792"/>
                  </a:lnTo>
                  <a:lnTo>
                    <a:pt x="61125" y="46316"/>
                  </a:lnTo>
                  <a:lnTo>
                    <a:pt x="61506" y="48221"/>
                  </a:lnTo>
                  <a:lnTo>
                    <a:pt x="62649" y="49733"/>
                  </a:lnTo>
                  <a:lnTo>
                    <a:pt x="64173" y="50495"/>
                  </a:lnTo>
                  <a:lnTo>
                    <a:pt x="65671" y="50876"/>
                  </a:lnTo>
                  <a:lnTo>
                    <a:pt x="67183" y="50495"/>
                  </a:lnTo>
                  <a:lnTo>
                    <a:pt x="68707" y="49733"/>
                  </a:lnTo>
                  <a:lnTo>
                    <a:pt x="69850" y="48221"/>
                  </a:lnTo>
                  <a:lnTo>
                    <a:pt x="70231" y="46316"/>
                  </a:lnTo>
                  <a:close/>
                </a:path>
                <a:path w="1013460" h="699770">
                  <a:moveTo>
                    <a:pt x="85420" y="56946"/>
                  </a:moveTo>
                  <a:lnTo>
                    <a:pt x="85051" y="55041"/>
                  </a:lnTo>
                  <a:lnTo>
                    <a:pt x="84289" y="53530"/>
                  </a:lnTo>
                  <a:lnTo>
                    <a:pt x="82765" y="52387"/>
                  </a:lnTo>
                  <a:lnTo>
                    <a:pt x="80860" y="52006"/>
                  </a:lnTo>
                  <a:lnTo>
                    <a:pt x="78955" y="52387"/>
                  </a:lnTo>
                  <a:lnTo>
                    <a:pt x="77444" y="53530"/>
                  </a:lnTo>
                  <a:lnTo>
                    <a:pt x="76682" y="55041"/>
                  </a:lnTo>
                  <a:lnTo>
                    <a:pt x="76301" y="56946"/>
                  </a:lnTo>
                  <a:lnTo>
                    <a:pt x="76682" y="58839"/>
                  </a:lnTo>
                  <a:lnTo>
                    <a:pt x="77444" y="60363"/>
                  </a:lnTo>
                  <a:lnTo>
                    <a:pt x="78955" y="61125"/>
                  </a:lnTo>
                  <a:lnTo>
                    <a:pt x="80860" y="61493"/>
                  </a:lnTo>
                  <a:lnTo>
                    <a:pt x="82765" y="61125"/>
                  </a:lnTo>
                  <a:lnTo>
                    <a:pt x="84289" y="60363"/>
                  </a:lnTo>
                  <a:lnTo>
                    <a:pt x="85051" y="58839"/>
                  </a:lnTo>
                  <a:lnTo>
                    <a:pt x="85420" y="56946"/>
                  </a:lnTo>
                  <a:close/>
                </a:path>
                <a:path w="1013460" h="699770">
                  <a:moveTo>
                    <a:pt x="100596" y="67195"/>
                  </a:moveTo>
                  <a:lnTo>
                    <a:pt x="100215" y="65303"/>
                  </a:lnTo>
                  <a:lnTo>
                    <a:pt x="99453" y="63779"/>
                  </a:lnTo>
                  <a:lnTo>
                    <a:pt x="97942" y="63017"/>
                  </a:lnTo>
                  <a:lnTo>
                    <a:pt x="94157" y="63017"/>
                  </a:lnTo>
                  <a:lnTo>
                    <a:pt x="92633" y="63779"/>
                  </a:lnTo>
                  <a:lnTo>
                    <a:pt x="91490" y="65303"/>
                  </a:lnTo>
                  <a:lnTo>
                    <a:pt x="91109" y="67195"/>
                  </a:lnTo>
                  <a:lnTo>
                    <a:pt x="91490" y="69100"/>
                  </a:lnTo>
                  <a:lnTo>
                    <a:pt x="92633" y="70612"/>
                  </a:lnTo>
                  <a:lnTo>
                    <a:pt x="94157" y="71755"/>
                  </a:lnTo>
                  <a:lnTo>
                    <a:pt x="96062" y="72136"/>
                  </a:lnTo>
                  <a:lnTo>
                    <a:pt x="97942" y="71755"/>
                  </a:lnTo>
                  <a:lnTo>
                    <a:pt x="99453" y="70612"/>
                  </a:lnTo>
                  <a:lnTo>
                    <a:pt x="100215" y="69100"/>
                  </a:lnTo>
                  <a:lnTo>
                    <a:pt x="100596" y="67195"/>
                  </a:lnTo>
                  <a:close/>
                </a:path>
                <a:path w="1013460" h="699770">
                  <a:moveTo>
                    <a:pt x="116179" y="77444"/>
                  </a:moveTo>
                  <a:lnTo>
                    <a:pt x="115798" y="76301"/>
                  </a:lnTo>
                  <a:lnTo>
                    <a:pt x="114655" y="74409"/>
                  </a:lnTo>
                  <a:lnTo>
                    <a:pt x="113131" y="73647"/>
                  </a:lnTo>
                  <a:lnTo>
                    <a:pt x="111226" y="73266"/>
                  </a:lnTo>
                  <a:lnTo>
                    <a:pt x="109334" y="73647"/>
                  </a:lnTo>
                  <a:lnTo>
                    <a:pt x="107823" y="74790"/>
                  </a:lnTo>
                  <a:lnTo>
                    <a:pt x="107061" y="76301"/>
                  </a:lnTo>
                  <a:lnTo>
                    <a:pt x="106692" y="77444"/>
                  </a:lnTo>
                  <a:lnTo>
                    <a:pt x="107061" y="79349"/>
                  </a:lnTo>
                  <a:lnTo>
                    <a:pt x="107823" y="80860"/>
                  </a:lnTo>
                  <a:lnTo>
                    <a:pt x="109334" y="82003"/>
                  </a:lnTo>
                  <a:lnTo>
                    <a:pt x="111226" y="82384"/>
                  </a:lnTo>
                  <a:lnTo>
                    <a:pt x="113131" y="82003"/>
                  </a:lnTo>
                  <a:lnTo>
                    <a:pt x="114655" y="80860"/>
                  </a:lnTo>
                  <a:lnTo>
                    <a:pt x="115798" y="79349"/>
                  </a:lnTo>
                  <a:lnTo>
                    <a:pt x="116179" y="77444"/>
                  </a:lnTo>
                  <a:close/>
                </a:path>
                <a:path w="1013460" h="699770">
                  <a:moveTo>
                    <a:pt x="130962" y="88455"/>
                  </a:moveTo>
                  <a:lnTo>
                    <a:pt x="130594" y="86563"/>
                  </a:lnTo>
                  <a:lnTo>
                    <a:pt x="129832" y="85039"/>
                  </a:lnTo>
                  <a:lnTo>
                    <a:pt x="128320" y="83896"/>
                  </a:lnTo>
                  <a:lnTo>
                    <a:pt x="126428" y="83515"/>
                  </a:lnTo>
                  <a:lnTo>
                    <a:pt x="124523" y="83896"/>
                  </a:lnTo>
                  <a:lnTo>
                    <a:pt x="122999" y="85039"/>
                  </a:lnTo>
                  <a:lnTo>
                    <a:pt x="122237" y="86563"/>
                  </a:lnTo>
                  <a:lnTo>
                    <a:pt x="121856" y="88455"/>
                  </a:lnTo>
                  <a:lnTo>
                    <a:pt x="122237" y="89979"/>
                  </a:lnTo>
                  <a:lnTo>
                    <a:pt x="122999" y="91490"/>
                  </a:lnTo>
                  <a:lnTo>
                    <a:pt x="124523" y="92252"/>
                  </a:lnTo>
                  <a:lnTo>
                    <a:pt x="126428" y="92633"/>
                  </a:lnTo>
                  <a:lnTo>
                    <a:pt x="128320" y="92252"/>
                  </a:lnTo>
                  <a:lnTo>
                    <a:pt x="129832" y="91490"/>
                  </a:lnTo>
                  <a:lnTo>
                    <a:pt x="130594" y="89979"/>
                  </a:lnTo>
                  <a:lnTo>
                    <a:pt x="130962" y="88455"/>
                  </a:lnTo>
                  <a:close/>
                </a:path>
                <a:path w="1013460" h="699770">
                  <a:moveTo>
                    <a:pt x="146164" y="98704"/>
                  </a:moveTo>
                  <a:lnTo>
                    <a:pt x="145783" y="96812"/>
                  </a:lnTo>
                  <a:lnTo>
                    <a:pt x="145021" y="95288"/>
                  </a:lnTo>
                  <a:lnTo>
                    <a:pt x="143497" y="94526"/>
                  </a:lnTo>
                  <a:lnTo>
                    <a:pt x="141973" y="94145"/>
                  </a:lnTo>
                  <a:lnTo>
                    <a:pt x="140081" y="94526"/>
                  </a:lnTo>
                  <a:lnTo>
                    <a:pt x="138582" y="95288"/>
                  </a:lnTo>
                  <a:lnTo>
                    <a:pt x="137439" y="96812"/>
                  </a:lnTo>
                  <a:lnTo>
                    <a:pt x="137058" y="98704"/>
                  </a:lnTo>
                  <a:lnTo>
                    <a:pt x="137439" y="100609"/>
                  </a:lnTo>
                  <a:lnTo>
                    <a:pt x="138582" y="102120"/>
                  </a:lnTo>
                  <a:lnTo>
                    <a:pt x="140081" y="102882"/>
                  </a:lnTo>
                  <a:lnTo>
                    <a:pt x="141973" y="103263"/>
                  </a:lnTo>
                  <a:lnTo>
                    <a:pt x="143497" y="102882"/>
                  </a:lnTo>
                  <a:lnTo>
                    <a:pt x="144640" y="102120"/>
                  </a:lnTo>
                  <a:lnTo>
                    <a:pt x="145783" y="100609"/>
                  </a:lnTo>
                  <a:lnTo>
                    <a:pt x="146164" y="98704"/>
                  </a:lnTo>
                  <a:close/>
                </a:path>
                <a:path w="1013460" h="699770">
                  <a:moveTo>
                    <a:pt x="161353" y="108953"/>
                  </a:moveTo>
                  <a:lnTo>
                    <a:pt x="160972" y="107442"/>
                  </a:lnTo>
                  <a:lnTo>
                    <a:pt x="160210" y="105537"/>
                  </a:lnTo>
                  <a:lnTo>
                    <a:pt x="158699" y="104775"/>
                  </a:lnTo>
                  <a:lnTo>
                    <a:pt x="156794" y="104394"/>
                  </a:lnTo>
                  <a:lnTo>
                    <a:pt x="155270" y="104775"/>
                  </a:lnTo>
                  <a:lnTo>
                    <a:pt x="153746" y="105918"/>
                  </a:lnTo>
                  <a:lnTo>
                    <a:pt x="152603" y="107442"/>
                  </a:lnTo>
                  <a:lnTo>
                    <a:pt x="152234" y="108953"/>
                  </a:lnTo>
                  <a:lnTo>
                    <a:pt x="152603" y="110858"/>
                  </a:lnTo>
                  <a:lnTo>
                    <a:pt x="153746" y="112369"/>
                  </a:lnTo>
                  <a:lnTo>
                    <a:pt x="155270" y="113512"/>
                  </a:lnTo>
                  <a:lnTo>
                    <a:pt x="156794" y="113893"/>
                  </a:lnTo>
                  <a:lnTo>
                    <a:pt x="158699" y="113512"/>
                  </a:lnTo>
                  <a:lnTo>
                    <a:pt x="160210" y="112369"/>
                  </a:lnTo>
                  <a:lnTo>
                    <a:pt x="160972" y="110858"/>
                  </a:lnTo>
                  <a:lnTo>
                    <a:pt x="161353" y="108953"/>
                  </a:lnTo>
                  <a:close/>
                </a:path>
                <a:path w="1013460" h="699770">
                  <a:moveTo>
                    <a:pt x="176530" y="119583"/>
                  </a:moveTo>
                  <a:lnTo>
                    <a:pt x="176149" y="117690"/>
                  </a:lnTo>
                  <a:lnTo>
                    <a:pt x="175387" y="116166"/>
                  </a:lnTo>
                  <a:lnTo>
                    <a:pt x="173863" y="115404"/>
                  </a:lnTo>
                  <a:lnTo>
                    <a:pt x="171983" y="115023"/>
                  </a:lnTo>
                  <a:lnTo>
                    <a:pt x="170091" y="115404"/>
                  </a:lnTo>
                  <a:lnTo>
                    <a:pt x="168948" y="116166"/>
                  </a:lnTo>
                  <a:lnTo>
                    <a:pt x="167805" y="117690"/>
                  </a:lnTo>
                  <a:lnTo>
                    <a:pt x="167424" y="119583"/>
                  </a:lnTo>
                  <a:lnTo>
                    <a:pt x="167805" y="121488"/>
                  </a:lnTo>
                  <a:lnTo>
                    <a:pt x="168948" y="123012"/>
                  </a:lnTo>
                  <a:lnTo>
                    <a:pt x="170091" y="123761"/>
                  </a:lnTo>
                  <a:lnTo>
                    <a:pt x="171983" y="124142"/>
                  </a:lnTo>
                  <a:lnTo>
                    <a:pt x="173863" y="123761"/>
                  </a:lnTo>
                  <a:lnTo>
                    <a:pt x="175387" y="123012"/>
                  </a:lnTo>
                  <a:lnTo>
                    <a:pt x="176149" y="121488"/>
                  </a:lnTo>
                  <a:lnTo>
                    <a:pt x="176530" y="119583"/>
                  </a:lnTo>
                  <a:close/>
                </a:path>
                <a:path w="1013460" h="699770">
                  <a:moveTo>
                    <a:pt x="192100" y="129832"/>
                  </a:moveTo>
                  <a:lnTo>
                    <a:pt x="191731" y="128320"/>
                  </a:lnTo>
                  <a:lnTo>
                    <a:pt x="190588" y="126796"/>
                  </a:lnTo>
                  <a:lnTo>
                    <a:pt x="189064" y="126034"/>
                  </a:lnTo>
                  <a:lnTo>
                    <a:pt x="187159" y="125653"/>
                  </a:lnTo>
                  <a:lnTo>
                    <a:pt x="185254" y="126034"/>
                  </a:lnTo>
                  <a:lnTo>
                    <a:pt x="183743" y="126796"/>
                  </a:lnTo>
                  <a:lnTo>
                    <a:pt x="182981" y="129832"/>
                  </a:lnTo>
                  <a:lnTo>
                    <a:pt x="183362" y="131737"/>
                  </a:lnTo>
                  <a:lnTo>
                    <a:pt x="183743" y="133261"/>
                  </a:lnTo>
                  <a:lnTo>
                    <a:pt x="185254" y="134391"/>
                  </a:lnTo>
                  <a:lnTo>
                    <a:pt x="187159" y="134772"/>
                  </a:lnTo>
                  <a:lnTo>
                    <a:pt x="189064" y="134391"/>
                  </a:lnTo>
                  <a:lnTo>
                    <a:pt x="190588" y="133261"/>
                  </a:lnTo>
                  <a:lnTo>
                    <a:pt x="191731" y="131737"/>
                  </a:lnTo>
                  <a:lnTo>
                    <a:pt x="192100" y="129832"/>
                  </a:lnTo>
                  <a:close/>
                </a:path>
                <a:path w="1013460" h="699770">
                  <a:moveTo>
                    <a:pt x="207276" y="140462"/>
                  </a:moveTo>
                  <a:lnTo>
                    <a:pt x="206895" y="138950"/>
                  </a:lnTo>
                  <a:lnTo>
                    <a:pt x="205752" y="137045"/>
                  </a:lnTo>
                  <a:lnTo>
                    <a:pt x="204241" y="136283"/>
                  </a:lnTo>
                  <a:lnTo>
                    <a:pt x="202361" y="135915"/>
                  </a:lnTo>
                  <a:lnTo>
                    <a:pt x="200456" y="136283"/>
                  </a:lnTo>
                  <a:lnTo>
                    <a:pt x="198932" y="137426"/>
                  </a:lnTo>
                  <a:lnTo>
                    <a:pt x="198170" y="138950"/>
                  </a:lnTo>
                  <a:lnTo>
                    <a:pt x="197789" y="140462"/>
                  </a:lnTo>
                  <a:lnTo>
                    <a:pt x="198170" y="142367"/>
                  </a:lnTo>
                  <a:lnTo>
                    <a:pt x="198932" y="143510"/>
                  </a:lnTo>
                  <a:lnTo>
                    <a:pt x="200456" y="144640"/>
                  </a:lnTo>
                  <a:lnTo>
                    <a:pt x="202361" y="145021"/>
                  </a:lnTo>
                  <a:lnTo>
                    <a:pt x="204241" y="144640"/>
                  </a:lnTo>
                  <a:lnTo>
                    <a:pt x="205752" y="143510"/>
                  </a:lnTo>
                  <a:lnTo>
                    <a:pt x="206895" y="142367"/>
                  </a:lnTo>
                  <a:lnTo>
                    <a:pt x="207276" y="140462"/>
                  </a:lnTo>
                  <a:close/>
                </a:path>
                <a:path w="1013460" h="699770">
                  <a:moveTo>
                    <a:pt x="222478" y="151091"/>
                  </a:moveTo>
                  <a:lnTo>
                    <a:pt x="222097" y="149199"/>
                  </a:lnTo>
                  <a:lnTo>
                    <a:pt x="221335" y="147675"/>
                  </a:lnTo>
                  <a:lnTo>
                    <a:pt x="220954" y="147675"/>
                  </a:lnTo>
                  <a:lnTo>
                    <a:pt x="219430" y="146545"/>
                  </a:lnTo>
                  <a:lnTo>
                    <a:pt x="217525" y="146164"/>
                  </a:lnTo>
                  <a:lnTo>
                    <a:pt x="216014" y="146545"/>
                  </a:lnTo>
                  <a:lnTo>
                    <a:pt x="214503" y="147675"/>
                  </a:lnTo>
                  <a:lnTo>
                    <a:pt x="213372" y="149199"/>
                  </a:lnTo>
                  <a:lnTo>
                    <a:pt x="212991" y="151091"/>
                  </a:lnTo>
                  <a:lnTo>
                    <a:pt x="213372" y="152996"/>
                  </a:lnTo>
                  <a:lnTo>
                    <a:pt x="214122" y="154520"/>
                  </a:lnTo>
                  <a:lnTo>
                    <a:pt x="214503" y="154520"/>
                  </a:lnTo>
                  <a:lnTo>
                    <a:pt x="216014" y="155270"/>
                  </a:lnTo>
                  <a:lnTo>
                    <a:pt x="217906" y="155651"/>
                  </a:lnTo>
                  <a:lnTo>
                    <a:pt x="219430" y="155270"/>
                  </a:lnTo>
                  <a:lnTo>
                    <a:pt x="220954" y="154520"/>
                  </a:lnTo>
                  <a:lnTo>
                    <a:pt x="222097" y="152996"/>
                  </a:lnTo>
                  <a:lnTo>
                    <a:pt x="222478" y="151091"/>
                  </a:lnTo>
                  <a:close/>
                </a:path>
                <a:path w="1013460" h="699770">
                  <a:moveTo>
                    <a:pt x="237274" y="161340"/>
                  </a:moveTo>
                  <a:lnTo>
                    <a:pt x="236893" y="159448"/>
                  </a:lnTo>
                  <a:lnTo>
                    <a:pt x="236512" y="157924"/>
                  </a:lnTo>
                  <a:lnTo>
                    <a:pt x="235000" y="157175"/>
                  </a:lnTo>
                  <a:lnTo>
                    <a:pt x="233108" y="156794"/>
                  </a:lnTo>
                  <a:lnTo>
                    <a:pt x="231203" y="157175"/>
                  </a:lnTo>
                  <a:lnTo>
                    <a:pt x="229679" y="157924"/>
                  </a:lnTo>
                  <a:lnTo>
                    <a:pt x="228536" y="159448"/>
                  </a:lnTo>
                  <a:lnTo>
                    <a:pt x="228155" y="161340"/>
                  </a:lnTo>
                  <a:lnTo>
                    <a:pt x="228536" y="163245"/>
                  </a:lnTo>
                  <a:lnTo>
                    <a:pt x="229679" y="164769"/>
                  </a:lnTo>
                  <a:lnTo>
                    <a:pt x="231203" y="165900"/>
                  </a:lnTo>
                  <a:lnTo>
                    <a:pt x="233108" y="166281"/>
                  </a:lnTo>
                  <a:lnTo>
                    <a:pt x="235000" y="165900"/>
                  </a:lnTo>
                  <a:lnTo>
                    <a:pt x="236512" y="164769"/>
                  </a:lnTo>
                  <a:lnTo>
                    <a:pt x="236893" y="163245"/>
                  </a:lnTo>
                  <a:lnTo>
                    <a:pt x="237274" y="161340"/>
                  </a:lnTo>
                  <a:close/>
                </a:path>
                <a:path w="1013460" h="699770">
                  <a:moveTo>
                    <a:pt x="252463" y="171602"/>
                  </a:moveTo>
                  <a:lnTo>
                    <a:pt x="252082" y="170078"/>
                  </a:lnTo>
                  <a:lnTo>
                    <a:pt x="251320" y="168554"/>
                  </a:lnTo>
                  <a:lnTo>
                    <a:pt x="249796" y="167805"/>
                  </a:lnTo>
                  <a:lnTo>
                    <a:pt x="248272" y="167424"/>
                  </a:lnTo>
                  <a:lnTo>
                    <a:pt x="246392" y="167805"/>
                  </a:lnTo>
                  <a:lnTo>
                    <a:pt x="244881" y="168935"/>
                  </a:lnTo>
                  <a:lnTo>
                    <a:pt x="243738" y="170078"/>
                  </a:lnTo>
                  <a:lnTo>
                    <a:pt x="243357" y="171602"/>
                  </a:lnTo>
                  <a:lnTo>
                    <a:pt x="243738" y="173494"/>
                  </a:lnTo>
                  <a:lnTo>
                    <a:pt x="244881" y="175018"/>
                  </a:lnTo>
                  <a:lnTo>
                    <a:pt x="246392" y="176161"/>
                  </a:lnTo>
                  <a:lnTo>
                    <a:pt x="248272" y="176530"/>
                  </a:lnTo>
                  <a:lnTo>
                    <a:pt x="249796" y="176161"/>
                  </a:lnTo>
                  <a:lnTo>
                    <a:pt x="251320" y="175018"/>
                  </a:lnTo>
                  <a:lnTo>
                    <a:pt x="252082" y="173494"/>
                  </a:lnTo>
                  <a:lnTo>
                    <a:pt x="252463" y="171602"/>
                  </a:lnTo>
                  <a:close/>
                </a:path>
                <a:path w="1013460" h="699770">
                  <a:moveTo>
                    <a:pt x="268033" y="182232"/>
                  </a:moveTo>
                  <a:lnTo>
                    <a:pt x="267652" y="180708"/>
                  </a:lnTo>
                  <a:lnTo>
                    <a:pt x="266522" y="179184"/>
                  </a:lnTo>
                  <a:lnTo>
                    <a:pt x="264998" y="178054"/>
                  </a:lnTo>
                  <a:lnTo>
                    <a:pt x="263093" y="177673"/>
                  </a:lnTo>
                  <a:lnTo>
                    <a:pt x="261569" y="178054"/>
                  </a:lnTo>
                  <a:lnTo>
                    <a:pt x="260045" y="179184"/>
                  </a:lnTo>
                  <a:lnTo>
                    <a:pt x="259283" y="180708"/>
                  </a:lnTo>
                  <a:lnTo>
                    <a:pt x="258902" y="182232"/>
                  </a:lnTo>
                  <a:lnTo>
                    <a:pt x="259283" y="184124"/>
                  </a:lnTo>
                  <a:lnTo>
                    <a:pt x="260045" y="185648"/>
                  </a:lnTo>
                  <a:lnTo>
                    <a:pt x="261569" y="186410"/>
                  </a:lnTo>
                  <a:lnTo>
                    <a:pt x="263093" y="186791"/>
                  </a:lnTo>
                  <a:lnTo>
                    <a:pt x="264998" y="186410"/>
                  </a:lnTo>
                  <a:lnTo>
                    <a:pt x="266522" y="185648"/>
                  </a:lnTo>
                  <a:lnTo>
                    <a:pt x="267652" y="184124"/>
                  </a:lnTo>
                  <a:lnTo>
                    <a:pt x="268033" y="182232"/>
                  </a:lnTo>
                  <a:close/>
                </a:path>
                <a:path w="1013460" h="699770">
                  <a:moveTo>
                    <a:pt x="283210" y="192862"/>
                  </a:moveTo>
                  <a:lnTo>
                    <a:pt x="282829" y="190957"/>
                  </a:lnTo>
                  <a:lnTo>
                    <a:pt x="281686" y="189445"/>
                  </a:lnTo>
                  <a:lnTo>
                    <a:pt x="280162" y="188683"/>
                  </a:lnTo>
                  <a:lnTo>
                    <a:pt x="278282" y="188302"/>
                  </a:lnTo>
                  <a:lnTo>
                    <a:pt x="276390" y="188683"/>
                  </a:lnTo>
                  <a:lnTo>
                    <a:pt x="275247" y="189445"/>
                  </a:lnTo>
                  <a:lnTo>
                    <a:pt x="274485" y="190957"/>
                  </a:lnTo>
                  <a:lnTo>
                    <a:pt x="274104" y="192862"/>
                  </a:lnTo>
                  <a:lnTo>
                    <a:pt x="274485" y="194754"/>
                  </a:lnTo>
                  <a:lnTo>
                    <a:pt x="275247" y="195897"/>
                  </a:lnTo>
                  <a:lnTo>
                    <a:pt x="276390" y="197040"/>
                  </a:lnTo>
                  <a:lnTo>
                    <a:pt x="278282" y="197421"/>
                  </a:lnTo>
                  <a:lnTo>
                    <a:pt x="280162" y="197040"/>
                  </a:lnTo>
                  <a:lnTo>
                    <a:pt x="281686" y="195897"/>
                  </a:lnTo>
                  <a:lnTo>
                    <a:pt x="282829" y="194754"/>
                  </a:lnTo>
                  <a:lnTo>
                    <a:pt x="283210" y="192862"/>
                  </a:lnTo>
                  <a:close/>
                </a:path>
                <a:path w="1013460" h="699770">
                  <a:moveTo>
                    <a:pt x="298411" y="203111"/>
                  </a:moveTo>
                  <a:lnTo>
                    <a:pt x="298030" y="201587"/>
                  </a:lnTo>
                  <a:lnTo>
                    <a:pt x="296887" y="199694"/>
                  </a:lnTo>
                  <a:lnTo>
                    <a:pt x="295363" y="198932"/>
                  </a:lnTo>
                  <a:lnTo>
                    <a:pt x="293458" y="198551"/>
                  </a:lnTo>
                  <a:lnTo>
                    <a:pt x="291934" y="198932"/>
                  </a:lnTo>
                  <a:lnTo>
                    <a:pt x="290423" y="200075"/>
                  </a:lnTo>
                  <a:lnTo>
                    <a:pt x="289293" y="201587"/>
                  </a:lnTo>
                  <a:lnTo>
                    <a:pt x="289293" y="205003"/>
                  </a:lnTo>
                  <a:lnTo>
                    <a:pt x="290042" y="206527"/>
                  </a:lnTo>
                  <a:lnTo>
                    <a:pt x="291934" y="207670"/>
                  </a:lnTo>
                  <a:lnTo>
                    <a:pt x="293458" y="208038"/>
                  </a:lnTo>
                  <a:lnTo>
                    <a:pt x="295363" y="207670"/>
                  </a:lnTo>
                  <a:lnTo>
                    <a:pt x="296887" y="206527"/>
                  </a:lnTo>
                  <a:lnTo>
                    <a:pt x="298030" y="205003"/>
                  </a:lnTo>
                  <a:lnTo>
                    <a:pt x="298411" y="203111"/>
                  </a:lnTo>
                  <a:close/>
                </a:path>
                <a:path w="1013460" h="699770">
                  <a:moveTo>
                    <a:pt x="313575" y="213741"/>
                  </a:moveTo>
                  <a:lnTo>
                    <a:pt x="313194" y="211836"/>
                  </a:lnTo>
                  <a:lnTo>
                    <a:pt x="312432" y="210324"/>
                  </a:lnTo>
                  <a:lnTo>
                    <a:pt x="310934" y="209181"/>
                  </a:lnTo>
                  <a:lnTo>
                    <a:pt x="309041" y="208800"/>
                  </a:lnTo>
                  <a:lnTo>
                    <a:pt x="307136" y="209181"/>
                  </a:lnTo>
                  <a:lnTo>
                    <a:pt x="305612" y="210324"/>
                  </a:lnTo>
                  <a:lnTo>
                    <a:pt x="304469" y="211836"/>
                  </a:lnTo>
                  <a:lnTo>
                    <a:pt x="304088" y="213741"/>
                  </a:lnTo>
                  <a:lnTo>
                    <a:pt x="304469" y="215633"/>
                  </a:lnTo>
                  <a:lnTo>
                    <a:pt x="305612" y="217157"/>
                  </a:lnTo>
                  <a:lnTo>
                    <a:pt x="307136" y="217919"/>
                  </a:lnTo>
                  <a:lnTo>
                    <a:pt x="309041" y="218300"/>
                  </a:lnTo>
                  <a:lnTo>
                    <a:pt x="310934" y="217919"/>
                  </a:lnTo>
                  <a:lnTo>
                    <a:pt x="312432" y="217157"/>
                  </a:lnTo>
                  <a:lnTo>
                    <a:pt x="313194" y="215633"/>
                  </a:lnTo>
                  <a:lnTo>
                    <a:pt x="313575" y="213741"/>
                  </a:lnTo>
                  <a:close/>
                </a:path>
                <a:path w="1013460" h="699770">
                  <a:moveTo>
                    <a:pt x="328777" y="223989"/>
                  </a:moveTo>
                  <a:lnTo>
                    <a:pt x="328396" y="222084"/>
                  </a:lnTo>
                  <a:lnTo>
                    <a:pt x="327634" y="220954"/>
                  </a:lnTo>
                  <a:lnTo>
                    <a:pt x="326110" y="220192"/>
                  </a:lnTo>
                  <a:lnTo>
                    <a:pt x="324205" y="219811"/>
                  </a:lnTo>
                  <a:lnTo>
                    <a:pt x="322313" y="220192"/>
                  </a:lnTo>
                  <a:lnTo>
                    <a:pt x="320802" y="220954"/>
                  </a:lnTo>
                  <a:lnTo>
                    <a:pt x="319671" y="222084"/>
                  </a:lnTo>
                  <a:lnTo>
                    <a:pt x="319290" y="223989"/>
                  </a:lnTo>
                  <a:lnTo>
                    <a:pt x="319671" y="225882"/>
                  </a:lnTo>
                  <a:lnTo>
                    <a:pt x="320802" y="227406"/>
                  </a:lnTo>
                  <a:lnTo>
                    <a:pt x="322313" y="228549"/>
                  </a:lnTo>
                  <a:lnTo>
                    <a:pt x="324205" y="228930"/>
                  </a:lnTo>
                  <a:lnTo>
                    <a:pt x="326110" y="228549"/>
                  </a:lnTo>
                  <a:lnTo>
                    <a:pt x="327634" y="227406"/>
                  </a:lnTo>
                  <a:lnTo>
                    <a:pt x="328396" y="225882"/>
                  </a:lnTo>
                  <a:lnTo>
                    <a:pt x="328777" y="223989"/>
                  </a:lnTo>
                  <a:close/>
                </a:path>
                <a:path w="1013460" h="699770">
                  <a:moveTo>
                    <a:pt x="343941" y="234619"/>
                  </a:moveTo>
                  <a:lnTo>
                    <a:pt x="343573" y="233095"/>
                  </a:lnTo>
                  <a:lnTo>
                    <a:pt x="342442" y="231203"/>
                  </a:lnTo>
                  <a:lnTo>
                    <a:pt x="341312" y="230441"/>
                  </a:lnTo>
                  <a:lnTo>
                    <a:pt x="339407" y="230060"/>
                  </a:lnTo>
                  <a:lnTo>
                    <a:pt x="337502" y="230441"/>
                  </a:lnTo>
                  <a:lnTo>
                    <a:pt x="335978" y="231584"/>
                  </a:lnTo>
                  <a:lnTo>
                    <a:pt x="335216" y="233095"/>
                  </a:lnTo>
                  <a:lnTo>
                    <a:pt x="334835" y="234619"/>
                  </a:lnTo>
                  <a:lnTo>
                    <a:pt x="335216" y="236143"/>
                  </a:lnTo>
                  <a:lnTo>
                    <a:pt x="335978" y="237655"/>
                  </a:lnTo>
                  <a:lnTo>
                    <a:pt x="337502" y="238798"/>
                  </a:lnTo>
                  <a:lnTo>
                    <a:pt x="339407" y="239179"/>
                  </a:lnTo>
                  <a:lnTo>
                    <a:pt x="341312" y="238798"/>
                  </a:lnTo>
                  <a:lnTo>
                    <a:pt x="342442" y="237655"/>
                  </a:lnTo>
                  <a:lnTo>
                    <a:pt x="343573" y="236143"/>
                  </a:lnTo>
                  <a:lnTo>
                    <a:pt x="343941" y="234619"/>
                  </a:lnTo>
                  <a:close/>
                </a:path>
                <a:path w="1013460" h="699770">
                  <a:moveTo>
                    <a:pt x="359143" y="245249"/>
                  </a:moveTo>
                  <a:lnTo>
                    <a:pt x="358762" y="243344"/>
                  </a:lnTo>
                  <a:lnTo>
                    <a:pt x="357619" y="241833"/>
                  </a:lnTo>
                  <a:lnTo>
                    <a:pt x="356095" y="240690"/>
                  </a:lnTo>
                  <a:lnTo>
                    <a:pt x="354571" y="240309"/>
                  </a:lnTo>
                  <a:lnTo>
                    <a:pt x="352691" y="240690"/>
                  </a:lnTo>
                  <a:lnTo>
                    <a:pt x="351180" y="241833"/>
                  </a:lnTo>
                  <a:lnTo>
                    <a:pt x="350418" y="243344"/>
                  </a:lnTo>
                  <a:lnTo>
                    <a:pt x="350037" y="245249"/>
                  </a:lnTo>
                  <a:lnTo>
                    <a:pt x="350418" y="247142"/>
                  </a:lnTo>
                  <a:lnTo>
                    <a:pt x="351180" y="248285"/>
                  </a:lnTo>
                  <a:lnTo>
                    <a:pt x="352691" y="249047"/>
                  </a:lnTo>
                  <a:lnTo>
                    <a:pt x="354571" y="249428"/>
                  </a:lnTo>
                  <a:lnTo>
                    <a:pt x="356095" y="249047"/>
                  </a:lnTo>
                  <a:lnTo>
                    <a:pt x="357619" y="248285"/>
                  </a:lnTo>
                  <a:lnTo>
                    <a:pt x="358762" y="247142"/>
                  </a:lnTo>
                  <a:lnTo>
                    <a:pt x="359143" y="245249"/>
                  </a:lnTo>
                  <a:close/>
                </a:path>
                <a:path w="1013460" h="699770">
                  <a:moveTo>
                    <a:pt x="374332" y="255498"/>
                  </a:moveTo>
                  <a:lnTo>
                    <a:pt x="373951" y="253593"/>
                  </a:lnTo>
                  <a:lnTo>
                    <a:pt x="372821" y="252082"/>
                  </a:lnTo>
                  <a:lnTo>
                    <a:pt x="371297" y="251320"/>
                  </a:lnTo>
                  <a:lnTo>
                    <a:pt x="369392" y="250952"/>
                  </a:lnTo>
                  <a:lnTo>
                    <a:pt x="368249" y="251320"/>
                  </a:lnTo>
                  <a:lnTo>
                    <a:pt x="366725" y="252082"/>
                  </a:lnTo>
                  <a:lnTo>
                    <a:pt x="365582" y="253593"/>
                  </a:lnTo>
                  <a:lnTo>
                    <a:pt x="365213" y="255498"/>
                  </a:lnTo>
                  <a:lnTo>
                    <a:pt x="365582" y="257390"/>
                  </a:lnTo>
                  <a:lnTo>
                    <a:pt x="366344" y="258914"/>
                  </a:lnTo>
                  <a:lnTo>
                    <a:pt x="368249" y="260057"/>
                  </a:lnTo>
                  <a:lnTo>
                    <a:pt x="369392" y="260438"/>
                  </a:lnTo>
                  <a:lnTo>
                    <a:pt x="371297" y="260057"/>
                  </a:lnTo>
                  <a:lnTo>
                    <a:pt x="372821" y="258914"/>
                  </a:lnTo>
                  <a:lnTo>
                    <a:pt x="373951" y="257390"/>
                  </a:lnTo>
                  <a:lnTo>
                    <a:pt x="374332" y="255498"/>
                  </a:lnTo>
                  <a:close/>
                </a:path>
                <a:path w="1013460" h="699770">
                  <a:moveTo>
                    <a:pt x="389509" y="265747"/>
                  </a:moveTo>
                  <a:lnTo>
                    <a:pt x="389128" y="264223"/>
                  </a:lnTo>
                  <a:lnTo>
                    <a:pt x="388366" y="262331"/>
                  </a:lnTo>
                  <a:lnTo>
                    <a:pt x="386842" y="261569"/>
                  </a:lnTo>
                  <a:lnTo>
                    <a:pt x="383070" y="261569"/>
                  </a:lnTo>
                  <a:lnTo>
                    <a:pt x="381927" y="262712"/>
                  </a:lnTo>
                  <a:lnTo>
                    <a:pt x="380784" y="264223"/>
                  </a:lnTo>
                  <a:lnTo>
                    <a:pt x="380403" y="265747"/>
                  </a:lnTo>
                  <a:lnTo>
                    <a:pt x="380784" y="267652"/>
                  </a:lnTo>
                  <a:lnTo>
                    <a:pt x="381927" y="269163"/>
                  </a:lnTo>
                  <a:lnTo>
                    <a:pt x="383070" y="270306"/>
                  </a:lnTo>
                  <a:lnTo>
                    <a:pt x="384962" y="270687"/>
                  </a:lnTo>
                  <a:lnTo>
                    <a:pt x="386842" y="270306"/>
                  </a:lnTo>
                  <a:lnTo>
                    <a:pt x="388366" y="269163"/>
                  </a:lnTo>
                  <a:lnTo>
                    <a:pt x="389128" y="267652"/>
                  </a:lnTo>
                  <a:lnTo>
                    <a:pt x="389509" y="265747"/>
                  </a:lnTo>
                  <a:close/>
                </a:path>
                <a:path w="1013460" h="699770">
                  <a:moveTo>
                    <a:pt x="404710" y="276377"/>
                  </a:moveTo>
                  <a:lnTo>
                    <a:pt x="404329" y="274853"/>
                  </a:lnTo>
                  <a:lnTo>
                    <a:pt x="403567" y="273342"/>
                  </a:lnTo>
                  <a:lnTo>
                    <a:pt x="402043" y="272211"/>
                  </a:lnTo>
                  <a:lnTo>
                    <a:pt x="400138" y="271830"/>
                  </a:lnTo>
                  <a:lnTo>
                    <a:pt x="398233" y="272211"/>
                  </a:lnTo>
                  <a:lnTo>
                    <a:pt x="396722" y="273342"/>
                  </a:lnTo>
                  <a:lnTo>
                    <a:pt x="395592" y="274853"/>
                  </a:lnTo>
                  <a:lnTo>
                    <a:pt x="395211" y="276377"/>
                  </a:lnTo>
                  <a:lnTo>
                    <a:pt x="395592" y="278282"/>
                  </a:lnTo>
                  <a:lnTo>
                    <a:pt x="396722" y="279793"/>
                  </a:lnTo>
                  <a:lnTo>
                    <a:pt x="398233" y="280555"/>
                  </a:lnTo>
                  <a:lnTo>
                    <a:pt x="400138" y="280936"/>
                  </a:lnTo>
                  <a:lnTo>
                    <a:pt x="402043" y="280555"/>
                  </a:lnTo>
                  <a:lnTo>
                    <a:pt x="403567" y="279793"/>
                  </a:lnTo>
                  <a:lnTo>
                    <a:pt x="404329" y="278282"/>
                  </a:lnTo>
                  <a:lnTo>
                    <a:pt x="404710" y="276377"/>
                  </a:lnTo>
                  <a:close/>
                </a:path>
                <a:path w="1013460" h="699770">
                  <a:moveTo>
                    <a:pt x="420255" y="287007"/>
                  </a:moveTo>
                  <a:lnTo>
                    <a:pt x="419874" y="285115"/>
                  </a:lnTo>
                  <a:lnTo>
                    <a:pt x="418731" y="283591"/>
                  </a:lnTo>
                  <a:lnTo>
                    <a:pt x="417233" y="282841"/>
                  </a:lnTo>
                  <a:lnTo>
                    <a:pt x="415340" y="282460"/>
                  </a:lnTo>
                  <a:lnTo>
                    <a:pt x="413435" y="282841"/>
                  </a:lnTo>
                  <a:lnTo>
                    <a:pt x="411911" y="283591"/>
                  </a:lnTo>
                  <a:lnTo>
                    <a:pt x="411149" y="285115"/>
                  </a:lnTo>
                  <a:lnTo>
                    <a:pt x="410768" y="287007"/>
                  </a:lnTo>
                  <a:lnTo>
                    <a:pt x="411149" y="288531"/>
                  </a:lnTo>
                  <a:lnTo>
                    <a:pt x="411911" y="290055"/>
                  </a:lnTo>
                  <a:lnTo>
                    <a:pt x="413435" y="291185"/>
                  </a:lnTo>
                  <a:lnTo>
                    <a:pt x="415340" y="291566"/>
                  </a:lnTo>
                  <a:lnTo>
                    <a:pt x="417233" y="291185"/>
                  </a:lnTo>
                  <a:lnTo>
                    <a:pt x="418731" y="290055"/>
                  </a:lnTo>
                  <a:lnTo>
                    <a:pt x="419874" y="288531"/>
                  </a:lnTo>
                  <a:lnTo>
                    <a:pt x="420255" y="287007"/>
                  </a:lnTo>
                  <a:close/>
                </a:path>
                <a:path w="1013460" h="699770">
                  <a:moveTo>
                    <a:pt x="435076" y="297256"/>
                  </a:moveTo>
                  <a:lnTo>
                    <a:pt x="434695" y="295744"/>
                  </a:lnTo>
                  <a:lnTo>
                    <a:pt x="433933" y="293839"/>
                  </a:lnTo>
                  <a:lnTo>
                    <a:pt x="432409" y="293090"/>
                  </a:lnTo>
                  <a:lnTo>
                    <a:pt x="430504" y="292709"/>
                  </a:lnTo>
                  <a:lnTo>
                    <a:pt x="428612" y="293090"/>
                  </a:lnTo>
                  <a:lnTo>
                    <a:pt x="427113" y="294220"/>
                  </a:lnTo>
                  <a:lnTo>
                    <a:pt x="426351" y="295744"/>
                  </a:lnTo>
                  <a:lnTo>
                    <a:pt x="425970" y="297256"/>
                  </a:lnTo>
                  <a:lnTo>
                    <a:pt x="426351" y="299161"/>
                  </a:lnTo>
                  <a:lnTo>
                    <a:pt x="427113" y="300672"/>
                  </a:lnTo>
                  <a:lnTo>
                    <a:pt x="428612" y="301434"/>
                  </a:lnTo>
                  <a:lnTo>
                    <a:pt x="430504" y="301815"/>
                  </a:lnTo>
                  <a:lnTo>
                    <a:pt x="432409" y="301434"/>
                  </a:lnTo>
                  <a:lnTo>
                    <a:pt x="433933" y="300672"/>
                  </a:lnTo>
                  <a:lnTo>
                    <a:pt x="434695" y="299161"/>
                  </a:lnTo>
                  <a:lnTo>
                    <a:pt x="435076" y="297256"/>
                  </a:lnTo>
                  <a:close/>
                </a:path>
                <a:path w="1013460" h="699770">
                  <a:moveTo>
                    <a:pt x="450253" y="307886"/>
                  </a:moveTo>
                  <a:lnTo>
                    <a:pt x="449872" y="305993"/>
                  </a:lnTo>
                  <a:lnTo>
                    <a:pt x="448741" y="304469"/>
                  </a:lnTo>
                  <a:lnTo>
                    <a:pt x="447611" y="303339"/>
                  </a:lnTo>
                  <a:lnTo>
                    <a:pt x="445706" y="302958"/>
                  </a:lnTo>
                  <a:lnTo>
                    <a:pt x="444182" y="303339"/>
                  </a:lnTo>
                  <a:lnTo>
                    <a:pt x="442658" y="304469"/>
                  </a:lnTo>
                  <a:lnTo>
                    <a:pt x="441515" y="305993"/>
                  </a:lnTo>
                  <a:lnTo>
                    <a:pt x="441134" y="307886"/>
                  </a:lnTo>
                  <a:lnTo>
                    <a:pt x="441515" y="309791"/>
                  </a:lnTo>
                  <a:lnTo>
                    <a:pt x="442277" y="311302"/>
                  </a:lnTo>
                  <a:lnTo>
                    <a:pt x="444182" y="312064"/>
                  </a:lnTo>
                  <a:lnTo>
                    <a:pt x="445706" y="312445"/>
                  </a:lnTo>
                  <a:lnTo>
                    <a:pt x="447611" y="312064"/>
                  </a:lnTo>
                  <a:lnTo>
                    <a:pt x="448741" y="311302"/>
                  </a:lnTo>
                  <a:lnTo>
                    <a:pt x="449872" y="309791"/>
                  </a:lnTo>
                  <a:lnTo>
                    <a:pt x="450253" y="307886"/>
                  </a:lnTo>
                  <a:close/>
                </a:path>
                <a:path w="1013460" h="699770">
                  <a:moveTo>
                    <a:pt x="465442" y="318135"/>
                  </a:moveTo>
                  <a:lnTo>
                    <a:pt x="465061" y="316242"/>
                  </a:lnTo>
                  <a:lnTo>
                    <a:pt x="464299" y="314731"/>
                  </a:lnTo>
                  <a:lnTo>
                    <a:pt x="462394" y="314350"/>
                  </a:lnTo>
                  <a:lnTo>
                    <a:pt x="461251" y="313969"/>
                  </a:lnTo>
                  <a:lnTo>
                    <a:pt x="459371" y="314350"/>
                  </a:lnTo>
                  <a:lnTo>
                    <a:pt x="457860" y="314731"/>
                  </a:lnTo>
                  <a:lnTo>
                    <a:pt x="456717" y="316242"/>
                  </a:lnTo>
                  <a:lnTo>
                    <a:pt x="456336" y="318135"/>
                  </a:lnTo>
                  <a:lnTo>
                    <a:pt x="456717" y="320040"/>
                  </a:lnTo>
                  <a:lnTo>
                    <a:pt x="457860" y="321551"/>
                  </a:lnTo>
                  <a:lnTo>
                    <a:pt x="459371" y="322694"/>
                  </a:lnTo>
                  <a:lnTo>
                    <a:pt x="461251" y="323075"/>
                  </a:lnTo>
                  <a:lnTo>
                    <a:pt x="462394" y="322694"/>
                  </a:lnTo>
                  <a:lnTo>
                    <a:pt x="463918" y="321551"/>
                  </a:lnTo>
                  <a:lnTo>
                    <a:pt x="465061" y="320040"/>
                  </a:lnTo>
                  <a:lnTo>
                    <a:pt x="465442" y="318135"/>
                  </a:lnTo>
                  <a:close/>
                </a:path>
                <a:path w="1013460" h="699770">
                  <a:moveTo>
                    <a:pt x="480644" y="328383"/>
                  </a:moveTo>
                  <a:lnTo>
                    <a:pt x="480263" y="327253"/>
                  </a:lnTo>
                  <a:lnTo>
                    <a:pt x="479501" y="325361"/>
                  </a:lnTo>
                  <a:lnTo>
                    <a:pt x="477977" y="324599"/>
                  </a:lnTo>
                  <a:lnTo>
                    <a:pt x="476072" y="324218"/>
                  </a:lnTo>
                  <a:lnTo>
                    <a:pt x="474548" y="324599"/>
                  </a:lnTo>
                  <a:lnTo>
                    <a:pt x="473024" y="325742"/>
                  </a:lnTo>
                  <a:lnTo>
                    <a:pt x="471893" y="327253"/>
                  </a:lnTo>
                  <a:lnTo>
                    <a:pt x="471512" y="328383"/>
                  </a:lnTo>
                  <a:lnTo>
                    <a:pt x="471893" y="330288"/>
                  </a:lnTo>
                  <a:lnTo>
                    <a:pt x="473024" y="331812"/>
                  </a:lnTo>
                  <a:lnTo>
                    <a:pt x="474548" y="332943"/>
                  </a:lnTo>
                  <a:lnTo>
                    <a:pt x="476072" y="333324"/>
                  </a:lnTo>
                  <a:lnTo>
                    <a:pt x="477977" y="332943"/>
                  </a:lnTo>
                  <a:lnTo>
                    <a:pt x="479501" y="331812"/>
                  </a:lnTo>
                  <a:lnTo>
                    <a:pt x="480263" y="330288"/>
                  </a:lnTo>
                  <a:lnTo>
                    <a:pt x="480644" y="328383"/>
                  </a:lnTo>
                  <a:close/>
                </a:path>
                <a:path w="1013460" h="699770">
                  <a:moveTo>
                    <a:pt x="496189" y="339394"/>
                  </a:moveTo>
                  <a:lnTo>
                    <a:pt x="495808" y="337502"/>
                  </a:lnTo>
                  <a:lnTo>
                    <a:pt x="494665" y="335991"/>
                  </a:lnTo>
                  <a:lnTo>
                    <a:pt x="493141" y="334848"/>
                  </a:lnTo>
                  <a:lnTo>
                    <a:pt x="491274" y="334467"/>
                  </a:lnTo>
                  <a:lnTo>
                    <a:pt x="489369" y="334848"/>
                  </a:lnTo>
                  <a:lnTo>
                    <a:pt x="487845" y="335991"/>
                  </a:lnTo>
                  <a:lnTo>
                    <a:pt x="487083" y="337502"/>
                  </a:lnTo>
                  <a:lnTo>
                    <a:pt x="486702" y="339394"/>
                  </a:lnTo>
                  <a:lnTo>
                    <a:pt x="487083" y="340918"/>
                  </a:lnTo>
                  <a:lnTo>
                    <a:pt x="487845" y="342442"/>
                  </a:lnTo>
                  <a:lnTo>
                    <a:pt x="489369" y="343192"/>
                  </a:lnTo>
                  <a:lnTo>
                    <a:pt x="491274" y="343573"/>
                  </a:lnTo>
                  <a:lnTo>
                    <a:pt x="493141" y="343192"/>
                  </a:lnTo>
                  <a:lnTo>
                    <a:pt x="494665" y="342442"/>
                  </a:lnTo>
                  <a:lnTo>
                    <a:pt x="495808" y="340918"/>
                  </a:lnTo>
                  <a:lnTo>
                    <a:pt x="496189" y="339394"/>
                  </a:lnTo>
                  <a:close/>
                </a:path>
                <a:path w="1013460" h="699770">
                  <a:moveTo>
                    <a:pt x="511390" y="349643"/>
                  </a:moveTo>
                  <a:lnTo>
                    <a:pt x="511009" y="347751"/>
                  </a:lnTo>
                  <a:lnTo>
                    <a:pt x="509866" y="346240"/>
                  </a:lnTo>
                  <a:lnTo>
                    <a:pt x="508342" y="345478"/>
                  </a:lnTo>
                  <a:lnTo>
                    <a:pt x="506437" y="345097"/>
                  </a:lnTo>
                  <a:lnTo>
                    <a:pt x="504532" y="345478"/>
                  </a:lnTo>
                  <a:lnTo>
                    <a:pt x="503021" y="346240"/>
                  </a:lnTo>
                  <a:lnTo>
                    <a:pt x="502272" y="347751"/>
                  </a:lnTo>
                  <a:lnTo>
                    <a:pt x="501891" y="349643"/>
                  </a:lnTo>
                  <a:lnTo>
                    <a:pt x="502272" y="351548"/>
                  </a:lnTo>
                  <a:lnTo>
                    <a:pt x="503021" y="353072"/>
                  </a:lnTo>
                  <a:lnTo>
                    <a:pt x="504532" y="354203"/>
                  </a:lnTo>
                  <a:lnTo>
                    <a:pt x="508342" y="354203"/>
                  </a:lnTo>
                  <a:lnTo>
                    <a:pt x="509866" y="353072"/>
                  </a:lnTo>
                  <a:lnTo>
                    <a:pt x="511009" y="351548"/>
                  </a:lnTo>
                  <a:lnTo>
                    <a:pt x="511390" y="349643"/>
                  </a:lnTo>
                  <a:close/>
                </a:path>
                <a:path w="1013460" h="699770">
                  <a:moveTo>
                    <a:pt x="526554" y="360273"/>
                  </a:moveTo>
                  <a:lnTo>
                    <a:pt x="526173" y="358381"/>
                  </a:lnTo>
                  <a:lnTo>
                    <a:pt x="525043" y="356870"/>
                  </a:lnTo>
                  <a:lnTo>
                    <a:pt x="525043" y="356489"/>
                  </a:lnTo>
                  <a:lnTo>
                    <a:pt x="523532" y="355727"/>
                  </a:lnTo>
                  <a:lnTo>
                    <a:pt x="521639" y="355346"/>
                  </a:lnTo>
                  <a:lnTo>
                    <a:pt x="520115" y="355727"/>
                  </a:lnTo>
                  <a:lnTo>
                    <a:pt x="518591" y="356870"/>
                  </a:lnTo>
                  <a:lnTo>
                    <a:pt x="517448" y="358381"/>
                  </a:lnTo>
                  <a:lnTo>
                    <a:pt x="517067" y="359905"/>
                  </a:lnTo>
                  <a:lnTo>
                    <a:pt x="517448" y="361797"/>
                  </a:lnTo>
                  <a:lnTo>
                    <a:pt x="518210" y="363321"/>
                  </a:lnTo>
                  <a:lnTo>
                    <a:pt x="518210" y="363702"/>
                  </a:lnTo>
                  <a:lnTo>
                    <a:pt x="520115" y="364451"/>
                  </a:lnTo>
                  <a:lnTo>
                    <a:pt x="521639" y="364832"/>
                  </a:lnTo>
                  <a:lnTo>
                    <a:pt x="523532" y="364451"/>
                  </a:lnTo>
                  <a:lnTo>
                    <a:pt x="525043" y="363321"/>
                  </a:lnTo>
                  <a:lnTo>
                    <a:pt x="526173" y="361797"/>
                  </a:lnTo>
                  <a:lnTo>
                    <a:pt x="526554" y="360273"/>
                  </a:lnTo>
                  <a:close/>
                </a:path>
                <a:path w="1013460" h="699770">
                  <a:moveTo>
                    <a:pt x="541375" y="370522"/>
                  </a:moveTo>
                  <a:lnTo>
                    <a:pt x="540994" y="368630"/>
                  </a:lnTo>
                  <a:lnTo>
                    <a:pt x="540613" y="367499"/>
                  </a:lnTo>
                  <a:lnTo>
                    <a:pt x="538708" y="366356"/>
                  </a:lnTo>
                  <a:lnTo>
                    <a:pt x="537184" y="365975"/>
                  </a:lnTo>
                  <a:lnTo>
                    <a:pt x="535292" y="366356"/>
                  </a:lnTo>
                  <a:lnTo>
                    <a:pt x="533793" y="367499"/>
                  </a:lnTo>
                  <a:lnTo>
                    <a:pt x="532650" y="368630"/>
                  </a:lnTo>
                  <a:lnTo>
                    <a:pt x="532269" y="370522"/>
                  </a:lnTo>
                  <a:lnTo>
                    <a:pt x="532650" y="372427"/>
                  </a:lnTo>
                  <a:lnTo>
                    <a:pt x="533793" y="373951"/>
                  </a:lnTo>
                  <a:lnTo>
                    <a:pt x="535292" y="374700"/>
                  </a:lnTo>
                  <a:lnTo>
                    <a:pt x="537184" y="375081"/>
                  </a:lnTo>
                  <a:lnTo>
                    <a:pt x="538708" y="374700"/>
                  </a:lnTo>
                  <a:lnTo>
                    <a:pt x="540232" y="373951"/>
                  </a:lnTo>
                  <a:lnTo>
                    <a:pt x="540994" y="372427"/>
                  </a:lnTo>
                  <a:lnTo>
                    <a:pt x="541375" y="370522"/>
                  </a:lnTo>
                  <a:close/>
                </a:path>
                <a:path w="1013460" h="699770">
                  <a:moveTo>
                    <a:pt x="556552" y="380784"/>
                  </a:moveTo>
                  <a:lnTo>
                    <a:pt x="556183" y="379260"/>
                  </a:lnTo>
                  <a:lnTo>
                    <a:pt x="555421" y="377748"/>
                  </a:lnTo>
                  <a:lnTo>
                    <a:pt x="553910" y="376986"/>
                  </a:lnTo>
                  <a:lnTo>
                    <a:pt x="552386" y="376605"/>
                  </a:lnTo>
                  <a:lnTo>
                    <a:pt x="550481" y="376986"/>
                  </a:lnTo>
                  <a:lnTo>
                    <a:pt x="548957" y="377748"/>
                  </a:lnTo>
                  <a:lnTo>
                    <a:pt x="547814" y="379260"/>
                  </a:lnTo>
                  <a:lnTo>
                    <a:pt x="547433" y="380784"/>
                  </a:lnTo>
                  <a:lnTo>
                    <a:pt x="547814" y="382676"/>
                  </a:lnTo>
                  <a:lnTo>
                    <a:pt x="548957" y="384200"/>
                  </a:lnTo>
                  <a:lnTo>
                    <a:pt x="550481" y="385330"/>
                  </a:lnTo>
                  <a:lnTo>
                    <a:pt x="552386" y="385711"/>
                  </a:lnTo>
                  <a:lnTo>
                    <a:pt x="553910" y="385330"/>
                  </a:lnTo>
                  <a:lnTo>
                    <a:pt x="555421" y="384200"/>
                  </a:lnTo>
                  <a:lnTo>
                    <a:pt x="556183" y="382676"/>
                  </a:lnTo>
                  <a:lnTo>
                    <a:pt x="556552" y="380784"/>
                  </a:lnTo>
                  <a:close/>
                </a:path>
                <a:path w="1013460" h="699770">
                  <a:moveTo>
                    <a:pt x="571741" y="391795"/>
                  </a:moveTo>
                  <a:lnTo>
                    <a:pt x="571360" y="389890"/>
                  </a:lnTo>
                  <a:lnTo>
                    <a:pt x="570598" y="388378"/>
                  </a:lnTo>
                  <a:lnTo>
                    <a:pt x="570598" y="387997"/>
                  </a:lnTo>
                  <a:lnTo>
                    <a:pt x="569074" y="387235"/>
                  </a:lnTo>
                  <a:lnTo>
                    <a:pt x="567182" y="386854"/>
                  </a:lnTo>
                  <a:lnTo>
                    <a:pt x="565683" y="387235"/>
                  </a:lnTo>
                  <a:lnTo>
                    <a:pt x="564159" y="388378"/>
                  </a:lnTo>
                  <a:lnTo>
                    <a:pt x="563016" y="389890"/>
                  </a:lnTo>
                  <a:lnTo>
                    <a:pt x="562635" y="391414"/>
                  </a:lnTo>
                  <a:lnTo>
                    <a:pt x="563016" y="393306"/>
                  </a:lnTo>
                  <a:lnTo>
                    <a:pt x="564159" y="394449"/>
                  </a:lnTo>
                  <a:lnTo>
                    <a:pt x="564159" y="394830"/>
                  </a:lnTo>
                  <a:lnTo>
                    <a:pt x="565683" y="395592"/>
                  </a:lnTo>
                  <a:lnTo>
                    <a:pt x="567182" y="395973"/>
                  </a:lnTo>
                  <a:lnTo>
                    <a:pt x="569074" y="395592"/>
                  </a:lnTo>
                  <a:lnTo>
                    <a:pt x="570598" y="394449"/>
                  </a:lnTo>
                  <a:lnTo>
                    <a:pt x="571360" y="393306"/>
                  </a:lnTo>
                  <a:lnTo>
                    <a:pt x="571741" y="391795"/>
                  </a:lnTo>
                  <a:close/>
                </a:path>
                <a:path w="1013460" h="699770">
                  <a:moveTo>
                    <a:pt x="587324" y="402043"/>
                  </a:moveTo>
                  <a:lnTo>
                    <a:pt x="586943" y="400151"/>
                  </a:lnTo>
                  <a:lnTo>
                    <a:pt x="585800" y="398627"/>
                  </a:lnTo>
                  <a:lnTo>
                    <a:pt x="584276" y="397484"/>
                  </a:lnTo>
                  <a:lnTo>
                    <a:pt x="582371" y="397103"/>
                  </a:lnTo>
                  <a:lnTo>
                    <a:pt x="580466" y="397484"/>
                  </a:lnTo>
                  <a:lnTo>
                    <a:pt x="579323" y="398627"/>
                  </a:lnTo>
                  <a:lnTo>
                    <a:pt x="578561" y="400151"/>
                  </a:lnTo>
                  <a:lnTo>
                    <a:pt x="578192" y="402043"/>
                  </a:lnTo>
                  <a:lnTo>
                    <a:pt x="578561" y="403936"/>
                  </a:lnTo>
                  <a:lnTo>
                    <a:pt x="579323" y="405460"/>
                  </a:lnTo>
                  <a:lnTo>
                    <a:pt x="580466" y="406222"/>
                  </a:lnTo>
                  <a:lnTo>
                    <a:pt x="582371" y="406590"/>
                  </a:lnTo>
                  <a:lnTo>
                    <a:pt x="584276" y="406222"/>
                  </a:lnTo>
                  <a:lnTo>
                    <a:pt x="585800" y="405460"/>
                  </a:lnTo>
                  <a:lnTo>
                    <a:pt x="586943" y="403936"/>
                  </a:lnTo>
                  <a:lnTo>
                    <a:pt x="587324" y="402043"/>
                  </a:lnTo>
                  <a:close/>
                </a:path>
                <a:path w="1013460" h="699770">
                  <a:moveTo>
                    <a:pt x="602488" y="412292"/>
                  </a:moveTo>
                  <a:lnTo>
                    <a:pt x="602107" y="410400"/>
                  </a:lnTo>
                  <a:lnTo>
                    <a:pt x="600964" y="408876"/>
                  </a:lnTo>
                  <a:lnTo>
                    <a:pt x="599452" y="408114"/>
                  </a:lnTo>
                  <a:lnTo>
                    <a:pt x="597573" y="407733"/>
                  </a:lnTo>
                  <a:lnTo>
                    <a:pt x="595668" y="408114"/>
                  </a:lnTo>
                  <a:lnTo>
                    <a:pt x="594144" y="408876"/>
                  </a:lnTo>
                  <a:lnTo>
                    <a:pt x="593763" y="410400"/>
                  </a:lnTo>
                  <a:lnTo>
                    <a:pt x="593382" y="412292"/>
                  </a:lnTo>
                  <a:lnTo>
                    <a:pt x="593763" y="414185"/>
                  </a:lnTo>
                  <a:lnTo>
                    <a:pt x="594144" y="415709"/>
                  </a:lnTo>
                  <a:lnTo>
                    <a:pt x="596049" y="416852"/>
                  </a:lnTo>
                  <a:lnTo>
                    <a:pt x="597573" y="417233"/>
                  </a:lnTo>
                  <a:lnTo>
                    <a:pt x="599452" y="416852"/>
                  </a:lnTo>
                  <a:lnTo>
                    <a:pt x="600964" y="415709"/>
                  </a:lnTo>
                  <a:lnTo>
                    <a:pt x="602107" y="414185"/>
                  </a:lnTo>
                  <a:lnTo>
                    <a:pt x="602488" y="412292"/>
                  </a:lnTo>
                  <a:close/>
                </a:path>
                <a:path w="1013460" h="699770">
                  <a:moveTo>
                    <a:pt x="617689" y="422922"/>
                  </a:moveTo>
                  <a:lnTo>
                    <a:pt x="617308" y="421030"/>
                  </a:lnTo>
                  <a:lnTo>
                    <a:pt x="616546" y="419887"/>
                  </a:lnTo>
                  <a:lnTo>
                    <a:pt x="614641" y="418744"/>
                  </a:lnTo>
                  <a:lnTo>
                    <a:pt x="613117" y="418363"/>
                  </a:lnTo>
                  <a:lnTo>
                    <a:pt x="611212" y="418744"/>
                  </a:lnTo>
                  <a:lnTo>
                    <a:pt x="609701" y="419887"/>
                  </a:lnTo>
                  <a:lnTo>
                    <a:pt x="608584" y="421030"/>
                  </a:lnTo>
                  <a:lnTo>
                    <a:pt x="608203" y="422922"/>
                  </a:lnTo>
                  <a:lnTo>
                    <a:pt x="608584" y="424434"/>
                  </a:lnTo>
                  <a:lnTo>
                    <a:pt x="609701" y="426339"/>
                  </a:lnTo>
                  <a:lnTo>
                    <a:pt x="611212" y="427101"/>
                  </a:lnTo>
                  <a:lnTo>
                    <a:pt x="613117" y="427482"/>
                  </a:lnTo>
                  <a:lnTo>
                    <a:pt x="614641" y="427101"/>
                  </a:lnTo>
                  <a:lnTo>
                    <a:pt x="616165" y="425958"/>
                  </a:lnTo>
                  <a:lnTo>
                    <a:pt x="617308" y="424434"/>
                  </a:lnTo>
                  <a:lnTo>
                    <a:pt x="617689" y="422922"/>
                  </a:lnTo>
                  <a:close/>
                </a:path>
                <a:path w="1013460" h="699770">
                  <a:moveTo>
                    <a:pt x="632853" y="433552"/>
                  </a:moveTo>
                  <a:lnTo>
                    <a:pt x="632472" y="431660"/>
                  </a:lnTo>
                  <a:lnTo>
                    <a:pt x="631710" y="430136"/>
                  </a:lnTo>
                  <a:lnTo>
                    <a:pt x="630224" y="428993"/>
                  </a:lnTo>
                  <a:lnTo>
                    <a:pt x="628319" y="428612"/>
                  </a:lnTo>
                  <a:lnTo>
                    <a:pt x="626414" y="428993"/>
                  </a:lnTo>
                  <a:lnTo>
                    <a:pt x="624890" y="430136"/>
                  </a:lnTo>
                  <a:lnTo>
                    <a:pt x="623747" y="431660"/>
                  </a:lnTo>
                  <a:lnTo>
                    <a:pt x="623366" y="433552"/>
                  </a:lnTo>
                  <a:lnTo>
                    <a:pt x="623747" y="435063"/>
                  </a:lnTo>
                  <a:lnTo>
                    <a:pt x="624890" y="436587"/>
                  </a:lnTo>
                  <a:lnTo>
                    <a:pt x="626414" y="437349"/>
                  </a:lnTo>
                  <a:lnTo>
                    <a:pt x="628319" y="437730"/>
                  </a:lnTo>
                  <a:lnTo>
                    <a:pt x="630224" y="437349"/>
                  </a:lnTo>
                  <a:lnTo>
                    <a:pt x="631710" y="436587"/>
                  </a:lnTo>
                  <a:lnTo>
                    <a:pt x="632472" y="435063"/>
                  </a:lnTo>
                  <a:lnTo>
                    <a:pt x="632853" y="433552"/>
                  </a:lnTo>
                  <a:close/>
                </a:path>
                <a:path w="1013460" h="699770">
                  <a:moveTo>
                    <a:pt x="647674" y="443801"/>
                  </a:moveTo>
                  <a:lnTo>
                    <a:pt x="647293" y="441909"/>
                  </a:lnTo>
                  <a:lnTo>
                    <a:pt x="646531" y="440385"/>
                  </a:lnTo>
                  <a:lnTo>
                    <a:pt x="645388" y="439623"/>
                  </a:lnTo>
                  <a:lnTo>
                    <a:pt x="643483" y="439242"/>
                  </a:lnTo>
                  <a:lnTo>
                    <a:pt x="641604" y="439623"/>
                  </a:lnTo>
                  <a:lnTo>
                    <a:pt x="640092" y="440385"/>
                  </a:lnTo>
                  <a:lnTo>
                    <a:pt x="638949" y="441909"/>
                  </a:lnTo>
                  <a:lnTo>
                    <a:pt x="638568" y="443801"/>
                  </a:lnTo>
                  <a:lnTo>
                    <a:pt x="638949" y="445693"/>
                  </a:lnTo>
                  <a:lnTo>
                    <a:pt x="640092" y="446836"/>
                  </a:lnTo>
                  <a:lnTo>
                    <a:pt x="641604" y="447979"/>
                  </a:lnTo>
                  <a:lnTo>
                    <a:pt x="643483" y="448360"/>
                  </a:lnTo>
                  <a:lnTo>
                    <a:pt x="645388" y="447979"/>
                  </a:lnTo>
                  <a:lnTo>
                    <a:pt x="646531" y="446836"/>
                  </a:lnTo>
                  <a:lnTo>
                    <a:pt x="647293" y="445693"/>
                  </a:lnTo>
                  <a:lnTo>
                    <a:pt x="647674" y="443801"/>
                  </a:lnTo>
                  <a:close/>
                </a:path>
                <a:path w="1013460" h="699770">
                  <a:moveTo>
                    <a:pt x="663232" y="454431"/>
                  </a:moveTo>
                  <a:lnTo>
                    <a:pt x="662863" y="452539"/>
                  </a:lnTo>
                  <a:lnTo>
                    <a:pt x="661733" y="451015"/>
                  </a:lnTo>
                  <a:lnTo>
                    <a:pt x="660209" y="449872"/>
                  </a:lnTo>
                  <a:lnTo>
                    <a:pt x="658685" y="449491"/>
                  </a:lnTo>
                  <a:lnTo>
                    <a:pt x="656780" y="449872"/>
                  </a:lnTo>
                  <a:lnTo>
                    <a:pt x="655256" y="451015"/>
                  </a:lnTo>
                  <a:lnTo>
                    <a:pt x="654494" y="452539"/>
                  </a:lnTo>
                  <a:lnTo>
                    <a:pt x="654113" y="454431"/>
                  </a:lnTo>
                  <a:lnTo>
                    <a:pt x="654494" y="455942"/>
                  </a:lnTo>
                  <a:lnTo>
                    <a:pt x="655256" y="457847"/>
                  </a:lnTo>
                  <a:lnTo>
                    <a:pt x="656780" y="458609"/>
                  </a:lnTo>
                  <a:lnTo>
                    <a:pt x="658685" y="458990"/>
                  </a:lnTo>
                  <a:lnTo>
                    <a:pt x="660209" y="458609"/>
                  </a:lnTo>
                  <a:lnTo>
                    <a:pt x="661733" y="457466"/>
                  </a:lnTo>
                  <a:lnTo>
                    <a:pt x="662863" y="455942"/>
                  </a:lnTo>
                  <a:lnTo>
                    <a:pt x="663232" y="454431"/>
                  </a:lnTo>
                  <a:close/>
                </a:path>
                <a:path w="1013460" h="699770">
                  <a:moveTo>
                    <a:pt x="678421" y="464693"/>
                  </a:moveTo>
                  <a:lnTo>
                    <a:pt x="678040" y="462788"/>
                  </a:lnTo>
                  <a:lnTo>
                    <a:pt x="676897" y="461264"/>
                  </a:lnTo>
                  <a:lnTo>
                    <a:pt x="675373" y="460121"/>
                  </a:lnTo>
                  <a:lnTo>
                    <a:pt x="671982" y="460121"/>
                  </a:lnTo>
                  <a:lnTo>
                    <a:pt x="670458" y="461264"/>
                  </a:lnTo>
                  <a:lnTo>
                    <a:pt x="669696" y="462788"/>
                  </a:lnTo>
                  <a:lnTo>
                    <a:pt x="669315" y="464693"/>
                  </a:lnTo>
                  <a:lnTo>
                    <a:pt x="669696" y="466572"/>
                  </a:lnTo>
                  <a:lnTo>
                    <a:pt x="670458" y="468096"/>
                  </a:lnTo>
                  <a:lnTo>
                    <a:pt x="671982" y="468858"/>
                  </a:lnTo>
                  <a:lnTo>
                    <a:pt x="673481" y="469239"/>
                  </a:lnTo>
                  <a:lnTo>
                    <a:pt x="675373" y="468858"/>
                  </a:lnTo>
                  <a:lnTo>
                    <a:pt x="676897" y="468096"/>
                  </a:lnTo>
                  <a:lnTo>
                    <a:pt x="678040" y="466572"/>
                  </a:lnTo>
                  <a:lnTo>
                    <a:pt x="678421" y="464693"/>
                  </a:lnTo>
                  <a:close/>
                </a:path>
                <a:path w="1013460" h="699770">
                  <a:moveTo>
                    <a:pt x="693623" y="474941"/>
                  </a:moveTo>
                  <a:lnTo>
                    <a:pt x="693242" y="473036"/>
                  </a:lnTo>
                  <a:lnTo>
                    <a:pt x="692480" y="471893"/>
                  </a:lnTo>
                  <a:lnTo>
                    <a:pt x="690575" y="471131"/>
                  </a:lnTo>
                  <a:lnTo>
                    <a:pt x="689051" y="470763"/>
                  </a:lnTo>
                  <a:lnTo>
                    <a:pt x="687146" y="471131"/>
                  </a:lnTo>
                  <a:lnTo>
                    <a:pt x="686003" y="471893"/>
                  </a:lnTo>
                  <a:lnTo>
                    <a:pt x="684872" y="473036"/>
                  </a:lnTo>
                  <a:lnTo>
                    <a:pt x="684491" y="474941"/>
                  </a:lnTo>
                  <a:lnTo>
                    <a:pt x="684872" y="476834"/>
                  </a:lnTo>
                  <a:lnTo>
                    <a:pt x="686003" y="478345"/>
                  </a:lnTo>
                  <a:lnTo>
                    <a:pt x="687146" y="479488"/>
                  </a:lnTo>
                  <a:lnTo>
                    <a:pt x="689051" y="479869"/>
                  </a:lnTo>
                  <a:lnTo>
                    <a:pt x="690575" y="479488"/>
                  </a:lnTo>
                  <a:lnTo>
                    <a:pt x="692099" y="478345"/>
                  </a:lnTo>
                  <a:lnTo>
                    <a:pt x="693242" y="476834"/>
                  </a:lnTo>
                  <a:lnTo>
                    <a:pt x="693623" y="474941"/>
                  </a:lnTo>
                  <a:close/>
                </a:path>
                <a:path w="1013460" h="699770">
                  <a:moveTo>
                    <a:pt x="708787" y="485952"/>
                  </a:moveTo>
                  <a:lnTo>
                    <a:pt x="708406" y="484047"/>
                  </a:lnTo>
                  <a:lnTo>
                    <a:pt x="707644" y="482523"/>
                  </a:lnTo>
                  <a:lnTo>
                    <a:pt x="706120" y="481393"/>
                  </a:lnTo>
                  <a:lnTo>
                    <a:pt x="704253" y="481012"/>
                  </a:lnTo>
                  <a:lnTo>
                    <a:pt x="702348" y="481393"/>
                  </a:lnTo>
                  <a:lnTo>
                    <a:pt x="700824" y="482523"/>
                  </a:lnTo>
                  <a:lnTo>
                    <a:pt x="699681" y="484047"/>
                  </a:lnTo>
                  <a:lnTo>
                    <a:pt x="699300" y="485952"/>
                  </a:lnTo>
                  <a:lnTo>
                    <a:pt x="699681" y="487083"/>
                  </a:lnTo>
                  <a:lnTo>
                    <a:pt x="700824" y="488975"/>
                  </a:lnTo>
                  <a:lnTo>
                    <a:pt x="702348" y="489737"/>
                  </a:lnTo>
                  <a:lnTo>
                    <a:pt x="704253" y="490118"/>
                  </a:lnTo>
                  <a:lnTo>
                    <a:pt x="706120" y="489737"/>
                  </a:lnTo>
                  <a:lnTo>
                    <a:pt x="707644" y="488594"/>
                  </a:lnTo>
                  <a:lnTo>
                    <a:pt x="708406" y="487083"/>
                  </a:lnTo>
                  <a:lnTo>
                    <a:pt x="708787" y="485952"/>
                  </a:lnTo>
                  <a:close/>
                </a:path>
                <a:path w="1013460" h="699770">
                  <a:moveTo>
                    <a:pt x="723988" y="496201"/>
                  </a:moveTo>
                  <a:lnTo>
                    <a:pt x="723607" y="494296"/>
                  </a:lnTo>
                  <a:lnTo>
                    <a:pt x="722845" y="492772"/>
                  </a:lnTo>
                  <a:lnTo>
                    <a:pt x="721321" y="491642"/>
                  </a:lnTo>
                  <a:lnTo>
                    <a:pt x="719416" y="491261"/>
                  </a:lnTo>
                  <a:lnTo>
                    <a:pt x="717511" y="491642"/>
                  </a:lnTo>
                  <a:lnTo>
                    <a:pt x="716013" y="492772"/>
                  </a:lnTo>
                  <a:lnTo>
                    <a:pt x="714883" y="494296"/>
                  </a:lnTo>
                  <a:lnTo>
                    <a:pt x="714502" y="496201"/>
                  </a:lnTo>
                  <a:lnTo>
                    <a:pt x="714883" y="498094"/>
                  </a:lnTo>
                  <a:lnTo>
                    <a:pt x="716013" y="499605"/>
                  </a:lnTo>
                  <a:lnTo>
                    <a:pt x="717511" y="499986"/>
                  </a:lnTo>
                  <a:lnTo>
                    <a:pt x="719416" y="500367"/>
                  </a:lnTo>
                  <a:lnTo>
                    <a:pt x="721321" y="499986"/>
                  </a:lnTo>
                  <a:lnTo>
                    <a:pt x="722845" y="499605"/>
                  </a:lnTo>
                  <a:lnTo>
                    <a:pt x="723607" y="498094"/>
                  </a:lnTo>
                  <a:lnTo>
                    <a:pt x="723988" y="496201"/>
                  </a:lnTo>
                  <a:close/>
                </a:path>
                <a:path w="1013460" h="699770">
                  <a:moveTo>
                    <a:pt x="739152" y="504545"/>
                  </a:moveTo>
                  <a:lnTo>
                    <a:pt x="738009" y="503034"/>
                  </a:lnTo>
                  <a:lnTo>
                    <a:pt x="736523" y="502272"/>
                  </a:lnTo>
                  <a:lnTo>
                    <a:pt x="734618" y="501891"/>
                  </a:lnTo>
                  <a:lnTo>
                    <a:pt x="732713" y="502272"/>
                  </a:lnTo>
                  <a:lnTo>
                    <a:pt x="731189" y="503034"/>
                  </a:lnTo>
                  <a:lnTo>
                    <a:pt x="730427" y="504545"/>
                  </a:lnTo>
                  <a:lnTo>
                    <a:pt x="730046" y="506450"/>
                  </a:lnTo>
                  <a:lnTo>
                    <a:pt x="730427" y="508342"/>
                  </a:lnTo>
                  <a:lnTo>
                    <a:pt x="731189" y="509854"/>
                  </a:lnTo>
                  <a:lnTo>
                    <a:pt x="732713" y="510997"/>
                  </a:lnTo>
                  <a:lnTo>
                    <a:pt x="734618" y="511378"/>
                  </a:lnTo>
                  <a:lnTo>
                    <a:pt x="736523" y="510997"/>
                  </a:lnTo>
                  <a:lnTo>
                    <a:pt x="738009" y="509854"/>
                  </a:lnTo>
                  <a:lnTo>
                    <a:pt x="739152" y="508342"/>
                  </a:lnTo>
                  <a:lnTo>
                    <a:pt x="739152" y="504545"/>
                  </a:lnTo>
                  <a:close/>
                </a:path>
                <a:path w="1013460" h="699770">
                  <a:moveTo>
                    <a:pt x="754354" y="517080"/>
                  </a:moveTo>
                  <a:lnTo>
                    <a:pt x="753973" y="515175"/>
                  </a:lnTo>
                  <a:lnTo>
                    <a:pt x="752830" y="513651"/>
                  </a:lnTo>
                  <a:lnTo>
                    <a:pt x="751687" y="512902"/>
                  </a:lnTo>
                  <a:lnTo>
                    <a:pt x="749782" y="512521"/>
                  </a:lnTo>
                  <a:lnTo>
                    <a:pt x="747903" y="512902"/>
                  </a:lnTo>
                  <a:lnTo>
                    <a:pt x="746391" y="513651"/>
                  </a:lnTo>
                  <a:lnTo>
                    <a:pt x="745629" y="515175"/>
                  </a:lnTo>
                  <a:lnTo>
                    <a:pt x="745248" y="517080"/>
                  </a:lnTo>
                  <a:lnTo>
                    <a:pt x="745629" y="518591"/>
                  </a:lnTo>
                  <a:lnTo>
                    <a:pt x="746391" y="520484"/>
                  </a:lnTo>
                  <a:lnTo>
                    <a:pt x="747903" y="521246"/>
                  </a:lnTo>
                  <a:lnTo>
                    <a:pt x="749782" y="521627"/>
                  </a:lnTo>
                  <a:lnTo>
                    <a:pt x="751687" y="521246"/>
                  </a:lnTo>
                  <a:lnTo>
                    <a:pt x="752830" y="520103"/>
                  </a:lnTo>
                  <a:lnTo>
                    <a:pt x="753973" y="518591"/>
                  </a:lnTo>
                  <a:lnTo>
                    <a:pt x="754354" y="517080"/>
                  </a:lnTo>
                  <a:close/>
                </a:path>
                <a:path w="1013460" h="699770">
                  <a:moveTo>
                    <a:pt x="769543" y="527329"/>
                  </a:moveTo>
                  <a:lnTo>
                    <a:pt x="769162" y="525805"/>
                  </a:lnTo>
                  <a:lnTo>
                    <a:pt x="768413" y="524281"/>
                  </a:lnTo>
                  <a:lnTo>
                    <a:pt x="768032" y="524281"/>
                  </a:lnTo>
                  <a:lnTo>
                    <a:pt x="766508" y="523151"/>
                  </a:lnTo>
                  <a:lnTo>
                    <a:pt x="764984" y="522770"/>
                  </a:lnTo>
                  <a:lnTo>
                    <a:pt x="763460" y="523151"/>
                  </a:lnTo>
                  <a:lnTo>
                    <a:pt x="761936" y="524281"/>
                  </a:lnTo>
                  <a:lnTo>
                    <a:pt x="760793" y="525805"/>
                  </a:lnTo>
                  <a:lnTo>
                    <a:pt x="760412" y="527329"/>
                  </a:lnTo>
                  <a:lnTo>
                    <a:pt x="760793" y="529221"/>
                  </a:lnTo>
                  <a:lnTo>
                    <a:pt x="761555" y="530733"/>
                  </a:lnTo>
                  <a:lnTo>
                    <a:pt x="761936" y="530733"/>
                  </a:lnTo>
                  <a:lnTo>
                    <a:pt x="763460" y="531495"/>
                  </a:lnTo>
                  <a:lnTo>
                    <a:pt x="765365" y="531876"/>
                  </a:lnTo>
                  <a:lnTo>
                    <a:pt x="766508" y="531495"/>
                  </a:lnTo>
                  <a:lnTo>
                    <a:pt x="768032" y="530733"/>
                  </a:lnTo>
                  <a:lnTo>
                    <a:pt x="769162" y="529221"/>
                  </a:lnTo>
                  <a:lnTo>
                    <a:pt x="769543" y="527329"/>
                  </a:lnTo>
                  <a:close/>
                </a:path>
                <a:path w="1013460" h="699770">
                  <a:moveTo>
                    <a:pt x="784720" y="537959"/>
                  </a:moveTo>
                  <a:lnTo>
                    <a:pt x="784339" y="536054"/>
                  </a:lnTo>
                  <a:lnTo>
                    <a:pt x="783577" y="534543"/>
                  </a:lnTo>
                  <a:lnTo>
                    <a:pt x="782053" y="533781"/>
                  </a:lnTo>
                  <a:lnTo>
                    <a:pt x="780161" y="533400"/>
                  </a:lnTo>
                  <a:lnTo>
                    <a:pt x="778662" y="533781"/>
                  </a:lnTo>
                  <a:lnTo>
                    <a:pt x="777138" y="534543"/>
                  </a:lnTo>
                  <a:lnTo>
                    <a:pt x="775995" y="536054"/>
                  </a:lnTo>
                  <a:lnTo>
                    <a:pt x="775614" y="537959"/>
                  </a:lnTo>
                  <a:lnTo>
                    <a:pt x="775995" y="539470"/>
                  </a:lnTo>
                  <a:lnTo>
                    <a:pt x="777138" y="540994"/>
                  </a:lnTo>
                  <a:lnTo>
                    <a:pt x="778662" y="542124"/>
                  </a:lnTo>
                  <a:lnTo>
                    <a:pt x="780161" y="542505"/>
                  </a:lnTo>
                  <a:lnTo>
                    <a:pt x="782053" y="542124"/>
                  </a:lnTo>
                  <a:lnTo>
                    <a:pt x="783577" y="540994"/>
                  </a:lnTo>
                  <a:lnTo>
                    <a:pt x="784339" y="539470"/>
                  </a:lnTo>
                  <a:lnTo>
                    <a:pt x="784720" y="537959"/>
                  </a:lnTo>
                  <a:close/>
                </a:path>
                <a:path w="1013460" h="699770">
                  <a:moveTo>
                    <a:pt x="799922" y="548589"/>
                  </a:moveTo>
                  <a:lnTo>
                    <a:pt x="799541" y="546684"/>
                  </a:lnTo>
                  <a:lnTo>
                    <a:pt x="798779" y="545172"/>
                  </a:lnTo>
                  <a:lnTo>
                    <a:pt x="797255" y="544029"/>
                  </a:lnTo>
                  <a:lnTo>
                    <a:pt x="795337" y="543648"/>
                  </a:lnTo>
                  <a:lnTo>
                    <a:pt x="793445" y="544029"/>
                  </a:lnTo>
                  <a:lnTo>
                    <a:pt x="791921" y="545172"/>
                  </a:lnTo>
                  <a:lnTo>
                    <a:pt x="791184" y="546684"/>
                  </a:lnTo>
                  <a:lnTo>
                    <a:pt x="790790" y="548589"/>
                  </a:lnTo>
                  <a:lnTo>
                    <a:pt x="791184" y="550100"/>
                  </a:lnTo>
                  <a:lnTo>
                    <a:pt x="791921" y="551992"/>
                  </a:lnTo>
                  <a:lnTo>
                    <a:pt x="793445" y="552754"/>
                  </a:lnTo>
                  <a:lnTo>
                    <a:pt x="797255" y="552754"/>
                  </a:lnTo>
                  <a:lnTo>
                    <a:pt x="798779" y="551624"/>
                  </a:lnTo>
                  <a:lnTo>
                    <a:pt x="799541" y="550100"/>
                  </a:lnTo>
                  <a:lnTo>
                    <a:pt x="799922" y="548589"/>
                  </a:lnTo>
                  <a:close/>
                </a:path>
                <a:path w="1013460" h="699770">
                  <a:moveTo>
                    <a:pt x="815467" y="558838"/>
                  </a:moveTo>
                  <a:lnTo>
                    <a:pt x="815086" y="556933"/>
                  </a:lnTo>
                  <a:lnTo>
                    <a:pt x="813930" y="555421"/>
                  </a:lnTo>
                  <a:lnTo>
                    <a:pt x="812444" y="554278"/>
                  </a:lnTo>
                  <a:lnTo>
                    <a:pt x="810552" y="553897"/>
                  </a:lnTo>
                  <a:lnTo>
                    <a:pt x="808647" y="554278"/>
                  </a:lnTo>
                  <a:lnTo>
                    <a:pt x="807123" y="555421"/>
                  </a:lnTo>
                  <a:lnTo>
                    <a:pt x="806361" y="556933"/>
                  </a:lnTo>
                  <a:lnTo>
                    <a:pt x="805967" y="558838"/>
                  </a:lnTo>
                  <a:lnTo>
                    <a:pt x="806361" y="560743"/>
                  </a:lnTo>
                  <a:lnTo>
                    <a:pt x="807123" y="562241"/>
                  </a:lnTo>
                  <a:lnTo>
                    <a:pt x="808647" y="563003"/>
                  </a:lnTo>
                  <a:lnTo>
                    <a:pt x="810552" y="563384"/>
                  </a:lnTo>
                  <a:lnTo>
                    <a:pt x="812444" y="563003"/>
                  </a:lnTo>
                  <a:lnTo>
                    <a:pt x="813930" y="562241"/>
                  </a:lnTo>
                  <a:lnTo>
                    <a:pt x="815086" y="560743"/>
                  </a:lnTo>
                  <a:lnTo>
                    <a:pt x="815467" y="558838"/>
                  </a:lnTo>
                  <a:close/>
                </a:path>
                <a:path w="1013460" h="699770">
                  <a:moveTo>
                    <a:pt x="830668" y="569087"/>
                  </a:moveTo>
                  <a:lnTo>
                    <a:pt x="830287" y="567182"/>
                  </a:lnTo>
                  <a:lnTo>
                    <a:pt x="829144" y="565670"/>
                  </a:lnTo>
                  <a:lnTo>
                    <a:pt x="827608" y="565289"/>
                  </a:lnTo>
                  <a:lnTo>
                    <a:pt x="825715" y="564908"/>
                  </a:lnTo>
                  <a:lnTo>
                    <a:pt x="823810" y="565289"/>
                  </a:lnTo>
                  <a:lnTo>
                    <a:pt x="822325" y="565670"/>
                  </a:lnTo>
                  <a:lnTo>
                    <a:pt x="821563" y="567182"/>
                  </a:lnTo>
                  <a:lnTo>
                    <a:pt x="821169" y="569087"/>
                  </a:lnTo>
                  <a:lnTo>
                    <a:pt x="821563" y="570992"/>
                  </a:lnTo>
                  <a:lnTo>
                    <a:pt x="822325" y="572503"/>
                  </a:lnTo>
                  <a:lnTo>
                    <a:pt x="823810" y="573633"/>
                  </a:lnTo>
                  <a:lnTo>
                    <a:pt x="825715" y="574014"/>
                  </a:lnTo>
                  <a:lnTo>
                    <a:pt x="827608" y="573633"/>
                  </a:lnTo>
                  <a:lnTo>
                    <a:pt x="829144" y="572503"/>
                  </a:lnTo>
                  <a:lnTo>
                    <a:pt x="830287" y="570992"/>
                  </a:lnTo>
                  <a:lnTo>
                    <a:pt x="830668" y="569087"/>
                  </a:lnTo>
                  <a:close/>
                </a:path>
                <a:path w="1013460" h="699770">
                  <a:moveTo>
                    <a:pt x="845439" y="579716"/>
                  </a:moveTo>
                  <a:lnTo>
                    <a:pt x="845070" y="578192"/>
                  </a:lnTo>
                  <a:lnTo>
                    <a:pt x="844334" y="576681"/>
                  </a:lnTo>
                  <a:lnTo>
                    <a:pt x="842810" y="575538"/>
                  </a:lnTo>
                  <a:lnTo>
                    <a:pt x="840917" y="575157"/>
                  </a:lnTo>
                  <a:lnTo>
                    <a:pt x="839393" y="575538"/>
                  </a:lnTo>
                  <a:lnTo>
                    <a:pt x="837869" y="576681"/>
                  </a:lnTo>
                  <a:lnTo>
                    <a:pt x="836726" y="578192"/>
                  </a:lnTo>
                  <a:lnTo>
                    <a:pt x="836345" y="579716"/>
                  </a:lnTo>
                  <a:lnTo>
                    <a:pt x="836726" y="581240"/>
                  </a:lnTo>
                  <a:lnTo>
                    <a:pt x="837488" y="583133"/>
                  </a:lnTo>
                  <a:lnTo>
                    <a:pt x="839393" y="583882"/>
                  </a:lnTo>
                  <a:lnTo>
                    <a:pt x="840917" y="584263"/>
                  </a:lnTo>
                  <a:lnTo>
                    <a:pt x="842810" y="583882"/>
                  </a:lnTo>
                  <a:lnTo>
                    <a:pt x="844334" y="582752"/>
                  </a:lnTo>
                  <a:lnTo>
                    <a:pt x="845070" y="581240"/>
                  </a:lnTo>
                  <a:lnTo>
                    <a:pt x="845439" y="579716"/>
                  </a:lnTo>
                  <a:close/>
                </a:path>
                <a:path w="1013460" h="699770">
                  <a:moveTo>
                    <a:pt x="860653" y="590346"/>
                  </a:moveTo>
                  <a:lnTo>
                    <a:pt x="860272" y="588441"/>
                  </a:lnTo>
                  <a:lnTo>
                    <a:pt x="859510" y="586930"/>
                  </a:lnTo>
                  <a:lnTo>
                    <a:pt x="858354" y="585787"/>
                  </a:lnTo>
                  <a:lnTo>
                    <a:pt x="856462" y="585406"/>
                  </a:lnTo>
                  <a:lnTo>
                    <a:pt x="854570" y="585787"/>
                  </a:lnTo>
                  <a:lnTo>
                    <a:pt x="853071" y="586930"/>
                  </a:lnTo>
                  <a:lnTo>
                    <a:pt x="851928" y="588441"/>
                  </a:lnTo>
                  <a:lnTo>
                    <a:pt x="851547" y="590346"/>
                  </a:lnTo>
                  <a:lnTo>
                    <a:pt x="851928" y="592251"/>
                  </a:lnTo>
                  <a:lnTo>
                    <a:pt x="853071" y="593382"/>
                  </a:lnTo>
                  <a:lnTo>
                    <a:pt x="854570" y="594144"/>
                  </a:lnTo>
                  <a:lnTo>
                    <a:pt x="856462" y="594525"/>
                  </a:lnTo>
                  <a:lnTo>
                    <a:pt x="858354" y="594144"/>
                  </a:lnTo>
                  <a:lnTo>
                    <a:pt x="859510" y="593382"/>
                  </a:lnTo>
                  <a:lnTo>
                    <a:pt x="860272" y="592251"/>
                  </a:lnTo>
                  <a:lnTo>
                    <a:pt x="860653" y="590346"/>
                  </a:lnTo>
                  <a:close/>
                </a:path>
                <a:path w="1013460" h="699770">
                  <a:moveTo>
                    <a:pt x="875855" y="600595"/>
                  </a:moveTo>
                  <a:lnTo>
                    <a:pt x="875474" y="598703"/>
                  </a:lnTo>
                  <a:lnTo>
                    <a:pt x="874712" y="597179"/>
                  </a:lnTo>
                  <a:lnTo>
                    <a:pt x="873188" y="596417"/>
                  </a:lnTo>
                  <a:lnTo>
                    <a:pt x="871664" y="596036"/>
                  </a:lnTo>
                  <a:lnTo>
                    <a:pt x="869759" y="596417"/>
                  </a:lnTo>
                  <a:lnTo>
                    <a:pt x="868235" y="597179"/>
                  </a:lnTo>
                  <a:lnTo>
                    <a:pt x="867092" y="598703"/>
                  </a:lnTo>
                  <a:lnTo>
                    <a:pt x="866711" y="600595"/>
                  </a:lnTo>
                  <a:lnTo>
                    <a:pt x="867092" y="602500"/>
                  </a:lnTo>
                  <a:lnTo>
                    <a:pt x="868235" y="604012"/>
                  </a:lnTo>
                  <a:lnTo>
                    <a:pt x="869759" y="605155"/>
                  </a:lnTo>
                  <a:lnTo>
                    <a:pt x="871664" y="605523"/>
                  </a:lnTo>
                  <a:lnTo>
                    <a:pt x="873188" y="605155"/>
                  </a:lnTo>
                  <a:lnTo>
                    <a:pt x="874712" y="604012"/>
                  </a:lnTo>
                  <a:lnTo>
                    <a:pt x="875474" y="602500"/>
                  </a:lnTo>
                  <a:lnTo>
                    <a:pt x="875855" y="600595"/>
                  </a:lnTo>
                  <a:close/>
                </a:path>
                <a:path w="1013460" h="699770">
                  <a:moveTo>
                    <a:pt x="891400" y="611225"/>
                  </a:moveTo>
                  <a:lnTo>
                    <a:pt x="891019" y="609333"/>
                  </a:lnTo>
                  <a:lnTo>
                    <a:pt x="889876" y="607809"/>
                  </a:lnTo>
                  <a:lnTo>
                    <a:pt x="888352" y="606666"/>
                  </a:lnTo>
                  <a:lnTo>
                    <a:pt x="886472" y="606285"/>
                  </a:lnTo>
                  <a:lnTo>
                    <a:pt x="884580" y="606666"/>
                  </a:lnTo>
                  <a:lnTo>
                    <a:pt x="883437" y="607809"/>
                  </a:lnTo>
                  <a:lnTo>
                    <a:pt x="882675" y="609333"/>
                  </a:lnTo>
                  <a:lnTo>
                    <a:pt x="882294" y="611225"/>
                  </a:lnTo>
                  <a:lnTo>
                    <a:pt x="882675" y="612749"/>
                  </a:lnTo>
                  <a:lnTo>
                    <a:pt x="883437" y="614641"/>
                  </a:lnTo>
                  <a:lnTo>
                    <a:pt x="884580" y="615403"/>
                  </a:lnTo>
                  <a:lnTo>
                    <a:pt x="886472" y="615772"/>
                  </a:lnTo>
                  <a:lnTo>
                    <a:pt x="888352" y="615403"/>
                  </a:lnTo>
                  <a:lnTo>
                    <a:pt x="889876" y="614260"/>
                  </a:lnTo>
                  <a:lnTo>
                    <a:pt x="891019" y="612749"/>
                  </a:lnTo>
                  <a:lnTo>
                    <a:pt x="891400" y="611225"/>
                  </a:lnTo>
                  <a:close/>
                </a:path>
                <a:path w="1013460" h="699770">
                  <a:moveTo>
                    <a:pt x="906602" y="621474"/>
                  </a:moveTo>
                  <a:lnTo>
                    <a:pt x="906221" y="619582"/>
                  </a:lnTo>
                  <a:lnTo>
                    <a:pt x="905078" y="618439"/>
                  </a:lnTo>
                  <a:lnTo>
                    <a:pt x="903554" y="617296"/>
                  </a:lnTo>
                  <a:lnTo>
                    <a:pt x="901649" y="616915"/>
                  </a:lnTo>
                  <a:lnTo>
                    <a:pt x="899744" y="617296"/>
                  </a:lnTo>
                  <a:lnTo>
                    <a:pt x="898220" y="618439"/>
                  </a:lnTo>
                  <a:lnTo>
                    <a:pt x="897851" y="619582"/>
                  </a:lnTo>
                  <a:lnTo>
                    <a:pt x="897483" y="621474"/>
                  </a:lnTo>
                  <a:lnTo>
                    <a:pt x="897851" y="623379"/>
                  </a:lnTo>
                  <a:lnTo>
                    <a:pt x="898220" y="624903"/>
                  </a:lnTo>
                  <a:lnTo>
                    <a:pt x="899744" y="625652"/>
                  </a:lnTo>
                  <a:lnTo>
                    <a:pt x="901649" y="626033"/>
                  </a:lnTo>
                  <a:lnTo>
                    <a:pt x="903554" y="625652"/>
                  </a:lnTo>
                  <a:lnTo>
                    <a:pt x="905078" y="624903"/>
                  </a:lnTo>
                  <a:lnTo>
                    <a:pt x="906221" y="623379"/>
                  </a:lnTo>
                  <a:lnTo>
                    <a:pt x="906602" y="621474"/>
                  </a:lnTo>
                  <a:close/>
                </a:path>
                <a:path w="1013460" h="699770">
                  <a:moveTo>
                    <a:pt x="921766" y="632104"/>
                  </a:moveTo>
                  <a:lnTo>
                    <a:pt x="921385" y="630212"/>
                  </a:lnTo>
                  <a:lnTo>
                    <a:pt x="920242" y="628688"/>
                  </a:lnTo>
                  <a:lnTo>
                    <a:pt x="918743" y="627926"/>
                  </a:lnTo>
                  <a:lnTo>
                    <a:pt x="916851" y="627545"/>
                  </a:lnTo>
                  <a:lnTo>
                    <a:pt x="915327" y="627926"/>
                  </a:lnTo>
                  <a:lnTo>
                    <a:pt x="913803" y="628688"/>
                  </a:lnTo>
                  <a:lnTo>
                    <a:pt x="912660" y="630212"/>
                  </a:lnTo>
                  <a:lnTo>
                    <a:pt x="912279" y="632104"/>
                  </a:lnTo>
                  <a:lnTo>
                    <a:pt x="912660" y="633628"/>
                  </a:lnTo>
                  <a:lnTo>
                    <a:pt x="913422" y="635152"/>
                  </a:lnTo>
                  <a:lnTo>
                    <a:pt x="915327" y="636282"/>
                  </a:lnTo>
                  <a:lnTo>
                    <a:pt x="916851" y="636663"/>
                  </a:lnTo>
                  <a:lnTo>
                    <a:pt x="918743" y="636282"/>
                  </a:lnTo>
                  <a:lnTo>
                    <a:pt x="920242" y="635152"/>
                  </a:lnTo>
                  <a:lnTo>
                    <a:pt x="921385" y="633628"/>
                  </a:lnTo>
                  <a:lnTo>
                    <a:pt x="921766" y="632104"/>
                  </a:lnTo>
                  <a:close/>
                </a:path>
                <a:path w="1013460" h="699770">
                  <a:moveTo>
                    <a:pt x="936967" y="642734"/>
                  </a:moveTo>
                  <a:lnTo>
                    <a:pt x="936586" y="640842"/>
                  </a:lnTo>
                  <a:lnTo>
                    <a:pt x="935824" y="639318"/>
                  </a:lnTo>
                  <a:lnTo>
                    <a:pt x="934300" y="638175"/>
                  </a:lnTo>
                  <a:lnTo>
                    <a:pt x="932395" y="637794"/>
                  </a:lnTo>
                  <a:lnTo>
                    <a:pt x="930490" y="638175"/>
                  </a:lnTo>
                  <a:lnTo>
                    <a:pt x="929005" y="639318"/>
                  </a:lnTo>
                  <a:lnTo>
                    <a:pt x="927862" y="640842"/>
                  </a:lnTo>
                  <a:lnTo>
                    <a:pt x="927481" y="642734"/>
                  </a:lnTo>
                  <a:lnTo>
                    <a:pt x="927862" y="644258"/>
                  </a:lnTo>
                  <a:lnTo>
                    <a:pt x="929005" y="645782"/>
                  </a:lnTo>
                  <a:lnTo>
                    <a:pt x="930490" y="646544"/>
                  </a:lnTo>
                  <a:lnTo>
                    <a:pt x="932395" y="646912"/>
                  </a:lnTo>
                  <a:lnTo>
                    <a:pt x="934300" y="646544"/>
                  </a:lnTo>
                  <a:lnTo>
                    <a:pt x="935824" y="645401"/>
                  </a:lnTo>
                  <a:lnTo>
                    <a:pt x="936586" y="644258"/>
                  </a:lnTo>
                  <a:lnTo>
                    <a:pt x="936967" y="642734"/>
                  </a:lnTo>
                  <a:close/>
                </a:path>
                <a:path w="1013460" h="699770">
                  <a:moveTo>
                    <a:pt x="951750" y="652983"/>
                  </a:moveTo>
                  <a:lnTo>
                    <a:pt x="951382" y="651090"/>
                  </a:lnTo>
                  <a:lnTo>
                    <a:pt x="951014" y="649566"/>
                  </a:lnTo>
                  <a:lnTo>
                    <a:pt x="949502" y="648423"/>
                  </a:lnTo>
                  <a:lnTo>
                    <a:pt x="947597" y="648042"/>
                  </a:lnTo>
                  <a:lnTo>
                    <a:pt x="945692" y="648423"/>
                  </a:lnTo>
                  <a:lnTo>
                    <a:pt x="944168" y="649566"/>
                  </a:lnTo>
                  <a:lnTo>
                    <a:pt x="943025" y="651090"/>
                  </a:lnTo>
                  <a:lnTo>
                    <a:pt x="942644" y="652983"/>
                  </a:lnTo>
                  <a:lnTo>
                    <a:pt x="943025" y="654888"/>
                  </a:lnTo>
                  <a:lnTo>
                    <a:pt x="944168" y="656412"/>
                  </a:lnTo>
                  <a:lnTo>
                    <a:pt x="945692" y="657161"/>
                  </a:lnTo>
                  <a:lnTo>
                    <a:pt x="947597" y="657542"/>
                  </a:lnTo>
                  <a:lnTo>
                    <a:pt x="949502" y="657161"/>
                  </a:lnTo>
                  <a:lnTo>
                    <a:pt x="951014" y="656412"/>
                  </a:lnTo>
                  <a:lnTo>
                    <a:pt x="951382" y="654888"/>
                  </a:lnTo>
                  <a:lnTo>
                    <a:pt x="951750" y="652983"/>
                  </a:lnTo>
                  <a:close/>
                </a:path>
                <a:path w="1013460" h="699770">
                  <a:moveTo>
                    <a:pt x="967333" y="663232"/>
                  </a:moveTo>
                  <a:lnTo>
                    <a:pt x="966952" y="661339"/>
                  </a:lnTo>
                  <a:lnTo>
                    <a:pt x="965809" y="659815"/>
                  </a:lnTo>
                  <a:lnTo>
                    <a:pt x="964285" y="659053"/>
                  </a:lnTo>
                  <a:lnTo>
                    <a:pt x="962761" y="658672"/>
                  </a:lnTo>
                  <a:lnTo>
                    <a:pt x="960894" y="659053"/>
                  </a:lnTo>
                  <a:lnTo>
                    <a:pt x="959370" y="659815"/>
                  </a:lnTo>
                  <a:lnTo>
                    <a:pt x="958608" y="661339"/>
                  </a:lnTo>
                  <a:lnTo>
                    <a:pt x="958227" y="663232"/>
                  </a:lnTo>
                  <a:lnTo>
                    <a:pt x="958608" y="665137"/>
                  </a:lnTo>
                  <a:lnTo>
                    <a:pt x="959370" y="666661"/>
                  </a:lnTo>
                  <a:lnTo>
                    <a:pt x="960894" y="667791"/>
                  </a:lnTo>
                  <a:lnTo>
                    <a:pt x="962761" y="668172"/>
                  </a:lnTo>
                  <a:lnTo>
                    <a:pt x="964285" y="667791"/>
                  </a:lnTo>
                  <a:lnTo>
                    <a:pt x="965809" y="666661"/>
                  </a:lnTo>
                  <a:lnTo>
                    <a:pt x="966952" y="665137"/>
                  </a:lnTo>
                  <a:lnTo>
                    <a:pt x="967333" y="663232"/>
                  </a:lnTo>
                  <a:close/>
                </a:path>
                <a:path w="1013460" h="699770">
                  <a:moveTo>
                    <a:pt x="982535" y="673862"/>
                  </a:moveTo>
                  <a:lnTo>
                    <a:pt x="982154" y="671969"/>
                  </a:lnTo>
                  <a:lnTo>
                    <a:pt x="981011" y="670826"/>
                  </a:lnTo>
                  <a:lnTo>
                    <a:pt x="979487" y="669683"/>
                  </a:lnTo>
                  <a:lnTo>
                    <a:pt x="977582" y="669302"/>
                  </a:lnTo>
                  <a:lnTo>
                    <a:pt x="976058" y="669683"/>
                  </a:lnTo>
                  <a:lnTo>
                    <a:pt x="974534" y="670826"/>
                  </a:lnTo>
                  <a:lnTo>
                    <a:pt x="973772" y="671969"/>
                  </a:lnTo>
                  <a:lnTo>
                    <a:pt x="973391" y="673862"/>
                  </a:lnTo>
                  <a:lnTo>
                    <a:pt x="973772" y="675386"/>
                  </a:lnTo>
                  <a:lnTo>
                    <a:pt x="974534" y="677291"/>
                  </a:lnTo>
                  <a:lnTo>
                    <a:pt x="976058" y="678040"/>
                  </a:lnTo>
                  <a:lnTo>
                    <a:pt x="977582" y="678421"/>
                  </a:lnTo>
                  <a:lnTo>
                    <a:pt x="979487" y="678040"/>
                  </a:lnTo>
                  <a:lnTo>
                    <a:pt x="981011" y="676910"/>
                  </a:lnTo>
                  <a:lnTo>
                    <a:pt x="982154" y="675386"/>
                  </a:lnTo>
                  <a:lnTo>
                    <a:pt x="982535" y="673862"/>
                  </a:lnTo>
                  <a:close/>
                </a:path>
                <a:path w="1013460" h="699770">
                  <a:moveTo>
                    <a:pt x="997699" y="684491"/>
                  </a:moveTo>
                  <a:lnTo>
                    <a:pt x="997318" y="682599"/>
                  </a:lnTo>
                  <a:lnTo>
                    <a:pt x="996175" y="681075"/>
                  </a:lnTo>
                  <a:lnTo>
                    <a:pt x="994651" y="679932"/>
                  </a:lnTo>
                  <a:lnTo>
                    <a:pt x="992784" y="679551"/>
                  </a:lnTo>
                  <a:lnTo>
                    <a:pt x="991260" y="679932"/>
                  </a:lnTo>
                  <a:lnTo>
                    <a:pt x="990117" y="681075"/>
                  </a:lnTo>
                  <a:lnTo>
                    <a:pt x="988974" y="682599"/>
                  </a:lnTo>
                  <a:lnTo>
                    <a:pt x="988593" y="684491"/>
                  </a:lnTo>
                  <a:lnTo>
                    <a:pt x="988974" y="686015"/>
                  </a:lnTo>
                  <a:lnTo>
                    <a:pt x="989736" y="687539"/>
                  </a:lnTo>
                  <a:lnTo>
                    <a:pt x="991260" y="688301"/>
                  </a:lnTo>
                  <a:lnTo>
                    <a:pt x="992784" y="688682"/>
                  </a:lnTo>
                  <a:lnTo>
                    <a:pt x="994651" y="688301"/>
                  </a:lnTo>
                  <a:lnTo>
                    <a:pt x="996175" y="687539"/>
                  </a:lnTo>
                  <a:lnTo>
                    <a:pt x="997318" y="686015"/>
                  </a:lnTo>
                  <a:lnTo>
                    <a:pt x="997699" y="684491"/>
                  </a:lnTo>
                  <a:close/>
                </a:path>
                <a:path w="1013460" h="699770">
                  <a:moveTo>
                    <a:pt x="1012901" y="694740"/>
                  </a:moveTo>
                  <a:lnTo>
                    <a:pt x="1012520" y="692848"/>
                  </a:lnTo>
                  <a:lnTo>
                    <a:pt x="1011758" y="691324"/>
                  </a:lnTo>
                  <a:lnTo>
                    <a:pt x="1009853" y="690562"/>
                  </a:lnTo>
                  <a:lnTo>
                    <a:pt x="1008329" y="690194"/>
                  </a:lnTo>
                  <a:lnTo>
                    <a:pt x="1006424" y="690562"/>
                  </a:lnTo>
                  <a:lnTo>
                    <a:pt x="1004900" y="691324"/>
                  </a:lnTo>
                  <a:lnTo>
                    <a:pt x="1003795" y="692848"/>
                  </a:lnTo>
                  <a:lnTo>
                    <a:pt x="1003795" y="696645"/>
                  </a:lnTo>
                  <a:lnTo>
                    <a:pt x="1004900" y="698169"/>
                  </a:lnTo>
                  <a:lnTo>
                    <a:pt x="1006424" y="698931"/>
                  </a:lnTo>
                  <a:lnTo>
                    <a:pt x="1008329" y="699312"/>
                  </a:lnTo>
                  <a:lnTo>
                    <a:pt x="1010234" y="698931"/>
                  </a:lnTo>
                  <a:lnTo>
                    <a:pt x="1011758" y="698169"/>
                  </a:lnTo>
                  <a:lnTo>
                    <a:pt x="1012520" y="696645"/>
                  </a:lnTo>
                  <a:lnTo>
                    <a:pt x="1012901" y="694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 descr=""/>
          <p:cNvGrpSpPr/>
          <p:nvPr/>
        </p:nvGrpSpPr>
        <p:grpSpPr>
          <a:xfrm>
            <a:off x="4079951" y="4999240"/>
            <a:ext cx="2540635" cy="815340"/>
            <a:chOff x="4079951" y="4999240"/>
            <a:chExt cx="2540635" cy="815340"/>
          </a:xfrm>
        </p:grpSpPr>
        <p:sp>
          <p:nvSpPr>
            <p:cNvPr id="34" name="object 34" descr=""/>
            <p:cNvSpPr/>
            <p:nvPr/>
          </p:nvSpPr>
          <p:spPr>
            <a:xfrm>
              <a:off x="4125481" y="5001907"/>
              <a:ext cx="1073785" cy="741680"/>
            </a:xfrm>
            <a:custGeom>
              <a:avLst/>
              <a:gdLst/>
              <a:ahLst/>
              <a:cxnLst/>
              <a:rect l="l" t="t" r="r" b="b"/>
              <a:pathLst>
                <a:path w="1073785" h="741679">
                  <a:moveTo>
                    <a:pt x="9525" y="736879"/>
                  </a:moveTo>
                  <a:lnTo>
                    <a:pt x="9144" y="734987"/>
                  </a:lnTo>
                  <a:lnTo>
                    <a:pt x="8001" y="733463"/>
                  </a:lnTo>
                  <a:lnTo>
                    <a:pt x="6477" y="732320"/>
                  </a:lnTo>
                  <a:lnTo>
                    <a:pt x="4572" y="731939"/>
                  </a:lnTo>
                  <a:lnTo>
                    <a:pt x="2667" y="732320"/>
                  </a:lnTo>
                  <a:lnTo>
                    <a:pt x="1143" y="733463"/>
                  </a:lnTo>
                  <a:lnTo>
                    <a:pt x="381" y="734987"/>
                  </a:lnTo>
                  <a:lnTo>
                    <a:pt x="0" y="736879"/>
                  </a:lnTo>
                  <a:lnTo>
                    <a:pt x="381" y="738784"/>
                  </a:lnTo>
                  <a:lnTo>
                    <a:pt x="1143" y="740308"/>
                  </a:lnTo>
                  <a:lnTo>
                    <a:pt x="2667" y="741057"/>
                  </a:lnTo>
                  <a:lnTo>
                    <a:pt x="4572" y="741438"/>
                  </a:lnTo>
                  <a:lnTo>
                    <a:pt x="6477" y="741057"/>
                  </a:lnTo>
                  <a:lnTo>
                    <a:pt x="8001" y="740308"/>
                  </a:lnTo>
                  <a:lnTo>
                    <a:pt x="9144" y="738784"/>
                  </a:lnTo>
                  <a:lnTo>
                    <a:pt x="9525" y="736879"/>
                  </a:lnTo>
                  <a:close/>
                </a:path>
                <a:path w="1073785" h="741679">
                  <a:moveTo>
                    <a:pt x="24307" y="726249"/>
                  </a:moveTo>
                  <a:lnTo>
                    <a:pt x="23926" y="724357"/>
                  </a:lnTo>
                  <a:lnTo>
                    <a:pt x="23164" y="723214"/>
                  </a:lnTo>
                  <a:lnTo>
                    <a:pt x="21640" y="722071"/>
                  </a:lnTo>
                  <a:lnTo>
                    <a:pt x="19773" y="721690"/>
                  </a:lnTo>
                  <a:lnTo>
                    <a:pt x="18249" y="722071"/>
                  </a:lnTo>
                  <a:lnTo>
                    <a:pt x="16344" y="722833"/>
                  </a:lnTo>
                  <a:lnTo>
                    <a:pt x="15582" y="724357"/>
                  </a:lnTo>
                  <a:lnTo>
                    <a:pt x="15201" y="726249"/>
                  </a:lnTo>
                  <a:lnTo>
                    <a:pt x="15582" y="728154"/>
                  </a:lnTo>
                  <a:lnTo>
                    <a:pt x="16725" y="729678"/>
                  </a:lnTo>
                  <a:lnTo>
                    <a:pt x="18249" y="730808"/>
                  </a:lnTo>
                  <a:lnTo>
                    <a:pt x="19773" y="731189"/>
                  </a:lnTo>
                  <a:lnTo>
                    <a:pt x="21640" y="730808"/>
                  </a:lnTo>
                  <a:lnTo>
                    <a:pt x="23164" y="729678"/>
                  </a:lnTo>
                  <a:lnTo>
                    <a:pt x="23926" y="728154"/>
                  </a:lnTo>
                  <a:lnTo>
                    <a:pt x="24307" y="726249"/>
                  </a:lnTo>
                  <a:close/>
                </a:path>
                <a:path w="1073785" h="741679">
                  <a:moveTo>
                    <a:pt x="39509" y="716000"/>
                  </a:moveTo>
                  <a:lnTo>
                    <a:pt x="39128" y="714108"/>
                  </a:lnTo>
                  <a:lnTo>
                    <a:pt x="38366" y="712584"/>
                  </a:lnTo>
                  <a:lnTo>
                    <a:pt x="36842" y="711822"/>
                  </a:lnTo>
                  <a:lnTo>
                    <a:pt x="35318" y="711441"/>
                  </a:lnTo>
                  <a:lnTo>
                    <a:pt x="33413" y="711822"/>
                  </a:lnTo>
                  <a:lnTo>
                    <a:pt x="31889" y="712584"/>
                  </a:lnTo>
                  <a:lnTo>
                    <a:pt x="30784" y="714108"/>
                  </a:lnTo>
                  <a:lnTo>
                    <a:pt x="30403" y="716000"/>
                  </a:lnTo>
                  <a:lnTo>
                    <a:pt x="30784" y="717905"/>
                  </a:lnTo>
                  <a:lnTo>
                    <a:pt x="31889" y="719048"/>
                  </a:lnTo>
                  <a:lnTo>
                    <a:pt x="33413" y="720178"/>
                  </a:lnTo>
                  <a:lnTo>
                    <a:pt x="35318" y="720559"/>
                  </a:lnTo>
                  <a:lnTo>
                    <a:pt x="36842" y="720178"/>
                  </a:lnTo>
                  <a:lnTo>
                    <a:pt x="38366" y="719048"/>
                  </a:lnTo>
                  <a:lnTo>
                    <a:pt x="39128" y="717905"/>
                  </a:lnTo>
                  <a:lnTo>
                    <a:pt x="39509" y="716000"/>
                  </a:lnTo>
                  <a:close/>
                </a:path>
                <a:path w="1073785" h="741679">
                  <a:moveTo>
                    <a:pt x="54673" y="705370"/>
                  </a:moveTo>
                  <a:lnTo>
                    <a:pt x="54292" y="703859"/>
                  </a:lnTo>
                  <a:lnTo>
                    <a:pt x="53530" y="702335"/>
                  </a:lnTo>
                  <a:lnTo>
                    <a:pt x="52044" y="701192"/>
                  </a:lnTo>
                  <a:lnTo>
                    <a:pt x="50139" y="700811"/>
                  </a:lnTo>
                  <a:lnTo>
                    <a:pt x="48615" y="701192"/>
                  </a:lnTo>
                  <a:lnTo>
                    <a:pt x="47091" y="702335"/>
                  </a:lnTo>
                  <a:lnTo>
                    <a:pt x="45948" y="703859"/>
                  </a:lnTo>
                  <a:lnTo>
                    <a:pt x="45567" y="705370"/>
                  </a:lnTo>
                  <a:lnTo>
                    <a:pt x="45948" y="707275"/>
                  </a:lnTo>
                  <a:lnTo>
                    <a:pt x="47091" y="708418"/>
                  </a:lnTo>
                  <a:lnTo>
                    <a:pt x="48615" y="709549"/>
                  </a:lnTo>
                  <a:lnTo>
                    <a:pt x="50139" y="709930"/>
                  </a:lnTo>
                  <a:lnTo>
                    <a:pt x="52044" y="709549"/>
                  </a:lnTo>
                  <a:lnTo>
                    <a:pt x="53530" y="708787"/>
                  </a:lnTo>
                  <a:lnTo>
                    <a:pt x="54292" y="707275"/>
                  </a:lnTo>
                  <a:lnTo>
                    <a:pt x="54673" y="705370"/>
                  </a:lnTo>
                  <a:close/>
                </a:path>
                <a:path w="1073785" h="741679">
                  <a:moveTo>
                    <a:pt x="70256" y="694740"/>
                  </a:moveTo>
                  <a:lnTo>
                    <a:pt x="69875" y="692848"/>
                  </a:lnTo>
                  <a:lnTo>
                    <a:pt x="68732" y="692086"/>
                  </a:lnTo>
                  <a:lnTo>
                    <a:pt x="67208" y="690943"/>
                  </a:lnTo>
                  <a:lnTo>
                    <a:pt x="65303" y="690562"/>
                  </a:lnTo>
                  <a:lnTo>
                    <a:pt x="63411" y="690943"/>
                  </a:lnTo>
                  <a:lnTo>
                    <a:pt x="62293" y="691705"/>
                  </a:lnTo>
                  <a:lnTo>
                    <a:pt x="61531" y="692848"/>
                  </a:lnTo>
                  <a:lnTo>
                    <a:pt x="61150" y="694740"/>
                  </a:lnTo>
                  <a:lnTo>
                    <a:pt x="61531" y="696645"/>
                  </a:lnTo>
                  <a:lnTo>
                    <a:pt x="62293" y="698169"/>
                  </a:lnTo>
                  <a:lnTo>
                    <a:pt x="63411" y="699300"/>
                  </a:lnTo>
                  <a:lnTo>
                    <a:pt x="65303" y="699668"/>
                  </a:lnTo>
                  <a:lnTo>
                    <a:pt x="67208" y="699300"/>
                  </a:lnTo>
                  <a:lnTo>
                    <a:pt x="68732" y="698169"/>
                  </a:lnTo>
                  <a:lnTo>
                    <a:pt x="69875" y="696645"/>
                  </a:lnTo>
                  <a:lnTo>
                    <a:pt x="70256" y="694740"/>
                  </a:lnTo>
                  <a:close/>
                </a:path>
                <a:path w="1073785" h="741679">
                  <a:moveTo>
                    <a:pt x="85420" y="684491"/>
                  </a:moveTo>
                  <a:lnTo>
                    <a:pt x="85051" y="682599"/>
                  </a:lnTo>
                  <a:lnTo>
                    <a:pt x="83934" y="681075"/>
                  </a:lnTo>
                  <a:lnTo>
                    <a:pt x="82410" y="679932"/>
                  </a:lnTo>
                  <a:lnTo>
                    <a:pt x="80505" y="679551"/>
                  </a:lnTo>
                  <a:lnTo>
                    <a:pt x="78600" y="679932"/>
                  </a:lnTo>
                  <a:lnTo>
                    <a:pt x="77076" y="681075"/>
                  </a:lnTo>
                  <a:lnTo>
                    <a:pt x="76314" y="682599"/>
                  </a:lnTo>
                  <a:lnTo>
                    <a:pt x="75933" y="684491"/>
                  </a:lnTo>
                  <a:lnTo>
                    <a:pt x="76314" y="686396"/>
                  </a:lnTo>
                  <a:lnTo>
                    <a:pt x="77076" y="687908"/>
                  </a:lnTo>
                  <a:lnTo>
                    <a:pt x="78600" y="688670"/>
                  </a:lnTo>
                  <a:lnTo>
                    <a:pt x="80505" y="689038"/>
                  </a:lnTo>
                  <a:lnTo>
                    <a:pt x="82410" y="688670"/>
                  </a:lnTo>
                  <a:lnTo>
                    <a:pt x="83934" y="687908"/>
                  </a:lnTo>
                  <a:lnTo>
                    <a:pt x="85051" y="686396"/>
                  </a:lnTo>
                  <a:lnTo>
                    <a:pt x="85420" y="684491"/>
                  </a:lnTo>
                  <a:close/>
                </a:path>
                <a:path w="1073785" h="741679">
                  <a:moveTo>
                    <a:pt x="100622" y="674243"/>
                  </a:moveTo>
                  <a:lnTo>
                    <a:pt x="100241" y="672338"/>
                  </a:lnTo>
                  <a:lnTo>
                    <a:pt x="99098" y="670826"/>
                  </a:lnTo>
                  <a:lnTo>
                    <a:pt x="97574" y="669683"/>
                  </a:lnTo>
                  <a:lnTo>
                    <a:pt x="95681" y="669302"/>
                  </a:lnTo>
                  <a:lnTo>
                    <a:pt x="94183" y="669683"/>
                  </a:lnTo>
                  <a:lnTo>
                    <a:pt x="92278" y="670826"/>
                  </a:lnTo>
                  <a:lnTo>
                    <a:pt x="91516" y="672338"/>
                  </a:lnTo>
                  <a:lnTo>
                    <a:pt x="91135" y="674243"/>
                  </a:lnTo>
                  <a:lnTo>
                    <a:pt x="91516" y="676148"/>
                  </a:lnTo>
                  <a:lnTo>
                    <a:pt x="92659" y="677278"/>
                  </a:lnTo>
                  <a:lnTo>
                    <a:pt x="94183" y="678421"/>
                  </a:lnTo>
                  <a:lnTo>
                    <a:pt x="95681" y="678789"/>
                  </a:lnTo>
                  <a:lnTo>
                    <a:pt x="97574" y="678421"/>
                  </a:lnTo>
                  <a:lnTo>
                    <a:pt x="99098" y="677659"/>
                  </a:lnTo>
                  <a:lnTo>
                    <a:pt x="100241" y="676148"/>
                  </a:lnTo>
                  <a:lnTo>
                    <a:pt x="100622" y="674243"/>
                  </a:lnTo>
                  <a:close/>
                </a:path>
                <a:path w="1073785" h="741679">
                  <a:moveTo>
                    <a:pt x="115824" y="663613"/>
                  </a:moveTo>
                  <a:lnTo>
                    <a:pt x="115443" y="661708"/>
                  </a:lnTo>
                  <a:lnTo>
                    <a:pt x="114300" y="660196"/>
                  </a:lnTo>
                  <a:lnTo>
                    <a:pt x="112776" y="659434"/>
                  </a:lnTo>
                  <a:lnTo>
                    <a:pt x="111252" y="659053"/>
                  </a:lnTo>
                  <a:lnTo>
                    <a:pt x="109347" y="659434"/>
                  </a:lnTo>
                  <a:lnTo>
                    <a:pt x="107823" y="660196"/>
                  </a:lnTo>
                  <a:lnTo>
                    <a:pt x="106692" y="661708"/>
                  </a:lnTo>
                  <a:lnTo>
                    <a:pt x="106324" y="663613"/>
                  </a:lnTo>
                  <a:lnTo>
                    <a:pt x="106692" y="665518"/>
                  </a:lnTo>
                  <a:lnTo>
                    <a:pt x="107823" y="666648"/>
                  </a:lnTo>
                  <a:lnTo>
                    <a:pt x="109347" y="667791"/>
                  </a:lnTo>
                  <a:lnTo>
                    <a:pt x="111252" y="668159"/>
                  </a:lnTo>
                  <a:lnTo>
                    <a:pt x="112776" y="667791"/>
                  </a:lnTo>
                  <a:lnTo>
                    <a:pt x="114681" y="666648"/>
                  </a:lnTo>
                  <a:lnTo>
                    <a:pt x="115443" y="665518"/>
                  </a:lnTo>
                  <a:lnTo>
                    <a:pt x="115824" y="663613"/>
                  </a:lnTo>
                  <a:close/>
                </a:path>
                <a:path w="1073785" h="741679">
                  <a:moveTo>
                    <a:pt x="130606" y="652983"/>
                  </a:moveTo>
                  <a:lnTo>
                    <a:pt x="130225" y="651459"/>
                  </a:lnTo>
                  <a:lnTo>
                    <a:pt x="129463" y="649947"/>
                  </a:lnTo>
                  <a:lnTo>
                    <a:pt x="128320" y="648804"/>
                  </a:lnTo>
                  <a:lnTo>
                    <a:pt x="126453" y="648423"/>
                  </a:lnTo>
                  <a:lnTo>
                    <a:pt x="124548" y="648804"/>
                  </a:lnTo>
                  <a:lnTo>
                    <a:pt x="123024" y="649947"/>
                  </a:lnTo>
                  <a:lnTo>
                    <a:pt x="121881" y="651459"/>
                  </a:lnTo>
                  <a:lnTo>
                    <a:pt x="121500" y="652983"/>
                  </a:lnTo>
                  <a:lnTo>
                    <a:pt x="121881" y="654888"/>
                  </a:lnTo>
                  <a:lnTo>
                    <a:pt x="123024" y="656399"/>
                  </a:lnTo>
                  <a:lnTo>
                    <a:pt x="124548" y="657148"/>
                  </a:lnTo>
                  <a:lnTo>
                    <a:pt x="126453" y="657529"/>
                  </a:lnTo>
                  <a:lnTo>
                    <a:pt x="128320" y="657148"/>
                  </a:lnTo>
                  <a:lnTo>
                    <a:pt x="129463" y="656399"/>
                  </a:lnTo>
                  <a:lnTo>
                    <a:pt x="130225" y="654888"/>
                  </a:lnTo>
                  <a:lnTo>
                    <a:pt x="130606" y="652983"/>
                  </a:lnTo>
                  <a:close/>
                </a:path>
                <a:path w="1073785" h="741679">
                  <a:moveTo>
                    <a:pt x="145808" y="642734"/>
                  </a:moveTo>
                  <a:lnTo>
                    <a:pt x="145427" y="640829"/>
                  </a:lnTo>
                  <a:lnTo>
                    <a:pt x="144665" y="639318"/>
                  </a:lnTo>
                  <a:lnTo>
                    <a:pt x="143141" y="638556"/>
                  </a:lnTo>
                  <a:lnTo>
                    <a:pt x="141617" y="638175"/>
                  </a:lnTo>
                  <a:lnTo>
                    <a:pt x="139712" y="638556"/>
                  </a:lnTo>
                  <a:lnTo>
                    <a:pt x="138201" y="639318"/>
                  </a:lnTo>
                  <a:lnTo>
                    <a:pt x="137083" y="640829"/>
                  </a:lnTo>
                  <a:lnTo>
                    <a:pt x="136702" y="642734"/>
                  </a:lnTo>
                  <a:lnTo>
                    <a:pt x="137083" y="644258"/>
                  </a:lnTo>
                  <a:lnTo>
                    <a:pt x="138201" y="645769"/>
                  </a:lnTo>
                  <a:lnTo>
                    <a:pt x="139712" y="646899"/>
                  </a:lnTo>
                  <a:lnTo>
                    <a:pt x="141617" y="647280"/>
                  </a:lnTo>
                  <a:lnTo>
                    <a:pt x="143141" y="646899"/>
                  </a:lnTo>
                  <a:lnTo>
                    <a:pt x="144665" y="646150"/>
                  </a:lnTo>
                  <a:lnTo>
                    <a:pt x="145427" y="644258"/>
                  </a:lnTo>
                  <a:lnTo>
                    <a:pt x="145808" y="642734"/>
                  </a:lnTo>
                  <a:close/>
                </a:path>
                <a:path w="1073785" h="741679">
                  <a:moveTo>
                    <a:pt x="161353" y="632104"/>
                  </a:moveTo>
                  <a:lnTo>
                    <a:pt x="160972" y="630199"/>
                  </a:lnTo>
                  <a:lnTo>
                    <a:pt x="159842" y="628688"/>
                  </a:lnTo>
                  <a:lnTo>
                    <a:pt x="158343" y="627926"/>
                  </a:lnTo>
                  <a:lnTo>
                    <a:pt x="156438" y="627545"/>
                  </a:lnTo>
                  <a:lnTo>
                    <a:pt x="154914" y="627926"/>
                  </a:lnTo>
                  <a:lnTo>
                    <a:pt x="153390" y="628688"/>
                  </a:lnTo>
                  <a:lnTo>
                    <a:pt x="152628" y="630199"/>
                  </a:lnTo>
                  <a:lnTo>
                    <a:pt x="152247" y="632104"/>
                  </a:lnTo>
                  <a:lnTo>
                    <a:pt x="152628" y="634009"/>
                  </a:lnTo>
                  <a:lnTo>
                    <a:pt x="153390" y="635508"/>
                  </a:lnTo>
                  <a:lnTo>
                    <a:pt x="154914" y="636651"/>
                  </a:lnTo>
                  <a:lnTo>
                    <a:pt x="156438" y="637032"/>
                  </a:lnTo>
                  <a:lnTo>
                    <a:pt x="158343" y="636651"/>
                  </a:lnTo>
                  <a:lnTo>
                    <a:pt x="159842" y="635508"/>
                  </a:lnTo>
                  <a:lnTo>
                    <a:pt x="160972" y="634009"/>
                  </a:lnTo>
                  <a:lnTo>
                    <a:pt x="161353" y="632104"/>
                  </a:lnTo>
                  <a:close/>
                </a:path>
                <a:path w="1073785" h="741679">
                  <a:moveTo>
                    <a:pt x="176555" y="621855"/>
                  </a:moveTo>
                  <a:lnTo>
                    <a:pt x="176174" y="619950"/>
                  </a:lnTo>
                  <a:lnTo>
                    <a:pt x="175031" y="618439"/>
                  </a:lnTo>
                  <a:lnTo>
                    <a:pt x="173507" y="617296"/>
                  </a:lnTo>
                  <a:lnTo>
                    <a:pt x="171602" y="616915"/>
                  </a:lnTo>
                  <a:lnTo>
                    <a:pt x="169722" y="617296"/>
                  </a:lnTo>
                  <a:lnTo>
                    <a:pt x="168592" y="618439"/>
                  </a:lnTo>
                  <a:lnTo>
                    <a:pt x="167830" y="619950"/>
                  </a:lnTo>
                  <a:lnTo>
                    <a:pt x="167449" y="621855"/>
                  </a:lnTo>
                  <a:lnTo>
                    <a:pt x="167830" y="623747"/>
                  </a:lnTo>
                  <a:lnTo>
                    <a:pt x="168592" y="625259"/>
                  </a:lnTo>
                  <a:lnTo>
                    <a:pt x="169722" y="626021"/>
                  </a:lnTo>
                  <a:lnTo>
                    <a:pt x="173507" y="626021"/>
                  </a:lnTo>
                  <a:lnTo>
                    <a:pt x="175031" y="625259"/>
                  </a:lnTo>
                  <a:lnTo>
                    <a:pt x="176174" y="623747"/>
                  </a:lnTo>
                  <a:lnTo>
                    <a:pt x="176555" y="621855"/>
                  </a:lnTo>
                  <a:close/>
                </a:path>
                <a:path w="1073785" h="741679">
                  <a:moveTo>
                    <a:pt x="191731" y="611606"/>
                  </a:moveTo>
                  <a:lnTo>
                    <a:pt x="191363" y="609701"/>
                  </a:lnTo>
                  <a:lnTo>
                    <a:pt x="190233" y="608177"/>
                  </a:lnTo>
                  <a:lnTo>
                    <a:pt x="188709" y="607047"/>
                  </a:lnTo>
                  <a:lnTo>
                    <a:pt x="187185" y="606666"/>
                  </a:lnTo>
                  <a:lnTo>
                    <a:pt x="185280" y="607047"/>
                  </a:lnTo>
                  <a:lnTo>
                    <a:pt x="183756" y="608177"/>
                  </a:lnTo>
                  <a:lnTo>
                    <a:pt x="182613" y="609701"/>
                  </a:lnTo>
                  <a:lnTo>
                    <a:pt x="182232" y="611606"/>
                  </a:lnTo>
                  <a:lnTo>
                    <a:pt x="182613" y="612736"/>
                  </a:lnTo>
                  <a:lnTo>
                    <a:pt x="183756" y="614260"/>
                  </a:lnTo>
                  <a:lnTo>
                    <a:pt x="185280" y="615391"/>
                  </a:lnTo>
                  <a:lnTo>
                    <a:pt x="187185" y="615772"/>
                  </a:lnTo>
                  <a:lnTo>
                    <a:pt x="188709" y="615391"/>
                  </a:lnTo>
                  <a:lnTo>
                    <a:pt x="190614" y="614629"/>
                  </a:lnTo>
                  <a:lnTo>
                    <a:pt x="191363" y="612736"/>
                  </a:lnTo>
                  <a:lnTo>
                    <a:pt x="191731" y="611606"/>
                  </a:lnTo>
                  <a:close/>
                </a:path>
                <a:path w="1073785" h="741679">
                  <a:moveTo>
                    <a:pt x="206921" y="600595"/>
                  </a:moveTo>
                  <a:lnTo>
                    <a:pt x="206540" y="599071"/>
                  </a:lnTo>
                  <a:lnTo>
                    <a:pt x="205778" y="597547"/>
                  </a:lnTo>
                  <a:lnTo>
                    <a:pt x="204254" y="596798"/>
                  </a:lnTo>
                  <a:lnTo>
                    <a:pt x="202374" y="596417"/>
                  </a:lnTo>
                  <a:lnTo>
                    <a:pt x="200482" y="596798"/>
                  </a:lnTo>
                  <a:lnTo>
                    <a:pt x="198958" y="597547"/>
                  </a:lnTo>
                  <a:lnTo>
                    <a:pt x="197815" y="599071"/>
                  </a:lnTo>
                  <a:lnTo>
                    <a:pt x="197434" y="600595"/>
                  </a:lnTo>
                  <a:lnTo>
                    <a:pt x="197815" y="602488"/>
                  </a:lnTo>
                  <a:lnTo>
                    <a:pt x="198958" y="603999"/>
                  </a:lnTo>
                  <a:lnTo>
                    <a:pt x="200482" y="605142"/>
                  </a:lnTo>
                  <a:lnTo>
                    <a:pt x="202374" y="605523"/>
                  </a:lnTo>
                  <a:lnTo>
                    <a:pt x="204254" y="605142"/>
                  </a:lnTo>
                  <a:lnTo>
                    <a:pt x="205778" y="603999"/>
                  </a:lnTo>
                  <a:lnTo>
                    <a:pt x="206540" y="602488"/>
                  </a:lnTo>
                  <a:lnTo>
                    <a:pt x="206921" y="600595"/>
                  </a:lnTo>
                  <a:close/>
                </a:path>
                <a:path w="1073785" h="741679">
                  <a:moveTo>
                    <a:pt x="221742" y="590346"/>
                  </a:moveTo>
                  <a:lnTo>
                    <a:pt x="221361" y="588441"/>
                  </a:lnTo>
                  <a:lnTo>
                    <a:pt x="220980" y="586917"/>
                  </a:lnTo>
                  <a:lnTo>
                    <a:pt x="219456" y="586168"/>
                  </a:lnTo>
                  <a:lnTo>
                    <a:pt x="217551" y="585787"/>
                  </a:lnTo>
                  <a:lnTo>
                    <a:pt x="215646" y="586168"/>
                  </a:lnTo>
                  <a:lnTo>
                    <a:pt x="214122" y="586917"/>
                  </a:lnTo>
                  <a:lnTo>
                    <a:pt x="212991" y="588441"/>
                  </a:lnTo>
                  <a:lnTo>
                    <a:pt x="212623" y="590346"/>
                  </a:lnTo>
                  <a:lnTo>
                    <a:pt x="212991" y="592239"/>
                  </a:lnTo>
                  <a:lnTo>
                    <a:pt x="214122" y="593750"/>
                  </a:lnTo>
                  <a:lnTo>
                    <a:pt x="215646" y="594512"/>
                  </a:lnTo>
                  <a:lnTo>
                    <a:pt x="217551" y="594893"/>
                  </a:lnTo>
                  <a:lnTo>
                    <a:pt x="219456" y="594512"/>
                  </a:lnTo>
                  <a:lnTo>
                    <a:pt x="220980" y="593750"/>
                  </a:lnTo>
                  <a:lnTo>
                    <a:pt x="221361" y="592239"/>
                  </a:lnTo>
                  <a:lnTo>
                    <a:pt x="221742" y="590346"/>
                  </a:lnTo>
                  <a:close/>
                </a:path>
                <a:path w="1073785" h="741679">
                  <a:moveTo>
                    <a:pt x="237286" y="580097"/>
                  </a:moveTo>
                  <a:lnTo>
                    <a:pt x="236905" y="578192"/>
                  </a:lnTo>
                  <a:lnTo>
                    <a:pt x="235762" y="576668"/>
                  </a:lnTo>
                  <a:lnTo>
                    <a:pt x="234619" y="575538"/>
                  </a:lnTo>
                  <a:lnTo>
                    <a:pt x="232752" y="575157"/>
                  </a:lnTo>
                  <a:lnTo>
                    <a:pt x="230847" y="575538"/>
                  </a:lnTo>
                  <a:lnTo>
                    <a:pt x="229323" y="576668"/>
                  </a:lnTo>
                  <a:lnTo>
                    <a:pt x="228561" y="578192"/>
                  </a:lnTo>
                  <a:lnTo>
                    <a:pt x="228180" y="580097"/>
                  </a:lnTo>
                  <a:lnTo>
                    <a:pt x="228561" y="581609"/>
                  </a:lnTo>
                  <a:lnTo>
                    <a:pt x="229323" y="583120"/>
                  </a:lnTo>
                  <a:lnTo>
                    <a:pt x="230847" y="584263"/>
                  </a:lnTo>
                  <a:lnTo>
                    <a:pt x="232752" y="584644"/>
                  </a:lnTo>
                  <a:lnTo>
                    <a:pt x="234619" y="584263"/>
                  </a:lnTo>
                  <a:lnTo>
                    <a:pt x="235762" y="583501"/>
                  </a:lnTo>
                  <a:lnTo>
                    <a:pt x="236905" y="581609"/>
                  </a:lnTo>
                  <a:lnTo>
                    <a:pt x="237286" y="580097"/>
                  </a:lnTo>
                  <a:close/>
                </a:path>
                <a:path w="1073785" h="741679">
                  <a:moveTo>
                    <a:pt x="252488" y="569468"/>
                  </a:moveTo>
                  <a:lnTo>
                    <a:pt x="252107" y="567563"/>
                  </a:lnTo>
                  <a:lnTo>
                    <a:pt x="250964" y="566039"/>
                  </a:lnTo>
                  <a:lnTo>
                    <a:pt x="249440" y="565289"/>
                  </a:lnTo>
                  <a:lnTo>
                    <a:pt x="247916" y="564908"/>
                  </a:lnTo>
                  <a:lnTo>
                    <a:pt x="246011" y="565289"/>
                  </a:lnTo>
                  <a:lnTo>
                    <a:pt x="244513" y="566039"/>
                  </a:lnTo>
                  <a:lnTo>
                    <a:pt x="243763" y="567563"/>
                  </a:lnTo>
                  <a:lnTo>
                    <a:pt x="243382" y="569468"/>
                  </a:lnTo>
                  <a:lnTo>
                    <a:pt x="243763" y="571360"/>
                  </a:lnTo>
                  <a:lnTo>
                    <a:pt x="244513" y="572871"/>
                  </a:lnTo>
                  <a:lnTo>
                    <a:pt x="246011" y="573633"/>
                  </a:lnTo>
                  <a:lnTo>
                    <a:pt x="247916" y="574014"/>
                  </a:lnTo>
                  <a:lnTo>
                    <a:pt x="249440" y="573633"/>
                  </a:lnTo>
                  <a:lnTo>
                    <a:pt x="250964" y="572871"/>
                  </a:lnTo>
                  <a:lnTo>
                    <a:pt x="252107" y="571360"/>
                  </a:lnTo>
                  <a:lnTo>
                    <a:pt x="252488" y="569468"/>
                  </a:lnTo>
                  <a:close/>
                </a:path>
                <a:path w="1073785" h="741679">
                  <a:moveTo>
                    <a:pt x="267652" y="559219"/>
                  </a:moveTo>
                  <a:lnTo>
                    <a:pt x="267271" y="557314"/>
                  </a:lnTo>
                  <a:lnTo>
                    <a:pt x="266153" y="555790"/>
                  </a:lnTo>
                  <a:lnTo>
                    <a:pt x="264642" y="554659"/>
                  </a:lnTo>
                  <a:lnTo>
                    <a:pt x="263118" y="554278"/>
                  </a:lnTo>
                  <a:lnTo>
                    <a:pt x="261213" y="554659"/>
                  </a:lnTo>
                  <a:lnTo>
                    <a:pt x="260070" y="555790"/>
                  </a:lnTo>
                  <a:lnTo>
                    <a:pt x="259689" y="555790"/>
                  </a:lnTo>
                  <a:lnTo>
                    <a:pt x="258927" y="557314"/>
                  </a:lnTo>
                  <a:lnTo>
                    <a:pt x="258546" y="559219"/>
                  </a:lnTo>
                  <a:lnTo>
                    <a:pt x="258927" y="560730"/>
                  </a:lnTo>
                  <a:lnTo>
                    <a:pt x="260070" y="562241"/>
                  </a:lnTo>
                  <a:lnTo>
                    <a:pt x="261213" y="563003"/>
                  </a:lnTo>
                  <a:lnTo>
                    <a:pt x="262737" y="563384"/>
                  </a:lnTo>
                  <a:lnTo>
                    <a:pt x="264642" y="563003"/>
                  </a:lnTo>
                  <a:lnTo>
                    <a:pt x="266153" y="562241"/>
                  </a:lnTo>
                  <a:lnTo>
                    <a:pt x="266522" y="562241"/>
                  </a:lnTo>
                  <a:lnTo>
                    <a:pt x="267271" y="560730"/>
                  </a:lnTo>
                  <a:lnTo>
                    <a:pt x="267652" y="559219"/>
                  </a:lnTo>
                  <a:close/>
                </a:path>
                <a:path w="1073785" h="741679">
                  <a:moveTo>
                    <a:pt x="282854" y="548589"/>
                  </a:moveTo>
                  <a:lnTo>
                    <a:pt x="282473" y="546684"/>
                  </a:lnTo>
                  <a:lnTo>
                    <a:pt x="281711" y="545541"/>
                  </a:lnTo>
                  <a:lnTo>
                    <a:pt x="280187" y="544398"/>
                  </a:lnTo>
                  <a:lnTo>
                    <a:pt x="278282" y="544029"/>
                  </a:lnTo>
                  <a:lnTo>
                    <a:pt x="276402" y="544398"/>
                  </a:lnTo>
                  <a:lnTo>
                    <a:pt x="274891" y="545541"/>
                  </a:lnTo>
                  <a:lnTo>
                    <a:pt x="274129" y="546684"/>
                  </a:lnTo>
                  <a:lnTo>
                    <a:pt x="273748" y="548589"/>
                  </a:lnTo>
                  <a:lnTo>
                    <a:pt x="274129" y="550100"/>
                  </a:lnTo>
                  <a:lnTo>
                    <a:pt x="274891" y="551611"/>
                  </a:lnTo>
                  <a:lnTo>
                    <a:pt x="276402" y="552754"/>
                  </a:lnTo>
                  <a:lnTo>
                    <a:pt x="278282" y="553135"/>
                  </a:lnTo>
                  <a:lnTo>
                    <a:pt x="280187" y="552754"/>
                  </a:lnTo>
                  <a:lnTo>
                    <a:pt x="281711" y="551992"/>
                  </a:lnTo>
                  <a:lnTo>
                    <a:pt x="282473" y="550100"/>
                  </a:lnTo>
                  <a:lnTo>
                    <a:pt x="282854" y="548589"/>
                  </a:lnTo>
                  <a:close/>
                </a:path>
                <a:path w="1073785" h="741679">
                  <a:moveTo>
                    <a:pt x="298030" y="537959"/>
                  </a:moveTo>
                  <a:lnTo>
                    <a:pt x="297662" y="536054"/>
                  </a:lnTo>
                  <a:lnTo>
                    <a:pt x="296913" y="534530"/>
                  </a:lnTo>
                  <a:lnTo>
                    <a:pt x="295389" y="533768"/>
                  </a:lnTo>
                  <a:lnTo>
                    <a:pt x="293484" y="533387"/>
                  </a:lnTo>
                  <a:lnTo>
                    <a:pt x="291579" y="533768"/>
                  </a:lnTo>
                  <a:lnTo>
                    <a:pt x="290055" y="534530"/>
                  </a:lnTo>
                  <a:lnTo>
                    <a:pt x="288912" y="536054"/>
                  </a:lnTo>
                  <a:lnTo>
                    <a:pt x="288531" y="537959"/>
                  </a:lnTo>
                  <a:lnTo>
                    <a:pt x="288912" y="539838"/>
                  </a:lnTo>
                  <a:lnTo>
                    <a:pt x="290055" y="541362"/>
                  </a:lnTo>
                  <a:lnTo>
                    <a:pt x="291579" y="542505"/>
                  </a:lnTo>
                  <a:lnTo>
                    <a:pt x="293484" y="542886"/>
                  </a:lnTo>
                  <a:lnTo>
                    <a:pt x="295389" y="542505"/>
                  </a:lnTo>
                  <a:lnTo>
                    <a:pt x="296913" y="541362"/>
                  </a:lnTo>
                  <a:lnTo>
                    <a:pt x="297662" y="539838"/>
                  </a:lnTo>
                  <a:lnTo>
                    <a:pt x="298030" y="537959"/>
                  </a:lnTo>
                  <a:close/>
                </a:path>
                <a:path w="1073785" h="741679">
                  <a:moveTo>
                    <a:pt x="313601" y="527697"/>
                  </a:moveTo>
                  <a:lnTo>
                    <a:pt x="313220" y="525805"/>
                  </a:lnTo>
                  <a:lnTo>
                    <a:pt x="312077" y="524281"/>
                  </a:lnTo>
                  <a:lnTo>
                    <a:pt x="310553" y="523138"/>
                  </a:lnTo>
                  <a:lnTo>
                    <a:pt x="308673" y="522757"/>
                  </a:lnTo>
                  <a:lnTo>
                    <a:pt x="306781" y="523138"/>
                  </a:lnTo>
                  <a:lnTo>
                    <a:pt x="305257" y="524281"/>
                  </a:lnTo>
                  <a:lnTo>
                    <a:pt x="304495" y="525805"/>
                  </a:lnTo>
                  <a:lnTo>
                    <a:pt x="304114" y="527697"/>
                  </a:lnTo>
                  <a:lnTo>
                    <a:pt x="304495" y="529590"/>
                  </a:lnTo>
                  <a:lnTo>
                    <a:pt x="305257" y="531114"/>
                  </a:lnTo>
                  <a:lnTo>
                    <a:pt x="306781" y="531876"/>
                  </a:lnTo>
                  <a:lnTo>
                    <a:pt x="308673" y="532257"/>
                  </a:lnTo>
                  <a:lnTo>
                    <a:pt x="310553" y="531876"/>
                  </a:lnTo>
                  <a:lnTo>
                    <a:pt x="312077" y="531114"/>
                  </a:lnTo>
                  <a:lnTo>
                    <a:pt x="313220" y="529590"/>
                  </a:lnTo>
                  <a:lnTo>
                    <a:pt x="313601" y="527697"/>
                  </a:lnTo>
                  <a:close/>
                </a:path>
                <a:path w="1073785" h="741679">
                  <a:moveTo>
                    <a:pt x="328422" y="517067"/>
                  </a:moveTo>
                  <a:lnTo>
                    <a:pt x="328041" y="515556"/>
                  </a:lnTo>
                  <a:lnTo>
                    <a:pt x="327279" y="514032"/>
                  </a:lnTo>
                  <a:lnTo>
                    <a:pt x="325755" y="512889"/>
                  </a:lnTo>
                  <a:lnTo>
                    <a:pt x="323850" y="512508"/>
                  </a:lnTo>
                  <a:lnTo>
                    <a:pt x="321945" y="512889"/>
                  </a:lnTo>
                  <a:lnTo>
                    <a:pt x="320421" y="513651"/>
                  </a:lnTo>
                  <a:lnTo>
                    <a:pt x="320421" y="514032"/>
                  </a:lnTo>
                  <a:lnTo>
                    <a:pt x="319671" y="515556"/>
                  </a:lnTo>
                  <a:lnTo>
                    <a:pt x="319303" y="517448"/>
                  </a:lnTo>
                  <a:lnTo>
                    <a:pt x="319671" y="518960"/>
                  </a:lnTo>
                  <a:lnTo>
                    <a:pt x="320421" y="520103"/>
                  </a:lnTo>
                  <a:lnTo>
                    <a:pt x="321945" y="521246"/>
                  </a:lnTo>
                  <a:lnTo>
                    <a:pt x="323850" y="521627"/>
                  </a:lnTo>
                  <a:lnTo>
                    <a:pt x="325755" y="521246"/>
                  </a:lnTo>
                  <a:lnTo>
                    <a:pt x="327279" y="520484"/>
                  </a:lnTo>
                  <a:lnTo>
                    <a:pt x="327279" y="520103"/>
                  </a:lnTo>
                  <a:lnTo>
                    <a:pt x="328041" y="518960"/>
                  </a:lnTo>
                  <a:lnTo>
                    <a:pt x="328422" y="517067"/>
                  </a:lnTo>
                  <a:close/>
                </a:path>
                <a:path w="1073785" h="741679">
                  <a:moveTo>
                    <a:pt x="343585" y="506818"/>
                  </a:moveTo>
                  <a:lnTo>
                    <a:pt x="343204" y="504926"/>
                  </a:lnTo>
                  <a:lnTo>
                    <a:pt x="342061" y="503402"/>
                  </a:lnTo>
                  <a:lnTo>
                    <a:pt x="340563" y="502640"/>
                  </a:lnTo>
                  <a:lnTo>
                    <a:pt x="339051" y="502259"/>
                  </a:lnTo>
                  <a:lnTo>
                    <a:pt x="337527" y="502640"/>
                  </a:lnTo>
                  <a:lnTo>
                    <a:pt x="335622" y="503402"/>
                  </a:lnTo>
                  <a:lnTo>
                    <a:pt x="334860" y="504926"/>
                  </a:lnTo>
                  <a:lnTo>
                    <a:pt x="334479" y="506818"/>
                  </a:lnTo>
                  <a:lnTo>
                    <a:pt x="334860" y="508330"/>
                  </a:lnTo>
                  <a:lnTo>
                    <a:pt x="336003" y="509854"/>
                  </a:lnTo>
                  <a:lnTo>
                    <a:pt x="337527" y="510997"/>
                  </a:lnTo>
                  <a:lnTo>
                    <a:pt x="339051" y="511378"/>
                  </a:lnTo>
                  <a:lnTo>
                    <a:pt x="340563" y="510997"/>
                  </a:lnTo>
                  <a:lnTo>
                    <a:pt x="342061" y="509854"/>
                  </a:lnTo>
                  <a:lnTo>
                    <a:pt x="343204" y="508330"/>
                  </a:lnTo>
                  <a:lnTo>
                    <a:pt x="343585" y="506818"/>
                  </a:lnTo>
                  <a:close/>
                </a:path>
                <a:path w="1073785" h="741679">
                  <a:moveTo>
                    <a:pt x="358787" y="496189"/>
                  </a:moveTo>
                  <a:lnTo>
                    <a:pt x="358406" y="494296"/>
                  </a:lnTo>
                  <a:lnTo>
                    <a:pt x="357644" y="493153"/>
                  </a:lnTo>
                  <a:lnTo>
                    <a:pt x="356120" y="492010"/>
                  </a:lnTo>
                  <a:lnTo>
                    <a:pt x="354215" y="491629"/>
                  </a:lnTo>
                  <a:lnTo>
                    <a:pt x="352691" y="492010"/>
                  </a:lnTo>
                  <a:lnTo>
                    <a:pt x="351193" y="493153"/>
                  </a:lnTo>
                  <a:lnTo>
                    <a:pt x="350062" y="494296"/>
                  </a:lnTo>
                  <a:lnTo>
                    <a:pt x="349681" y="496189"/>
                  </a:lnTo>
                  <a:lnTo>
                    <a:pt x="350062" y="498081"/>
                  </a:lnTo>
                  <a:lnTo>
                    <a:pt x="351193" y="499605"/>
                  </a:lnTo>
                  <a:lnTo>
                    <a:pt x="352691" y="500367"/>
                  </a:lnTo>
                  <a:lnTo>
                    <a:pt x="354215" y="500748"/>
                  </a:lnTo>
                  <a:lnTo>
                    <a:pt x="356120" y="500367"/>
                  </a:lnTo>
                  <a:lnTo>
                    <a:pt x="357644" y="499605"/>
                  </a:lnTo>
                  <a:lnTo>
                    <a:pt x="358406" y="498081"/>
                  </a:lnTo>
                  <a:lnTo>
                    <a:pt x="358787" y="496189"/>
                  </a:lnTo>
                  <a:close/>
                </a:path>
                <a:path w="1073785" h="741679">
                  <a:moveTo>
                    <a:pt x="373951" y="485559"/>
                  </a:moveTo>
                  <a:lnTo>
                    <a:pt x="373583" y="484047"/>
                  </a:lnTo>
                  <a:lnTo>
                    <a:pt x="372833" y="482523"/>
                  </a:lnTo>
                  <a:lnTo>
                    <a:pt x="371322" y="481380"/>
                  </a:lnTo>
                  <a:lnTo>
                    <a:pt x="369417" y="480999"/>
                  </a:lnTo>
                  <a:lnTo>
                    <a:pt x="367512" y="481380"/>
                  </a:lnTo>
                  <a:lnTo>
                    <a:pt x="366369" y="482142"/>
                  </a:lnTo>
                  <a:lnTo>
                    <a:pt x="365226" y="484047"/>
                  </a:lnTo>
                  <a:lnTo>
                    <a:pt x="364845" y="485559"/>
                  </a:lnTo>
                  <a:lnTo>
                    <a:pt x="365226" y="487451"/>
                  </a:lnTo>
                  <a:lnTo>
                    <a:pt x="366369" y="488975"/>
                  </a:lnTo>
                  <a:lnTo>
                    <a:pt x="367512" y="490118"/>
                  </a:lnTo>
                  <a:lnTo>
                    <a:pt x="369417" y="490499"/>
                  </a:lnTo>
                  <a:lnTo>
                    <a:pt x="371322" y="490118"/>
                  </a:lnTo>
                  <a:lnTo>
                    <a:pt x="372833" y="488975"/>
                  </a:lnTo>
                  <a:lnTo>
                    <a:pt x="373583" y="487451"/>
                  </a:lnTo>
                  <a:lnTo>
                    <a:pt x="373951" y="485559"/>
                  </a:lnTo>
                  <a:close/>
                </a:path>
                <a:path w="1073785" h="741679">
                  <a:moveTo>
                    <a:pt x="389534" y="475310"/>
                  </a:moveTo>
                  <a:lnTo>
                    <a:pt x="389153" y="473417"/>
                  </a:lnTo>
                  <a:lnTo>
                    <a:pt x="388010" y="471893"/>
                  </a:lnTo>
                  <a:lnTo>
                    <a:pt x="386486" y="471131"/>
                  </a:lnTo>
                  <a:lnTo>
                    <a:pt x="384581" y="470750"/>
                  </a:lnTo>
                  <a:lnTo>
                    <a:pt x="382701" y="471131"/>
                  </a:lnTo>
                  <a:lnTo>
                    <a:pt x="381190" y="471893"/>
                  </a:lnTo>
                  <a:lnTo>
                    <a:pt x="380428" y="473417"/>
                  </a:lnTo>
                  <a:lnTo>
                    <a:pt x="380428" y="477202"/>
                  </a:lnTo>
                  <a:lnTo>
                    <a:pt x="381190" y="478726"/>
                  </a:lnTo>
                  <a:lnTo>
                    <a:pt x="382701" y="479856"/>
                  </a:lnTo>
                  <a:lnTo>
                    <a:pt x="384581" y="480237"/>
                  </a:lnTo>
                  <a:lnTo>
                    <a:pt x="386486" y="479856"/>
                  </a:lnTo>
                  <a:lnTo>
                    <a:pt x="388010" y="478726"/>
                  </a:lnTo>
                  <a:lnTo>
                    <a:pt x="389153" y="477202"/>
                  </a:lnTo>
                  <a:lnTo>
                    <a:pt x="389534" y="475310"/>
                  </a:lnTo>
                  <a:close/>
                </a:path>
                <a:path w="1073785" h="741679">
                  <a:moveTo>
                    <a:pt x="404723" y="465061"/>
                  </a:moveTo>
                  <a:lnTo>
                    <a:pt x="404342" y="463156"/>
                  </a:lnTo>
                  <a:lnTo>
                    <a:pt x="403212" y="461645"/>
                  </a:lnTo>
                  <a:lnTo>
                    <a:pt x="401688" y="460502"/>
                  </a:lnTo>
                  <a:lnTo>
                    <a:pt x="399783" y="460121"/>
                  </a:lnTo>
                  <a:lnTo>
                    <a:pt x="397878" y="460502"/>
                  </a:lnTo>
                  <a:lnTo>
                    <a:pt x="396354" y="461645"/>
                  </a:lnTo>
                  <a:lnTo>
                    <a:pt x="395592" y="463156"/>
                  </a:lnTo>
                  <a:lnTo>
                    <a:pt x="395211" y="465061"/>
                  </a:lnTo>
                  <a:lnTo>
                    <a:pt x="395592" y="466953"/>
                  </a:lnTo>
                  <a:lnTo>
                    <a:pt x="396354" y="468096"/>
                  </a:lnTo>
                  <a:lnTo>
                    <a:pt x="397878" y="468858"/>
                  </a:lnTo>
                  <a:lnTo>
                    <a:pt x="399783" y="469239"/>
                  </a:lnTo>
                  <a:lnTo>
                    <a:pt x="401688" y="468858"/>
                  </a:lnTo>
                  <a:lnTo>
                    <a:pt x="403212" y="468096"/>
                  </a:lnTo>
                  <a:lnTo>
                    <a:pt x="404342" y="466953"/>
                  </a:lnTo>
                  <a:lnTo>
                    <a:pt x="404723" y="465061"/>
                  </a:lnTo>
                  <a:close/>
                </a:path>
                <a:path w="1073785" h="741679">
                  <a:moveTo>
                    <a:pt x="419900" y="454050"/>
                  </a:moveTo>
                  <a:lnTo>
                    <a:pt x="419519" y="452907"/>
                  </a:lnTo>
                  <a:lnTo>
                    <a:pt x="418376" y="451396"/>
                  </a:lnTo>
                  <a:lnTo>
                    <a:pt x="416852" y="450253"/>
                  </a:lnTo>
                  <a:lnTo>
                    <a:pt x="414972" y="449872"/>
                  </a:lnTo>
                  <a:lnTo>
                    <a:pt x="413461" y="450253"/>
                  </a:lnTo>
                  <a:lnTo>
                    <a:pt x="411556" y="451015"/>
                  </a:lnTo>
                  <a:lnTo>
                    <a:pt x="410794" y="452907"/>
                  </a:lnTo>
                  <a:lnTo>
                    <a:pt x="410413" y="454050"/>
                  </a:lnTo>
                  <a:lnTo>
                    <a:pt x="410794" y="455942"/>
                  </a:lnTo>
                  <a:lnTo>
                    <a:pt x="411937" y="457466"/>
                  </a:lnTo>
                  <a:lnTo>
                    <a:pt x="413461" y="458597"/>
                  </a:lnTo>
                  <a:lnTo>
                    <a:pt x="414972" y="458978"/>
                  </a:lnTo>
                  <a:lnTo>
                    <a:pt x="416852" y="458597"/>
                  </a:lnTo>
                  <a:lnTo>
                    <a:pt x="418376" y="457466"/>
                  </a:lnTo>
                  <a:lnTo>
                    <a:pt x="419519" y="455942"/>
                  </a:lnTo>
                  <a:lnTo>
                    <a:pt x="419900" y="454050"/>
                  </a:lnTo>
                  <a:close/>
                </a:path>
                <a:path w="1073785" h="741679">
                  <a:moveTo>
                    <a:pt x="434721" y="443788"/>
                  </a:moveTo>
                  <a:lnTo>
                    <a:pt x="434340" y="441896"/>
                  </a:lnTo>
                  <a:lnTo>
                    <a:pt x="433197" y="440766"/>
                  </a:lnTo>
                  <a:lnTo>
                    <a:pt x="432054" y="440004"/>
                  </a:lnTo>
                  <a:lnTo>
                    <a:pt x="430530" y="439623"/>
                  </a:lnTo>
                  <a:lnTo>
                    <a:pt x="428625" y="440004"/>
                  </a:lnTo>
                  <a:lnTo>
                    <a:pt x="427101" y="440766"/>
                  </a:lnTo>
                  <a:lnTo>
                    <a:pt x="425983" y="441896"/>
                  </a:lnTo>
                  <a:lnTo>
                    <a:pt x="425602" y="443788"/>
                  </a:lnTo>
                  <a:lnTo>
                    <a:pt x="425983" y="445693"/>
                  </a:lnTo>
                  <a:lnTo>
                    <a:pt x="427101" y="447217"/>
                  </a:lnTo>
                  <a:lnTo>
                    <a:pt x="428625" y="448348"/>
                  </a:lnTo>
                  <a:lnTo>
                    <a:pt x="430530" y="448729"/>
                  </a:lnTo>
                  <a:lnTo>
                    <a:pt x="432054" y="448348"/>
                  </a:lnTo>
                  <a:lnTo>
                    <a:pt x="433578" y="447217"/>
                  </a:lnTo>
                  <a:lnTo>
                    <a:pt x="434340" y="445693"/>
                  </a:lnTo>
                  <a:lnTo>
                    <a:pt x="434721" y="443788"/>
                  </a:lnTo>
                  <a:close/>
                </a:path>
                <a:path w="1073785" h="741679">
                  <a:moveTo>
                    <a:pt x="449884" y="433539"/>
                  </a:moveTo>
                  <a:lnTo>
                    <a:pt x="449503" y="431647"/>
                  </a:lnTo>
                  <a:lnTo>
                    <a:pt x="448741" y="430136"/>
                  </a:lnTo>
                  <a:lnTo>
                    <a:pt x="447243" y="428993"/>
                  </a:lnTo>
                  <a:lnTo>
                    <a:pt x="445731" y="428612"/>
                  </a:lnTo>
                  <a:lnTo>
                    <a:pt x="443826" y="428993"/>
                  </a:lnTo>
                  <a:lnTo>
                    <a:pt x="442302" y="430136"/>
                  </a:lnTo>
                  <a:lnTo>
                    <a:pt x="441159" y="431647"/>
                  </a:lnTo>
                  <a:lnTo>
                    <a:pt x="440778" y="433539"/>
                  </a:lnTo>
                  <a:lnTo>
                    <a:pt x="441159" y="435444"/>
                  </a:lnTo>
                  <a:lnTo>
                    <a:pt x="442302" y="436968"/>
                  </a:lnTo>
                  <a:lnTo>
                    <a:pt x="443826" y="437718"/>
                  </a:lnTo>
                  <a:lnTo>
                    <a:pt x="445731" y="438099"/>
                  </a:lnTo>
                  <a:lnTo>
                    <a:pt x="447243" y="437718"/>
                  </a:lnTo>
                  <a:lnTo>
                    <a:pt x="448741" y="436968"/>
                  </a:lnTo>
                  <a:lnTo>
                    <a:pt x="449503" y="435444"/>
                  </a:lnTo>
                  <a:lnTo>
                    <a:pt x="449884" y="433539"/>
                  </a:lnTo>
                  <a:close/>
                </a:path>
                <a:path w="1073785" h="741679">
                  <a:moveTo>
                    <a:pt x="465086" y="422910"/>
                  </a:moveTo>
                  <a:lnTo>
                    <a:pt x="464705" y="421398"/>
                  </a:lnTo>
                  <a:lnTo>
                    <a:pt x="463943" y="419887"/>
                  </a:lnTo>
                  <a:lnTo>
                    <a:pt x="462419" y="418744"/>
                  </a:lnTo>
                  <a:lnTo>
                    <a:pt x="460514" y="418363"/>
                  </a:lnTo>
                  <a:lnTo>
                    <a:pt x="459003" y="418744"/>
                  </a:lnTo>
                  <a:lnTo>
                    <a:pt x="457492" y="419506"/>
                  </a:lnTo>
                  <a:lnTo>
                    <a:pt x="456361" y="421398"/>
                  </a:lnTo>
                  <a:lnTo>
                    <a:pt x="455980" y="422910"/>
                  </a:lnTo>
                  <a:lnTo>
                    <a:pt x="456361" y="424815"/>
                  </a:lnTo>
                  <a:lnTo>
                    <a:pt x="457492" y="426339"/>
                  </a:lnTo>
                  <a:lnTo>
                    <a:pt x="459003" y="427469"/>
                  </a:lnTo>
                  <a:lnTo>
                    <a:pt x="462419" y="427469"/>
                  </a:lnTo>
                  <a:lnTo>
                    <a:pt x="463943" y="426339"/>
                  </a:lnTo>
                  <a:lnTo>
                    <a:pt x="464705" y="424815"/>
                  </a:lnTo>
                  <a:lnTo>
                    <a:pt x="465086" y="422910"/>
                  </a:lnTo>
                  <a:close/>
                </a:path>
                <a:path w="1073785" h="741679">
                  <a:moveTo>
                    <a:pt x="480631" y="412661"/>
                  </a:moveTo>
                  <a:lnTo>
                    <a:pt x="480250" y="410768"/>
                  </a:lnTo>
                  <a:lnTo>
                    <a:pt x="479132" y="409257"/>
                  </a:lnTo>
                  <a:lnTo>
                    <a:pt x="477621" y="408495"/>
                  </a:lnTo>
                  <a:lnTo>
                    <a:pt x="475716" y="408114"/>
                  </a:lnTo>
                  <a:lnTo>
                    <a:pt x="473811" y="408495"/>
                  </a:lnTo>
                  <a:lnTo>
                    <a:pt x="472668" y="409257"/>
                  </a:lnTo>
                  <a:lnTo>
                    <a:pt x="471906" y="410768"/>
                  </a:lnTo>
                  <a:lnTo>
                    <a:pt x="471525" y="412661"/>
                  </a:lnTo>
                  <a:lnTo>
                    <a:pt x="471906" y="414185"/>
                  </a:lnTo>
                  <a:lnTo>
                    <a:pt x="472668" y="415709"/>
                  </a:lnTo>
                  <a:lnTo>
                    <a:pt x="473811" y="416839"/>
                  </a:lnTo>
                  <a:lnTo>
                    <a:pt x="475716" y="417220"/>
                  </a:lnTo>
                  <a:lnTo>
                    <a:pt x="477621" y="416839"/>
                  </a:lnTo>
                  <a:lnTo>
                    <a:pt x="479132" y="415709"/>
                  </a:lnTo>
                  <a:lnTo>
                    <a:pt x="480250" y="414185"/>
                  </a:lnTo>
                  <a:lnTo>
                    <a:pt x="480631" y="412661"/>
                  </a:lnTo>
                  <a:close/>
                </a:path>
                <a:path w="1073785" h="741679">
                  <a:moveTo>
                    <a:pt x="495833" y="402031"/>
                  </a:moveTo>
                  <a:lnTo>
                    <a:pt x="495452" y="400519"/>
                  </a:lnTo>
                  <a:lnTo>
                    <a:pt x="494309" y="399008"/>
                  </a:lnTo>
                  <a:lnTo>
                    <a:pt x="492785" y="397865"/>
                  </a:lnTo>
                  <a:lnTo>
                    <a:pt x="490893" y="397484"/>
                  </a:lnTo>
                  <a:lnTo>
                    <a:pt x="489000" y="397865"/>
                  </a:lnTo>
                  <a:lnTo>
                    <a:pt x="487489" y="399008"/>
                  </a:lnTo>
                  <a:lnTo>
                    <a:pt x="486727" y="400519"/>
                  </a:lnTo>
                  <a:lnTo>
                    <a:pt x="486346" y="402031"/>
                  </a:lnTo>
                  <a:lnTo>
                    <a:pt x="486727" y="403936"/>
                  </a:lnTo>
                  <a:lnTo>
                    <a:pt x="487489" y="405447"/>
                  </a:lnTo>
                  <a:lnTo>
                    <a:pt x="489000" y="406209"/>
                  </a:lnTo>
                  <a:lnTo>
                    <a:pt x="490893" y="406590"/>
                  </a:lnTo>
                  <a:lnTo>
                    <a:pt x="492785" y="406209"/>
                  </a:lnTo>
                  <a:lnTo>
                    <a:pt x="494309" y="405447"/>
                  </a:lnTo>
                  <a:lnTo>
                    <a:pt x="495452" y="403936"/>
                  </a:lnTo>
                  <a:lnTo>
                    <a:pt x="495833" y="402031"/>
                  </a:lnTo>
                  <a:close/>
                </a:path>
                <a:path w="1073785" h="741679">
                  <a:moveTo>
                    <a:pt x="511022" y="391401"/>
                  </a:moveTo>
                  <a:lnTo>
                    <a:pt x="510641" y="389890"/>
                  </a:lnTo>
                  <a:lnTo>
                    <a:pt x="509511" y="388366"/>
                  </a:lnTo>
                  <a:lnTo>
                    <a:pt x="507987" y="387616"/>
                  </a:lnTo>
                  <a:lnTo>
                    <a:pt x="506463" y="387235"/>
                  </a:lnTo>
                  <a:lnTo>
                    <a:pt x="504558" y="387616"/>
                  </a:lnTo>
                  <a:lnTo>
                    <a:pt x="503034" y="387997"/>
                  </a:lnTo>
                  <a:lnTo>
                    <a:pt x="501904" y="389890"/>
                  </a:lnTo>
                  <a:lnTo>
                    <a:pt x="501523" y="391401"/>
                  </a:lnTo>
                  <a:lnTo>
                    <a:pt x="501904" y="393306"/>
                  </a:lnTo>
                  <a:lnTo>
                    <a:pt x="503034" y="394817"/>
                  </a:lnTo>
                  <a:lnTo>
                    <a:pt x="504558" y="395960"/>
                  </a:lnTo>
                  <a:lnTo>
                    <a:pt x="506463" y="396341"/>
                  </a:lnTo>
                  <a:lnTo>
                    <a:pt x="507987" y="395960"/>
                  </a:lnTo>
                  <a:lnTo>
                    <a:pt x="509892" y="394817"/>
                  </a:lnTo>
                  <a:lnTo>
                    <a:pt x="510641" y="393306"/>
                  </a:lnTo>
                  <a:lnTo>
                    <a:pt x="511022" y="391401"/>
                  </a:lnTo>
                  <a:close/>
                </a:path>
                <a:path w="1073785" h="741679">
                  <a:moveTo>
                    <a:pt x="525818" y="379260"/>
                  </a:moveTo>
                  <a:lnTo>
                    <a:pt x="525056" y="377736"/>
                  </a:lnTo>
                  <a:lnTo>
                    <a:pt x="523532" y="376986"/>
                  </a:lnTo>
                  <a:lnTo>
                    <a:pt x="521652" y="376605"/>
                  </a:lnTo>
                  <a:lnTo>
                    <a:pt x="519760" y="376986"/>
                  </a:lnTo>
                  <a:lnTo>
                    <a:pt x="518236" y="377736"/>
                  </a:lnTo>
                  <a:lnTo>
                    <a:pt x="517093" y="379260"/>
                  </a:lnTo>
                  <a:lnTo>
                    <a:pt x="516712" y="381152"/>
                  </a:lnTo>
                  <a:lnTo>
                    <a:pt x="517093" y="383057"/>
                  </a:lnTo>
                  <a:lnTo>
                    <a:pt x="518236" y="384568"/>
                  </a:lnTo>
                  <a:lnTo>
                    <a:pt x="519760" y="385711"/>
                  </a:lnTo>
                  <a:lnTo>
                    <a:pt x="521652" y="386092"/>
                  </a:lnTo>
                  <a:lnTo>
                    <a:pt x="523532" y="385711"/>
                  </a:lnTo>
                  <a:lnTo>
                    <a:pt x="525056" y="384568"/>
                  </a:lnTo>
                  <a:lnTo>
                    <a:pt x="525818" y="383057"/>
                  </a:lnTo>
                  <a:lnTo>
                    <a:pt x="525818" y="379260"/>
                  </a:lnTo>
                  <a:close/>
                </a:path>
                <a:path w="1073785" h="741679">
                  <a:moveTo>
                    <a:pt x="541020" y="370903"/>
                  </a:moveTo>
                  <a:lnTo>
                    <a:pt x="540639" y="369011"/>
                  </a:lnTo>
                  <a:lnTo>
                    <a:pt x="539877" y="367487"/>
                  </a:lnTo>
                  <a:lnTo>
                    <a:pt x="538734" y="366356"/>
                  </a:lnTo>
                  <a:lnTo>
                    <a:pt x="536829" y="365975"/>
                  </a:lnTo>
                  <a:lnTo>
                    <a:pt x="534924" y="366356"/>
                  </a:lnTo>
                  <a:lnTo>
                    <a:pt x="533412" y="367487"/>
                  </a:lnTo>
                  <a:lnTo>
                    <a:pt x="532282" y="369011"/>
                  </a:lnTo>
                  <a:lnTo>
                    <a:pt x="531901" y="370903"/>
                  </a:lnTo>
                  <a:lnTo>
                    <a:pt x="532282" y="372808"/>
                  </a:lnTo>
                  <a:lnTo>
                    <a:pt x="533412" y="374319"/>
                  </a:lnTo>
                  <a:lnTo>
                    <a:pt x="534924" y="374700"/>
                  </a:lnTo>
                  <a:lnTo>
                    <a:pt x="536829" y="375081"/>
                  </a:lnTo>
                  <a:lnTo>
                    <a:pt x="538734" y="374700"/>
                  </a:lnTo>
                  <a:lnTo>
                    <a:pt x="539877" y="374319"/>
                  </a:lnTo>
                  <a:lnTo>
                    <a:pt x="540639" y="372808"/>
                  </a:lnTo>
                  <a:lnTo>
                    <a:pt x="541020" y="370903"/>
                  </a:lnTo>
                  <a:close/>
                </a:path>
                <a:path w="1073785" h="741679">
                  <a:moveTo>
                    <a:pt x="556564" y="360273"/>
                  </a:moveTo>
                  <a:lnTo>
                    <a:pt x="556183" y="358381"/>
                  </a:lnTo>
                  <a:lnTo>
                    <a:pt x="555053" y="357238"/>
                  </a:lnTo>
                  <a:lnTo>
                    <a:pt x="553542" y="356108"/>
                  </a:lnTo>
                  <a:lnTo>
                    <a:pt x="552030" y="355727"/>
                  </a:lnTo>
                  <a:lnTo>
                    <a:pt x="550125" y="356108"/>
                  </a:lnTo>
                  <a:lnTo>
                    <a:pt x="548601" y="356857"/>
                  </a:lnTo>
                  <a:lnTo>
                    <a:pt x="547839" y="358381"/>
                  </a:lnTo>
                  <a:lnTo>
                    <a:pt x="547458" y="360273"/>
                  </a:lnTo>
                  <a:lnTo>
                    <a:pt x="547839" y="361797"/>
                  </a:lnTo>
                  <a:lnTo>
                    <a:pt x="548601" y="363321"/>
                  </a:lnTo>
                  <a:lnTo>
                    <a:pt x="550125" y="364451"/>
                  </a:lnTo>
                  <a:lnTo>
                    <a:pt x="552030" y="364832"/>
                  </a:lnTo>
                  <a:lnTo>
                    <a:pt x="553542" y="364451"/>
                  </a:lnTo>
                  <a:lnTo>
                    <a:pt x="555053" y="363321"/>
                  </a:lnTo>
                  <a:lnTo>
                    <a:pt x="556183" y="361797"/>
                  </a:lnTo>
                  <a:lnTo>
                    <a:pt x="556564" y="360273"/>
                  </a:lnTo>
                  <a:close/>
                </a:path>
                <a:path w="1073785" h="741679">
                  <a:moveTo>
                    <a:pt x="571766" y="349643"/>
                  </a:moveTo>
                  <a:lnTo>
                    <a:pt x="571385" y="348119"/>
                  </a:lnTo>
                  <a:lnTo>
                    <a:pt x="570242" y="346608"/>
                  </a:lnTo>
                  <a:lnTo>
                    <a:pt x="568718" y="345846"/>
                  </a:lnTo>
                  <a:lnTo>
                    <a:pt x="566813" y="345478"/>
                  </a:lnTo>
                  <a:lnTo>
                    <a:pt x="565302" y="345846"/>
                  </a:lnTo>
                  <a:lnTo>
                    <a:pt x="563791" y="346608"/>
                  </a:lnTo>
                  <a:lnTo>
                    <a:pt x="563041" y="348119"/>
                  </a:lnTo>
                  <a:lnTo>
                    <a:pt x="562660" y="349643"/>
                  </a:lnTo>
                  <a:lnTo>
                    <a:pt x="563041" y="351548"/>
                  </a:lnTo>
                  <a:lnTo>
                    <a:pt x="563791" y="353060"/>
                  </a:lnTo>
                  <a:lnTo>
                    <a:pt x="565302" y="354203"/>
                  </a:lnTo>
                  <a:lnTo>
                    <a:pt x="566813" y="354584"/>
                  </a:lnTo>
                  <a:lnTo>
                    <a:pt x="568718" y="354203"/>
                  </a:lnTo>
                  <a:lnTo>
                    <a:pt x="570242" y="353060"/>
                  </a:lnTo>
                  <a:lnTo>
                    <a:pt x="571385" y="351548"/>
                  </a:lnTo>
                  <a:lnTo>
                    <a:pt x="571766" y="349643"/>
                  </a:lnTo>
                  <a:close/>
                </a:path>
                <a:path w="1073785" h="741679">
                  <a:moveTo>
                    <a:pt x="586943" y="339394"/>
                  </a:moveTo>
                  <a:lnTo>
                    <a:pt x="586574" y="337489"/>
                  </a:lnTo>
                  <a:lnTo>
                    <a:pt x="585431" y="335978"/>
                  </a:lnTo>
                  <a:lnTo>
                    <a:pt x="583920" y="334835"/>
                  </a:lnTo>
                  <a:lnTo>
                    <a:pt x="580491" y="334835"/>
                  </a:lnTo>
                  <a:lnTo>
                    <a:pt x="578967" y="335978"/>
                  </a:lnTo>
                  <a:lnTo>
                    <a:pt x="578586" y="335978"/>
                  </a:lnTo>
                  <a:lnTo>
                    <a:pt x="578205" y="337489"/>
                  </a:lnTo>
                  <a:lnTo>
                    <a:pt x="577824" y="339394"/>
                  </a:lnTo>
                  <a:lnTo>
                    <a:pt x="578205" y="341299"/>
                  </a:lnTo>
                  <a:lnTo>
                    <a:pt x="578967" y="342430"/>
                  </a:lnTo>
                  <a:lnTo>
                    <a:pt x="580491" y="343573"/>
                  </a:lnTo>
                  <a:lnTo>
                    <a:pt x="582015" y="343954"/>
                  </a:lnTo>
                  <a:lnTo>
                    <a:pt x="583920" y="343573"/>
                  </a:lnTo>
                  <a:lnTo>
                    <a:pt x="585431" y="342811"/>
                  </a:lnTo>
                  <a:lnTo>
                    <a:pt x="585812" y="342811"/>
                  </a:lnTo>
                  <a:lnTo>
                    <a:pt x="586574" y="341299"/>
                  </a:lnTo>
                  <a:lnTo>
                    <a:pt x="586943" y="339394"/>
                  </a:lnTo>
                  <a:close/>
                </a:path>
                <a:path w="1073785" h="741679">
                  <a:moveTo>
                    <a:pt x="602132" y="328764"/>
                  </a:moveTo>
                  <a:lnTo>
                    <a:pt x="601751" y="326859"/>
                  </a:lnTo>
                  <a:lnTo>
                    <a:pt x="600989" y="325729"/>
                  </a:lnTo>
                  <a:lnTo>
                    <a:pt x="599465" y="324586"/>
                  </a:lnTo>
                  <a:lnTo>
                    <a:pt x="597573" y="324218"/>
                  </a:lnTo>
                  <a:lnTo>
                    <a:pt x="595680" y="324586"/>
                  </a:lnTo>
                  <a:lnTo>
                    <a:pt x="594169" y="325348"/>
                  </a:lnTo>
                  <a:lnTo>
                    <a:pt x="593026" y="326859"/>
                  </a:lnTo>
                  <a:lnTo>
                    <a:pt x="592645" y="328764"/>
                  </a:lnTo>
                  <a:lnTo>
                    <a:pt x="593026" y="330657"/>
                  </a:lnTo>
                  <a:lnTo>
                    <a:pt x="594169" y="332181"/>
                  </a:lnTo>
                  <a:lnTo>
                    <a:pt x="595680" y="333324"/>
                  </a:lnTo>
                  <a:lnTo>
                    <a:pt x="597573" y="333705"/>
                  </a:lnTo>
                  <a:lnTo>
                    <a:pt x="599465" y="333324"/>
                  </a:lnTo>
                  <a:lnTo>
                    <a:pt x="600989" y="332181"/>
                  </a:lnTo>
                  <a:lnTo>
                    <a:pt x="601751" y="330657"/>
                  </a:lnTo>
                  <a:lnTo>
                    <a:pt x="602132" y="328764"/>
                  </a:lnTo>
                  <a:close/>
                </a:path>
                <a:path w="1073785" h="741679">
                  <a:moveTo>
                    <a:pt x="617321" y="318516"/>
                  </a:moveTo>
                  <a:lnTo>
                    <a:pt x="616940" y="316611"/>
                  </a:lnTo>
                  <a:lnTo>
                    <a:pt x="616191" y="315099"/>
                  </a:lnTo>
                  <a:lnTo>
                    <a:pt x="614667" y="313956"/>
                  </a:lnTo>
                  <a:lnTo>
                    <a:pt x="612762" y="313575"/>
                  </a:lnTo>
                  <a:lnTo>
                    <a:pt x="610857" y="313956"/>
                  </a:lnTo>
                  <a:lnTo>
                    <a:pt x="609333" y="315099"/>
                  </a:lnTo>
                  <a:lnTo>
                    <a:pt x="608190" y="316611"/>
                  </a:lnTo>
                  <a:lnTo>
                    <a:pt x="607822" y="318516"/>
                  </a:lnTo>
                  <a:lnTo>
                    <a:pt x="608190" y="320408"/>
                  </a:lnTo>
                  <a:lnTo>
                    <a:pt x="609333" y="321551"/>
                  </a:lnTo>
                  <a:lnTo>
                    <a:pt x="610857" y="322313"/>
                  </a:lnTo>
                  <a:lnTo>
                    <a:pt x="612762" y="322694"/>
                  </a:lnTo>
                  <a:lnTo>
                    <a:pt x="614667" y="322313"/>
                  </a:lnTo>
                  <a:lnTo>
                    <a:pt x="616191" y="321551"/>
                  </a:lnTo>
                  <a:lnTo>
                    <a:pt x="616940" y="320408"/>
                  </a:lnTo>
                  <a:lnTo>
                    <a:pt x="617321" y="318516"/>
                  </a:lnTo>
                  <a:close/>
                </a:path>
                <a:path w="1073785" h="741679">
                  <a:moveTo>
                    <a:pt x="632498" y="308267"/>
                  </a:moveTo>
                  <a:lnTo>
                    <a:pt x="632117" y="306362"/>
                  </a:lnTo>
                  <a:lnTo>
                    <a:pt x="631355" y="304850"/>
                  </a:lnTo>
                  <a:lnTo>
                    <a:pt x="629843" y="303707"/>
                  </a:lnTo>
                  <a:lnTo>
                    <a:pt x="627951" y="303326"/>
                  </a:lnTo>
                  <a:lnTo>
                    <a:pt x="626059" y="303707"/>
                  </a:lnTo>
                  <a:lnTo>
                    <a:pt x="624535" y="304850"/>
                  </a:lnTo>
                  <a:lnTo>
                    <a:pt x="623773" y="306362"/>
                  </a:lnTo>
                  <a:lnTo>
                    <a:pt x="623392" y="308267"/>
                  </a:lnTo>
                  <a:lnTo>
                    <a:pt x="623773" y="309778"/>
                  </a:lnTo>
                  <a:lnTo>
                    <a:pt x="624535" y="310921"/>
                  </a:lnTo>
                  <a:lnTo>
                    <a:pt x="626059" y="312064"/>
                  </a:lnTo>
                  <a:lnTo>
                    <a:pt x="627951" y="312445"/>
                  </a:lnTo>
                  <a:lnTo>
                    <a:pt x="629843" y="312064"/>
                  </a:lnTo>
                  <a:lnTo>
                    <a:pt x="631355" y="311302"/>
                  </a:lnTo>
                  <a:lnTo>
                    <a:pt x="632117" y="309778"/>
                  </a:lnTo>
                  <a:lnTo>
                    <a:pt x="632498" y="308267"/>
                  </a:lnTo>
                  <a:close/>
                </a:path>
                <a:path w="1073785" h="741679">
                  <a:moveTo>
                    <a:pt x="647700" y="297256"/>
                  </a:moveTo>
                  <a:lnTo>
                    <a:pt x="647319" y="295351"/>
                  </a:lnTo>
                  <a:lnTo>
                    <a:pt x="646176" y="294220"/>
                  </a:lnTo>
                  <a:lnTo>
                    <a:pt x="645033" y="293458"/>
                  </a:lnTo>
                  <a:lnTo>
                    <a:pt x="643128" y="293077"/>
                  </a:lnTo>
                  <a:lnTo>
                    <a:pt x="641223" y="293458"/>
                  </a:lnTo>
                  <a:lnTo>
                    <a:pt x="639711" y="294220"/>
                  </a:lnTo>
                  <a:lnTo>
                    <a:pt x="638962" y="295351"/>
                  </a:lnTo>
                  <a:lnTo>
                    <a:pt x="638581" y="297256"/>
                  </a:lnTo>
                  <a:lnTo>
                    <a:pt x="638962" y="299148"/>
                  </a:lnTo>
                  <a:lnTo>
                    <a:pt x="639711" y="300672"/>
                  </a:lnTo>
                  <a:lnTo>
                    <a:pt x="641223" y="301815"/>
                  </a:lnTo>
                  <a:lnTo>
                    <a:pt x="643128" y="302196"/>
                  </a:lnTo>
                  <a:lnTo>
                    <a:pt x="645033" y="301815"/>
                  </a:lnTo>
                  <a:lnTo>
                    <a:pt x="646176" y="300672"/>
                  </a:lnTo>
                  <a:lnTo>
                    <a:pt x="647319" y="299148"/>
                  </a:lnTo>
                  <a:lnTo>
                    <a:pt x="647700" y="297256"/>
                  </a:lnTo>
                  <a:close/>
                </a:path>
                <a:path w="1073785" h="741679">
                  <a:moveTo>
                    <a:pt x="662863" y="287007"/>
                  </a:moveTo>
                  <a:lnTo>
                    <a:pt x="662482" y="285102"/>
                  </a:lnTo>
                  <a:lnTo>
                    <a:pt x="661352" y="283591"/>
                  </a:lnTo>
                  <a:lnTo>
                    <a:pt x="659841" y="282448"/>
                  </a:lnTo>
                  <a:lnTo>
                    <a:pt x="657948" y="282067"/>
                  </a:lnTo>
                  <a:lnTo>
                    <a:pt x="656805" y="282448"/>
                  </a:lnTo>
                  <a:lnTo>
                    <a:pt x="654900" y="283591"/>
                  </a:lnTo>
                  <a:lnTo>
                    <a:pt x="654138" y="285102"/>
                  </a:lnTo>
                  <a:lnTo>
                    <a:pt x="653757" y="287007"/>
                  </a:lnTo>
                  <a:lnTo>
                    <a:pt x="654138" y="288899"/>
                  </a:lnTo>
                  <a:lnTo>
                    <a:pt x="655281" y="290423"/>
                  </a:lnTo>
                  <a:lnTo>
                    <a:pt x="656805" y="291185"/>
                  </a:lnTo>
                  <a:lnTo>
                    <a:pt x="657948" y="291566"/>
                  </a:lnTo>
                  <a:lnTo>
                    <a:pt x="659841" y="291185"/>
                  </a:lnTo>
                  <a:lnTo>
                    <a:pt x="661352" y="290423"/>
                  </a:lnTo>
                  <a:lnTo>
                    <a:pt x="662482" y="288899"/>
                  </a:lnTo>
                  <a:lnTo>
                    <a:pt x="662863" y="287007"/>
                  </a:lnTo>
                  <a:close/>
                </a:path>
                <a:path w="1073785" h="741679">
                  <a:moveTo>
                    <a:pt x="678065" y="276758"/>
                  </a:moveTo>
                  <a:lnTo>
                    <a:pt x="677684" y="274853"/>
                  </a:lnTo>
                  <a:lnTo>
                    <a:pt x="676922" y="273342"/>
                  </a:lnTo>
                  <a:lnTo>
                    <a:pt x="675398" y="272199"/>
                  </a:lnTo>
                  <a:lnTo>
                    <a:pt x="673493" y="271818"/>
                  </a:lnTo>
                  <a:lnTo>
                    <a:pt x="671614" y="272199"/>
                  </a:lnTo>
                  <a:lnTo>
                    <a:pt x="670471" y="273342"/>
                  </a:lnTo>
                  <a:lnTo>
                    <a:pt x="669340" y="274853"/>
                  </a:lnTo>
                  <a:lnTo>
                    <a:pt x="668959" y="276758"/>
                  </a:lnTo>
                  <a:lnTo>
                    <a:pt x="669340" y="278269"/>
                  </a:lnTo>
                  <a:lnTo>
                    <a:pt x="670471" y="279793"/>
                  </a:lnTo>
                  <a:lnTo>
                    <a:pt x="671614" y="280936"/>
                  </a:lnTo>
                  <a:lnTo>
                    <a:pt x="673493" y="281305"/>
                  </a:lnTo>
                  <a:lnTo>
                    <a:pt x="675398" y="280936"/>
                  </a:lnTo>
                  <a:lnTo>
                    <a:pt x="676922" y="280174"/>
                  </a:lnTo>
                  <a:lnTo>
                    <a:pt x="677684" y="278269"/>
                  </a:lnTo>
                  <a:lnTo>
                    <a:pt x="678065" y="276758"/>
                  </a:lnTo>
                  <a:close/>
                </a:path>
                <a:path w="1073785" h="741679">
                  <a:moveTo>
                    <a:pt x="693242" y="266128"/>
                  </a:moveTo>
                  <a:lnTo>
                    <a:pt x="692873" y="264223"/>
                  </a:lnTo>
                  <a:lnTo>
                    <a:pt x="692111" y="262712"/>
                  </a:lnTo>
                  <a:lnTo>
                    <a:pt x="690600" y="261950"/>
                  </a:lnTo>
                  <a:lnTo>
                    <a:pt x="688695" y="261569"/>
                  </a:lnTo>
                  <a:lnTo>
                    <a:pt x="686790" y="261950"/>
                  </a:lnTo>
                  <a:lnTo>
                    <a:pt x="685266" y="262712"/>
                  </a:lnTo>
                  <a:lnTo>
                    <a:pt x="684504" y="264223"/>
                  </a:lnTo>
                  <a:lnTo>
                    <a:pt x="684123" y="266128"/>
                  </a:lnTo>
                  <a:lnTo>
                    <a:pt x="684504" y="268020"/>
                  </a:lnTo>
                  <a:lnTo>
                    <a:pt x="685266" y="269163"/>
                  </a:lnTo>
                  <a:lnTo>
                    <a:pt x="686790" y="270306"/>
                  </a:lnTo>
                  <a:lnTo>
                    <a:pt x="688695" y="270687"/>
                  </a:lnTo>
                  <a:lnTo>
                    <a:pt x="690600" y="270306"/>
                  </a:lnTo>
                  <a:lnTo>
                    <a:pt x="692111" y="269163"/>
                  </a:lnTo>
                  <a:lnTo>
                    <a:pt x="692873" y="268020"/>
                  </a:lnTo>
                  <a:lnTo>
                    <a:pt x="693242" y="266128"/>
                  </a:lnTo>
                  <a:close/>
                </a:path>
                <a:path w="1073785" h="741679">
                  <a:moveTo>
                    <a:pt x="708812" y="255498"/>
                  </a:moveTo>
                  <a:lnTo>
                    <a:pt x="708431" y="253974"/>
                  </a:lnTo>
                  <a:lnTo>
                    <a:pt x="707288" y="252450"/>
                  </a:lnTo>
                  <a:lnTo>
                    <a:pt x="705764" y="251320"/>
                  </a:lnTo>
                  <a:lnTo>
                    <a:pt x="703872" y="250939"/>
                  </a:lnTo>
                  <a:lnTo>
                    <a:pt x="701992" y="251320"/>
                  </a:lnTo>
                  <a:lnTo>
                    <a:pt x="700468" y="252450"/>
                  </a:lnTo>
                  <a:lnTo>
                    <a:pt x="699706" y="253974"/>
                  </a:lnTo>
                  <a:lnTo>
                    <a:pt x="699325" y="255498"/>
                  </a:lnTo>
                  <a:lnTo>
                    <a:pt x="699706" y="257390"/>
                  </a:lnTo>
                  <a:lnTo>
                    <a:pt x="700468" y="258914"/>
                  </a:lnTo>
                  <a:lnTo>
                    <a:pt x="701992" y="259676"/>
                  </a:lnTo>
                  <a:lnTo>
                    <a:pt x="703872" y="260057"/>
                  </a:lnTo>
                  <a:lnTo>
                    <a:pt x="705764" y="259676"/>
                  </a:lnTo>
                  <a:lnTo>
                    <a:pt x="707288" y="258914"/>
                  </a:lnTo>
                  <a:lnTo>
                    <a:pt x="708431" y="257390"/>
                  </a:lnTo>
                  <a:lnTo>
                    <a:pt x="708812" y="255498"/>
                  </a:lnTo>
                  <a:close/>
                </a:path>
                <a:path w="1073785" h="741679">
                  <a:moveTo>
                    <a:pt x="724001" y="245249"/>
                  </a:moveTo>
                  <a:lnTo>
                    <a:pt x="723620" y="243344"/>
                  </a:lnTo>
                  <a:lnTo>
                    <a:pt x="722490" y="242201"/>
                  </a:lnTo>
                  <a:lnTo>
                    <a:pt x="720966" y="241071"/>
                  </a:lnTo>
                  <a:lnTo>
                    <a:pt x="719061" y="240690"/>
                  </a:lnTo>
                  <a:lnTo>
                    <a:pt x="717156" y="241071"/>
                  </a:lnTo>
                  <a:lnTo>
                    <a:pt x="715632" y="242201"/>
                  </a:lnTo>
                  <a:lnTo>
                    <a:pt x="714883" y="243344"/>
                  </a:lnTo>
                  <a:lnTo>
                    <a:pt x="714514" y="245249"/>
                  </a:lnTo>
                  <a:lnTo>
                    <a:pt x="714883" y="246761"/>
                  </a:lnTo>
                  <a:lnTo>
                    <a:pt x="715632" y="248285"/>
                  </a:lnTo>
                  <a:lnTo>
                    <a:pt x="717156" y="249428"/>
                  </a:lnTo>
                  <a:lnTo>
                    <a:pt x="719061" y="249796"/>
                  </a:lnTo>
                  <a:lnTo>
                    <a:pt x="720966" y="249428"/>
                  </a:lnTo>
                  <a:lnTo>
                    <a:pt x="722490" y="248666"/>
                  </a:lnTo>
                  <a:lnTo>
                    <a:pt x="723620" y="246761"/>
                  </a:lnTo>
                  <a:lnTo>
                    <a:pt x="724001" y="245249"/>
                  </a:lnTo>
                  <a:close/>
                </a:path>
                <a:path w="1073785" h="741679">
                  <a:moveTo>
                    <a:pt x="738797" y="234607"/>
                  </a:moveTo>
                  <a:lnTo>
                    <a:pt x="738416" y="232714"/>
                  </a:lnTo>
                  <a:lnTo>
                    <a:pt x="737654" y="231190"/>
                  </a:lnTo>
                  <a:lnTo>
                    <a:pt x="736142" y="230441"/>
                  </a:lnTo>
                  <a:lnTo>
                    <a:pt x="734250" y="230060"/>
                  </a:lnTo>
                  <a:lnTo>
                    <a:pt x="732739" y="230441"/>
                  </a:lnTo>
                  <a:lnTo>
                    <a:pt x="730834" y="231190"/>
                  </a:lnTo>
                  <a:lnTo>
                    <a:pt x="730072" y="232714"/>
                  </a:lnTo>
                  <a:lnTo>
                    <a:pt x="729691" y="234607"/>
                  </a:lnTo>
                  <a:lnTo>
                    <a:pt x="730072" y="236512"/>
                  </a:lnTo>
                  <a:lnTo>
                    <a:pt x="731215" y="238036"/>
                  </a:lnTo>
                  <a:lnTo>
                    <a:pt x="732739" y="239166"/>
                  </a:lnTo>
                  <a:lnTo>
                    <a:pt x="734250" y="239547"/>
                  </a:lnTo>
                  <a:lnTo>
                    <a:pt x="736142" y="239166"/>
                  </a:lnTo>
                  <a:lnTo>
                    <a:pt x="737654" y="238036"/>
                  </a:lnTo>
                  <a:lnTo>
                    <a:pt x="738416" y="236512"/>
                  </a:lnTo>
                  <a:lnTo>
                    <a:pt x="738797" y="234607"/>
                  </a:lnTo>
                  <a:close/>
                </a:path>
                <a:path w="1073785" h="741679">
                  <a:moveTo>
                    <a:pt x="753999" y="224358"/>
                  </a:moveTo>
                  <a:lnTo>
                    <a:pt x="753618" y="222465"/>
                  </a:lnTo>
                  <a:lnTo>
                    <a:pt x="752475" y="220941"/>
                  </a:lnTo>
                  <a:lnTo>
                    <a:pt x="750951" y="219811"/>
                  </a:lnTo>
                  <a:lnTo>
                    <a:pt x="749808" y="219430"/>
                  </a:lnTo>
                  <a:lnTo>
                    <a:pt x="747903" y="219811"/>
                  </a:lnTo>
                  <a:lnTo>
                    <a:pt x="746391" y="220941"/>
                  </a:lnTo>
                  <a:lnTo>
                    <a:pt x="745261" y="222465"/>
                  </a:lnTo>
                  <a:lnTo>
                    <a:pt x="744893" y="224358"/>
                  </a:lnTo>
                  <a:lnTo>
                    <a:pt x="745261" y="226263"/>
                  </a:lnTo>
                  <a:lnTo>
                    <a:pt x="746391" y="227787"/>
                  </a:lnTo>
                  <a:lnTo>
                    <a:pt x="747903" y="228536"/>
                  </a:lnTo>
                  <a:lnTo>
                    <a:pt x="749808" y="228917"/>
                  </a:lnTo>
                  <a:lnTo>
                    <a:pt x="750951" y="228536"/>
                  </a:lnTo>
                  <a:lnTo>
                    <a:pt x="752856" y="227787"/>
                  </a:lnTo>
                  <a:lnTo>
                    <a:pt x="753618" y="226263"/>
                  </a:lnTo>
                  <a:lnTo>
                    <a:pt x="753999" y="224358"/>
                  </a:lnTo>
                  <a:close/>
                </a:path>
                <a:path w="1073785" h="741679">
                  <a:moveTo>
                    <a:pt x="769162" y="214109"/>
                  </a:moveTo>
                  <a:lnTo>
                    <a:pt x="768781" y="212217"/>
                  </a:lnTo>
                  <a:lnTo>
                    <a:pt x="768032" y="210693"/>
                  </a:lnTo>
                  <a:lnTo>
                    <a:pt x="766521" y="209550"/>
                  </a:lnTo>
                  <a:lnTo>
                    <a:pt x="764628" y="209181"/>
                  </a:lnTo>
                  <a:lnTo>
                    <a:pt x="763104" y="209550"/>
                  </a:lnTo>
                  <a:lnTo>
                    <a:pt x="761580" y="210693"/>
                  </a:lnTo>
                  <a:lnTo>
                    <a:pt x="760437" y="212217"/>
                  </a:lnTo>
                  <a:lnTo>
                    <a:pt x="760056" y="214109"/>
                  </a:lnTo>
                  <a:lnTo>
                    <a:pt x="760437" y="215633"/>
                  </a:lnTo>
                  <a:lnTo>
                    <a:pt x="761580" y="216776"/>
                  </a:lnTo>
                  <a:lnTo>
                    <a:pt x="763104" y="217906"/>
                  </a:lnTo>
                  <a:lnTo>
                    <a:pt x="764628" y="218287"/>
                  </a:lnTo>
                  <a:lnTo>
                    <a:pt x="766521" y="217906"/>
                  </a:lnTo>
                  <a:lnTo>
                    <a:pt x="768032" y="217157"/>
                  </a:lnTo>
                  <a:lnTo>
                    <a:pt x="768781" y="215633"/>
                  </a:lnTo>
                  <a:lnTo>
                    <a:pt x="769162" y="214109"/>
                  </a:lnTo>
                  <a:close/>
                </a:path>
                <a:path w="1073785" h="741679">
                  <a:moveTo>
                    <a:pt x="784364" y="203098"/>
                  </a:moveTo>
                  <a:lnTo>
                    <a:pt x="783983" y="201587"/>
                  </a:lnTo>
                  <a:lnTo>
                    <a:pt x="783221" y="200063"/>
                  </a:lnTo>
                  <a:lnTo>
                    <a:pt x="781697" y="199301"/>
                  </a:lnTo>
                  <a:lnTo>
                    <a:pt x="779792" y="198920"/>
                  </a:lnTo>
                  <a:lnTo>
                    <a:pt x="777913" y="199301"/>
                  </a:lnTo>
                  <a:lnTo>
                    <a:pt x="776770" y="200063"/>
                  </a:lnTo>
                  <a:lnTo>
                    <a:pt x="775639" y="201587"/>
                  </a:lnTo>
                  <a:lnTo>
                    <a:pt x="775258" y="203098"/>
                  </a:lnTo>
                  <a:lnTo>
                    <a:pt x="775639" y="205003"/>
                  </a:lnTo>
                  <a:lnTo>
                    <a:pt x="776770" y="206527"/>
                  </a:lnTo>
                  <a:lnTo>
                    <a:pt x="777913" y="207657"/>
                  </a:lnTo>
                  <a:lnTo>
                    <a:pt x="779792" y="208038"/>
                  </a:lnTo>
                  <a:lnTo>
                    <a:pt x="781697" y="207657"/>
                  </a:lnTo>
                  <a:lnTo>
                    <a:pt x="783221" y="206527"/>
                  </a:lnTo>
                  <a:lnTo>
                    <a:pt x="783983" y="205003"/>
                  </a:lnTo>
                  <a:lnTo>
                    <a:pt x="784364" y="203098"/>
                  </a:lnTo>
                  <a:close/>
                </a:path>
                <a:path w="1073785" h="741679">
                  <a:moveTo>
                    <a:pt x="799922" y="192849"/>
                  </a:moveTo>
                  <a:lnTo>
                    <a:pt x="799553" y="190957"/>
                  </a:lnTo>
                  <a:lnTo>
                    <a:pt x="798410" y="189433"/>
                  </a:lnTo>
                  <a:lnTo>
                    <a:pt x="796899" y="188671"/>
                  </a:lnTo>
                  <a:lnTo>
                    <a:pt x="794994" y="188290"/>
                  </a:lnTo>
                  <a:lnTo>
                    <a:pt x="793089" y="188671"/>
                  </a:lnTo>
                  <a:lnTo>
                    <a:pt x="791565" y="189433"/>
                  </a:lnTo>
                  <a:lnTo>
                    <a:pt x="790803" y="190957"/>
                  </a:lnTo>
                  <a:lnTo>
                    <a:pt x="790422" y="192849"/>
                  </a:lnTo>
                  <a:lnTo>
                    <a:pt x="790803" y="194754"/>
                  </a:lnTo>
                  <a:lnTo>
                    <a:pt x="791565" y="196278"/>
                  </a:lnTo>
                  <a:lnTo>
                    <a:pt x="793089" y="197027"/>
                  </a:lnTo>
                  <a:lnTo>
                    <a:pt x="794994" y="197408"/>
                  </a:lnTo>
                  <a:lnTo>
                    <a:pt x="796899" y="197027"/>
                  </a:lnTo>
                  <a:lnTo>
                    <a:pt x="798410" y="196278"/>
                  </a:lnTo>
                  <a:lnTo>
                    <a:pt x="799553" y="194754"/>
                  </a:lnTo>
                  <a:lnTo>
                    <a:pt x="799922" y="192849"/>
                  </a:lnTo>
                  <a:close/>
                </a:path>
                <a:path w="1073785" h="741679">
                  <a:moveTo>
                    <a:pt x="815111" y="182600"/>
                  </a:moveTo>
                  <a:lnTo>
                    <a:pt x="814730" y="180708"/>
                  </a:lnTo>
                  <a:lnTo>
                    <a:pt x="813587" y="179184"/>
                  </a:lnTo>
                  <a:lnTo>
                    <a:pt x="812063" y="178041"/>
                  </a:lnTo>
                  <a:lnTo>
                    <a:pt x="810171" y="177660"/>
                  </a:lnTo>
                  <a:lnTo>
                    <a:pt x="808672" y="178041"/>
                  </a:lnTo>
                  <a:lnTo>
                    <a:pt x="806767" y="179184"/>
                  </a:lnTo>
                  <a:lnTo>
                    <a:pt x="806005" y="180708"/>
                  </a:lnTo>
                  <a:lnTo>
                    <a:pt x="805624" y="182600"/>
                  </a:lnTo>
                  <a:lnTo>
                    <a:pt x="806005" y="184124"/>
                  </a:lnTo>
                  <a:lnTo>
                    <a:pt x="806767" y="185635"/>
                  </a:lnTo>
                  <a:lnTo>
                    <a:pt x="808291" y="186778"/>
                  </a:lnTo>
                  <a:lnTo>
                    <a:pt x="810171" y="187159"/>
                  </a:lnTo>
                  <a:lnTo>
                    <a:pt x="812063" y="186778"/>
                  </a:lnTo>
                  <a:lnTo>
                    <a:pt x="813587" y="186016"/>
                  </a:lnTo>
                  <a:lnTo>
                    <a:pt x="814730" y="184124"/>
                  </a:lnTo>
                  <a:lnTo>
                    <a:pt x="815111" y="182600"/>
                  </a:lnTo>
                  <a:close/>
                </a:path>
                <a:path w="1073785" h="741679">
                  <a:moveTo>
                    <a:pt x="830300" y="171970"/>
                  </a:moveTo>
                  <a:lnTo>
                    <a:pt x="829919" y="170078"/>
                  </a:lnTo>
                  <a:lnTo>
                    <a:pt x="828789" y="168554"/>
                  </a:lnTo>
                  <a:lnTo>
                    <a:pt x="827265" y="167792"/>
                  </a:lnTo>
                  <a:lnTo>
                    <a:pt x="825741" y="167411"/>
                  </a:lnTo>
                  <a:lnTo>
                    <a:pt x="823836" y="167792"/>
                  </a:lnTo>
                  <a:lnTo>
                    <a:pt x="822325" y="168554"/>
                  </a:lnTo>
                  <a:lnTo>
                    <a:pt x="821182" y="170078"/>
                  </a:lnTo>
                  <a:lnTo>
                    <a:pt x="820813" y="171970"/>
                  </a:lnTo>
                  <a:lnTo>
                    <a:pt x="821182" y="173875"/>
                  </a:lnTo>
                  <a:lnTo>
                    <a:pt x="822325" y="175387"/>
                  </a:lnTo>
                  <a:lnTo>
                    <a:pt x="823836" y="176149"/>
                  </a:lnTo>
                  <a:lnTo>
                    <a:pt x="825741" y="176530"/>
                  </a:lnTo>
                  <a:lnTo>
                    <a:pt x="827265" y="176149"/>
                  </a:lnTo>
                  <a:lnTo>
                    <a:pt x="829170" y="175387"/>
                  </a:lnTo>
                  <a:lnTo>
                    <a:pt x="829919" y="173875"/>
                  </a:lnTo>
                  <a:lnTo>
                    <a:pt x="830300" y="171970"/>
                  </a:lnTo>
                  <a:close/>
                </a:path>
                <a:path w="1073785" h="741679">
                  <a:moveTo>
                    <a:pt x="845096" y="161721"/>
                  </a:moveTo>
                  <a:lnTo>
                    <a:pt x="844715" y="159829"/>
                  </a:lnTo>
                  <a:lnTo>
                    <a:pt x="843953" y="158305"/>
                  </a:lnTo>
                  <a:lnTo>
                    <a:pt x="842822" y="157162"/>
                  </a:lnTo>
                  <a:lnTo>
                    <a:pt x="840930" y="156781"/>
                  </a:lnTo>
                  <a:lnTo>
                    <a:pt x="839038" y="157162"/>
                  </a:lnTo>
                  <a:lnTo>
                    <a:pt x="837514" y="158305"/>
                  </a:lnTo>
                  <a:lnTo>
                    <a:pt x="836371" y="159829"/>
                  </a:lnTo>
                  <a:lnTo>
                    <a:pt x="835990" y="161721"/>
                  </a:lnTo>
                  <a:lnTo>
                    <a:pt x="836371" y="163245"/>
                  </a:lnTo>
                  <a:lnTo>
                    <a:pt x="837514" y="164757"/>
                  </a:lnTo>
                  <a:lnTo>
                    <a:pt x="839038" y="165519"/>
                  </a:lnTo>
                  <a:lnTo>
                    <a:pt x="840930" y="165900"/>
                  </a:lnTo>
                  <a:lnTo>
                    <a:pt x="842822" y="165519"/>
                  </a:lnTo>
                  <a:lnTo>
                    <a:pt x="843953" y="164757"/>
                  </a:lnTo>
                  <a:lnTo>
                    <a:pt x="844715" y="163245"/>
                  </a:lnTo>
                  <a:lnTo>
                    <a:pt x="845096" y="161721"/>
                  </a:lnTo>
                  <a:close/>
                </a:path>
                <a:path w="1073785" h="741679">
                  <a:moveTo>
                    <a:pt x="860298" y="150710"/>
                  </a:moveTo>
                  <a:lnTo>
                    <a:pt x="859917" y="149567"/>
                  </a:lnTo>
                  <a:lnTo>
                    <a:pt x="859155" y="148056"/>
                  </a:lnTo>
                  <a:lnTo>
                    <a:pt x="857631" y="146913"/>
                  </a:lnTo>
                  <a:lnTo>
                    <a:pt x="856107" y="146532"/>
                  </a:lnTo>
                  <a:lnTo>
                    <a:pt x="854214" y="146913"/>
                  </a:lnTo>
                  <a:lnTo>
                    <a:pt x="852703" y="147675"/>
                  </a:lnTo>
                  <a:lnTo>
                    <a:pt x="852703" y="148056"/>
                  </a:lnTo>
                  <a:lnTo>
                    <a:pt x="851560" y="149567"/>
                  </a:lnTo>
                  <a:lnTo>
                    <a:pt x="851192" y="151091"/>
                  </a:lnTo>
                  <a:lnTo>
                    <a:pt x="851560" y="152615"/>
                  </a:lnTo>
                  <a:lnTo>
                    <a:pt x="852703" y="154127"/>
                  </a:lnTo>
                  <a:lnTo>
                    <a:pt x="854214" y="155270"/>
                  </a:lnTo>
                  <a:lnTo>
                    <a:pt x="856107" y="155651"/>
                  </a:lnTo>
                  <a:lnTo>
                    <a:pt x="857631" y="155270"/>
                  </a:lnTo>
                  <a:lnTo>
                    <a:pt x="859155" y="154508"/>
                  </a:lnTo>
                  <a:lnTo>
                    <a:pt x="859155" y="154127"/>
                  </a:lnTo>
                  <a:lnTo>
                    <a:pt x="859917" y="152615"/>
                  </a:lnTo>
                  <a:lnTo>
                    <a:pt x="860298" y="150710"/>
                  </a:lnTo>
                  <a:close/>
                </a:path>
                <a:path w="1073785" h="741679">
                  <a:moveTo>
                    <a:pt x="875842" y="140462"/>
                  </a:moveTo>
                  <a:lnTo>
                    <a:pt x="875474" y="138569"/>
                  </a:lnTo>
                  <a:lnTo>
                    <a:pt x="874331" y="137045"/>
                  </a:lnTo>
                  <a:lnTo>
                    <a:pt x="872820" y="136283"/>
                  </a:lnTo>
                  <a:lnTo>
                    <a:pt x="869403" y="136283"/>
                  </a:lnTo>
                  <a:lnTo>
                    <a:pt x="867879" y="137045"/>
                  </a:lnTo>
                  <a:lnTo>
                    <a:pt x="867117" y="138569"/>
                  </a:lnTo>
                  <a:lnTo>
                    <a:pt x="866736" y="140462"/>
                  </a:lnTo>
                  <a:lnTo>
                    <a:pt x="867117" y="142367"/>
                  </a:lnTo>
                  <a:lnTo>
                    <a:pt x="867879" y="143878"/>
                  </a:lnTo>
                  <a:lnTo>
                    <a:pt x="869403" y="145021"/>
                  </a:lnTo>
                  <a:lnTo>
                    <a:pt x="870927" y="145402"/>
                  </a:lnTo>
                  <a:lnTo>
                    <a:pt x="872820" y="145021"/>
                  </a:lnTo>
                  <a:lnTo>
                    <a:pt x="874331" y="143878"/>
                  </a:lnTo>
                  <a:lnTo>
                    <a:pt x="875474" y="142367"/>
                  </a:lnTo>
                  <a:lnTo>
                    <a:pt x="875842" y="140462"/>
                  </a:lnTo>
                  <a:close/>
                </a:path>
                <a:path w="1073785" h="741679">
                  <a:moveTo>
                    <a:pt x="891044" y="130213"/>
                  </a:moveTo>
                  <a:lnTo>
                    <a:pt x="890663" y="128308"/>
                  </a:lnTo>
                  <a:lnTo>
                    <a:pt x="889520" y="126796"/>
                  </a:lnTo>
                  <a:lnTo>
                    <a:pt x="887996" y="125653"/>
                  </a:lnTo>
                  <a:lnTo>
                    <a:pt x="886104" y="125272"/>
                  </a:lnTo>
                  <a:lnTo>
                    <a:pt x="884212" y="125653"/>
                  </a:lnTo>
                  <a:lnTo>
                    <a:pt x="883081" y="126796"/>
                  </a:lnTo>
                  <a:lnTo>
                    <a:pt x="882319" y="128308"/>
                  </a:lnTo>
                  <a:lnTo>
                    <a:pt x="881938" y="130213"/>
                  </a:lnTo>
                  <a:lnTo>
                    <a:pt x="882319" y="132105"/>
                  </a:lnTo>
                  <a:lnTo>
                    <a:pt x="883081" y="133629"/>
                  </a:lnTo>
                  <a:lnTo>
                    <a:pt x="884212" y="134391"/>
                  </a:lnTo>
                  <a:lnTo>
                    <a:pt x="886104" y="134759"/>
                  </a:lnTo>
                  <a:lnTo>
                    <a:pt x="887996" y="134391"/>
                  </a:lnTo>
                  <a:lnTo>
                    <a:pt x="889520" y="133629"/>
                  </a:lnTo>
                  <a:lnTo>
                    <a:pt x="890663" y="132105"/>
                  </a:lnTo>
                  <a:lnTo>
                    <a:pt x="891044" y="130213"/>
                  </a:lnTo>
                  <a:close/>
                </a:path>
                <a:path w="1073785" h="741679">
                  <a:moveTo>
                    <a:pt x="906221" y="119583"/>
                  </a:moveTo>
                  <a:lnTo>
                    <a:pt x="905852" y="118059"/>
                  </a:lnTo>
                  <a:lnTo>
                    <a:pt x="904722" y="116547"/>
                  </a:lnTo>
                  <a:lnTo>
                    <a:pt x="903198" y="115404"/>
                  </a:lnTo>
                  <a:lnTo>
                    <a:pt x="901674" y="115023"/>
                  </a:lnTo>
                  <a:lnTo>
                    <a:pt x="899769" y="115404"/>
                  </a:lnTo>
                  <a:lnTo>
                    <a:pt x="898245" y="116166"/>
                  </a:lnTo>
                  <a:lnTo>
                    <a:pt x="897864" y="116166"/>
                  </a:lnTo>
                  <a:lnTo>
                    <a:pt x="897102" y="118059"/>
                  </a:lnTo>
                  <a:lnTo>
                    <a:pt x="896734" y="119583"/>
                  </a:lnTo>
                  <a:lnTo>
                    <a:pt x="897102" y="121488"/>
                  </a:lnTo>
                  <a:lnTo>
                    <a:pt x="898245" y="122999"/>
                  </a:lnTo>
                  <a:lnTo>
                    <a:pt x="899769" y="123761"/>
                  </a:lnTo>
                  <a:lnTo>
                    <a:pt x="901293" y="124142"/>
                  </a:lnTo>
                  <a:lnTo>
                    <a:pt x="903198" y="123761"/>
                  </a:lnTo>
                  <a:lnTo>
                    <a:pt x="904722" y="122999"/>
                  </a:lnTo>
                  <a:lnTo>
                    <a:pt x="905090" y="122999"/>
                  </a:lnTo>
                  <a:lnTo>
                    <a:pt x="905852" y="121488"/>
                  </a:lnTo>
                  <a:lnTo>
                    <a:pt x="906221" y="119583"/>
                  </a:lnTo>
                  <a:close/>
                </a:path>
                <a:path w="1073785" h="741679">
                  <a:moveTo>
                    <a:pt x="921410" y="109334"/>
                  </a:moveTo>
                  <a:lnTo>
                    <a:pt x="921029" y="107429"/>
                  </a:lnTo>
                  <a:lnTo>
                    <a:pt x="920267" y="105918"/>
                  </a:lnTo>
                  <a:lnTo>
                    <a:pt x="918743" y="105156"/>
                  </a:lnTo>
                  <a:lnTo>
                    <a:pt x="916863" y="104775"/>
                  </a:lnTo>
                  <a:lnTo>
                    <a:pt x="914971" y="105156"/>
                  </a:lnTo>
                  <a:lnTo>
                    <a:pt x="913447" y="105918"/>
                  </a:lnTo>
                  <a:lnTo>
                    <a:pt x="912304" y="107429"/>
                  </a:lnTo>
                  <a:lnTo>
                    <a:pt x="911923" y="109334"/>
                  </a:lnTo>
                  <a:lnTo>
                    <a:pt x="912304" y="110845"/>
                  </a:lnTo>
                  <a:lnTo>
                    <a:pt x="913447" y="112369"/>
                  </a:lnTo>
                  <a:lnTo>
                    <a:pt x="914971" y="113499"/>
                  </a:lnTo>
                  <a:lnTo>
                    <a:pt x="916863" y="113880"/>
                  </a:lnTo>
                  <a:lnTo>
                    <a:pt x="918743" y="113499"/>
                  </a:lnTo>
                  <a:lnTo>
                    <a:pt x="920267" y="112369"/>
                  </a:lnTo>
                  <a:lnTo>
                    <a:pt x="921029" y="110845"/>
                  </a:lnTo>
                  <a:lnTo>
                    <a:pt x="921410" y="109334"/>
                  </a:lnTo>
                  <a:close/>
                </a:path>
                <a:path w="1073785" h="741679">
                  <a:moveTo>
                    <a:pt x="936218" y="98704"/>
                  </a:moveTo>
                  <a:lnTo>
                    <a:pt x="935850" y="96799"/>
                  </a:lnTo>
                  <a:lnTo>
                    <a:pt x="935469" y="95669"/>
                  </a:lnTo>
                  <a:lnTo>
                    <a:pt x="933945" y="94526"/>
                  </a:lnTo>
                  <a:lnTo>
                    <a:pt x="932040" y="94145"/>
                  </a:lnTo>
                  <a:lnTo>
                    <a:pt x="930135" y="94526"/>
                  </a:lnTo>
                  <a:lnTo>
                    <a:pt x="928624" y="95669"/>
                  </a:lnTo>
                  <a:lnTo>
                    <a:pt x="927481" y="96799"/>
                  </a:lnTo>
                  <a:lnTo>
                    <a:pt x="927112" y="98704"/>
                  </a:lnTo>
                  <a:lnTo>
                    <a:pt x="927481" y="100596"/>
                  </a:lnTo>
                  <a:lnTo>
                    <a:pt x="928624" y="102120"/>
                  </a:lnTo>
                  <a:lnTo>
                    <a:pt x="930135" y="102882"/>
                  </a:lnTo>
                  <a:lnTo>
                    <a:pt x="932040" y="103251"/>
                  </a:lnTo>
                  <a:lnTo>
                    <a:pt x="933945" y="102882"/>
                  </a:lnTo>
                  <a:lnTo>
                    <a:pt x="935469" y="102120"/>
                  </a:lnTo>
                  <a:lnTo>
                    <a:pt x="935850" y="100596"/>
                  </a:lnTo>
                  <a:lnTo>
                    <a:pt x="936218" y="98704"/>
                  </a:lnTo>
                  <a:close/>
                </a:path>
                <a:path w="1073785" h="741679">
                  <a:moveTo>
                    <a:pt x="951776" y="88074"/>
                  </a:moveTo>
                  <a:lnTo>
                    <a:pt x="951395" y="86550"/>
                  </a:lnTo>
                  <a:lnTo>
                    <a:pt x="950264" y="85039"/>
                  </a:lnTo>
                  <a:lnTo>
                    <a:pt x="949121" y="83896"/>
                  </a:lnTo>
                  <a:lnTo>
                    <a:pt x="947229" y="83515"/>
                  </a:lnTo>
                  <a:lnTo>
                    <a:pt x="945337" y="83896"/>
                  </a:lnTo>
                  <a:lnTo>
                    <a:pt x="943813" y="84658"/>
                  </a:lnTo>
                  <a:lnTo>
                    <a:pt x="943051" y="86550"/>
                  </a:lnTo>
                  <a:lnTo>
                    <a:pt x="942670" y="88074"/>
                  </a:lnTo>
                  <a:lnTo>
                    <a:pt x="943051" y="89966"/>
                  </a:lnTo>
                  <a:lnTo>
                    <a:pt x="943813" y="91490"/>
                  </a:lnTo>
                  <a:lnTo>
                    <a:pt x="945337" y="92621"/>
                  </a:lnTo>
                  <a:lnTo>
                    <a:pt x="947229" y="93002"/>
                  </a:lnTo>
                  <a:lnTo>
                    <a:pt x="949121" y="92621"/>
                  </a:lnTo>
                  <a:lnTo>
                    <a:pt x="950264" y="91490"/>
                  </a:lnTo>
                  <a:lnTo>
                    <a:pt x="951395" y="89966"/>
                  </a:lnTo>
                  <a:lnTo>
                    <a:pt x="951776" y="88074"/>
                  </a:lnTo>
                  <a:close/>
                </a:path>
                <a:path w="1073785" h="741679">
                  <a:moveTo>
                    <a:pt x="966978" y="77825"/>
                  </a:moveTo>
                  <a:lnTo>
                    <a:pt x="966597" y="75920"/>
                  </a:lnTo>
                  <a:lnTo>
                    <a:pt x="965454" y="74409"/>
                  </a:lnTo>
                  <a:lnTo>
                    <a:pt x="963930" y="73647"/>
                  </a:lnTo>
                  <a:lnTo>
                    <a:pt x="962406" y="73266"/>
                  </a:lnTo>
                  <a:lnTo>
                    <a:pt x="960513" y="73647"/>
                  </a:lnTo>
                  <a:lnTo>
                    <a:pt x="959002" y="74409"/>
                  </a:lnTo>
                  <a:lnTo>
                    <a:pt x="958240" y="75920"/>
                  </a:lnTo>
                  <a:lnTo>
                    <a:pt x="957872" y="77825"/>
                  </a:lnTo>
                  <a:lnTo>
                    <a:pt x="958240" y="79717"/>
                  </a:lnTo>
                  <a:lnTo>
                    <a:pt x="959002" y="81241"/>
                  </a:lnTo>
                  <a:lnTo>
                    <a:pt x="960513" y="82372"/>
                  </a:lnTo>
                  <a:lnTo>
                    <a:pt x="962406" y="82753"/>
                  </a:lnTo>
                  <a:lnTo>
                    <a:pt x="963930" y="82372"/>
                  </a:lnTo>
                  <a:lnTo>
                    <a:pt x="965454" y="81241"/>
                  </a:lnTo>
                  <a:lnTo>
                    <a:pt x="966597" y="79717"/>
                  </a:lnTo>
                  <a:lnTo>
                    <a:pt x="966978" y="77825"/>
                  </a:lnTo>
                  <a:close/>
                </a:path>
                <a:path w="1073785" h="741679">
                  <a:moveTo>
                    <a:pt x="982154" y="67576"/>
                  </a:moveTo>
                  <a:lnTo>
                    <a:pt x="981773" y="65671"/>
                  </a:lnTo>
                  <a:lnTo>
                    <a:pt x="980643" y="64160"/>
                  </a:lnTo>
                  <a:lnTo>
                    <a:pt x="979119" y="63017"/>
                  </a:lnTo>
                  <a:lnTo>
                    <a:pt x="977226" y="62636"/>
                  </a:lnTo>
                  <a:lnTo>
                    <a:pt x="975702" y="63017"/>
                  </a:lnTo>
                  <a:lnTo>
                    <a:pt x="974178" y="64160"/>
                  </a:lnTo>
                  <a:lnTo>
                    <a:pt x="973416" y="65671"/>
                  </a:lnTo>
                  <a:lnTo>
                    <a:pt x="973035" y="67576"/>
                  </a:lnTo>
                  <a:lnTo>
                    <a:pt x="973416" y="69469"/>
                  </a:lnTo>
                  <a:lnTo>
                    <a:pt x="974559" y="70612"/>
                  </a:lnTo>
                  <a:lnTo>
                    <a:pt x="975702" y="71361"/>
                  </a:lnTo>
                  <a:lnTo>
                    <a:pt x="977226" y="71742"/>
                  </a:lnTo>
                  <a:lnTo>
                    <a:pt x="979119" y="71361"/>
                  </a:lnTo>
                  <a:lnTo>
                    <a:pt x="980643" y="70612"/>
                  </a:lnTo>
                  <a:lnTo>
                    <a:pt x="981773" y="69469"/>
                  </a:lnTo>
                  <a:lnTo>
                    <a:pt x="982154" y="67576"/>
                  </a:lnTo>
                  <a:close/>
                </a:path>
                <a:path w="1073785" h="741679">
                  <a:moveTo>
                    <a:pt x="997343" y="56946"/>
                  </a:moveTo>
                  <a:lnTo>
                    <a:pt x="996962" y="55422"/>
                  </a:lnTo>
                  <a:lnTo>
                    <a:pt x="996200" y="53898"/>
                  </a:lnTo>
                  <a:lnTo>
                    <a:pt x="994676" y="52768"/>
                  </a:lnTo>
                  <a:lnTo>
                    <a:pt x="992784" y="52387"/>
                  </a:lnTo>
                  <a:lnTo>
                    <a:pt x="990892" y="52768"/>
                  </a:lnTo>
                  <a:lnTo>
                    <a:pt x="989380" y="53517"/>
                  </a:lnTo>
                  <a:lnTo>
                    <a:pt x="988618" y="55422"/>
                  </a:lnTo>
                  <a:lnTo>
                    <a:pt x="988237" y="56946"/>
                  </a:lnTo>
                  <a:lnTo>
                    <a:pt x="988618" y="58458"/>
                  </a:lnTo>
                  <a:lnTo>
                    <a:pt x="989380" y="59982"/>
                  </a:lnTo>
                  <a:lnTo>
                    <a:pt x="990892" y="61112"/>
                  </a:lnTo>
                  <a:lnTo>
                    <a:pt x="992784" y="61493"/>
                  </a:lnTo>
                  <a:lnTo>
                    <a:pt x="994676" y="61112"/>
                  </a:lnTo>
                  <a:lnTo>
                    <a:pt x="996200" y="59982"/>
                  </a:lnTo>
                  <a:lnTo>
                    <a:pt x="996962" y="58458"/>
                  </a:lnTo>
                  <a:lnTo>
                    <a:pt x="997343" y="56946"/>
                  </a:lnTo>
                  <a:close/>
                </a:path>
                <a:path w="1073785" h="741679">
                  <a:moveTo>
                    <a:pt x="1012532" y="46304"/>
                  </a:moveTo>
                  <a:lnTo>
                    <a:pt x="1012151" y="44411"/>
                  </a:lnTo>
                  <a:lnTo>
                    <a:pt x="1011389" y="43268"/>
                  </a:lnTo>
                  <a:lnTo>
                    <a:pt x="1009878" y="42519"/>
                  </a:lnTo>
                  <a:lnTo>
                    <a:pt x="1007973" y="42138"/>
                  </a:lnTo>
                  <a:lnTo>
                    <a:pt x="1006068" y="42519"/>
                  </a:lnTo>
                  <a:lnTo>
                    <a:pt x="1004544" y="43268"/>
                  </a:lnTo>
                  <a:lnTo>
                    <a:pt x="1003414" y="44411"/>
                  </a:lnTo>
                  <a:lnTo>
                    <a:pt x="1003033" y="46304"/>
                  </a:lnTo>
                  <a:lnTo>
                    <a:pt x="1003414" y="48209"/>
                  </a:lnTo>
                  <a:lnTo>
                    <a:pt x="1004544" y="49733"/>
                  </a:lnTo>
                  <a:lnTo>
                    <a:pt x="1006068" y="50863"/>
                  </a:lnTo>
                  <a:lnTo>
                    <a:pt x="1007973" y="51244"/>
                  </a:lnTo>
                  <a:lnTo>
                    <a:pt x="1009878" y="50863"/>
                  </a:lnTo>
                  <a:lnTo>
                    <a:pt x="1011389" y="49733"/>
                  </a:lnTo>
                  <a:lnTo>
                    <a:pt x="1012151" y="48209"/>
                  </a:lnTo>
                  <a:lnTo>
                    <a:pt x="1012532" y="46304"/>
                  </a:lnTo>
                  <a:close/>
                </a:path>
                <a:path w="1073785" h="741679">
                  <a:moveTo>
                    <a:pt x="1028090" y="36055"/>
                  </a:moveTo>
                  <a:lnTo>
                    <a:pt x="1027709" y="34163"/>
                  </a:lnTo>
                  <a:lnTo>
                    <a:pt x="1026566" y="32639"/>
                  </a:lnTo>
                  <a:lnTo>
                    <a:pt x="1025055" y="31508"/>
                  </a:lnTo>
                  <a:lnTo>
                    <a:pt x="1023162" y="31127"/>
                  </a:lnTo>
                  <a:lnTo>
                    <a:pt x="1021270" y="31508"/>
                  </a:lnTo>
                  <a:lnTo>
                    <a:pt x="1019746" y="32639"/>
                  </a:lnTo>
                  <a:lnTo>
                    <a:pt x="1018984" y="34163"/>
                  </a:lnTo>
                  <a:lnTo>
                    <a:pt x="1018603" y="36055"/>
                  </a:lnTo>
                  <a:lnTo>
                    <a:pt x="1018984" y="37960"/>
                  </a:lnTo>
                  <a:lnTo>
                    <a:pt x="1019746" y="39471"/>
                  </a:lnTo>
                  <a:lnTo>
                    <a:pt x="1021270" y="40233"/>
                  </a:lnTo>
                  <a:lnTo>
                    <a:pt x="1023162" y="40614"/>
                  </a:lnTo>
                  <a:lnTo>
                    <a:pt x="1025055" y="40233"/>
                  </a:lnTo>
                  <a:lnTo>
                    <a:pt x="1026566" y="39471"/>
                  </a:lnTo>
                  <a:lnTo>
                    <a:pt x="1027709" y="37960"/>
                  </a:lnTo>
                  <a:lnTo>
                    <a:pt x="1028090" y="36055"/>
                  </a:lnTo>
                  <a:close/>
                </a:path>
                <a:path w="1073785" h="741679">
                  <a:moveTo>
                    <a:pt x="1042911" y="25425"/>
                  </a:moveTo>
                  <a:lnTo>
                    <a:pt x="1042530" y="23533"/>
                  </a:lnTo>
                  <a:lnTo>
                    <a:pt x="1041768" y="22390"/>
                  </a:lnTo>
                  <a:lnTo>
                    <a:pt x="1040244" y="21247"/>
                  </a:lnTo>
                  <a:lnTo>
                    <a:pt x="1038339" y="20878"/>
                  </a:lnTo>
                  <a:lnTo>
                    <a:pt x="1036434" y="21247"/>
                  </a:lnTo>
                  <a:lnTo>
                    <a:pt x="1034923" y="22009"/>
                  </a:lnTo>
                  <a:lnTo>
                    <a:pt x="1034161" y="23914"/>
                  </a:lnTo>
                  <a:lnTo>
                    <a:pt x="1033792" y="25425"/>
                  </a:lnTo>
                  <a:lnTo>
                    <a:pt x="1034161" y="27330"/>
                  </a:lnTo>
                  <a:lnTo>
                    <a:pt x="1034923" y="28841"/>
                  </a:lnTo>
                  <a:lnTo>
                    <a:pt x="1036434" y="29984"/>
                  </a:lnTo>
                  <a:lnTo>
                    <a:pt x="1038339" y="30365"/>
                  </a:lnTo>
                  <a:lnTo>
                    <a:pt x="1040244" y="29984"/>
                  </a:lnTo>
                  <a:lnTo>
                    <a:pt x="1041768" y="28841"/>
                  </a:lnTo>
                  <a:lnTo>
                    <a:pt x="1042530" y="27330"/>
                  </a:lnTo>
                  <a:lnTo>
                    <a:pt x="1042911" y="25425"/>
                  </a:lnTo>
                  <a:close/>
                </a:path>
                <a:path w="1073785" h="741679">
                  <a:moveTo>
                    <a:pt x="1058075" y="15176"/>
                  </a:moveTo>
                  <a:lnTo>
                    <a:pt x="1057694" y="13284"/>
                  </a:lnTo>
                  <a:lnTo>
                    <a:pt x="1056563" y="11760"/>
                  </a:lnTo>
                  <a:lnTo>
                    <a:pt x="1055052" y="10998"/>
                  </a:lnTo>
                  <a:lnTo>
                    <a:pt x="1053541" y="10617"/>
                  </a:lnTo>
                  <a:lnTo>
                    <a:pt x="1052017" y="10998"/>
                  </a:lnTo>
                  <a:lnTo>
                    <a:pt x="1050112" y="11760"/>
                  </a:lnTo>
                  <a:lnTo>
                    <a:pt x="1049350" y="13284"/>
                  </a:lnTo>
                  <a:lnTo>
                    <a:pt x="1048969" y="15176"/>
                  </a:lnTo>
                  <a:lnTo>
                    <a:pt x="1049350" y="17081"/>
                  </a:lnTo>
                  <a:lnTo>
                    <a:pt x="1050493" y="18211"/>
                  </a:lnTo>
                  <a:lnTo>
                    <a:pt x="1052017" y="19354"/>
                  </a:lnTo>
                  <a:lnTo>
                    <a:pt x="1053541" y="19735"/>
                  </a:lnTo>
                  <a:lnTo>
                    <a:pt x="1055052" y="19354"/>
                  </a:lnTo>
                  <a:lnTo>
                    <a:pt x="1056563" y="18211"/>
                  </a:lnTo>
                  <a:lnTo>
                    <a:pt x="1057694" y="17081"/>
                  </a:lnTo>
                  <a:lnTo>
                    <a:pt x="1058075" y="15176"/>
                  </a:lnTo>
                  <a:close/>
                </a:path>
                <a:path w="1073785" h="741679">
                  <a:moveTo>
                    <a:pt x="1073277" y="4546"/>
                  </a:moveTo>
                  <a:lnTo>
                    <a:pt x="1072896" y="3035"/>
                  </a:lnTo>
                  <a:lnTo>
                    <a:pt x="1071753" y="1511"/>
                  </a:lnTo>
                  <a:lnTo>
                    <a:pt x="1070229" y="368"/>
                  </a:lnTo>
                  <a:lnTo>
                    <a:pt x="1068705" y="0"/>
                  </a:lnTo>
                  <a:lnTo>
                    <a:pt x="1067193" y="368"/>
                  </a:lnTo>
                  <a:lnTo>
                    <a:pt x="1065682" y="1511"/>
                  </a:lnTo>
                  <a:lnTo>
                    <a:pt x="1064539" y="3035"/>
                  </a:lnTo>
                  <a:lnTo>
                    <a:pt x="1064171" y="4546"/>
                  </a:lnTo>
                  <a:lnTo>
                    <a:pt x="1064539" y="6451"/>
                  </a:lnTo>
                  <a:lnTo>
                    <a:pt x="1065682" y="7962"/>
                  </a:lnTo>
                  <a:lnTo>
                    <a:pt x="1067193" y="8724"/>
                  </a:lnTo>
                  <a:lnTo>
                    <a:pt x="1068705" y="9105"/>
                  </a:lnTo>
                  <a:lnTo>
                    <a:pt x="1070229" y="8724"/>
                  </a:lnTo>
                  <a:lnTo>
                    <a:pt x="1072134" y="7962"/>
                  </a:lnTo>
                  <a:lnTo>
                    <a:pt x="1072896" y="6451"/>
                  </a:lnTo>
                  <a:lnTo>
                    <a:pt x="1073277" y="45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4079951" y="4999240"/>
              <a:ext cx="2540635" cy="775335"/>
            </a:xfrm>
            <a:custGeom>
              <a:avLst/>
              <a:gdLst/>
              <a:ahLst/>
              <a:cxnLst/>
              <a:rect l="l" t="t" r="r" b="b"/>
              <a:pathLst>
                <a:path w="2540634" h="775335">
                  <a:moveTo>
                    <a:pt x="9105" y="771055"/>
                  </a:moveTo>
                  <a:lnTo>
                    <a:pt x="8724" y="769162"/>
                  </a:lnTo>
                  <a:lnTo>
                    <a:pt x="7962" y="767638"/>
                  </a:lnTo>
                  <a:lnTo>
                    <a:pt x="6438" y="766495"/>
                  </a:lnTo>
                  <a:lnTo>
                    <a:pt x="4533" y="766127"/>
                  </a:lnTo>
                  <a:lnTo>
                    <a:pt x="2641" y="766495"/>
                  </a:lnTo>
                  <a:lnTo>
                    <a:pt x="1524" y="767638"/>
                  </a:lnTo>
                  <a:lnTo>
                    <a:pt x="381" y="769162"/>
                  </a:lnTo>
                  <a:lnTo>
                    <a:pt x="0" y="771055"/>
                  </a:lnTo>
                  <a:lnTo>
                    <a:pt x="381" y="772960"/>
                  </a:lnTo>
                  <a:lnTo>
                    <a:pt x="1524" y="774103"/>
                  </a:lnTo>
                  <a:lnTo>
                    <a:pt x="2641" y="774865"/>
                  </a:lnTo>
                  <a:lnTo>
                    <a:pt x="4533" y="775246"/>
                  </a:lnTo>
                  <a:lnTo>
                    <a:pt x="6438" y="774865"/>
                  </a:lnTo>
                  <a:lnTo>
                    <a:pt x="7962" y="774103"/>
                  </a:lnTo>
                  <a:lnTo>
                    <a:pt x="8724" y="772960"/>
                  </a:lnTo>
                  <a:lnTo>
                    <a:pt x="9105" y="771055"/>
                  </a:lnTo>
                  <a:close/>
                </a:path>
                <a:path w="2540634" h="775335">
                  <a:moveTo>
                    <a:pt x="24269" y="760425"/>
                  </a:moveTo>
                  <a:lnTo>
                    <a:pt x="23901" y="758913"/>
                  </a:lnTo>
                  <a:lnTo>
                    <a:pt x="23152" y="757389"/>
                  </a:lnTo>
                  <a:lnTo>
                    <a:pt x="21640" y="756246"/>
                  </a:lnTo>
                  <a:lnTo>
                    <a:pt x="19735" y="755865"/>
                  </a:lnTo>
                  <a:lnTo>
                    <a:pt x="17830" y="756246"/>
                  </a:lnTo>
                  <a:lnTo>
                    <a:pt x="16306" y="757008"/>
                  </a:lnTo>
                  <a:lnTo>
                    <a:pt x="15544" y="758913"/>
                  </a:lnTo>
                  <a:lnTo>
                    <a:pt x="15163" y="760425"/>
                  </a:lnTo>
                  <a:lnTo>
                    <a:pt x="15544" y="761949"/>
                  </a:lnTo>
                  <a:lnTo>
                    <a:pt x="16306" y="763473"/>
                  </a:lnTo>
                  <a:lnTo>
                    <a:pt x="17830" y="764616"/>
                  </a:lnTo>
                  <a:lnTo>
                    <a:pt x="19735" y="764984"/>
                  </a:lnTo>
                  <a:lnTo>
                    <a:pt x="21640" y="764616"/>
                  </a:lnTo>
                  <a:lnTo>
                    <a:pt x="23152" y="763473"/>
                  </a:lnTo>
                  <a:lnTo>
                    <a:pt x="23901" y="761949"/>
                  </a:lnTo>
                  <a:lnTo>
                    <a:pt x="24269" y="760425"/>
                  </a:lnTo>
                  <a:close/>
                </a:path>
                <a:path w="2540634" h="775335">
                  <a:moveTo>
                    <a:pt x="39852" y="749795"/>
                  </a:moveTo>
                  <a:lnTo>
                    <a:pt x="39471" y="747903"/>
                  </a:lnTo>
                  <a:lnTo>
                    <a:pt x="38328" y="746760"/>
                  </a:lnTo>
                  <a:lnTo>
                    <a:pt x="36804" y="745998"/>
                  </a:lnTo>
                  <a:lnTo>
                    <a:pt x="34899" y="745617"/>
                  </a:lnTo>
                  <a:lnTo>
                    <a:pt x="33032" y="745998"/>
                  </a:lnTo>
                  <a:lnTo>
                    <a:pt x="31508" y="746760"/>
                  </a:lnTo>
                  <a:lnTo>
                    <a:pt x="30746" y="747903"/>
                  </a:lnTo>
                  <a:lnTo>
                    <a:pt x="30365" y="749795"/>
                  </a:lnTo>
                  <a:lnTo>
                    <a:pt x="30746" y="751700"/>
                  </a:lnTo>
                  <a:lnTo>
                    <a:pt x="31508" y="753224"/>
                  </a:lnTo>
                  <a:lnTo>
                    <a:pt x="33032" y="753973"/>
                  </a:lnTo>
                  <a:lnTo>
                    <a:pt x="34899" y="754354"/>
                  </a:lnTo>
                  <a:lnTo>
                    <a:pt x="36804" y="753973"/>
                  </a:lnTo>
                  <a:lnTo>
                    <a:pt x="38328" y="753224"/>
                  </a:lnTo>
                  <a:lnTo>
                    <a:pt x="39471" y="751700"/>
                  </a:lnTo>
                  <a:lnTo>
                    <a:pt x="39852" y="749795"/>
                  </a:lnTo>
                  <a:close/>
                </a:path>
                <a:path w="2540634" h="775335">
                  <a:moveTo>
                    <a:pt x="55054" y="739546"/>
                  </a:moveTo>
                  <a:lnTo>
                    <a:pt x="54673" y="737654"/>
                  </a:lnTo>
                  <a:lnTo>
                    <a:pt x="53530" y="736130"/>
                  </a:lnTo>
                  <a:lnTo>
                    <a:pt x="52006" y="734987"/>
                  </a:lnTo>
                  <a:lnTo>
                    <a:pt x="50101" y="734606"/>
                  </a:lnTo>
                  <a:lnTo>
                    <a:pt x="48196" y="734987"/>
                  </a:lnTo>
                  <a:lnTo>
                    <a:pt x="46672" y="736130"/>
                  </a:lnTo>
                  <a:lnTo>
                    <a:pt x="45910" y="737654"/>
                  </a:lnTo>
                  <a:lnTo>
                    <a:pt x="45529" y="739546"/>
                  </a:lnTo>
                  <a:lnTo>
                    <a:pt x="45910" y="741451"/>
                  </a:lnTo>
                  <a:lnTo>
                    <a:pt x="46672" y="742975"/>
                  </a:lnTo>
                  <a:lnTo>
                    <a:pt x="48196" y="743724"/>
                  </a:lnTo>
                  <a:lnTo>
                    <a:pt x="50101" y="744105"/>
                  </a:lnTo>
                  <a:lnTo>
                    <a:pt x="52006" y="743724"/>
                  </a:lnTo>
                  <a:lnTo>
                    <a:pt x="53530" y="742975"/>
                  </a:lnTo>
                  <a:lnTo>
                    <a:pt x="54673" y="741451"/>
                  </a:lnTo>
                  <a:lnTo>
                    <a:pt x="55054" y="739546"/>
                  </a:lnTo>
                  <a:close/>
                </a:path>
                <a:path w="2540634" h="775335">
                  <a:moveTo>
                    <a:pt x="1392135" y="410781"/>
                  </a:moveTo>
                  <a:lnTo>
                    <a:pt x="1391754" y="408876"/>
                  </a:lnTo>
                  <a:lnTo>
                    <a:pt x="1391005" y="407365"/>
                  </a:lnTo>
                  <a:lnTo>
                    <a:pt x="1389481" y="406222"/>
                  </a:lnTo>
                  <a:lnTo>
                    <a:pt x="1387589" y="405841"/>
                  </a:lnTo>
                  <a:lnTo>
                    <a:pt x="1385697" y="406222"/>
                  </a:lnTo>
                  <a:lnTo>
                    <a:pt x="1384173" y="407365"/>
                  </a:lnTo>
                  <a:lnTo>
                    <a:pt x="1383411" y="408876"/>
                  </a:lnTo>
                  <a:lnTo>
                    <a:pt x="1383030" y="410781"/>
                  </a:lnTo>
                  <a:lnTo>
                    <a:pt x="1383411" y="412305"/>
                  </a:lnTo>
                  <a:lnTo>
                    <a:pt x="1384173" y="413816"/>
                  </a:lnTo>
                  <a:lnTo>
                    <a:pt x="1385697" y="414947"/>
                  </a:lnTo>
                  <a:lnTo>
                    <a:pt x="1387589" y="415328"/>
                  </a:lnTo>
                  <a:lnTo>
                    <a:pt x="1389481" y="414947"/>
                  </a:lnTo>
                  <a:lnTo>
                    <a:pt x="1391005" y="413816"/>
                  </a:lnTo>
                  <a:lnTo>
                    <a:pt x="1391754" y="412305"/>
                  </a:lnTo>
                  <a:lnTo>
                    <a:pt x="1392135" y="410781"/>
                  </a:lnTo>
                  <a:close/>
                </a:path>
                <a:path w="2540634" h="775335">
                  <a:moveTo>
                    <a:pt x="1409611" y="404317"/>
                  </a:moveTo>
                  <a:lnTo>
                    <a:pt x="1409230" y="402805"/>
                  </a:lnTo>
                  <a:lnTo>
                    <a:pt x="1408099" y="401294"/>
                  </a:lnTo>
                  <a:lnTo>
                    <a:pt x="1406575" y="400151"/>
                  </a:lnTo>
                  <a:lnTo>
                    <a:pt x="1405051" y="399770"/>
                  </a:lnTo>
                  <a:lnTo>
                    <a:pt x="1403146" y="400151"/>
                  </a:lnTo>
                  <a:lnTo>
                    <a:pt x="1401622" y="401294"/>
                  </a:lnTo>
                  <a:lnTo>
                    <a:pt x="1400873" y="402805"/>
                  </a:lnTo>
                  <a:lnTo>
                    <a:pt x="1400492" y="404317"/>
                  </a:lnTo>
                  <a:lnTo>
                    <a:pt x="1400873" y="406222"/>
                  </a:lnTo>
                  <a:lnTo>
                    <a:pt x="1401622" y="407746"/>
                  </a:lnTo>
                  <a:lnTo>
                    <a:pt x="1403146" y="408495"/>
                  </a:lnTo>
                  <a:lnTo>
                    <a:pt x="1405051" y="408876"/>
                  </a:lnTo>
                  <a:lnTo>
                    <a:pt x="1406575" y="408495"/>
                  </a:lnTo>
                  <a:lnTo>
                    <a:pt x="1408099" y="407746"/>
                  </a:lnTo>
                  <a:lnTo>
                    <a:pt x="1409230" y="406222"/>
                  </a:lnTo>
                  <a:lnTo>
                    <a:pt x="1409611" y="404317"/>
                  </a:lnTo>
                  <a:close/>
                </a:path>
                <a:path w="2540634" h="775335">
                  <a:moveTo>
                    <a:pt x="1427073" y="398246"/>
                  </a:moveTo>
                  <a:lnTo>
                    <a:pt x="1426692" y="396354"/>
                  </a:lnTo>
                  <a:lnTo>
                    <a:pt x="1425549" y="394830"/>
                  </a:lnTo>
                  <a:lnTo>
                    <a:pt x="1424025" y="394068"/>
                  </a:lnTo>
                  <a:lnTo>
                    <a:pt x="1422133" y="393687"/>
                  </a:lnTo>
                  <a:lnTo>
                    <a:pt x="1420241" y="394068"/>
                  </a:lnTo>
                  <a:lnTo>
                    <a:pt x="1419098" y="394830"/>
                  </a:lnTo>
                  <a:lnTo>
                    <a:pt x="1418348" y="396354"/>
                  </a:lnTo>
                  <a:lnTo>
                    <a:pt x="1417967" y="398246"/>
                  </a:lnTo>
                  <a:lnTo>
                    <a:pt x="1418348" y="400151"/>
                  </a:lnTo>
                  <a:lnTo>
                    <a:pt x="1419098" y="401675"/>
                  </a:lnTo>
                  <a:lnTo>
                    <a:pt x="1420622" y="402805"/>
                  </a:lnTo>
                  <a:lnTo>
                    <a:pt x="1422133" y="403186"/>
                  </a:lnTo>
                  <a:lnTo>
                    <a:pt x="1424025" y="402805"/>
                  </a:lnTo>
                  <a:lnTo>
                    <a:pt x="1425549" y="401675"/>
                  </a:lnTo>
                  <a:lnTo>
                    <a:pt x="1426692" y="400151"/>
                  </a:lnTo>
                  <a:lnTo>
                    <a:pt x="1427073" y="398246"/>
                  </a:lnTo>
                  <a:close/>
                </a:path>
                <a:path w="2540634" h="775335">
                  <a:moveTo>
                    <a:pt x="1444536" y="392176"/>
                  </a:moveTo>
                  <a:lnTo>
                    <a:pt x="1444155" y="390283"/>
                  </a:lnTo>
                  <a:lnTo>
                    <a:pt x="1443012" y="389140"/>
                  </a:lnTo>
                  <a:lnTo>
                    <a:pt x="1441500" y="387997"/>
                  </a:lnTo>
                  <a:lnTo>
                    <a:pt x="1439989" y="387616"/>
                  </a:lnTo>
                  <a:lnTo>
                    <a:pt x="1438084" y="387997"/>
                  </a:lnTo>
                  <a:lnTo>
                    <a:pt x="1436560" y="389140"/>
                  </a:lnTo>
                  <a:lnTo>
                    <a:pt x="1435417" y="390283"/>
                  </a:lnTo>
                  <a:lnTo>
                    <a:pt x="1435036" y="392176"/>
                  </a:lnTo>
                  <a:lnTo>
                    <a:pt x="1435417" y="394068"/>
                  </a:lnTo>
                  <a:lnTo>
                    <a:pt x="1436560" y="395211"/>
                  </a:lnTo>
                  <a:lnTo>
                    <a:pt x="1438084" y="396354"/>
                  </a:lnTo>
                  <a:lnTo>
                    <a:pt x="1439989" y="396735"/>
                  </a:lnTo>
                  <a:lnTo>
                    <a:pt x="1441881" y="396354"/>
                  </a:lnTo>
                  <a:lnTo>
                    <a:pt x="1443012" y="395211"/>
                  </a:lnTo>
                  <a:lnTo>
                    <a:pt x="1444155" y="393687"/>
                  </a:lnTo>
                  <a:lnTo>
                    <a:pt x="1444536" y="392176"/>
                  </a:lnTo>
                  <a:close/>
                </a:path>
                <a:path w="2540634" h="775335">
                  <a:moveTo>
                    <a:pt x="1461617" y="386105"/>
                  </a:moveTo>
                  <a:lnTo>
                    <a:pt x="1461249" y="384200"/>
                  </a:lnTo>
                  <a:lnTo>
                    <a:pt x="1460487" y="382676"/>
                  </a:lnTo>
                  <a:lnTo>
                    <a:pt x="1458963" y="381546"/>
                  </a:lnTo>
                  <a:lnTo>
                    <a:pt x="1457439" y="381165"/>
                  </a:lnTo>
                  <a:lnTo>
                    <a:pt x="1455534" y="381546"/>
                  </a:lnTo>
                  <a:lnTo>
                    <a:pt x="1454023" y="382676"/>
                  </a:lnTo>
                  <a:lnTo>
                    <a:pt x="1452892" y="384200"/>
                  </a:lnTo>
                  <a:lnTo>
                    <a:pt x="1452511" y="386105"/>
                  </a:lnTo>
                  <a:lnTo>
                    <a:pt x="1452892" y="387997"/>
                  </a:lnTo>
                  <a:lnTo>
                    <a:pt x="1454023" y="389521"/>
                  </a:lnTo>
                  <a:lnTo>
                    <a:pt x="1455534" y="390283"/>
                  </a:lnTo>
                  <a:lnTo>
                    <a:pt x="1458963" y="390283"/>
                  </a:lnTo>
                  <a:lnTo>
                    <a:pt x="1460487" y="389521"/>
                  </a:lnTo>
                  <a:lnTo>
                    <a:pt x="1461249" y="387997"/>
                  </a:lnTo>
                  <a:lnTo>
                    <a:pt x="1461617" y="386105"/>
                  </a:lnTo>
                  <a:close/>
                </a:path>
                <a:path w="2540634" h="775335">
                  <a:moveTo>
                    <a:pt x="1479080" y="379653"/>
                  </a:moveTo>
                  <a:lnTo>
                    <a:pt x="1478699" y="377748"/>
                  </a:lnTo>
                  <a:lnTo>
                    <a:pt x="1477937" y="376605"/>
                  </a:lnTo>
                  <a:lnTo>
                    <a:pt x="1476425" y="375856"/>
                  </a:lnTo>
                  <a:lnTo>
                    <a:pt x="1474533" y="375475"/>
                  </a:lnTo>
                  <a:lnTo>
                    <a:pt x="1472628" y="375856"/>
                  </a:lnTo>
                  <a:lnTo>
                    <a:pt x="1471117" y="376605"/>
                  </a:lnTo>
                  <a:lnTo>
                    <a:pt x="1470355" y="377748"/>
                  </a:lnTo>
                  <a:lnTo>
                    <a:pt x="1469974" y="379653"/>
                  </a:lnTo>
                  <a:lnTo>
                    <a:pt x="1470355" y="381546"/>
                  </a:lnTo>
                  <a:lnTo>
                    <a:pt x="1471117" y="383057"/>
                  </a:lnTo>
                  <a:lnTo>
                    <a:pt x="1472628" y="384200"/>
                  </a:lnTo>
                  <a:lnTo>
                    <a:pt x="1474533" y="384581"/>
                  </a:lnTo>
                  <a:lnTo>
                    <a:pt x="1476425" y="384200"/>
                  </a:lnTo>
                  <a:lnTo>
                    <a:pt x="1477937" y="383057"/>
                  </a:lnTo>
                  <a:lnTo>
                    <a:pt x="1478699" y="381546"/>
                  </a:lnTo>
                  <a:lnTo>
                    <a:pt x="1479080" y="379653"/>
                  </a:lnTo>
                  <a:close/>
                </a:path>
                <a:path w="2540634" h="775335">
                  <a:moveTo>
                    <a:pt x="1496923" y="373951"/>
                  </a:moveTo>
                  <a:lnTo>
                    <a:pt x="1496542" y="372046"/>
                  </a:lnTo>
                  <a:lnTo>
                    <a:pt x="1495412" y="370535"/>
                  </a:lnTo>
                  <a:lnTo>
                    <a:pt x="1493888" y="369404"/>
                  </a:lnTo>
                  <a:lnTo>
                    <a:pt x="1491996" y="369023"/>
                  </a:lnTo>
                  <a:lnTo>
                    <a:pt x="1490091" y="369404"/>
                  </a:lnTo>
                  <a:lnTo>
                    <a:pt x="1488567" y="370535"/>
                  </a:lnTo>
                  <a:lnTo>
                    <a:pt x="1487424" y="372046"/>
                  </a:lnTo>
                  <a:lnTo>
                    <a:pt x="1487043" y="373951"/>
                  </a:lnTo>
                  <a:lnTo>
                    <a:pt x="1487424" y="375856"/>
                  </a:lnTo>
                  <a:lnTo>
                    <a:pt x="1488567" y="376986"/>
                  </a:lnTo>
                  <a:lnTo>
                    <a:pt x="1490091" y="377748"/>
                  </a:lnTo>
                  <a:lnTo>
                    <a:pt x="1491996" y="378129"/>
                  </a:lnTo>
                  <a:lnTo>
                    <a:pt x="1493888" y="377748"/>
                  </a:lnTo>
                  <a:lnTo>
                    <a:pt x="1495412" y="376986"/>
                  </a:lnTo>
                  <a:lnTo>
                    <a:pt x="1496542" y="375856"/>
                  </a:lnTo>
                  <a:lnTo>
                    <a:pt x="1496923" y="373951"/>
                  </a:lnTo>
                  <a:close/>
                </a:path>
                <a:path w="2540634" h="775335">
                  <a:moveTo>
                    <a:pt x="1514017" y="367499"/>
                  </a:moveTo>
                  <a:lnTo>
                    <a:pt x="1513636" y="365607"/>
                  </a:lnTo>
                  <a:lnTo>
                    <a:pt x="1512493" y="364083"/>
                  </a:lnTo>
                  <a:lnTo>
                    <a:pt x="1510969" y="363321"/>
                  </a:lnTo>
                  <a:lnTo>
                    <a:pt x="1509445" y="362940"/>
                  </a:lnTo>
                  <a:lnTo>
                    <a:pt x="1507553" y="363321"/>
                  </a:lnTo>
                  <a:lnTo>
                    <a:pt x="1506029" y="364083"/>
                  </a:lnTo>
                  <a:lnTo>
                    <a:pt x="1505280" y="365607"/>
                  </a:lnTo>
                  <a:lnTo>
                    <a:pt x="1504899" y="367499"/>
                  </a:lnTo>
                  <a:lnTo>
                    <a:pt x="1505280" y="369404"/>
                  </a:lnTo>
                  <a:lnTo>
                    <a:pt x="1506029" y="370916"/>
                  </a:lnTo>
                  <a:lnTo>
                    <a:pt x="1507553" y="371678"/>
                  </a:lnTo>
                  <a:lnTo>
                    <a:pt x="1509445" y="372046"/>
                  </a:lnTo>
                  <a:lnTo>
                    <a:pt x="1510969" y="371678"/>
                  </a:lnTo>
                  <a:lnTo>
                    <a:pt x="1512493" y="370916"/>
                  </a:lnTo>
                  <a:lnTo>
                    <a:pt x="1513636" y="369404"/>
                  </a:lnTo>
                  <a:lnTo>
                    <a:pt x="1514017" y="367499"/>
                  </a:lnTo>
                  <a:close/>
                </a:path>
                <a:path w="2540634" h="775335">
                  <a:moveTo>
                    <a:pt x="1531467" y="361416"/>
                  </a:moveTo>
                  <a:lnTo>
                    <a:pt x="1531086" y="359524"/>
                  </a:lnTo>
                  <a:lnTo>
                    <a:pt x="1529956" y="358394"/>
                  </a:lnTo>
                  <a:lnTo>
                    <a:pt x="1528432" y="357251"/>
                  </a:lnTo>
                  <a:lnTo>
                    <a:pt x="1526540" y="356870"/>
                  </a:lnTo>
                  <a:lnTo>
                    <a:pt x="1524647" y="357251"/>
                  </a:lnTo>
                  <a:lnTo>
                    <a:pt x="1523504" y="358394"/>
                  </a:lnTo>
                  <a:lnTo>
                    <a:pt x="1522742" y="359524"/>
                  </a:lnTo>
                  <a:lnTo>
                    <a:pt x="1522361" y="361416"/>
                  </a:lnTo>
                  <a:lnTo>
                    <a:pt x="1522742" y="363321"/>
                  </a:lnTo>
                  <a:lnTo>
                    <a:pt x="1523504" y="364464"/>
                  </a:lnTo>
                  <a:lnTo>
                    <a:pt x="1524647" y="365607"/>
                  </a:lnTo>
                  <a:lnTo>
                    <a:pt x="1526540" y="365988"/>
                  </a:lnTo>
                  <a:lnTo>
                    <a:pt x="1528432" y="365607"/>
                  </a:lnTo>
                  <a:lnTo>
                    <a:pt x="1529956" y="364464"/>
                  </a:lnTo>
                  <a:lnTo>
                    <a:pt x="1531086" y="363321"/>
                  </a:lnTo>
                  <a:lnTo>
                    <a:pt x="1531467" y="361416"/>
                  </a:lnTo>
                  <a:close/>
                </a:path>
                <a:path w="2540634" h="775335">
                  <a:moveTo>
                    <a:pt x="1548942" y="355346"/>
                  </a:moveTo>
                  <a:lnTo>
                    <a:pt x="1548561" y="353453"/>
                  </a:lnTo>
                  <a:lnTo>
                    <a:pt x="1547418" y="351929"/>
                  </a:lnTo>
                  <a:lnTo>
                    <a:pt x="1545907" y="350786"/>
                  </a:lnTo>
                  <a:lnTo>
                    <a:pt x="1542097" y="350786"/>
                  </a:lnTo>
                  <a:lnTo>
                    <a:pt x="1540954" y="351929"/>
                  </a:lnTo>
                  <a:lnTo>
                    <a:pt x="1539824" y="353453"/>
                  </a:lnTo>
                  <a:lnTo>
                    <a:pt x="1539443" y="355346"/>
                  </a:lnTo>
                  <a:lnTo>
                    <a:pt x="1539824" y="357251"/>
                  </a:lnTo>
                  <a:lnTo>
                    <a:pt x="1540954" y="358394"/>
                  </a:lnTo>
                  <a:lnTo>
                    <a:pt x="1542478" y="359524"/>
                  </a:lnTo>
                  <a:lnTo>
                    <a:pt x="1544002" y="359905"/>
                  </a:lnTo>
                  <a:lnTo>
                    <a:pt x="1545907" y="359524"/>
                  </a:lnTo>
                  <a:lnTo>
                    <a:pt x="1547418" y="358394"/>
                  </a:lnTo>
                  <a:lnTo>
                    <a:pt x="1548561" y="357251"/>
                  </a:lnTo>
                  <a:lnTo>
                    <a:pt x="1548942" y="355346"/>
                  </a:lnTo>
                  <a:close/>
                </a:path>
                <a:path w="2540634" h="775335">
                  <a:moveTo>
                    <a:pt x="1566024" y="349275"/>
                  </a:moveTo>
                  <a:lnTo>
                    <a:pt x="1565643" y="347383"/>
                  </a:lnTo>
                  <a:lnTo>
                    <a:pt x="1564500" y="345859"/>
                  </a:lnTo>
                  <a:lnTo>
                    <a:pt x="1563357" y="344716"/>
                  </a:lnTo>
                  <a:lnTo>
                    <a:pt x="1561846" y="344335"/>
                  </a:lnTo>
                  <a:lnTo>
                    <a:pt x="1559941" y="344716"/>
                  </a:lnTo>
                  <a:lnTo>
                    <a:pt x="1559941" y="345097"/>
                  </a:lnTo>
                  <a:lnTo>
                    <a:pt x="1558429" y="345859"/>
                  </a:lnTo>
                  <a:lnTo>
                    <a:pt x="1557299" y="347383"/>
                  </a:lnTo>
                  <a:lnTo>
                    <a:pt x="1556918" y="349275"/>
                  </a:lnTo>
                  <a:lnTo>
                    <a:pt x="1557299" y="350786"/>
                  </a:lnTo>
                  <a:lnTo>
                    <a:pt x="1558429" y="352310"/>
                  </a:lnTo>
                  <a:lnTo>
                    <a:pt x="1559941" y="353453"/>
                  </a:lnTo>
                  <a:lnTo>
                    <a:pt x="1561846" y="353834"/>
                  </a:lnTo>
                  <a:lnTo>
                    <a:pt x="1563738" y="353453"/>
                  </a:lnTo>
                  <a:lnTo>
                    <a:pt x="1563738" y="353072"/>
                  </a:lnTo>
                  <a:lnTo>
                    <a:pt x="1564500" y="352310"/>
                  </a:lnTo>
                  <a:lnTo>
                    <a:pt x="1565643" y="350786"/>
                  </a:lnTo>
                  <a:lnTo>
                    <a:pt x="1566024" y="349275"/>
                  </a:lnTo>
                  <a:close/>
                </a:path>
                <a:path w="2540634" h="775335">
                  <a:moveTo>
                    <a:pt x="1583486" y="342823"/>
                  </a:moveTo>
                  <a:lnTo>
                    <a:pt x="1583105" y="340918"/>
                  </a:lnTo>
                  <a:lnTo>
                    <a:pt x="1582343" y="339788"/>
                  </a:lnTo>
                  <a:lnTo>
                    <a:pt x="1580832" y="338645"/>
                  </a:lnTo>
                  <a:lnTo>
                    <a:pt x="1578927" y="338264"/>
                  </a:lnTo>
                  <a:lnTo>
                    <a:pt x="1577035" y="338645"/>
                  </a:lnTo>
                  <a:lnTo>
                    <a:pt x="1574749" y="340918"/>
                  </a:lnTo>
                  <a:lnTo>
                    <a:pt x="1574368" y="342823"/>
                  </a:lnTo>
                  <a:lnTo>
                    <a:pt x="1574749" y="344716"/>
                  </a:lnTo>
                  <a:lnTo>
                    <a:pt x="1575892" y="346240"/>
                  </a:lnTo>
                  <a:lnTo>
                    <a:pt x="1577035" y="347383"/>
                  </a:lnTo>
                  <a:lnTo>
                    <a:pt x="1578927" y="347764"/>
                  </a:lnTo>
                  <a:lnTo>
                    <a:pt x="1580832" y="347383"/>
                  </a:lnTo>
                  <a:lnTo>
                    <a:pt x="1582343" y="346240"/>
                  </a:lnTo>
                  <a:lnTo>
                    <a:pt x="1583105" y="344716"/>
                  </a:lnTo>
                  <a:lnTo>
                    <a:pt x="1583486" y="342823"/>
                  </a:lnTo>
                  <a:close/>
                </a:path>
                <a:path w="2540634" h="775335">
                  <a:moveTo>
                    <a:pt x="1600949" y="337134"/>
                  </a:moveTo>
                  <a:lnTo>
                    <a:pt x="1600568" y="335229"/>
                  </a:lnTo>
                  <a:lnTo>
                    <a:pt x="1599806" y="333705"/>
                  </a:lnTo>
                  <a:lnTo>
                    <a:pt x="1598295" y="332574"/>
                  </a:lnTo>
                  <a:lnTo>
                    <a:pt x="1596390" y="332193"/>
                  </a:lnTo>
                  <a:lnTo>
                    <a:pt x="1594485" y="332574"/>
                  </a:lnTo>
                  <a:lnTo>
                    <a:pt x="1592973" y="333705"/>
                  </a:lnTo>
                  <a:lnTo>
                    <a:pt x="1591843" y="335229"/>
                  </a:lnTo>
                  <a:lnTo>
                    <a:pt x="1591462" y="337134"/>
                  </a:lnTo>
                  <a:lnTo>
                    <a:pt x="1591843" y="338645"/>
                  </a:lnTo>
                  <a:lnTo>
                    <a:pt x="1592973" y="339788"/>
                  </a:lnTo>
                  <a:lnTo>
                    <a:pt x="1594485" y="340918"/>
                  </a:lnTo>
                  <a:lnTo>
                    <a:pt x="1596390" y="341299"/>
                  </a:lnTo>
                  <a:lnTo>
                    <a:pt x="1598295" y="340918"/>
                  </a:lnTo>
                  <a:lnTo>
                    <a:pt x="1599806" y="339788"/>
                  </a:lnTo>
                  <a:lnTo>
                    <a:pt x="1600568" y="338645"/>
                  </a:lnTo>
                  <a:lnTo>
                    <a:pt x="1600949" y="337134"/>
                  </a:lnTo>
                  <a:close/>
                </a:path>
                <a:path w="2540634" h="775335">
                  <a:moveTo>
                    <a:pt x="1618030" y="330669"/>
                  </a:moveTo>
                  <a:lnTo>
                    <a:pt x="1617649" y="328777"/>
                  </a:lnTo>
                  <a:lnTo>
                    <a:pt x="1616887" y="327253"/>
                  </a:lnTo>
                  <a:lnTo>
                    <a:pt x="1615744" y="326504"/>
                  </a:lnTo>
                  <a:lnTo>
                    <a:pt x="1613852" y="326123"/>
                  </a:lnTo>
                  <a:lnTo>
                    <a:pt x="1611960" y="326504"/>
                  </a:lnTo>
                  <a:lnTo>
                    <a:pt x="1610448" y="327253"/>
                  </a:lnTo>
                  <a:lnTo>
                    <a:pt x="1609305" y="328777"/>
                  </a:lnTo>
                  <a:lnTo>
                    <a:pt x="1608924" y="330669"/>
                  </a:lnTo>
                  <a:lnTo>
                    <a:pt x="1609305" y="332574"/>
                  </a:lnTo>
                  <a:lnTo>
                    <a:pt x="1610448" y="334086"/>
                  </a:lnTo>
                  <a:lnTo>
                    <a:pt x="1611960" y="335229"/>
                  </a:lnTo>
                  <a:lnTo>
                    <a:pt x="1613852" y="335610"/>
                  </a:lnTo>
                  <a:lnTo>
                    <a:pt x="1615744" y="335229"/>
                  </a:lnTo>
                  <a:lnTo>
                    <a:pt x="1616887" y="334086"/>
                  </a:lnTo>
                  <a:lnTo>
                    <a:pt x="1617649" y="332574"/>
                  </a:lnTo>
                  <a:lnTo>
                    <a:pt x="1618030" y="330669"/>
                  </a:lnTo>
                  <a:close/>
                </a:path>
                <a:path w="2540634" h="775335">
                  <a:moveTo>
                    <a:pt x="1635874" y="324218"/>
                  </a:moveTo>
                  <a:lnTo>
                    <a:pt x="1635493" y="322694"/>
                  </a:lnTo>
                  <a:lnTo>
                    <a:pt x="1634363" y="321564"/>
                  </a:lnTo>
                  <a:lnTo>
                    <a:pt x="1632839" y="320421"/>
                  </a:lnTo>
                  <a:lnTo>
                    <a:pt x="1630946" y="320040"/>
                  </a:lnTo>
                  <a:lnTo>
                    <a:pt x="1629422" y="320421"/>
                  </a:lnTo>
                  <a:lnTo>
                    <a:pt x="1627898" y="321564"/>
                  </a:lnTo>
                  <a:lnTo>
                    <a:pt x="1627136" y="322694"/>
                  </a:lnTo>
                  <a:lnTo>
                    <a:pt x="1626755" y="324218"/>
                  </a:lnTo>
                  <a:lnTo>
                    <a:pt x="1627136" y="326123"/>
                  </a:lnTo>
                  <a:lnTo>
                    <a:pt x="1627898" y="327634"/>
                  </a:lnTo>
                  <a:lnTo>
                    <a:pt x="1629422" y="328777"/>
                  </a:lnTo>
                  <a:lnTo>
                    <a:pt x="1630946" y="329158"/>
                  </a:lnTo>
                  <a:lnTo>
                    <a:pt x="1632839" y="328777"/>
                  </a:lnTo>
                  <a:lnTo>
                    <a:pt x="1634363" y="327634"/>
                  </a:lnTo>
                  <a:lnTo>
                    <a:pt x="1635493" y="326123"/>
                  </a:lnTo>
                  <a:lnTo>
                    <a:pt x="1635874" y="324218"/>
                  </a:lnTo>
                  <a:close/>
                </a:path>
                <a:path w="2540634" h="775335">
                  <a:moveTo>
                    <a:pt x="1653336" y="318528"/>
                  </a:moveTo>
                  <a:lnTo>
                    <a:pt x="1652968" y="316623"/>
                  </a:lnTo>
                  <a:lnTo>
                    <a:pt x="1651825" y="315112"/>
                  </a:lnTo>
                  <a:lnTo>
                    <a:pt x="1650301" y="313969"/>
                  </a:lnTo>
                  <a:lnTo>
                    <a:pt x="1648396" y="313588"/>
                  </a:lnTo>
                  <a:lnTo>
                    <a:pt x="1646504" y="313969"/>
                  </a:lnTo>
                  <a:lnTo>
                    <a:pt x="1644992" y="315112"/>
                  </a:lnTo>
                  <a:lnTo>
                    <a:pt x="1644230" y="316623"/>
                  </a:lnTo>
                  <a:lnTo>
                    <a:pt x="1643849" y="318528"/>
                  </a:lnTo>
                  <a:lnTo>
                    <a:pt x="1644230" y="320421"/>
                  </a:lnTo>
                  <a:lnTo>
                    <a:pt x="1644992" y="321945"/>
                  </a:lnTo>
                  <a:lnTo>
                    <a:pt x="1646504" y="322694"/>
                  </a:lnTo>
                  <a:lnTo>
                    <a:pt x="1648396" y="323075"/>
                  </a:lnTo>
                  <a:lnTo>
                    <a:pt x="1650301" y="322694"/>
                  </a:lnTo>
                  <a:lnTo>
                    <a:pt x="1651825" y="321945"/>
                  </a:lnTo>
                  <a:lnTo>
                    <a:pt x="1652968" y="320421"/>
                  </a:lnTo>
                  <a:lnTo>
                    <a:pt x="1653336" y="318528"/>
                  </a:lnTo>
                  <a:close/>
                </a:path>
                <a:path w="2540634" h="775335">
                  <a:moveTo>
                    <a:pt x="1670418" y="312077"/>
                  </a:moveTo>
                  <a:lnTo>
                    <a:pt x="1670037" y="310553"/>
                  </a:lnTo>
                  <a:lnTo>
                    <a:pt x="1669275" y="309029"/>
                  </a:lnTo>
                  <a:lnTo>
                    <a:pt x="1667764" y="308267"/>
                  </a:lnTo>
                  <a:lnTo>
                    <a:pt x="1665871" y="307886"/>
                  </a:lnTo>
                  <a:lnTo>
                    <a:pt x="1663979" y="308267"/>
                  </a:lnTo>
                  <a:lnTo>
                    <a:pt x="1662836" y="309029"/>
                  </a:lnTo>
                  <a:lnTo>
                    <a:pt x="1661693" y="310553"/>
                  </a:lnTo>
                  <a:lnTo>
                    <a:pt x="1661312" y="312077"/>
                  </a:lnTo>
                  <a:lnTo>
                    <a:pt x="1661693" y="313969"/>
                  </a:lnTo>
                  <a:lnTo>
                    <a:pt x="1662836" y="315493"/>
                  </a:lnTo>
                  <a:lnTo>
                    <a:pt x="1664347" y="316623"/>
                  </a:lnTo>
                  <a:lnTo>
                    <a:pt x="1665871" y="317004"/>
                  </a:lnTo>
                  <a:lnTo>
                    <a:pt x="1667764" y="316623"/>
                  </a:lnTo>
                  <a:lnTo>
                    <a:pt x="1669275" y="315493"/>
                  </a:lnTo>
                  <a:lnTo>
                    <a:pt x="1670037" y="313969"/>
                  </a:lnTo>
                  <a:lnTo>
                    <a:pt x="1670418" y="312077"/>
                  </a:lnTo>
                  <a:close/>
                </a:path>
                <a:path w="2540634" h="775335">
                  <a:moveTo>
                    <a:pt x="1687880" y="305993"/>
                  </a:moveTo>
                  <a:lnTo>
                    <a:pt x="1687512" y="304101"/>
                  </a:lnTo>
                  <a:lnTo>
                    <a:pt x="1686369" y="302958"/>
                  </a:lnTo>
                  <a:lnTo>
                    <a:pt x="1684858" y="301815"/>
                  </a:lnTo>
                  <a:lnTo>
                    <a:pt x="1683334" y="301434"/>
                  </a:lnTo>
                  <a:lnTo>
                    <a:pt x="1681810" y="301815"/>
                  </a:lnTo>
                  <a:lnTo>
                    <a:pt x="1680286" y="302958"/>
                  </a:lnTo>
                  <a:lnTo>
                    <a:pt x="1679155" y="304101"/>
                  </a:lnTo>
                  <a:lnTo>
                    <a:pt x="1678774" y="305993"/>
                  </a:lnTo>
                  <a:lnTo>
                    <a:pt x="1679155" y="307886"/>
                  </a:lnTo>
                  <a:lnTo>
                    <a:pt x="1680286" y="309410"/>
                  </a:lnTo>
                  <a:lnTo>
                    <a:pt x="1681810" y="310553"/>
                  </a:lnTo>
                  <a:lnTo>
                    <a:pt x="1683334" y="310934"/>
                  </a:lnTo>
                  <a:lnTo>
                    <a:pt x="1685226" y="310553"/>
                  </a:lnTo>
                  <a:lnTo>
                    <a:pt x="1686369" y="309410"/>
                  </a:lnTo>
                  <a:lnTo>
                    <a:pt x="1687512" y="307886"/>
                  </a:lnTo>
                  <a:lnTo>
                    <a:pt x="1687880" y="305993"/>
                  </a:lnTo>
                  <a:close/>
                </a:path>
                <a:path w="2540634" h="775335">
                  <a:moveTo>
                    <a:pt x="1705356" y="299923"/>
                  </a:moveTo>
                  <a:lnTo>
                    <a:pt x="1704975" y="298018"/>
                  </a:lnTo>
                  <a:lnTo>
                    <a:pt x="1704213" y="296887"/>
                  </a:lnTo>
                  <a:lnTo>
                    <a:pt x="1702689" y="295744"/>
                  </a:lnTo>
                  <a:lnTo>
                    <a:pt x="1700796" y="295363"/>
                  </a:lnTo>
                  <a:lnTo>
                    <a:pt x="1698891" y="295744"/>
                  </a:lnTo>
                  <a:lnTo>
                    <a:pt x="1697380" y="296887"/>
                  </a:lnTo>
                  <a:lnTo>
                    <a:pt x="1696237" y="298018"/>
                  </a:lnTo>
                  <a:lnTo>
                    <a:pt x="1695856" y="299923"/>
                  </a:lnTo>
                  <a:lnTo>
                    <a:pt x="1696237" y="301815"/>
                  </a:lnTo>
                  <a:lnTo>
                    <a:pt x="1697380" y="303339"/>
                  </a:lnTo>
                  <a:lnTo>
                    <a:pt x="1698891" y="304101"/>
                  </a:lnTo>
                  <a:lnTo>
                    <a:pt x="1700796" y="304482"/>
                  </a:lnTo>
                  <a:lnTo>
                    <a:pt x="1702689" y="304101"/>
                  </a:lnTo>
                  <a:lnTo>
                    <a:pt x="1704213" y="303339"/>
                  </a:lnTo>
                  <a:lnTo>
                    <a:pt x="1704975" y="301815"/>
                  </a:lnTo>
                  <a:lnTo>
                    <a:pt x="1705356" y="299923"/>
                  </a:lnTo>
                  <a:close/>
                </a:path>
                <a:path w="2540634" h="775335">
                  <a:moveTo>
                    <a:pt x="1722424" y="291947"/>
                  </a:moveTo>
                  <a:lnTo>
                    <a:pt x="1721675" y="290436"/>
                  </a:lnTo>
                  <a:lnTo>
                    <a:pt x="1720151" y="289674"/>
                  </a:lnTo>
                  <a:lnTo>
                    <a:pt x="1718259" y="289293"/>
                  </a:lnTo>
                  <a:lnTo>
                    <a:pt x="1716366" y="289674"/>
                  </a:lnTo>
                  <a:lnTo>
                    <a:pt x="1714842" y="290436"/>
                  </a:lnTo>
                  <a:lnTo>
                    <a:pt x="1713699" y="291947"/>
                  </a:lnTo>
                  <a:lnTo>
                    <a:pt x="1713318" y="293852"/>
                  </a:lnTo>
                  <a:lnTo>
                    <a:pt x="1713699" y="295744"/>
                  </a:lnTo>
                  <a:lnTo>
                    <a:pt x="1714842" y="297256"/>
                  </a:lnTo>
                  <a:lnTo>
                    <a:pt x="1716366" y="298018"/>
                  </a:lnTo>
                  <a:lnTo>
                    <a:pt x="1718259" y="298399"/>
                  </a:lnTo>
                  <a:lnTo>
                    <a:pt x="1720151" y="298018"/>
                  </a:lnTo>
                  <a:lnTo>
                    <a:pt x="1721675" y="297256"/>
                  </a:lnTo>
                  <a:lnTo>
                    <a:pt x="1722424" y="295744"/>
                  </a:lnTo>
                  <a:lnTo>
                    <a:pt x="1722424" y="291947"/>
                  </a:lnTo>
                  <a:close/>
                </a:path>
                <a:path w="2540634" h="775335">
                  <a:moveTo>
                    <a:pt x="1740281" y="287388"/>
                  </a:moveTo>
                  <a:lnTo>
                    <a:pt x="1739900" y="285877"/>
                  </a:lnTo>
                  <a:lnTo>
                    <a:pt x="1738757" y="284353"/>
                  </a:lnTo>
                  <a:lnTo>
                    <a:pt x="1737245" y="283603"/>
                  </a:lnTo>
                  <a:lnTo>
                    <a:pt x="1735721" y="283222"/>
                  </a:lnTo>
                  <a:lnTo>
                    <a:pt x="1733816" y="283603"/>
                  </a:lnTo>
                  <a:lnTo>
                    <a:pt x="1732305" y="284353"/>
                  </a:lnTo>
                  <a:lnTo>
                    <a:pt x="1731162" y="285877"/>
                  </a:lnTo>
                  <a:lnTo>
                    <a:pt x="1730794" y="287388"/>
                  </a:lnTo>
                  <a:lnTo>
                    <a:pt x="1731162" y="289293"/>
                  </a:lnTo>
                  <a:lnTo>
                    <a:pt x="1732305" y="290817"/>
                  </a:lnTo>
                  <a:lnTo>
                    <a:pt x="1733816" y="291947"/>
                  </a:lnTo>
                  <a:lnTo>
                    <a:pt x="1735721" y="292328"/>
                  </a:lnTo>
                  <a:lnTo>
                    <a:pt x="1737245" y="291947"/>
                  </a:lnTo>
                  <a:lnTo>
                    <a:pt x="1738757" y="290817"/>
                  </a:lnTo>
                  <a:lnTo>
                    <a:pt x="1739900" y="289293"/>
                  </a:lnTo>
                  <a:lnTo>
                    <a:pt x="1740281" y="287388"/>
                  </a:lnTo>
                  <a:close/>
                </a:path>
                <a:path w="2540634" h="775335">
                  <a:moveTo>
                    <a:pt x="1757743" y="281698"/>
                  </a:moveTo>
                  <a:lnTo>
                    <a:pt x="1757362" y="279806"/>
                  </a:lnTo>
                  <a:lnTo>
                    <a:pt x="1756219" y="278282"/>
                  </a:lnTo>
                  <a:lnTo>
                    <a:pt x="1754695" y="277139"/>
                  </a:lnTo>
                  <a:lnTo>
                    <a:pt x="1752803" y="276758"/>
                  </a:lnTo>
                  <a:lnTo>
                    <a:pt x="1750910" y="277139"/>
                  </a:lnTo>
                  <a:lnTo>
                    <a:pt x="1749386" y="278282"/>
                  </a:lnTo>
                  <a:lnTo>
                    <a:pt x="1749018" y="279806"/>
                  </a:lnTo>
                  <a:lnTo>
                    <a:pt x="1748637" y="281698"/>
                  </a:lnTo>
                  <a:lnTo>
                    <a:pt x="1749018" y="283603"/>
                  </a:lnTo>
                  <a:lnTo>
                    <a:pt x="1749386" y="284734"/>
                  </a:lnTo>
                  <a:lnTo>
                    <a:pt x="1750910" y="285496"/>
                  </a:lnTo>
                  <a:lnTo>
                    <a:pt x="1752803" y="285877"/>
                  </a:lnTo>
                  <a:lnTo>
                    <a:pt x="1754695" y="285496"/>
                  </a:lnTo>
                  <a:lnTo>
                    <a:pt x="1756219" y="284734"/>
                  </a:lnTo>
                  <a:lnTo>
                    <a:pt x="1757362" y="283603"/>
                  </a:lnTo>
                  <a:lnTo>
                    <a:pt x="1757743" y="281698"/>
                  </a:lnTo>
                  <a:close/>
                </a:path>
                <a:path w="2540634" h="775335">
                  <a:moveTo>
                    <a:pt x="1775206" y="275247"/>
                  </a:moveTo>
                  <a:lnTo>
                    <a:pt x="1774825" y="273354"/>
                  </a:lnTo>
                  <a:lnTo>
                    <a:pt x="1773682" y="271830"/>
                  </a:lnTo>
                  <a:lnTo>
                    <a:pt x="1772170" y="271068"/>
                  </a:lnTo>
                  <a:lnTo>
                    <a:pt x="1768373" y="271068"/>
                  </a:lnTo>
                  <a:lnTo>
                    <a:pt x="1766849" y="271830"/>
                  </a:lnTo>
                  <a:lnTo>
                    <a:pt x="1766087" y="273354"/>
                  </a:lnTo>
                  <a:lnTo>
                    <a:pt x="1765706" y="275247"/>
                  </a:lnTo>
                  <a:lnTo>
                    <a:pt x="1766087" y="277139"/>
                  </a:lnTo>
                  <a:lnTo>
                    <a:pt x="1766849" y="278663"/>
                  </a:lnTo>
                  <a:lnTo>
                    <a:pt x="1768373" y="279806"/>
                  </a:lnTo>
                  <a:lnTo>
                    <a:pt x="1770278" y="280174"/>
                  </a:lnTo>
                  <a:lnTo>
                    <a:pt x="1772170" y="279806"/>
                  </a:lnTo>
                  <a:lnTo>
                    <a:pt x="1773682" y="278663"/>
                  </a:lnTo>
                  <a:lnTo>
                    <a:pt x="1774825" y="277139"/>
                  </a:lnTo>
                  <a:lnTo>
                    <a:pt x="1775206" y="275247"/>
                  </a:lnTo>
                  <a:close/>
                </a:path>
                <a:path w="2540634" h="775335">
                  <a:moveTo>
                    <a:pt x="1792287" y="269176"/>
                  </a:moveTo>
                  <a:lnTo>
                    <a:pt x="1791919" y="267652"/>
                  </a:lnTo>
                  <a:lnTo>
                    <a:pt x="1790776" y="266128"/>
                  </a:lnTo>
                  <a:lnTo>
                    <a:pt x="1789252" y="264998"/>
                  </a:lnTo>
                  <a:lnTo>
                    <a:pt x="1787728" y="264617"/>
                  </a:lnTo>
                  <a:lnTo>
                    <a:pt x="1785835" y="264998"/>
                  </a:lnTo>
                  <a:lnTo>
                    <a:pt x="1784692" y="266128"/>
                  </a:lnTo>
                  <a:lnTo>
                    <a:pt x="1783562" y="267652"/>
                  </a:lnTo>
                  <a:lnTo>
                    <a:pt x="1783181" y="269176"/>
                  </a:lnTo>
                  <a:lnTo>
                    <a:pt x="1783562" y="271068"/>
                  </a:lnTo>
                  <a:lnTo>
                    <a:pt x="1784692" y="272211"/>
                  </a:lnTo>
                  <a:lnTo>
                    <a:pt x="1786216" y="273354"/>
                  </a:lnTo>
                  <a:lnTo>
                    <a:pt x="1787728" y="273723"/>
                  </a:lnTo>
                  <a:lnTo>
                    <a:pt x="1789252" y="273354"/>
                  </a:lnTo>
                  <a:lnTo>
                    <a:pt x="1790776" y="272211"/>
                  </a:lnTo>
                  <a:lnTo>
                    <a:pt x="1791919" y="271068"/>
                  </a:lnTo>
                  <a:lnTo>
                    <a:pt x="1792287" y="269176"/>
                  </a:lnTo>
                  <a:close/>
                </a:path>
                <a:path w="2540634" h="775335">
                  <a:moveTo>
                    <a:pt x="1809750" y="263093"/>
                  </a:moveTo>
                  <a:lnTo>
                    <a:pt x="1809369" y="261200"/>
                  </a:lnTo>
                  <a:lnTo>
                    <a:pt x="1808226" y="259676"/>
                  </a:lnTo>
                  <a:lnTo>
                    <a:pt x="1806714" y="258546"/>
                  </a:lnTo>
                  <a:lnTo>
                    <a:pt x="1805190" y="258165"/>
                  </a:lnTo>
                  <a:lnTo>
                    <a:pt x="1803298" y="258546"/>
                  </a:lnTo>
                  <a:lnTo>
                    <a:pt x="1801787" y="259676"/>
                  </a:lnTo>
                  <a:lnTo>
                    <a:pt x="1801025" y="261200"/>
                  </a:lnTo>
                  <a:lnTo>
                    <a:pt x="1800644" y="263093"/>
                  </a:lnTo>
                  <a:lnTo>
                    <a:pt x="1801025" y="264998"/>
                  </a:lnTo>
                  <a:lnTo>
                    <a:pt x="1801787" y="266509"/>
                  </a:lnTo>
                  <a:lnTo>
                    <a:pt x="1803298" y="267271"/>
                  </a:lnTo>
                  <a:lnTo>
                    <a:pt x="1805190" y="267652"/>
                  </a:lnTo>
                  <a:lnTo>
                    <a:pt x="1807095" y="267271"/>
                  </a:lnTo>
                  <a:lnTo>
                    <a:pt x="1808226" y="266509"/>
                  </a:lnTo>
                  <a:lnTo>
                    <a:pt x="1809369" y="264998"/>
                  </a:lnTo>
                  <a:lnTo>
                    <a:pt x="1809750" y="263093"/>
                  </a:lnTo>
                  <a:close/>
                </a:path>
                <a:path w="2540634" h="775335">
                  <a:moveTo>
                    <a:pt x="1827212" y="257022"/>
                  </a:moveTo>
                  <a:lnTo>
                    <a:pt x="1826831" y="255117"/>
                  </a:lnTo>
                  <a:lnTo>
                    <a:pt x="1826082" y="253606"/>
                  </a:lnTo>
                  <a:lnTo>
                    <a:pt x="1824558" y="252844"/>
                  </a:lnTo>
                  <a:lnTo>
                    <a:pt x="1822665" y="252463"/>
                  </a:lnTo>
                  <a:lnTo>
                    <a:pt x="1820760" y="252844"/>
                  </a:lnTo>
                  <a:lnTo>
                    <a:pt x="1819236" y="253606"/>
                  </a:lnTo>
                  <a:lnTo>
                    <a:pt x="1818106" y="255117"/>
                  </a:lnTo>
                  <a:lnTo>
                    <a:pt x="1817725" y="257022"/>
                  </a:lnTo>
                  <a:lnTo>
                    <a:pt x="1818106" y="258546"/>
                  </a:lnTo>
                  <a:lnTo>
                    <a:pt x="1819236" y="260057"/>
                  </a:lnTo>
                  <a:lnTo>
                    <a:pt x="1820760" y="261200"/>
                  </a:lnTo>
                  <a:lnTo>
                    <a:pt x="1822665" y="261581"/>
                  </a:lnTo>
                  <a:lnTo>
                    <a:pt x="1824558" y="261200"/>
                  </a:lnTo>
                  <a:lnTo>
                    <a:pt x="1826082" y="260057"/>
                  </a:lnTo>
                  <a:lnTo>
                    <a:pt x="1826831" y="258546"/>
                  </a:lnTo>
                  <a:lnTo>
                    <a:pt x="1827212" y="257022"/>
                  </a:lnTo>
                  <a:close/>
                </a:path>
                <a:path w="2540634" h="775335">
                  <a:moveTo>
                    <a:pt x="1844306" y="250571"/>
                  </a:moveTo>
                  <a:lnTo>
                    <a:pt x="1843925" y="249047"/>
                  </a:lnTo>
                  <a:lnTo>
                    <a:pt x="1843163" y="247535"/>
                  </a:lnTo>
                  <a:lnTo>
                    <a:pt x="1841639" y="246392"/>
                  </a:lnTo>
                  <a:lnTo>
                    <a:pt x="1840115" y="246011"/>
                  </a:lnTo>
                  <a:lnTo>
                    <a:pt x="1838223" y="246392"/>
                  </a:lnTo>
                  <a:lnTo>
                    <a:pt x="1836712" y="247535"/>
                  </a:lnTo>
                  <a:lnTo>
                    <a:pt x="1835569" y="249047"/>
                  </a:lnTo>
                  <a:lnTo>
                    <a:pt x="1835188" y="250571"/>
                  </a:lnTo>
                  <a:lnTo>
                    <a:pt x="1835569" y="252463"/>
                  </a:lnTo>
                  <a:lnTo>
                    <a:pt x="1836712" y="253987"/>
                  </a:lnTo>
                  <a:lnTo>
                    <a:pt x="1838223" y="255117"/>
                  </a:lnTo>
                  <a:lnTo>
                    <a:pt x="1840115" y="255498"/>
                  </a:lnTo>
                  <a:lnTo>
                    <a:pt x="1841639" y="255117"/>
                  </a:lnTo>
                  <a:lnTo>
                    <a:pt x="1843163" y="253987"/>
                  </a:lnTo>
                  <a:lnTo>
                    <a:pt x="1843925" y="252463"/>
                  </a:lnTo>
                  <a:lnTo>
                    <a:pt x="1844306" y="250571"/>
                  </a:lnTo>
                  <a:close/>
                </a:path>
                <a:path w="2540634" h="775335">
                  <a:moveTo>
                    <a:pt x="1862137" y="244868"/>
                  </a:moveTo>
                  <a:lnTo>
                    <a:pt x="1861756" y="242976"/>
                  </a:lnTo>
                  <a:lnTo>
                    <a:pt x="1860626" y="241452"/>
                  </a:lnTo>
                  <a:lnTo>
                    <a:pt x="1859102" y="240322"/>
                  </a:lnTo>
                  <a:lnTo>
                    <a:pt x="1857209" y="239941"/>
                  </a:lnTo>
                  <a:lnTo>
                    <a:pt x="1855317" y="240322"/>
                  </a:lnTo>
                  <a:lnTo>
                    <a:pt x="1854174" y="241452"/>
                  </a:lnTo>
                  <a:lnTo>
                    <a:pt x="1853031" y="242976"/>
                  </a:lnTo>
                  <a:lnTo>
                    <a:pt x="1852650" y="244868"/>
                  </a:lnTo>
                  <a:lnTo>
                    <a:pt x="1853031" y="246392"/>
                  </a:lnTo>
                  <a:lnTo>
                    <a:pt x="1854174" y="247916"/>
                  </a:lnTo>
                  <a:lnTo>
                    <a:pt x="1855317" y="248666"/>
                  </a:lnTo>
                  <a:lnTo>
                    <a:pt x="1857209" y="249047"/>
                  </a:lnTo>
                  <a:lnTo>
                    <a:pt x="1859102" y="248666"/>
                  </a:lnTo>
                  <a:lnTo>
                    <a:pt x="1860626" y="247916"/>
                  </a:lnTo>
                  <a:lnTo>
                    <a:pt x="1861756" y="246392"/>
                  </a:lnTo>
                  <a:lnTo>
                    <a:pt x="1862137" y="244868"/>
                  </a:lnTo>
                  <a:close/>
                </a:path>
                <a:path w="2540634" h="775335">
                  <a:moveTo>
                    <a:pt x="1879612" y="238417"/>
                  </a:moveTo>
                  <a:lnTo>
                    <a:pt x="1879231" y="236524"/>
                  </a:lnTo>
                  <a:lnTo>
                    <a:pt x="1878088" y="235000"/>
                  </a:lnTo>
                  <a:lnTo>
                    <a:pt x="1876577" y="234238"/>
                  </a:lnTo>
                  <a:lnTo>
                    <a:pt x="1874672" y="233857"/>
                  </a:lnTo>
                  <a:lnTo>
                    <a:pt x="1872767" y="234238"/>
                  </a:lnTo>
                  <a:lnTo>
                    <a:pt x="1871256" y="235000"/>
                  </a:lnTo>
                  <a:lnTo>
                    <a:pt x="1870494" y="236524"/>
                  </a:lnTo>
                  <a:lnTo>
                    <a:pt x="1870113" y="238417"/>
                  </a:lnTo>
                  <a:lnTo>
                    <a:pt x="1870494" y="240322"/>
                  </a:lnTo>
                  <a:lnTo>
                    <a:pt x="1871256" y="241833"/>
                  </a:lnTo>
                  <a:lnTo>
                    <a:pt x="1872767" y="242976"/>
                  </a:lnTo>
                  <a:lnTo>
                    <a:pt x="1874672" y="243357"/>
                  </a:lnTo>
                  <a:lnTo>
                    <a:pt x="1876577" y="242976"/>
                  </a:lnTo>
                  <a:lnTo>
                    <a:pt x="1878088" y="241833"/>
                  </a:lnTo>
                  <a:lnTo>
                    <a:pt x="1879231" y="240322"/>
                  </a:lnTo>
                  <a:lnTo>
                    <a:pt x="1879612" y="238417"/>
                  </a:lnTo>
                  <a:close/>
                </a:path>
                <a:path w="2540634" h="775335">
                  <a:moveTo>
                    <a:pt x="1896694" y="231965"/>
                  </a:moveTo>
                  <a:lnTo>
                    <a:pt x="1896313" y="230822"/>
                  </a:lnTo>
                  <a:lnTo>
                    <a:pt x="1895170" y="229311"/>
                  </a:lnTo>
                  <a:lnTo>
                    <a:pt x="1894027" y="228168"/>
                  </a:lnTo>
                  <a:lnTo>
                    <a:pt x="1892134" y="227787"/>
                  </a:lnTo>
                  <a:lnTo>
                    <a:pt x="1890242" y="228168"/>
                  </a:lnTo>
                  <a:lnTo>
                    <a:pt x="1888718" y="229311"/>
                  </a:lnTo>
                  <a:lnTo>
                    <a:pt x="1887956" y="230822"/>
                  </a:lnTo>
                  <a:lnTo>
                    <a:pt x="1887588" y="231965"/>
                  </a:lnTo>
                  <a:lnTo>
                    <a:pt x="1887956" y="233857"/>
                  </a:lnTo>
                  <a:lnTo>
                    <a:pt x="1888718" y="235381"/>
                  </a:lnTo>
                  <a:lnTo>
                    <a:pt x="1890242" y="236524"/>
                  </a:lnTo>
                  <a:lnTo>
                    <a:pt x="1892134" y="236905"/>
                  </a:lnTo>
                  <a:lnTo>
                    <a:pt x="1894027" y="236524"/>
                  </a:lnTo>
                  <a:lnTo>
                    <a:pt x="1895170" y="235381"/>
                  </a:lnTo>
                  <a:lnTo>
                    <a:pt x="1896313" y="233857"/>
                  </a:lnTo>
                  <a:lnTo>
                    <a:pt x="1896694" y="231965"/>
                  </a:lnTo>
                  <a:close/>
                </a:path>
                <a:path w="2540634" h="775335">
                  <a:moveTo>
                    <a:pt x="1914156" y="226275"/>
                  </a:moveTo>
                  <a:lnTo>
                    <a:pt x="1913775" y="224370"/>
                  </a:lnTo>
                  <a:lnTo>
                    <a:pt x="1912632" y="222859"/>
                  </a:lnTo>
                  <a:lnTo>
                    <a:pt x="1911121" y="221716"/>
                  </a:lnTo>
                  <a:lnTo>
                    <a:pt x="1909216" y="221335"/>
                  </a:lnTo>
                  <a:lnTo>
                    <a:pt x="1907705" y="221716"/>
                  </a:lnTo>
                  <a:lnTo>
                    <a:pt x="1906562" y="222859"/>
                  </a:lnTo>
                  <a:lnTo>
                    <a:pt x="1905419" y="224370"/>
                  </a:lnTo>
                  <a:lnTo>
                    <a:pt x="1905038" y="226275"/>
                  </a:lnTo>
                  <a:lnTo>
                    <a:pt x="1905419" y="228168"/>
                  </a:lnTo>
                  <a:lnTo>
                    <a:pt x="1906562" y="229692"/>
                  </a:lnTo>
                  <a:lnTo>
                    <a:pt x="1907705" y="230454"/>
                  </a:lnTo>
                  <a:lnTo>
                    <a:pt x="1909216" y="230822"/>
                  </a:lnTo>
                  <a:lnTo>
                    <a:pt x="1911121" y="230454"/>
                  </a:lnTo>
                  <a:lnTo>
                    <a:pt x="1912632" y="229692"/>
                  </a:lnTo>
                  <a:lnTo>
                    <a:pt x="1913775" y="228168"/>
                  </a:lnTo>
                  <a:lnTo>
                    <a:pt x="1914156" y="226275"/>
                  </a:lnTo>
                  <a:close/>
                </a:path>
                <a:path w="2540634" h="775335">
                  <a:moveTo>
                    <a:pt x="1931619" y="219824"/>
                  </a:moveTo>
                  <a:lnTo>
                    <a:pt x="1931238" y="218300"/>
                  </a:lnTo>
                  <a:lnTo>
                    <a:pt x="1930107" y="216776"/>
                  </a:lnTo>
                  <a:lnTo>
                    <a:pt x="1928583" y="216027"/>
                  </a:lnTo>
                  <a:lnTo>
                    <a:pt x="1927059" y="215646"/>
                  </a:lnTo>
                  <a:lnTo>
                    <a:pt x="1925167" y="216027"/>
                  </a:lnTo>
                  <a:lnTo>
                    <a:pt x="1923643" y="216776"/>
                  </a:lnTo>
                  <a:lnTo>
                    <a:pt x="1922513" y="218300"/>
                  </a:lnTo>
                  <a:lnTo>
                    <a:pt x="1922132" y="219824"/>
                  </a:lnTo>
                  <a:lnTo>
                    <a:pt x="1922513" y="221716"/>
                  </a:lnTo>
                  <a:lnTo>
                    <a:pt x="1923643" y="223227"/>
                  </a:lnTo>
                  <a:lnTo>
                    <a:pt x="1925167" y="224370"/>
                  </a:lnTo>
                  <a:lnTo>
                    <a:pt x="1927059" y="224751"/>
                  </a:lnTo>
                  <a:lnTo>
                    <a:pt x="1928964" y="224370"/>
                  </a:lnTo>
                  <a:lnTo>
                    <a:pt x="1930107" y="223227"/>
                  </a:lnTo>
                  <a:lnTo>
                    <a:pt x="1931238" y="221716"/>
                  </a:lnTo>
                  <a:lnTo>
                    <a:pt x="1931619" y="219824"/>
                  </a:lnTo>
                  <a:close/>
                </a:path>
                <a:path w="2540634" h="775335">
                  <a:moveTo>
                    <a:pt x="1948700" y="213741"/>
                  </a:moveTo>
                  <a:lnTo>
                    <a:pt x="1948319" y="212217"/>
                  </a:lnTo>
                  <a:lnTo>
                    <a:pt x="1947557" y="210705"/>
                  </a:lnTo>
                  <a:lnTo>
                    <a:pt x="1946427" y="209562"/>
                  </a:lnTo>
                  <a:lnTo>
                    <a:pt x="1944522" y="209194"/>
                  </a:lnTo>
                  <a:lnTo>
                    <a:pt x="1942630" y="209562"/>
                  </a:lnTo>
                  <a:lnTo>
                    <a:pt x="1941106" y="210705"/>
                  </a:lnTo>
                  <a:lnTo>
                    <a:pt x="1939975" y="212217"/>
                  </a:lnTo>
                  <a:lnTo>
                    <a:pt x="1939594" y="213741"/>
                  </a:lnTo>
                  <a:lnTo>
                    <a:pt x="1939975" y="215646"/>
                  </a:lnTo>
                  <a:lnTo>
                    <a:pt x="1941106" y="217157"/>
                  </a:lnTo>
                  <a:lnTo>
                    <a:pt x="1942630" y="218300"/>
                  </a:lnTo>
                  <a:lnTo>
                    <a:pt x="1946427" y="218300"/>
                  </a:lnTo>
                  <a:lnTo>
                    <a:pt x="1947557" y="217157"/>
                  </a:lnTo>
                  <a:lnTo>
                    <a:pt x="1948319" y="215646"/>
                  </a:lnTo>
                  <a:lnTo>
                    <a:pt x="1948700" y="213741"/>
                  </a:lnTo>
                  <a:close/>
                </a:path>
                <a:path w="2540634" h="775335">
                  <a:moveTo>
                    <a:pt x="1966163" y="207670"/>
                  </a:moveTo>
                  <a:lnTo>
                    <a:pt x="1965782" y="205765"/>
                  </a:lnTo>
                  <a:lnTo>
                    <a:pt x="1965032" y="204635"/>
                  </a:lnTo>
                  <a:lnTo>
                    <a:pt x="1963508" y="203492"/>
                  </a:lnTo>
                  <a:lnTo>
                    <a:pt x="1961616" y="203111"/>
                  </a:lnTo>
                  <a:lnTo>
                    <a:pt x="1960092" y="203492"/>
                  </a:lnTo>
                  <a:lnTo>
                    <a:pt x="1958568" y="204635"/>
                  </a:lnTo>
                  <a:lnTo>
                    <a:pt x="1957425" y="205765"/>
                  </a:lnTo>
                  <a:lnTo>
                    <a:pt x="1957057" y="207670"/>
                  </a:lnTo>
                  <a:lnTo>
                    <a:pt x="1957425" y="209562"/>
                  </a:lnTo>
                  <a:lnTo>
                    <a:pt x="1958568" y="211086"/>
                  </a:lnTo>
                  <a:lnTo>
                    <a:pt x="1960092" y="211848"/>
                  </a:lnTo>
                  <a:lnTo>
                    <a:pt x="1961616" y="212217"/>
                  </a:lnTo>
                  <a:lnTo>
                    <a:pt x="1963508" y="211848"/>
                  </a:lnTo>
                  <a:lnTo>
                    <a:pt x="1965032" y="211086"/>
                  </a:lnTo>
                  <a:lnTo>
                    <a:pt x="1965782" y="209562"/>
                  </a:lnTo>
                  <a:lnTo>
                    <a:pt x="1966163" y="207670"/>
                  </a:lnTo>
                  <a:close/>
                </a:path>
                <a:path w="2540634" h="775335">
                  <a:moveTo>
                    <a:pt x="1984006" y="201587"/>
                  </a:moveTo>
                  <a:lnTo>
                    <a:pt x="1983625" y="199694"/>
                  </a:lnTo>
                  <a:lnTo>
                    <a:pt x="1982495" y="198183"/>
                  </a:lnTo>
                  <a:lnTo>
                    <a:pt x="1980971" y="197421"/>
                  </a:lnTo>
                  <a:lnTo>
                    <a:pt x="1979066" y="197040"/>
                  </a:lnTo>
                  <a:lnTo>
                    <a:pt x="1977174" y="197421"/>
                  </a:lnTo>
                  <a:lnTo>
                    <a:pt x="1975662" y="198183"/>
                  </a:lnTo>
                  <a:lnTo>
                    <a:pt x="1974519" y="199694"/>
                  </a:lnTo>
                  <a:lnTo>
                    <a:pt x="1974138" y="201587"/>
                  </a:lnTo>
                  <a:lnTo>
                    <a:pt x="1974519" y="203492"/>
                  </a:lnTo>
                  <a:lnTo>
                    <a:pt x="1975662" y="205016"/>
                  </a:lnTo>
                  <a:lnTo>
                    <a:pt x="1977174" y="205765"/>
                  </a:lnTo>
                  <a:lnTo>
                    <a:pt x="1979066" y="206146"/>
                  </a:lnTo>
                  <a:lnTo>
                    <a:pt x="1980971" y="205765"/>
                  </a:lnTo>
                  <a:lnTo>
                    <a:pt x="1982495" y="205016"/>
                  </a:lnTo>
                  <a:lnTo>
                    <a:pt x="1983625" y="203492"/>
                  </a:lnTo>
                  <a:lnTo>
                    <a:pt x="1984006" y="201587"/>
                  </a:lnTo>
                  <a:close/>
                </a:path>
                <a:path w="2540634" h="775335">
                  <a:moveTo>
                    <a:pt x="2001088" y="195135"/>
                  </a:moveTo>
                  <a:lnTo>
                    <a:pt x="2000707" y="193624"/>
                  </a:lnTo>
                  <a:lnTo>
                    <a:pt x="1999957" y="192100"/>
                  </a:lnTo>
                  <a:lnTo>
                    <a:pt x="1998433" y="191338"/>
                  </a:lnTo>
                  <a:lnTo>
                    <a:pt x="1996541" y="190957"/>
                  </a:lnTo>
                  <a:lnTo>
                    <a:pt x="1994636" y="191338"/>
                  </a:lnTo>
                  <a:lnTo>
                    <a:pt x="1993125" y="192100"/>
                  </a:lnTo>
                  <a:lnTo>
                    <a:pt x="1992363" y="193624"/>
                  </a:lnTo>
                  <a:lnTo>
                    <a:pt x="1991982" y="195135"/>
                  </a:lnTo>
                  <a:lnTo>
                    <a:pt x="1992363" y="197040"/>
                  </a:lnTo>
                  <a:lnTo>
                    <a:pt x="1993125" y="198564"/>
                  </a:lnTo>
                  <a:lnTo>
                    <a:pt x="1994636" y="199694"/>
                  </a:lnTo>
                  <a:lnTo>
                    <a:pt x="1996541" y="200075"/>
                  </a:lnTo>
                  <a:lnTo>
                    <a:pt x="1998433" y="199694"/>
                  </a:lnTo>
                  <a:lnTo>
                    <a:pt x="1999957" y="198564"/>
                  </a:lnTo>
                  <a:lnTo>
                    <a:pt x="2000707" y="197040"/>
                  </a:lnTo>
                  <a:lnTo>
                    <a:pt x="2001088" y="195135"/>
                  </a:lnTo>
                  <a:close/>
                </a:path>
                <a:path w="2540634" h="775335">
                  <a:moveTo>
                    <a:pt x="2018550" y="189445"/>
                  </a:moveTo>
                  <a:lnTo>
                    <a:pt x="2018182" y="187553"/>
                  </a:lnTo>
                  <a:lnTo>
                    <a:pt x="2017039" y="186029"/>
                  </a:lnTo>
                  <a:lnTo>
                    <a:pt x="2015528" y="184886"/>
                  </a:lnTo>
                  <a:lnTo>
                    <a:pt x="2013623" y="184505"/>
                  </a:lnTo>
                  <a:lnTo>
                    <a:pt x="2012099" y="184886"/>
                  </a:lnTo>
                  <a:lnTo>
                    <a:pt x="2010587" y="186029"/>
                  </a:lnTo>
                  <a:lnTo>
                    <a:pt x="2009825" y="187553"/>
                  </a:lnTo>
                  <a:lnTo>
                    <a:pt x="2009444" y="189445"/>
                  </a:lnTo>
                  <a:lnTo>
                    <a:pt x="2009825" y="191338"/>
                  </a:lnTo>
                  <a:lnTo>
                    <a:pt x="2010587" y="192481"/>
                  </a:lnTo>
                  <a:lnTo>
                    <a:pt x="2012099" y="193243"/>
                  </a:lnTo>
                  <a:lnTo>
                    <a:pt x="2013623" y="193624"/>
                  </a:lnTo>
                  <a:lnTo>
                    <a:pt x="2015528" y="193243"/>
                  </a:lnTo>
                  <a:lnTo>
                    <a:pt x="2017039" y="192481"/>
                  </a:lnTo>
                  <a:lnTo>
                    <a:pt x="2018182" y="191338"/>
                  </a:lnTo>
                  <a:lnTo>
                    <a:pt x="2018550" y="189445"/>
                  </a:lnTo>
                  <a:close/>
                </a:path>
                <a:path w="2540634" h="775335">
                  <a:moveTo>
                    <a:pt x="2036025" y="182994"/>
                  </a:moveTo>
                  <a:lnTo>
                    <a:pt x="2035644" y="181089"/>
                  </a:lnTo>
                  <a:lnTo>
                    <a:pt x="2034501" y="179578"/>
                  </a:lnTo>
                  <a:lnTo>
                    <a:pt x="2032977" y="178816"/>
                  </a:lnTo>
                  <a:lnTo>
                    <a:pt x="2029193" y="178816"/>
                  </a:lnTo>
                  <a:lnTo>
                    <a:pt x="2028050" y="179578"/>
                  </a:lnTo>
                  <a:lnTo>
                    <a:pt x="2026907" y="181089"/>
                  </a:lnTo>
                  <a:lnTo>
                    <a:pt x="2026907" y="184886"/>
                  </a:lnTo>
                  <a:lnTo>
                    <a:pt x="2028050" y="186410"/>
                  </a:lnTo>
                  <a:lnTo>
                    <a:pt x="2029561" y="187553"/>
                  </a:lnTo>
                  <a:lnTo>
                    <a:pt x="2031085" y="187934"/>
                  </a:lnTo>
                  <a:lnTo>
                    <a:pt x="2032977" y="187553"/>
                  </a:lnTo>
                  <a:lnTo>
                    <a:pt x="2034501" y="186410"/>
                  </a:lnTo>
                  <a:lnTo>
                    <a:pt x="2035644" y="184886"/>
                  </a:lnTo>
                  <a:lnTo>
                    <a:pt x="2036025" y="182994"/>
                  </a:lnTo>
                  <a:close/>
                </a:path>
                <a:path w="2540634" h="775335">
                  <a:moveTo>
                    <a:pt x="2053107" y="175399"/>
                  </a:moveTo>
                  <a:lnTo>
                    <a:pt x="2051964" y="173875"/>
                  </a:lnTo>
                  <a:lnTo>
                    <a:pt x="2050440" y="172745"/>
                  </a:lnTo>
                  <a:lnTo>
                    <a:pt x="2048929" y="172364"/>
                  </a:lnTo>
                  <a:lnTo>
                    <a:pt x="2047036" y="172745"/>
                  </a:lnTo>
                  <a:lnTo>
                    <a:pt x="2045512" y="173875"/>
                  </a:lnTo>
                  <a:lnTo>
                    <a:pt x="2044369" y="175399"/>
                  </a:lnTo>
                  <a:lnTo>
                    <a:pt x="2043988" y="176923"/>
                  </a:lnTo>
                  <a:lnTo>
                    <a:pt x="2044369" y="178816"/>
                  </a:lnTo>
                  <a:lnTo>
                    <a:pt x="2045512" y="179959"/>
                  </a:lnTo>
                  <a:lnTo>
                    <a:pt x="2047036" y="181089"/>
                  </a:lnTo>
                  <a:lnTo>
                    <a:pt x="2048929" y="181470"/>
                  </a:lnTo>
                  <a:lnTo>
                    <a:pt x="2050821" y="181089"/>
                  </a:lnTo>
                  <a:lnTo>
                    <a:pt x="2053107" y="178816"/>
                  </a:lnTo>
                  <a:lnTo>
                    <a:pt x="2053107" y="175399"/>
                  </a:lnTo>
                  <a:close/>
                </a:path>
                <a:path w="2540634" h="775335">
                  <a:moveTo>
                    <a:pt x="2070569" y="170840"/>
                  </a:moveTo>
                  <a:lnTo>
                    <a:pt x="2070188" y="168948"/>
                  </a:lnTo>
                  <a:lnTo>
                    <a:pt x="2069426" y="167424"/>
                  </a:lnTo>
                  <a:lnTo>
                    <a:pt x="2067915" y="166293"/>
                  </a:lnTo>
                  <a:lnTo>
                    <a:pt x="2066391" y="165912"/>
                  </a:lnTo>
                  <a:lnTo>
                    <a:pt x="2064486" y="166293"/>
                  </a:lnTo>
                  <a:lnTo>
                    <a:pt x="2062975" y="167424"/>
                  </a:lnTo>
                  <a:lnTo>
                    <a:pt x="2061832" y="168948"/>
                  </a:lnTo>
                  <a:lnTo>
                    <a:pt x="2061464" y="170840"/>
                  </a:lnTo>
                  <a:lnTo>
                    <a:pt x="2061832" y="172745"/>
                  </a:lnTo>
                  <a:lnTo>
                    <a:pt x="2062975" y="174256"/>
                  </a:lnTo>
                  <a:lnTo>
                    <a:pt x="2064486" y="175018"/>
                  </a:lnTo>
                  <a:lnTo>
                    <a:pt x="2066391" y="175399"/>
                  </a:lnTo>
                  <a:lnTo>
                    <a:pt x="2067915" y="175018"/>
                  </a:lnTo>
                  <a:lnTo>
                    <a:pt x="2069426" y="174256"/>
                  </a:lnTo>
                  <a:lnTo>
                    <a:pt x="2070188" y="172745"/>
                  </a:lnTo>
                  <a:lnTo>
                    <a:pt x="2070569" y="170840"/>
                  </a:lnTo>
                  <a:close/>
                </a:path>
                <a:path w="2540634" h="775335">
                  <a:moveTo>
                    <a:pt x="2088032" y="164769"/>
                  </a:moveTo>
                  <a:lnTo>
                    <a:pt x="2087651" y="162864"/>
                  </a:lnTo>
                  <a:lnTo>
                    <a:pt x="2086889" y="161353"/>
                  </a:lnTo>
                  <a:lnTo>
                    <a:pt x="2085378" y="160591"/>
                  </a:lnTo>
                  <a:lnTo>
                    <a:pt x="2083473" y="160210"/>
                  </a:lnTo>
                  <a:lnTo>
                    <a:pt x="2081580" y="160591"/>
                  </a:lnTo>
                  <a:lnTo>
                    <a:pt x="2080056" y="161353"/>
                  </a:lnTo>
                  <a:lnTo>
                    <a:pt x="2079307" y="162864"/>
                  </a:lnTo>
                  <a:lnTo>
                    <a:pt x="2078926" y="164769"/>
                  </a:lnTo>
                  <a:lnTo>
                    <a:pt x="2079307" y="166293"/>
                  </a:lnTo>
                  <a:lnTo>
                    <a:pt x="2080056" y="167805"/>
                  </a:lnTo>
                  <a:lnTo>
                    <a:pt x="2081580" y="168948"/>
                  </a:lnTo>
                  <a:lnTo>
                    <a:pt x="2083473" y="169329"/>
                  </a:lnTo>
                  <a:lnTo>
                    <a:pt x="2085378" y="168948"/>
                  </a:lnTo>
                  <a:lnTo>
                    <a:pt x="2086889" y="167805"/>
                  </a:lnTo>
                  <a:lnTo>
                    <a:pt x="2087651" y="166293"/>
                  </a:lnTo>
                  <a:lnTo>
                    <a:pt x="2088032" y="164769"/>
                  </a:lnTo>
                  <a:close/>
                </a:path>
                <a:path w="2540634" h="775335">
                  <a:moveTo>
                    <a:pt x="2105876" y="158699"/>
                  </a:moveTo>
                  <a:lnTo>
                    <a:pt x="2105495" y="156794"/>
                  </a:lnTo>
                  <a:lnTo>
                    <a:pt x="2104351" y="155282"/>
                  </a:lnTo>
                  <a:lnTo>
                    <a:pt x="2102840" y="154139"/>
                  </a:lnTo>
                  <a:lnTo>
                    <a:pt x="2100935" y="153758"/>
                  </a:lnTo>
                  <a:lnTo>
                    <a:pt x="2099043" y="154139"/>
                  </a:lnTo>
                  <a:lnTo>
                    <a:pt x="2097519" y="155282"/>
                  </a:lnTo>
                  <a:lnTo>
                    <a:pt x="2096376" y="156794"/>
                  </a:lnTo>
                  <a:lnTo>
                    <a:pt x="2095995" y="158699"/>
                  </a:lnTo>
                  <a:lnTo>
                    <a:pt x="2096376" y="160210"/>
                  </a:lnTo>
                  <a:lnTo>
                    <a:pt x="2097519" y="161734"/>
                  </a:lnTo>
                  <a:lnTo>
                    <a:pt x="2099043" y="162864"/>
                  </a:lnTo>
                  <a:lnTo>
                    <a:pt x="2100935" y="163245"/>
                  </a:lnTo>
                  <a:lnTo>
                    <a:pt x="2102840" y="162864"/>
                  </a:lnTo>
                  <a:lnTo>
                    <a:pt x="2104351" y="161734"/>
                  </a:lnTo>
                  <a:lnTo>
                    <a:pt x="2105495" y="160210"/>
                  </a:lnTo>
                  <a:lnTo>
                    <a:pt x="2105876" y="158699"/>
                  </a:lnTo>
                  <a:close/>
                </a:path>
                <a:path w="2540634" h="775335">
                  <a:moveTo>
                    <a:pt x="2122957" y="152234"/>
                  </a:moveTo>
                  <a:lnTo>
                    <a:pt x="2122576" y="150723"/>
                  </a:lnTo>
                  <a:lnTo>
                    <a:pt x="2121446" y="149199"/>
                  </a:lnTo>
                  <a:lnTo>
                    <a:pt x="2119922" y="148069"/>
                  </a:lnTo>
                  <a:lnTo>
                    <a:pt x="2118398" y="147688"/>
                  </a:lnTo>
                  <a:lnTo>
                    <a:pt x="2116505" y="148069"/>
                  </a:lnTo>
                  <a:lnTo>
                    <a:pt x="2114981" y="149199"/>
                  </a:lnTo>
                  <a:lnTo>
                    <a:pt x="2114232" y="150723"/>
                  </a:lnTo>
                  <a:lnTo>
                    <a:pt x="2113851" y="152234"/>
                  </a:lnTo>
                  <a:lnTo>
                    <a:pt x="2114232" y="154139"/>
                  </a:lnTo>
                  <a:lnTo>
                    <a:pt x="2114981" y="155663"/>
                  </a:lnTo>
                  <a:lnTo>
                    <a:pt x="2116505" y="156413"/>
                  </a:lnTo>
                  <a:lnTo>
                    <a:pt x="2118398" y="156794"/>
                  </a:lnTo>
                  <a:lnTo>
                    <a:pt x="2119922" y="156413"/>
                  </a:lnTo>
                  <a:lnTo>
                    <a:pt x="2121446" y="155663"/>
                  </a:lnTo>
                  <a:lnTo>
                    <a:pt x="2122576" y="154139"/>
                  </a:lnTo>
                  <a:lnTo>
                    <a:pt x="2122957" y="152234"/>
                  </a:lnTo>
                  <a:close/>
                </a:path>
                <a:path w="2540634" h="775335">
                  <a:moveTo>
                    <a:pt x="2140420" y="146164"/>
                  </a:moveTo>
                  <a:lnTo>
                    <a:pt x="2140039" y="144272"/>
                  </a:lnTo>
                  <a:lnTo>
                    <a:pt x="2138896" y="142748"/>
                  </a:lnTo>
                  <a:lnTo>
                    <a:pt x="2137384" y="141986"/>
                  </a:lnTo>
                  <a:lnTo>
                    <a:pt x="2135492" y="141605"/>
                  </a:lnTo>
                  <a:lnTo>
                    <a:pt x="2133587" y="141986"/>
                  </a:lnTo>
                  <a:lnTo>
                    <a:pt x="2132457" y="142748"/>
                  </a:lnTo>
                  <a:lnTo>
                    <a:pt x="2131695" y="144272"/>
                  </a:lnTo>
                  <a:lnTo>
                    <a:pt x="2131314" y="146164"/>
                  </a:lnTo>
                  <a:lnTo>
                    <a:pt x="2131695" y="148069"/>
                  </a:lnTo>
                  <a:lnTo>
                    <a:pt x="2132457" y="149580"/>
                  </a:lnTo>
                  <a:lnTo>
                    <a:pt x="2133587" y="150723"/>
                  </a:lnTo>
                  <a:lnTo>
                    <a:pt x="2135492" y="151104"/>
                  </a:lnTo>
                  <a:lnTo>
                    <a:pt x="2137384" y="150723"/>
                  </a:lnTo>
                  <a:lnTo>
                    <a:pt x="2138896" y="149580"/>
                  </a:lnTo>
                  <a:lnTo>
                    <a:pt x="2140039" y="148069"/>
                  </a:lnTo>
                  <a:lnTo>
                    <a:pt x="2140420" y="146164"/>
                  </a:lnTo>
                  <a:close/>
                </a:path>
                <a:path w="2540634" h="775335">
                  <a:moveTo>
                    <a:pt x="2157882" y="140093"/>
                  </a:moveTo>
                  <a:lnTo>
                    <a:pt x="2157501" y="138569"/>
                  </a:lnTo>
                  <a:lnTo>
                    <a:pt x="2156371" y="137058"/>
                  </a:lnTo>
                  <a:lnTo>
                    <a:pt x="2154847" y="135915"/>
                  </a:lnTo>
                  <a:lnTo>
                    <a:pt x="2152954" y="135534"/>
                  </a:lnTo>
                  <a:lnTo>
                    <a:pt x="2151049" y="135915"/>
                  </a:lnTo>
                  <a:lnTo>
                    <a:pt x="2149906" y="137058"/>
                  </a:lnTo>
                  <a:lnTo>
                    <a:pt x="2148776" y="138569"/>
                  </a:lnTo>
                  <a:lnTo>
                    <a:pt x="2148395" y="140093"/>
                  </a:lnTo>
                  <a:lnTo>
                    <a:pt x="2148776" y="141605"/>
                  </a:lnTo>
                  <a:lnTo>
                    <a:pt x="2149906" y="143129"/>
                  </a:lnTo>
                  <a:lnTo>
                    <a:pt x="2151430" y="144272"/>
                  </a:lnTo>
                  <a:lnTo>
                    <a:pt x="2152954" y="144653"/>
                  </a:lnTo>
                  <a:lnTo>
                    <a:pt x="2154847" y="144272"/>
                  </a:lnTo>
                  <a:lnTo>
                    <a:pt x="2156371" y="143129"/>
                  </a:lnTo>
                  <a:lnTo>
                    <a:pt x="2157501" y="141605"/>
                  </a:lnTo>
                  <a:lnTo>
                    <a:pt x="2157882" y="140093"/>
                  </a:lnTo>
                  <a:close/>
                </a:path>
                <a:path w="2540634" h="775335">
                  <a:moveTo>
                    <a:pt x="2174976" y="134023"/>
                  </a:moveTo>
                  <a:lnTo>
                    <a:pt x="2174595" y="132118"/>
                  </a:lnTo>
                  <a:lnTo>
                    <a:pt x="2173452" y="130606"/>
                  </a:lnTo>
                  <a:lnTo>
                    <a:pt x="2172309" y="129463"/>
                  </a:lnTo>
                  <a:lnTo>
                    <a:pt x="2170798" y="129082"/>
                  </a:lnTo>
                  <a:lnTo>
                    <a:pt x="2168893" y="129463"/>
                  </a:lnTo>
                  <a:lnTo>
                    <a:pt x="2167382" y="130606"/>
                  </a:lnTo>
                  <a:lnTo>
                    <a:pt x="2166239" y="132118"/>
                  </a:lnTo>
                  <a:lnTo>
                    <a:pt x="2165858" y="134023"/>
                  </a:lnTo>
                  <a:lnTo>
                    <a:pt x="2166239" y="135915"/>
                  </a:lnTo>
                  <a:lnTo>
                    <a:pt x="2167382" y="137426"/>
                  </a:lnTo>
                  <a:lnTo>
                    <a:pt x="2168893" y="138188"/>
                  </a:lnTo>
                  <a:lnTo>
                    <a:pt x="2170798" y="138569"/>
                  </a:lnTo>
                  <a:lnTo>
                    <a:pt x="2172309" y="138188"/>
                  </a:lnTo>
                  <a:lnTo>
                    <a:pt x="2173452" y="137426"/>
                  </a:lnTo>
                  <a:lnTo>
                    <a:pt x="2174595" y="135915"/>
                  </a:lnTo>
                  <a:lnTo>
                    <a:pt x="2174976" y="134023"/>
                  </a:lnTo>
                  <a:close/>
                </a:path>
                <a:path w="2540634" h="775335">
                  <a:moveTo>
                    <a:pt x="2192426" y="127558"/>
                  </a:moveTo>
                  <a:lnTo>
                    <a:pt x="2192045" y="125666"/>
                  </a:lnTo>
                  <a:lnTo>
                    <a:pt x="2191296" y="124523"/>
                  </a:lnTo>
                  <a:lnTo>
                    <a:pt x="2189772" y="123774"/>
                  </a:lnTo>
                  <a:lnTo>
                    <a:pt x="2187879" y="123393"/>
                  </a:lnTo>
                  <a:lnTo>
                    <a:pt x="2185974" y="123774"/>
                  </a:lnTo>
                  <a:lnTo>
                    <a:pt x="2184844" y="124523"/>
                  </a:lnTo>
                  <a:lnTo>
                    <a:pt x="2183701" y="125666"/>
                  </a:lnTo>
                  <a:lnTo>
                    <a:pt x="2183320" y="127558"/>
                  </a:lnTo>
                  <a:lnTo>
                    <a:pt x="2183701" y="129463"/>
                  </a:lnTo>
                  <a:lnTo>
                    <a:pt x="2184844" y="130975"/>
                  </a:lnTo>
                  <a:lnTo>
                    <a:pt x="2185974" y="132118"/>
                  </a:lnTo>
                  <a:lnTo>
                    <a:pt x="2187879" y="132499"/>
                  </a:lnTo>
                  <a:lnTo>
                    <a:pt x="2189772" y="132118"/>
                  </a:lnTo>
                  <a:lnTo>
                    <a:pt x="2191296" y="130975"/>
                  </a:lnTo>
                  <a:lnTo>
                    <a:pt x="2192045" y="129463"/>
                  </a:lnTo>
                  <a:lnTo>
                    <a:pt x="2192426" y="127558"/>
                  </a:lnTo>
                  <a:close/>
                </a:path>
                <a:path w="2540634" h="775335">
                  <a:moveTo>
                    <a:pt x="2209901" y="121869"/>
                  </a:moveTo>
                  <a:lnTo>
                    <a:pt x="2209520" y="119964"/>
                  </a:lnTo>
                  <a:lnTo>
                    <a:pt x="2208758" y="118452"/>
                  </a:lnTo>
                  <a:lnTo>
                    <a:pt x="2207234" y="117309"/>
                  </a:lnTo>
                  <a:lnTo>
                    <a:pt x="2205342" y="116928"/>
                  </a:lnTo>
                  <a:lnTo>
                    <a:pt x="2203437" y="117309"/>
                  </a:lnTo>
                  <a:lnTo>
                    <a:pt x="2201926" y="118452"/>
                  </a:lnTo>
                  <a:lnTo>
                    <a:pt x="2200783" y="119964"/>
                  </a:lnTo>
                  <a:lnTo>
                    <a:pt x="2200402" y="121869"/>
                  </a:lnTo>
                  <a:lnTo>
                    <a:pt x="2200783" y="123393"/>
                  </a:lnTo>
                  <a:lnTo>
                    <a:pt x="2201926" y="124904"/>
                  </a:lnTo>
                  <a:lnTo>
                    <a:pt x="2203437" y="125666"/>
                  </a:lnTo>
                  <a:lnTo>
                    <a:pt x="2205342" y="126047"/>
                  </a:lnTo>
                  <a:lnTo>
                    <a:pt x="2207234" y="125666"/>
                  </a:lnTo>
                  <a:lnTo>
                    <a:pt x="2208758" y="124904"/>
                  </a:lnTo>
                  <a:lnTo>
                    <a:pt x="2209520" y="123393"/>
                  </a:lnTo>
                  <a:lnTo>
                    <a:pt x="2209901" y="121869"/>
                  </a:lnTo>
                  <a:close/>
                </a:path>
                <a:path w="2540634" h="775335">
                  <a:moveTo>
                    <a:pt x="2227364" y="115417"/>
                  </a:moveTo>
                  <a:lnTo>
                    <a:pt x="2226983" y="113512"/>
                  </a:lnTo>
                  <a:lnTo>
                    <a:pt x="2224697" y="111239"/>
                  </a:lnTo>
                  <a:lnTo>
                    <a:pt x="2222804" y="110858"/>
                  </a:lnTo>
                  <a:lnTo>
                    <a:pt x="2220912" y="111239"/>
                  </a:lnTo>
                  <a:lnTo>
                    <a:pt x="2219388" y="112382"/>
                  </a:lnTo>
                  <a:lnTo>
                    <a:pt x="2218245" y="113512"/>
                  </a:lnTo>
                  <a:lnTo>
                    <a:pt x="2217877" y="115417"/>
                  </a:lnTo>
                  <a:lnTo>
                    <a:pt x="2218245" y="117309"/>
                  </a:lnTo>
                  <a:lnTo>
                    <a:pt x="2219388" y="118833"/>
                  </a:lnTo>
                  <a:lnTo>
                    <a:pt x="2220912" y="119595"/>
                  </a:lnTo>
                  <a:lnTo>
                    <a:pt x="2222804" y="119964"/>
                  </a:lnTo>
                  <a:lnTo>
                    <a:pt x="2224697" y="119595"/>
                  </a:lnTo>
                  <a:lnTo>
                    <a:pt x="2225840" y="118833"/>
                  </a:lnTo>
                  <a:lnTo>
                    <a:pt x="2226983" y="117309"/>
                  </a:lnTo>
                  <a:lnTo>
                    <a:pt x="2227364" y="115417"/>
                  </a:lnTo>
                  <a:close/>
                </a:path>
                <a:path w="2540634" h="775335">
                  <a:moveTo>
                    <a:pt x="2244826" y="109347"/>
                  </a:moveTo>
                  <a:lnTo>
                    <a:pt x="2244445" y="107442"/>
                  </a:lnTo>
                  <a:lnTo>
                    <a:pt x="2243302" y="105918"/>
                  </a:lnTo>
                  <a:lnTo>
                    <a:pt x="2241791" y="105168"/>
                  </a:lnTo>
                  <a:lnTo>
                    <a:pt x="2239886" y="104787"/>
                  </a:lnTo>
                  <a:lnTo>
                    <a:pt x="2238375" y="105168"/>
                  </a:lnTo>
                  <a:lnTo>
                    <a:pt x="2236851" y="105918"/>
                  </a:lnTo>
                  <a:lnTo>
                    <a:pt x="2236089" y="107442"/>
                  </a:lnTo>
                  <a:lnTo>
                    <a:pt x="2235708" y="109347"/>
                  </a:lnTo>
                  <a:lnTo>
                    <a:pt x="2236089" y="111239"/>
                  </a:lnTo>
                  <a:lnTo>
                    <a:pt x="2236851" y="112382"/>
                  </a:lnTo>
                  <a:lnTo>
                    <a:pt x="2238375" y="113512"/>
                  </a:lnTo>
                  <a:lnTo>
                    <a:pt x="2239886" y="113893"/>
                  </a:lnTo>
                  <a:lnTo>
                    <a:pt x="2241791" y="113512"/>
                  </a:lnTo>
                  <a:lnTo>
                    <a:pt x="2243302" y="112382"/>
                  </a:lnTo>
                  <a:lnTo>
                    <a:pt x="2244445" y="111239"/>
                  </a:lnTo>
                  <a:lnTo>
                    <a:pt x="2244826" y="109347"/>
                  </a:lnTo>
                  <a:close/>
                </a:path>
                <a:path w="2540634" h="775335">
                  <a:moveTo>
                    <a:pt x="2262289" y="103263"/>
                  </a:moveTo>
                  <a:lnTo>
                    <a:pt x="2261908" y="101371"/>
                  </a:lnTo>
                  <a:lnTo>
                    <a:pt x="2260777" y="99847"/>
                  </a:lnTo>
                  <a:lnTo>
                    <a:pt x="2259253" y="99085"/>
                  </a:lnTo>
                  <a:lnTo>
                    <a:pt x="2257348" y="98704"/>
                  </a:lnTo>
                  <a:lnTo>
                    <a:pt x="2255456" y="99085"/>
                  </a:lnTo>
                  <a:lnTo>
                    <a:pt x="2253932" y="99847"/>
                  </a:lnTo>
                  <a:lnTo>
                    <a:pt x="2253183" y="101371"/>
                  </a:lnTo>
                  <a:lnTo>
                    <a:pt x="2252789" y="103263"/>
                  </a:lnTo>
                  <a:lnTo>
                    <a:pt x="2253183" y="104787"/>
                  </a:lnTo>
                  <a:lnTo>
                    <a:pt x="2253932" y="106299"/>
                  </a:lnTo>
                  <a:lnTo>
                    <a:pt x="2255456" y="107442"/>
                  </a:lnTo>
                  <a:lnTo>
                    <a:pt x="2257348" y="107823"/>
                  </a:lnTo>
                  <a:lnTo>
                    <a:pt x="2259253" y="107442"/>
                  </a:lnTo>
                  <a:lnTo>
                    <a:pt x="2260777" y="106299"/>
                  </a:lnTo>
                  <a:lnTo>
                    <a:pt x="2261908" y="104787"/>
                  </a:lnTo>
                  <a:lnTo>
                    <a:pt x="2262289" y="103263"/>
                  </a:lnTo>
                  <a:close/>
                </a:path>
                <a:path w="2540634" h="775335">
                  <a:moveTo>
                    <a:pt x="2279370" y="97193"/>
                  </a:moveTo>
                  <a:lnTo>
                    <a:pt x="2278989" y="95288"/>
                  </a:lnTo>
                  <a:lnTo>
                    <a:pt x="2278227" y="93776"/>
                  </a:lnTo>
                  <a:lnTo>
                    <a:pt x="2276716" y="92633"/>
                  </a:lnTo>
                  <a:lnTo>
                    <a:pt x="2274824" y="92252"/>
                  </a:lnTo>
                  <a:lnTo>
                    <a:pt x="2272919" y="92633"/>
                  </a:lnTo>
                  <a:lnTo>
                    <a:pt x="2271776" y="93776"/>
                  </a:lnTo>
                  <a:lnTo>
                    <a:pt x="2270645" y="95288"/>
                  </a:lnTo>
                  <a:lnTo>
                    <a:pt x="2270264" y="97193"/>
                  </a:lnTo>
                  <a:lnTo>
                    <a:pt x="2270645" y="99085"/>
                  </a:lnTo>
                  <a:lnTo>
                    <a:pt x="2271776" y="100228"/>
                  </a:lnTo>
                  <a:lnTo>
                    <a:pt x="2273300" y="100990"/>
                  </a:lnTo>
                  <a:lnTo>
                    <a:pt x="2274824" y="101371"/>
                  </a:lnTo>
                  <a:lnTo>
                    <a:pt x="2276716" y="100990"/>
                  </a:lnTo>
                  <a:lnTo>
                    <a:pt x="2278227" y="100228"/>
                  </a:lnTo>
                  <a:lnTo>
                    <a:pt x="2278989" y="99085"/>
                  </a:lnTo>
                  <a:lnTo>
                    <a:pt x="2279370" y="97193"/>
                  </a:lnTo>
                  <a:close/>
                </a:path>
                <a:path w="2540634" h="775335">
                  <a:moveTo>
                    <a:pt x="2296833" y="90741"/>
                  </a:moveTo>
                  <a:lnTo>
                    <a:pt x="2296452" y="88836"/>
                  </a:lnTo>
                  <a:lnTo>
                    <a:pt x="2295321" y="87325"/>
                  </a:lnTo>
                  <a:lnTo>
                    <a:pt x="2293797" y="86563"/>
                  </a:lnTo>
                  <a:lnTo>
                    <a:pt x="2292286" y="86182"/>
                  </a:lnTo>
                  <a:lnTo>
                    <a:pt x="2290762" y="86563"/>
                  </a:lnTo>
                  <a:lnTo>
                    <a:pt x="2289238" y="87325"/>
                  </a:lnTo>
                  <a:lnTo>
                    <a:pt x="2288108" y="88836"/>
                  </a:lnTo>
                  <a:lnTo>
                    <a:pt x="2287727" y="90741"/>
                  </a:lnTo>
                  <a:lnTo>
                    <a:pt x="2288108" y="92633"/>
                  </a:lnTo>
                  <a:lnTo>
                    <a:pt x="2289238" y="94157"/>
                  </a:lnTo>
                  <a:lnTo>
                    <a:pt x="2290762" y="95288"/>
                  </a:lnTo>
                  <a:lnTo>
                    <a:pt x="2292286" y="95669"/>
                  </a:lnTo>
                  <a:lnTo>
                    <a:pt x="2294178" y="95288"/>
                  </a:lnTo>
                  <a:lnTo>
                    <a:pt x="2295321" y="94157"/>
                  </a:lnTo>
                  <a:lnTo>
                    <a:pt x="2296452" y="92633"/>
                  </a:lnTo>
                  <a:lnTo>
                    <a:pt x="2296833" y="90741"/>
                  </a:lnTo>
                  <a:close/>
                </a:path>
                <a:path w="2540634" h="775335">
                  <a:moveTo>
                    <a:pt x="2314295" y="85039"/>
                  </a:moveTo>
                  <a:lnTo>
                    <a:pt x="2313927" y="83146"/>
                  </a:lnTo>
                  <a:lnTo>
                    <a:pt x="2313165" y="81622"/>
                  </a:lnTo>
                  <a:lnTo>
                    <a:pt x="2311641" y="80492"/>
                  </a:lnTo>
                  <a:lnTo>
                    <a:pt x="2309736" y="80111"/>
                  </a:lnTo>
                  <a:lnTo>
                    <a:pt x="2307844" y="80492"/>
                  </a:lnTo>
                  <a:lnTo>
                    <a:pt x="2306332" y="81622"/>
                  </a:lnTo>
                  <a:lnTo>
                    <a:pt x="2305189" y="83146"/>
                  </a:lnTo>
                  <a:lnTo>
                    <a:pt x="2304808" y="85039"/>
                  </a:lnTo>
                  <a:lnTo>
                    <a:pt x="2305189" y="86182"/>
                  </a:lnTo>
                  <a:lnTo>
                    <a:pt x="2306332" y="87706"/>
                  </a:lnTo>
                  <a:lnTo>
                    <a:pt x="2307844" y="88836"/>
                  </a:lnTo>
                  <a:lnTo>
                    <a:pt x="2309736" y="89217"/>
                  </a:lnTo>
                  <a:lnTo>
                    <a:pt x="2311641" y="88836"/>
                  </a:lnTo>
                  <a:lnTo>
                    <a:pt x="2313165" y="87706"/>
                  </a:lnTo>
                  <a:lnTo>
                    <a:pt x="2313927" y="86182"/>
                  </a:lnTo>
                  <a:lnTo>
                    <a:pt x="2314295" y="85039"/>
                  </a:lnTo>
                  <a:close/>
                </a:path>
                <a:path w="2540634" h="775335">
                  <a:moveTo>
                    <a:pt x="2331377" y="78587"/>
                  </a:moveTo>
                  <a:lnTo>
                    <a:pt x="2331008" y="76695"/>
                  </a:lnTo>
                  <a:lnTo>
                    <a:pt x="2330627" y="75171"/>
                  </a:lnTo>
                  <a:lnTo>
                    <a:pt x="2329103" y="74028"/>
                  </a:lnTo>
                  <a:lnTo>
                    <a:pt x="2327211" y="73647"/>
                  </a:lnTo>
                  <a:lnTo>
                    <a:pt x="2325306" y="74028"/>
                  </a:lnTo>
                  <a:lnTo>
                    <a:pt x="2323795" y="75171"/>
                  </a:lnTo>
                  <a:lnTo>
                    <a:pt x="2322652" y="76695"/>
                  </a:lnTo>
                  <a:lnTo>
                    <a:pt x="2322271" y="78587"/>
                  </a:lnTo>
                  <a:lnTo>
                    <a:pt x="2322652" y="80492"/>
                  </a:lnTo>
                  <a:lnTo>
                    <a:pt x="2323795" y="82003"/>
                  </a:lnTo>
                  <a:lnTo>
                    <a:pt x="2325306" y="82765"/>
                  </a:lnTo>
                  <a:lnTo>
                    <a:pt x="2327211" y="83146"/>
                  </a:lnTo>
                  <a:lnTo>
                    <a:pt x="2329103" y="82765"/>
                  </a:lnTo>
                  <a:lnTo>
                    <a:pt x="2330627" y="82003"/>
                  </a:lnTo>
                  <a:lnTo>
                    <a:pt x="2331008" y="80492"/>
                  </a:lnTo>
                  <a:lnTo>
                    <a:pt x="2331377" y="78587"/>
                  </a:lnTo>
                  <a:close/>
                </a:path>
                <a:path w="2540634" h="775335">
                  <a:moveTo>
                    <a:pt x="2349233" y="72517"/>
                  </a:moveTo>
                  <a:lnTo>
                    <a:pt x="2348852" y="70624"/>
                  </a:lnTo>
                  <a:lnTo>
                    <a:pt x="2347709" y="69100"/>
                  </a:lnTo>
                  <a:lnTo>
                    <a:pt x="2346185" y="68338"/>
                  </a:lnTo>
                  <a:lnTo>
                    <a:pt x="2344293" y="67957"/>
                  </a:lnTo>
                  <a:lnTo>
                    <a:pt x="2342769" y="68338"/>
                  </a:lnTo>
                  <a:lnTo>
                    <a:pt x="2341257" y="69100"/>
                  </a:lnTo>
                  <a:lnTo>
                    <a:pt x="2340114" y="70624"/>
                  </a:lnTo>
                  <a:lnTo>
                    <a:pt x="2339733" y="72517"/>
                  </a:lnTo>
                  <a:lnTo>
                    <a:pt x="2340114" y="74028"/>
                  </a:lnTo>
                  <a:lnTo>
                    <a:pt x="2341257" y="75552"/>
                  </a:lnTo>
                  <a:lnTo>
                    <a:pt x="2342769" y="76695"/>
                  </a:lnTo>
                  <a:lnTo>
                    <a:pt x="2344293" y="77076"/>
                  </a:lnTo>
                  <a:lnTo>
                    <a:pt x="2346185" y="76695"/>
                  </a:lnTo>
                  <a:lnTo>
                    <a:pt x="2347709" y="75552"/>
                  </a:lnTo>
                  <a:lnTo>
                    <a:pt x="2348852" y="74028"/>
                  </a:lnTo>
                  <a:lnTo>
                    <a:pt x="2349233" y="72517"/>
                  </a:lnTo>
                  <a:close/>
                </a:path>
                <a:path w="2540634" h="775335">
                  <a:moveTo>
                    <a:pt x="2366695" y="66446"/>
                  </a:moveTo>
                  <a:lnTo>
                    <a:pt x="2366314" y="64541"/>
                  </a:lnTo>
                  <a:lnTo>
                    <a:pt x="2365171" y="63030"/>
                  </a:lnTo>
                  <a:lnTo>
                    <a:pt x="2363647" y="61887"/>
                  </a:lnTo>
                  <a:lnTo>
                    <a:pt x="2361755" y="61506"/>
                  </a:lnTo>
                  <a:lnTo>
                    <a:pt x="2359850" y="61887"/>
                  </a:lnTo>
                  <a:lnTo>
                    <a:pt x="2358339" y="63030"/>
                  </a:lnTo>
                  <a:lnTo>
                    <a:pt x="2357577" y="64541"/>
                  </a:lnTo>
                  <a:lnTo>
                    <a:pt x="2357577" y="67957"/>
                  </a:lnTo>
                  <a:lnTo>
                    <a:pt x="2358339" y="69481"/>
                  </a:lnTo>
                  <a:lnTo>
                    <a:pt x="2359850" y="70624"/>
                  </a:lnTo>
                  <a:lnTo>
                    <a:pt x="2361755" y="70993"/>
                  </a:lnTo>
                  <a:lnTo>
                    <a:pt x="2363647" y="70624"/>
                  </a:lnTo>
                  <a:lnTo>
                    <a:pt x="2365171" y="69481"/>
                  </a:lnTo>
                  <a:lnTo>
                    <a:pt x="2366314" y="67957"/>
                  </a:lnTo>
                  <a:lnTo>
                    <a:pt x="2366695" y="66446"/>
                  </a:lnTo>
                  <a:close/>
                </a:path>
                <a:path w="2540634" h="775335">
                  <a:moveTo>
                    <a:pt x="2384158" y="59994"/>
                  </a:moveTo>
                  <a:lnTo>
                    <a:pt x="2383777" y="58470"/>
                  </a:lnTo>
                  <a:lnTo>
                    <a:pt x="2382634" y="56946"/>
                  </a:lnTo>
                  <a:lnTo>
                    <a:pt x="2381123" y="55816"/>
                  </a:lnTo>
                  <a:lnTo>
                    <a:pt x="2379218" y="55435"/>
                  </a:lnTo>
                  <a:lnTo>
                    <a:pt x="2377325" y="55816"/>
                  </a:lnTo>
                  <a:lnTo>
                    <a:pt x="2375801" y="56946"/>
                  </a:lnTo>
                  <a:lnTo>
                    <a:pt x="2375039" y="58470"/>
                  </a:lnTo>
                  <a:lnTo>
                    <a:pt x="2374658" y="59994"/>
                  </a:lnTo>
                  <a:lnTo>
                    <a:pt x="2375039" y="61887"/>
                  </a:lnTo>
                  <a:lnTo>
                    <a:pt x="2375801" y="63398"/>
                  </a:lnTo>
                  <a:lnTo>
                    <a:pt x="2377325" y="64160"/>
                  </a:lnTo>
                  <a:lnTo>
                    <a:pt x="2379218" y="64541"/>
                  </a:lnTo>
                  <a:lnTo>
                    <a:pt x="2381123" y="64160"/>
                  </a:lnTo>
                  <a:lnTo>
                    <a:pt x="2382634" y="63398"/>
                  </a:lnTo>
                  <a:lnTo>
                    <a:pt x="2383777" y="61887"/>
                  </a:lnTo>
                  <a:lnTo>
                    <a:pt x="2384158" y="59994"/>
                  </a:lnTo>
                  <a:close/>
                </a:path>
                <a:path w="2540634" h="775335">
                  <a:moveTo>
                    <a:pt x="2401239" y="53911"/>
                  </a:moveTo>
                  <a:lnTo>
                    <a:pt x="2400858" y="52019"/>
                  </a:lnTo>
                  <a:lnTo>
                    <a:pt x="2399715" y="50495"/>
                  </a:lnTo>
                  <a:lnTo>
                    <a:pt x="2398204" y="49733"/>
                  </a:lnTo>
                  <a:lnTo>
                    <a:pt x="2396680" y="49352"/>
                  </a:lnTo>
                  <a:lnTo>
                    <a:pt x="2394788" y="49733"/>
                  </a:lnTo>
                  <a:lnTo>
                    <a:pt x="2393645" y="50495"/>
                  </a:lnTo>
                  <a:lnTo>
                    <a:pt x="2392502" y="52019"/>
                  </a:lnTo>
                  <a:lnTo>
                    <a:pt x="2392134" y="53911"/>
                  </a:lnTo>
                  <a:lnTo>
                    <a:pt x="2392502" y="55816"/>
                  </a:lnTo>
                  <a:lnTo>
                    <a:pt x="2393645" y="57327"/>
                  </a:lnTo>
                  <a:lnTo>
                    <a:pt x="2395169" y="58470"/>
                  </a:lnTo>
                  <a:lnTo>
                    <a:pt x="2396680" y="58851"/>
                  </a:lnTo>
                  <a:lnTo>
                    <a:pt x="2398204" y="58470"/>
                  </a:lnTo>
                  <a:lnTo>
                    <a:pt x="2399715" y="57327"/>
                  </a:lnTo>
                  <a:lnTo>
                    <a:pt x="2400858" y="55816"/>
                  </a:lnTo>
                  <a:lnTo>
                    <a:pt x="2401239" y="53911"/>
                  </a:lnTo>
                  <a:close/>
                </a:path>
                <a:path w="2540634" h="775335">
                  <a:moveTo>
                    <a:pt x="2418702" y="47840"/>
                  </a:moveTo>
                  <a:lnTo>
                    <a:pt x="2418321" y="46316"/>
                  </a:lnTo>
                  <a:lnTo>
                    <a:pt x="2417178" y="44805"/>
                  </a:lnTo>
                  <a:lnTo>
                    <a:pt x="2415667" y="43662"/>
                  </a:lnTo>
                  <a:lnTo>
                    <a:pt x="2414143" y="43281"/>
                  </a:lnTo>
                  <a:lnTo>
                    <a:pt x="2412250" y="43662"/>
                  </a:lnTo>
                  <a:lnTo>
                    <a:pt x="2410726" y="44805"/>
                  </a:lnTo>
                  <a:lnTo>
                    <a:pt x="2409977" y="46316"/>
                  </a:lnTo>
                  <a:lnTo>
                    <a:pt x="2409596" y="47840"/>
                  </a:lnTo>
                  <a:lnTo>
                    <a:pt x="2409977" y="49352"/>
                  </a:lnTo>
                  <a:lnTo>
                    <a:pt x="2410726" y="50876"/>
                  </a:lnTo>
                  <a:lnTo>
                    <a:pt x="2412250" y="52019"/>
                  </a:lnTo>
                  <a:lnTo>
                    <a:pt x="2414143" y="52400"/>
                  </a:lnTo>
                  <a:lnTo>
                    <a:pt x="2416048" y="52019"/>
                  </a:lnTo>
                  <a:lnTo>
                    <a:pt x="2417178" y="50876"/>
                  </a:lnTo>
                  <a:lnTo>
                    <a:pt x="2418321" y="49352"/>
                  </a:lnTo>
                  <a:lnTo>
                    <a:pt x="2418702" y="47840"/>
                  </a:lnTo>
                  <a:close/>
                </a:path>
                <a:path w="2540634" h="775335">
                  <a:moveTo>
                    <a:pt x="2436164" y="41757"/>
                  </a:moveTo>
                  <a:lnTo>
                    <a:pt x="2435771" y="39865"/>
                  </a:lnTo>
                  <a:lnTo>
                    <a:pt x="2435034" y="38354"/>
                  </a:lnTo>
                  <a:lnTo>
                    <a:pt x="2433510" y="37211"/>
                  </a:lnTo>
                  <a:lnTo>
                    <a:pt x="2431605" y="36830"/>
                  </a:lnTo>
                  <a:lnTo>
                    <a:pt x="2429713" y="37211"/>
                  </a:lnTo>
                  <a:lnTo>
                    <a:pt x="2428189" y="38354"/>
                  </a:lnTo>
                  <a:lnTo>
                    <a:pt x="2427059" y="39865"/>
                  </a:lnTo>
                  <a:lnTo>
                    <a:pt x="2426665" y="41757"/>
                  </a:lnTo>
                  <a:lnTo>
                    <a:pt x="2427059" y="43662"/>
                  </a:lnTo>
                  <a:lnTo>
                    <a:pt x="2428189" y="45186"/>
                  </a:lnTo>
                  <a:lnTo>
                    <a:pt x="2429713" y="45935"/>
                  </a:lnTo>
                  <a:lnTo>
                    <a:pt x="2431605" y="46316"/>
                  </a:lnTo>
                  <a:lnTo>
                    <a:pt x="2433510" y="45935"/>
                  </a:lnTo>
                  <a:lnTo>
                    <a:pt x="2435034" y="45186"/>
                  </a:lnTo>
                  <a:lnTo>
                    <a:pt x="2435771" y="43662"/>
                  </a:lnTo>
                  <a:lnTo>
                    <a:pt x="2436164" y="41757"/>
                  </a:lnTo>
                  <a:close/>
                </a:path>
                <a:path w="2540634" h="775335">
                  <a:moveTo>
                    <a:pt x="2453233" y="35306"/>
                  </a:moveTo>
                  <a:lnTo>
                    <a:pt x="2452865" y="33413"/>
                  </a:lnTo>
                  <a:lnTo>
                    <a:pt x="2452116" y="32270"/>
                  </a:lnTo>
                  <a:lnTo>
                    <a:pt x="2450592" y="31508"/>
                  </a:lnTo>
                  <a:lnTo>
                    <a:pt x="2449068" y="31127"/>
                  </a:lnTo>
                  <a:lnTo>
                    <a:pt x="2447175" y="31508"/>
                  </a:lnTo>
                  <a:lnTo>
                    <a:pt x="2445651" y="32270"/>
                  </a:lnTo>
                  <a:lnTo>
                    <a:pt x="2444521" y="33413"/>
                  </a:lnTo>
                  <a:lnTo>
                    <a:pt x="2444127" y="35306"/>
                  </a:lnTo>
                  <a:lnTo>
                    <a:pt x="2444521" y="37211"/>
                  </a:lnTo>
                  <a:lnTo>
                    <a:pt x="2445651" y="38722"/>
                  </a:lnTo>
                  <a:lnTo>
                    <a:pt x="2447175" y="39865"/>
                  </a:lnTo>
                  <a:lnTo>
                    <a:pt x="2449068" y="40246"/>
                  </a:lnTo>
                  <a:lnTo>
                    <a:pt x="2450592" y="39865"/>
                  </a:lnTo>
                  <a:lnTo>
                    <a:pt x="2452116" y="38722"/>
                  </a:lnTo>
                  <a:lnTo>
                    <a:pt x="2452865" y="37211"/>
                  </a:lnTo>
                  <a:lnTo>
                    <a:pt x="2453233" y="35306"/>
                  </a:lnTo>
                  <a:close/>
                </a:path>
                <a:path w="2540634" h="775335">
                  <a:moveTo>
                    <a:pt x="2471089" y="29616"/>
                  </a:moveTo>
                  <a:lnTo>
                    <a:pt x="2470696" y="27724"/>
                  </a:lnTo>
                  <a:lnTo>
                    <a:pt x="2469578" y="26200"/>
                  </a:lnTo>
                  <a:lnTo>
                    <a:pt x="2468054" y="25057"/>
                  </a:lnTo>
                  <a:lnTo>
                    <a:pt x="2466162" y="24676"/>
                  </a:lnTo>
                  <a:lnTo>
                    <a:pt x="2464257" y="25057"/>
                  </a:lnTo>
                  <a:lnTo>
                    <a:pt x="2463114" y="26200"/>
                  </a:lnTo>
                  <a:lnTo>
                    <a:pt x="2461984" y="27724"/>
                  </a:lnTo>
                  <a:lnTo>
                    <a:pt x="2461590" y="29616"/>
                  </a:lnTo>
                  <a:lnTo>
                    <a:pt x="2461984" y="31508"/>
                  </a:lnTo>
                  <a:lnTo>
                    <a:pt x="2463114" y="32651"/>
                  </a:lnTo>
                  <a:lnTo>
                    <a:pt x="2464257" y="33413"/>
                  </a:lnTo>
                  <a:lnTo>
                    <a:pt x="2466162" y="33794"/>
                  </a:lnTo>
                  <a:lnTo>
                    <a:pt x="2468054" y="33413"/>
                  </a:lnTo>
                  <a:lnTo>
                    <a:pt x="2469578" y="32651"/>
                  </a:lnTo>
                  <a:lnTo>
                    <a:pt x="2470696" y="31508"/>
                  </a:lnTo>
                  <a:lnTo>
                    <a:pt x="2471089" y="29616"/>
                  </a:lnTo>
                  <a:close/>
                </a:path>
                <a:path w="2540634" h="775335">
                  <a:moveTo>
                    <a:pt x="2488552" y="23164"/>
                  </a:moveTo>
                  <a:lnTo>
                    <a:pt x="2488158" y="21259"/>
                  </a:lnTo>
                  <a:lnTo>
                    <a:pt x="2487041" y="19748"/>
                  </a:lnTo>
                  <a:lnTo>
                    <a:pt x="2485517" y="18986"/>
                  </a:lnTo>
                  <a:lnTo>
                    <a:pt x="2483624" y="18605"/>
                  </a:lnTo>
                  <a:lnTo>
                    <a:pt x="2481719" y="18986"/>
                  </a:lnTo>
                  <a:lnTo>
                    <a:pt x="2480208" y="19748"/>
                  </a:lnTo>
                  <a:lnTo>
                    <a:pt x="2479446" y="21259"/>
                  </a:lnTo>
                  <a:lnTo>
                    <a:pt x="2479052" y="23164"/>
                  </a:lnTo>
                  <a:lnTo>
                    <a:pt x="2479446" y="25057"/>
                  </a:lnTo>
                  <a:lnTo>
                    <a:pt x="2480208" y="26581"/>
                  </a:lnTo>
                  <a:lnTo>
                    <a:pt x="2481719" y="27343"/>
                  </a:lnTo>
                  <a:lnTo>
                    <a:pt x="2483624" y="27724"/>
                  </a:lnTo>
                  <a:lnTo>
                    <a:pt x="2485517" y="27343"/>
                  </a:lnTo>
                  <a:lnTo>
                    <a:pt x="2487041" y="26581"/>
                  </a:lnTo>
                  <a:lnTo>
                    <a:pt x="2488158" y="25057"/>
                  </a:lnTo>
                  <a:lnTo>
                    <a:pt x="2488552" y="23164"/>
                  </a:lnTo>
                  <a:close/>
                </a:path>
                <a:path w="2540634" h="775335">
                  <a:moveTo>
                    <a:pt x="2505621" y="17094"/>
                  </a:moveTo>
                  <a:lnTo>
                    <a:pt x="2505252" y="15189"/>
                  </a:lnTo>
                  <a:lnTo>
                    <a:pt x="2504122" y="13665"/>
                  </a:lnTo>
                  <a:lnTo>
                    <a:pt x="2502979" y="12915"/>
                  </a:lnTo>
                  <a:lnTo>
                    <a:pt x="2501087" y="12534"/>
                  </a:lnTo>
                  <a:lnTo>
                    <a:pt x="2499182" y="12915"/>
                  </a:lnTo>
                  <a:lnTo>
                    <a:pt x="2497671" y="14046"/>
                  </a:lnTo>
                  <a:lnTo>
                    <a:pt x="2496909" y="15189"/>
                  </a:lnTo>
                  <a:lnTo>
                    <a:pt x="2496515" y="17094"/>
                  </a:lnTo>
                  <a:lnTo>
                    <a:pt x="2496909" y="18986"/>
                  </a:lnTo>
                  <a:lnTo>
                    <a:pt x="2497671" y="20129"/>
                  </a:lnTo>
                  <a:lnTo>
                    <a:pt x="2499182" y="21259"/>
                  </a:lnTo>
                  <a:lnTo>
                    <a:pt x="2501087" y="21640"/>
                  </a:lnTo>
                  <a:lnTo>
                    <a:pt x="2502979" y="21259"/>
                  </a:lnTo>
                  <a:lnTo>
                    <a:pt x="2505252" y="18986"/>
                  </a:lnTo>
                  <a:lnTo>
                    <a:pt x="2505621" y="17094"/>
                  </a:lnTo>
                  <a:close/>
                </a:path>
                <a:path w="2540634" h="775335">
                  <a:moveTo>
                    <a:pt x="2523109" y="11010"/>
                  </a:moveTo>
                  <a:lnTo>
                    <a:pt x="2522715" y="9118"/>
                  </a:lnTo>
                  <a:lnTo>
                    <a:pt x="2521585" y="7594"/>
                  </a:lnTo>
                  <a:lnTo>
                    <a:pt x="2520073" y="6451"/>
                  </a:lnTo>
                  <a:lnTo>
                    <a:pt x="2516251" y="6451"/>
                  </a:lnTo>
                  <a:lnTo>
                    <a:pt x="2515514" y="7594"/>
                  </a:lnTo>
                  <a:lnTo>
                    <a:pt x="2514371" y="9118"/>
                  </a:lnTo>
                  <a:lnTo>
                    <a:pt x="2513977" y="11010"/>
                  </a:lnTo>
                  <a:lnTo>
                    <a:pt x="2514371" y="12915"/>
                  </a:lnTo>
                  <a:lnTo>
                    <a:pt x="2516644" y="15189"/>
                  </a:lnTo>
                  <a:lnTo>
                    <a:pt x="2518168" y="15570"/>
                  </a:lnTo>
                  <a:lnTo>
                    <a:pt x="2520073" y="15189"/>
                  </a:lnTo>
                  <a:lnTo>
                    <a:pt x="2521585" y="14046"/>
                  </a:lnTo>
                  <a:lnTo>
                    <a:pt x="2522715" y="12915"/>
                  </a:lnTo>
                  <a:lnTo>
                    <a:pt x="2523109" y="11010"/>
                  </a:lnTo>
                  <a:close/>
                </a:path>
                <a:path w="2540634" h="775335">
                  <a:moveTo>
                    <a:pt x="2540571" y="4940"/>
                  </a:moveTo>
                  <a:lnTo>
                    <a:pt x="2540177" y="3035"/>
                  </a:lnTo>
                  <a:lnTo>
                    <a:pt x="2539047" y="1524"/>
                  </a:lnTo>
                  <a:lnTo>
                    <a:pt x="2537536" y="381"/>
                  </a:lnTo>
                  <a:lnTo>
                    <a:pt x="2536012" y="0"/>
                  </a:lnTo>
                  <a:lnTo>
                    <a:pt x="2534120" y="381"/>
                  </a:lnTo>
                  <a:lnTo>
                    <a:pt x="2532596" y="1524"/>
                  </a:lnTo>
                  <a:lnTo>
                    <a:pt x="2531440" y="3035"/>
                  </a:lnTo>
                  <a:lnTo>
                    <a:pt x="2531072" y="4940"/>
                  </a:lnTo>
                  <a:lnTo>
                    <a:pt x="2531440" y="6451"/>
                  </a:lnTo>
                  <a:lnTo>
                    <a:pt x="2532596" y="7975"/>
                  </a:lnTo>
                  <a:lnTo>
                    <a:pt x="2534120" y="8737"/>
                  </a:lnTo>
                  <a:lnTo>
                    <a:pt x="2536012" y="9118"/>
                  </a:lnTo>
                  <a:lnTo>
                    <a:pt x="2537904" y="8737"/>
                  </a:lnTo>
                  <a:lnTo>
                    <a:pt x="2539047" y="7975"/>
                  </a:lnTo>
                  <a:lnTo>
                    <a:pt x="2540177" y="6451"/>
                  </a:lnTo>
                  <a:lnTo>
                    <a:pt x="2540571" y="49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332021" y="5405081"/>
              <a:ext cx="1140460" cy="408940"/>
            </a:xfrm>
            <a:custGeom>
              <a:avLst/>
              <a:gdLst/>
              <a:ahLst/>
              <a:cxnLst/>
              <a:rect l="l" t="t" r="r" b="b"/>
              <a:pathLst>
                <a:path w="1140460" h="408939">
                  <a:moveTo>
                    <a:pt x="9105" y="404698"/>
                  </a:moveTo>
                  <a:lnTo>
                    <a:pt x="8724" y="402793"/>
                  </a:lnTo>
                  <a:lnTo>
                    <a:pt x="7962" y="401294"/>
                  </a:lnTo>
                  <a:lnTo>
                    <a:pt x="6451" y="400151"/>
                  </a:lnTo>
                  <a:lnTo>
                    <a:pt x="4572" y="399770"/>
                  </a:lnTo>
                  <a:lnTo>
                    <a:pt x="2667" y="400151"/>
                  </a:lnTo>
                  <a:lnTo>
                    <a:pt x="1524" y="401294"/>
                  </a:lnTo>
                  <a:lnTo>
                    <a:pt x="381" y="402793"/>
                  </a:lnTo>
                  <a:lnTo>
                    <a:pt x="0" y="404698"/>
                  </a:lnTo>
                  <a:lnTo>
                    <a:pt x="381" y="406222"/>
                  </a:lnTo>
                  <a:lnTo>
                    <a:pt x="1524" y="407733"/>
                  </a:lnTo>
                  <a:lnTo>
                    <a:pt x="2667" y="408495"/>
                  </a:lnTo>
                  <a:lnTo>
                    <a:pt x="4572" y="408876"/>
                  </a:lnTo>
                  <a:lnTo>
                    <a:pt x="6451" y="408495"/>
                  </a:lnTo>
                  <a:lnTo>
                    <a:pt x="7962" y="407733"/>
                  </a:lnTo>
                  <a:lnTo>
                    <a:pt x="8724" y="406222"/>
                  </a:lnTo>
                  <a:lnTo>
                    <a:pt x="9105" y="404698"/>
                  </a:lnTo>
                  <a:close/>
                </a:path>
                <a:path w="1140460" h="408939">
                  <a:moveTo>
                    <a:pt x="26962" y="398246"/>
                  </a:moveTo>
                  <a:lnTo>
                    <a:pt x="26593" y="396354"/>
                  </a:lnTo>
                  <a:lnTo>
                    <a:pt x="25450" y="394830"/>
                  </a:lnTo>
                  <a:lnTo>
                    <a:pt x="23926" y="394068"/>
                  </a:lnTo>
                  <a:lnTo>
                    <a:pt x="22021" y="393687"/>
                  </a:lnTo>
                  <a:lnTo>
                    <a:pt x="20116" y="394068"/>
                  </a:lnTo>
                  <a:lnTo>
                    <a:pt x="18592" y="394830"/>
                  </a:lnTo>
                  <a:lnTo>
                    <a:pt x="17830" y="396354"/>
                  </a:lnTo>
                  <a:lnTo>
                    <a:pt x="17462" y="398246"/>
                  </a:lnTo>
                  <a:lnTo>
                    <a:pt x="17830" y="400151"/>
                  </a:lnTo>
                  <a:lnTo>
                    <a:pt x="18592" y="401662"/>
                  </a:lnTo>
                  <a:lnTo>
                    <a:pt x="20116" y="402424"/>
                  </a:lnTo>
                  <a:lnTo>
                    <a:pt x="22021" y="402793"/>
                  </a:lnTo>
                  <a:lnTo>
                    <a:pt x="23926" y="402424"/>
                  </a:lnTo>
                  <a:lnTo>
                    <a:pt x="25450" y="401662"/>
                  </a:lnTo>
                  <a:lnTo>
                    <a:pt x="26593" y="400151"/>
                  </a:lnTo>
                  <a:lnTo>
                    <a:pt x="26962" y="398246"/>
                  </a:lnTo>
                  <a:close/>
                </a:path>
                <a:path w="1140460" h="408939">
                  <a:moveTo>
                    <a:pt x="96050" y="373570"/>
                  </a:moveTo>
                  <a:lnTo>
                    <a:pt x="95669" y="371665"/>
                  </a:lnTo>
                  <a:lnTo>
                    <a:pt x="94526" y="370154"/>
                  </a:lnTo>
                  <a:lnTo>
                    <a:pt x="93383" y="369404"/>
                  </a:lnTo>
                  <a:lnTo>
                    <a:pt x="91871" y="369023"/>
                  </a:lnTo>
                  <a:lnTo>
                    <a:pt x="89992" y="369404"/>
                  </a:lnTo>
                  <a:lnTo>
                    <a:pt x="88468" y="370154"/>
                  </a:lnTo>
                  <a:lnTo>
                    <a:pt x="87325" y="371665"/>
                  </a:lnTo>
                  <a:lnTo>
                    <a:pt x="86944" y="373570"/>
                  </a:lnTo>
                  <a:lnTo>
                    <a:pt x="87325" y="375475"/>
                  </a:lnTo>
                  <a:lnTo>
                    <a:pt x="88468" y="376986"/>
                  </a:lnTo>
                  <a:lnTo>
                    <a:pt x="89992" y="378129"/>
                  </a:lnTo>
                  <a:lnTo>
                    <a:pt x="91871" y="378510"/>
                  </a:lnTo>
                  <a:lnTo>
                    <a:pt x="93764" y="378129"/>
                  </a:lnTo>
                  <a:lnTo>
                    <a:pt x="94526" y="376986"/>
                  </a:lnTo>
                  <a:lnTo>
                    <a:pt x="95669" y="375475"/>
                  </a:lnTo>
                  <a:lnTo>
                    <a:pt x="96050" y="373570"/>
                  </a:lnTo>
                  <a:close/>
                </a:path>
                <a:path w="1140460" h="408939">
                  <a:moveTo>
                    <a:pt x="113512" y="367880"/>
                  </a:moveTo>
                  <a:lnTo>
                    <a:pt x="113131" y="365975"/>
                  </a:lnTo>
                  <a:lnTo>
                    <a:pt x="112382" y="364464"/>
                  </a:lnTo>
                  <a:lnTo>
                    <a:pt x="110871" y="363321"/>
                  </a:lnTo>
                  <a:lnTo>
                    <a:pt x="108966" y="362940"/>
                  </a:lnTo>
                  <a:lnTo>
                    <a:pt x="107442" y="363321"/>
                  </a:lnTo>
                  <a:lnTo>
                    <a:pt x="105918" y="364464"/>
                  </a:lnTo>
                  <a:lnTo>
                    <a:pt x="104775" y="365975"/>
                  </a:lnTo>
                  <a:lnTo>
                    <a:pt x="104394" y="367880"/>
                  </a:lnTo>
                  <a:lnTo>
                    <a:pt x="104775" y="369023"/>
                  </a:lnTo>
                  <a:lnTo>
                    <a:pt x="105918" y="370535"/>
                  </a:lnTo>
                  <a:lnTo>
                    <a:pt x="107442" y="371665"/>
                  </a:lnTo>
                  <a:lnTo>
                    <a:pt x="108966" y="372046"/>
                  </a:lnTo>
                  <a:lnTo>
                    <a:pt x="110871" y="371665"/>
                  </a:lnTo>
                  <a:lnTo>
                    <a:pt x="112382" y="370535"/>
                  </a:lnTo>
                  <a:lnTo>
                    <a:pt x="113131" y="369023"/>
                  </a:lnTo>
                  <a:lnTo>
                    <a:pt x="113512" y="367880"/>
                  </a:lnTo>
                  <a:close/>
                </a:path>
                <a:path w="1140460" h="408939">
                  <a:moveTo>
                    <a:pt x="130987" y="361416"/>
                  </a:moveTo>
                  <a:lnTo>
                    <a:pt x="130606" y="359524"/>
                  </a:lnTo>
                  <a:lnTo>
                    <a:pt x="129844" y="358013"/>
                  </a:lnTo>
                  <a:lnTo>
                    <a:pt x="128320" y="356870"/>
                  </a:lnTo>
                  <a:lnTo>
                    <a:pt x="126415" y="356489"/>
                  </a:lnTo>
                  <a:lnTo>
                    <a:pt x="124510" y="356870"/>
                  </a:lnTo>
                  <a:lnTo>
                    <a:pt x="123012" y="358013"/>
                  </a:lnTo>
                  <a:lnTo>
                    <a:pt x="121881" y="359524"/>
                  </a:lnTo>
                  <a:lnTo>
                    <a:pt x="121500" y="361416"/>
                  </a:lnTo>
                  <a:lnTo>
                    <a:pt x="121881" y="363321"/>
                  </a:lnTo>
                  <a:lnTo>
                    <a:pt x="123012" y="364832"/>
                  </a:lnTo>
                  <a:lnTo>
                    <a:pt x="124510" y="365594"/>
                  </a:lnTo>
                  <a:lnTo>
                    <a:pt x="126415" y="365975"/>
                  </a:lnTo>
                  <a:lnTo>
                    <a:pt x="128320" y="365594"/>
                  </a:lnTo>
                  <a:lnTo>
                    <a:pt x="129844" y="364832"/>
                  </a:lnTo>
                  <a:lnTo>
                    <a:pt x="130606" y="363321"/>
                  </a:lnTo>
                  <a:lnTo>
                    <a:pt x="130987" y="361416"/>
                  </a:lnTo>
                  <a:close/>
                </a:path>
                <a:path w="1140460" h="408939">
                  <a:moveTo>
                    <a:pt x="148437" y="354965"/>
                  </a:moveTo>
                  <a:lnTo>
                    <a:pt x="148056" y="353453"/>
                  </a:lnTo>
                  <a:lnTo>
                    <a:pt x="147294" y="351929"/>
                  </a:lnTo>
                  <a:lnTo>
                    <a:pt x="145783" y="351167"/>
                  </a:lnTo>
                  <a:lnTo>
                    <a:pt x="143903" y="350786"/>
                  </a:lnTo>
                  <a:lnTo>
                    <a:pt x="141998" y="351167"/>
                  </a:lnTo>
                  <a:lnTo>
                    <a:pt x="140474" y="351929"/>
                  </a:lnTo>
                  <a:lnTo>
                    <a:pt x="139712" y="353453"/>
                  </a:lnTo>
                  <a:lnTo>
                    <a:pt x="139331" y="354965"/>
                  </a:lnTo>
                  <a:lnTo>
                    <a:pt x="139712" y="356870"/>
                  </a:lnTo>
                  <a:lnTo>
                    <a:pt x="140474" y="358394"/>
                  </a:lnTo>
                  <a:lnTo>
                    <a:pt x="141998" y="359524"/>
                  </a:lnTo>
                  <a:lnTo>
                    <a:pt x="143903" y="359905"/>
                  </a:lnTo>
                  <a:lnTo>
                    <a:pt x="145783" y="359524"/>
                  </a:lnTo>
                  <a:lnTo>
                    <a:pt x="147294" y="358394"/>
                  </a:lnTo>
                  <a:lnTo>
                    <a:pt x="148056" y="356870"/>
                  </a:lnTo>
                  <a:lnTo>
                    <a:pt x="148437" y="354965"/>
                  </a:lnTo>
                  <a:close/>
                </a:path>
                <a:path w="1140460" h="408939">
                  <a:moveTo>
                    <a:pt x="165912" y="349275"/>
                  </a:moveTo>
                  <a:lnTo>
                    <a:pt x="165531" y="347383"/>
                  </a:lnTo>
                  <a:lnTo>
                    <a:pt x="164401" y="345859"/>
                  </a:lnTo>
                  <a:lnTo>
                    <a:pt x="162877" y="344716"/>
                  </a:lnTo>
                  <a:lnTo>
                    <a:pt x="160972" y="344335"/>
                  </a:lnTo>
                  <a:lnTo>
                    <a:pt x="159448" y="344716"/>
                  </a:lnTo>
                  <a:lnTo>
                    <a:pt x="157924" y="345859"/>
                  </a:lnTo>
                  <a:lnTo>
                    <a:pt x="157162" y="347383"/>
                  </a:lnTo>
                  <a:lnTo>
                    <a:pt x="156781" y="349275"/>
                  </a:lnTo>
                  <a:lnTo>
                    <a:pt x="157162" y="350786"/>
                  </a:lnTo>
                  <a:lnTo>
                    <a:pt x="157924" y="352310"/>
                  </a:lnTo>
                  <a:lnTo>
                    <a:pt x="159448" y="353453"/>
                  </a:lnTo>
                  <a:lnTo>
                    <a:pt x="160972" y="353834"/>
                  </a:lnTo>
                  <a:lnTo>
                    <a:pt x="162877" y="353453"/>
                  </a:lnTo>
                  <a:lnTo>
                    <a:pt x="164401" y="352310"/>
                  </a:lnTo>
                  <a:lnTo>
                    <a:pt x="165531" y="350786"/>
                  </a:lnTo>
                  <a:lnTo>
                    <a:pt x="165912" y="349275"/>
                  </a:lnTo>
                  <a:close/>
                </a:path>
                <a:path w="1140460" h="408939">
                  <a:moveTo>
                    <a:pt x="183375" y="342823"/>
                  </a:moveTo>
                  <a:lnTo>
                    <a:pt x="182994" y="341299"/>
                  </a:lnTo>
                  <a:lnTo>
                    <a:pt x="181851" y="339775"/>
                  </a:lnTo>
                  <a:lnTo>
                    <a:pt x="180327" y="338645"/>
                  </a:lnTo>
                  <a:lnTo>
                    <a:pt x="178422" y="338264"/>
                  </a:lnTo>
                  <a:lnTo>
                    <a:pt x="176542" y="338645"/>
                  </a:lnTo>
                  <a:lnTo>
                    <a:pt x="175031" y="339775"/>
                  </a:lnTo>
                  <a:lnTo>
                    <a:pt x="174269" y="341299"/>
                  </a:lnTo>
                  <a:lnTo>
                    <a:pt x="173888" y="342823"/>
                  </a:lnTo>
                  <a:lnTo>
                    <a:pt x="174269" y="344716"/>
                  </a:lnTo>
                  <a:lnTo>
                    <a:pt x="175031" y="346240"/>
                  </a:lnTo>
                  <a:lnTo>
                    <a:pt x="176542" y="347002"/>
                  </a:lnTo>
                  <a:lnTo>
                    <a:pt x="178422" y="347383"/>
                  </a:lnTo>
                  <a:lnTo>
                    <a:pt x="180327" y="347002"/>
                  </a:lnTo>
                  <a:lnTo>
                    <a:pt x="181851" y="346240"/>
                  </a:lnTo>
                  <a:lnTo>
                    <a:pt x="182994" y="344716"/>
                  </a:lnTo>
                  <a:lnTo>
                    <a:pt x="183375" y="342823"/>
                  </a:lnTo>
                  <a:close/>
                </a:path>
                <a:path w="1140460" h="408939">
                  <a:moveTo>
                    <a:pt x="200444" y="336753"/>
                  </a:moveTo>
                  <a:lnTo>
                    <a:pt x="200063" y="334848"/>
                  </a:lnTo>
                  <a:lnTo>
                    <a:pt x="199301" y="333324"/>
                  </a:lnTo>
                  <a:lnTo>
                    <a:pt x="197802" y="332574"/>
                  </a:lnTo>
                  <a:lnTo>
                    <a:pt x="195910" y="332193"/>
                  </a:lnTo>
                  <a:lnTo>
                    <a:pt x="194005" y="332574"/>
                  </a:lnTo>
                  <a:lnTo>
                    <a:pt x="192862" y="333324"/>
                  </a:lnTo>
                  <a:lnTo>
                    <a:pt x="191719" y="334848"/>
                  </a:lnTo>
                  <a:lnTo>
                    <a:pt x="191338" y="336753"/>
                  </a:lnTo>
                  <a:lnTo>
                    <a:pt x="191719" y="338645"/>
                  </a:lnTo>
                  <a:lnTo>
                    <a:pt x="192862" y="340156"/>
                  </a:lnTo>
                  <a:lnTo>
                    <a:pt x="194386" y="341299"/>
                  </a:lnTo>
                  <a:lnTo>
                    <a:pt x="195910" y="341680"/>
                  </a:lnTo>
                  <a:lnTo>
                    <a:pt x="197802" y="341299"/>
                  </a:lnTo>
                  <a:lnTo>
                    <a:pt x="199301" y="340156"/>
                  </a:lnTo>
                  <a:lnTo>
                    <a:pt x="200063" y="338645"/>
                  </a:lnTo>
                  <a:lnTo>
                    <a:pt x="200444" y="336753"/>
                  </a:lnTo>
                  <a:close/>
                </a:path>
                <a:path w="1140460" h="408939">
                  <a:moveTo>
                    <a:pt x="217932" y="330669"/>
                  </a:moveTo>
                  <a:lnTo>
                    <a:pt x="217551" y="328764"/>
                  </a:lnTo>
                  <a:lnTo>
                    <a:pt x="216408" y="327634"/>
                  </a:lnTo>
                  <a:lnTo>
                    <a:pt x="214884" y="326504"/>
                  </a:lnTo>
                  <a:lnTo>
                    <a:pt x="213360" y="326123"/>
                  </a:lnTo>
                  <a:lnTo>
                    <a:pt x="211836" y="326504"/>
                  </a:lnTo>
                  <a:lnTo>
                    <a:pt x="210312" y="327634"/>
                  </a:lnTo>
                  <a:lnTo>
                    <a:pt x="209181" y="328764"/>
                  </a:lnTo>
                  <a:lnTo>
                    <a:pt x="208813" y="330669"/>
                  </a:lnTo>
                  <a:lnTo>
                    <a:pt x="209181" y="332574"/>
                  </a:lnTo>
                  <a:lnTo>
                    <a:pt x="210312" y="333705"/>
                  </a:lnTo>
                  <a:lnTo>
                    <a:pt x="211836" y="334848"/>
                  </a:lnTo>
                  <a:lnTo>
                    <a:pt x="213360" y="335229"/>
                  </a:lnTo>
                  <a:lnTo>
                    <a:pt x="215265" y="334848"/>
                  </a:lnTo>
                  <a:lnTo>
                    <a:pt x="217551" y="332574"/>
                  </a:lnTo>
                  <a:lnTo>
                    <a:pt x="217932" y="330669"/>
                  </a:lnTo>
                  <a:close/>
                </a:path>
                <a:path w="1140460" h="408939">
                  <a:moveTo>
                    <a:pt x="235381" y="324599"/>
                  </a:moveTo>
                  <a:lnTo>
                    <a:pt x="235000" y="322694"/>
                  </a:lnTo>
                  <a:lnTo>
                    <a:pt x="234238" y="321183"/>
                  </a:lnTo>
                  <a:lnTo>
                    <a:pt x="232714" y="320040"/>
                  </a:lnTo>
                  <a:lnTo>
                    <a:pt x="230822" y="319659"/>
                  </a:lnTo>
                  <a:lnTo>
                    <a:pt x="228942" y="320040"/>
                  </a:lnTo>
                  <a:lnTo>
                    <a:pt x="227418" y="321183"/>
                  </a:lnTo>
                  <a:lnTo>
                    <a:pt x="226656" y="322694"/>
                  </a:lnTo>
                  <a:lnTo>
                    <a:pt x="226275" y="324599"/>
                  </a:lnTo>
                  <a:lnTo>
                    <a:pt x="226656" y="326504"/>
                  </a:lnTo>
                  <a:lnTo>
                    <a:pt x="227418" y="328015"/>
                  </a:lnTo>
                  <a:lnTo>
                    <a:pt x="228942" y="328396"/>
                  </a:lnTo>
                  <a:lnTo>
                    <a:pt x="230822" y="328764"/>
                  </a:lnTo>
                  <a:lnTo>
                    <a:pt x="232714" y="328396"/>
                  </a:lnTo>
                  <a:lnTo>
                    <a:pt x="234238" y="328015"/>
                  </a:lnTo>
                  <a:lnTo>
                    <a:pt x="235000" y="326504"/>
                  </a:lnTo>
                  <a:lnTo>
                    <a:pt x="235381" y="324599"/>
                  </a:lnTo>
                  <a:close/>
                </a:path>
                <a:path w="1140460" h="408939">
                  <a:moveTo>
                    <a:pt x="252831" y="318135"/>
                  </a:moveTo>
                  <a:lnTo>
                    <a:pt x="252463" y="316255"/>
                  </a:lnTo>
                  <a:lnTo>
                    <a:pt x="251701" y="315112"/>
                  </a:lnTo>
                  <a:lnTo>
                    <a:pt x="250202" y="314350"/>
                  </a:lnTo>
                  <a:lnTo>
                    <a:pt x="248297" y="313969"/>
                  </a:lnTo>
                  <a:lnTo>
                    <a:pt x="246392" y="314350"/>
                  </a:lnTo>
                  <a:lnTo>
                    <a:pt x="244868" y="315112"/>
                  </a:lnTo>
                  <a:lnTo>
                    <a:pt x="243725" y="316255"/>
                  </a:lnTo>
                  <a:lnTo>
                    <a:pt x="243344" y="318135"/>
                  </a:lnTo>
                  <a:lnTo>
                    <a:pt x="243725" y="320040"/>
                  </a:lnTo>
                  <a:lnTo>
                    <a:pt x="244868" y="321564"/>
                  </a:lnTo>
                  <a:lnTo>
                    <a:pt x="246392" y="322694"/>
                  </a:lnTo>
                  <a:lnTo>
                    <a:pt x="248297" y="323075"/>
                  </a:lnTo>
                  <a:lnTo>
                    <a:pt x="250202" y="322694"/>
                  </a:lnTo>
                  <a:lnTo>
                    <a:pt x="251701" y="321564"/>
                  </a:lnTo>
                  <a:lnTo>
                    <a:pt x="252463" y="320040"/>
                  </a:lnTo>
                  <a:lnTo>
                    <a:pt x="252831" y="318135"/>
                  </a:lnTo>
                  <a:close/>
                </a:path>
                <a:path w="1140460" h="408939">
                  <a:moveTo>
                    <a:pt x="270319" y="312445"/>
                  </a:moveTo>
                  <a:lnTo>
                    <a:pt x="269938" y="310553"/>
                  </a:lnTo>
                  <a:lnTo>
                    <a:pt x="268795" y="309029"/>
                  </a:lnTo>
                  <a:lnTo>
                    <a:pt x="267271" y="307886"/>
                  </a:lnTo>
                  <a:lnTo>
                    <a:pt x="265747" y="307505"/>
                  </a:lnTo>
                  <a:lnTo>
                    <a:pt x="263842" y="307886"/>
                  </a:lnTo>
                  <a:lnTo>
                    <a:pt x="262343" y="309029"/>
                  </a:lnTo>
                  <a:lnTo>
                    <a:pt x="261581" y="310553"/>
                  </a:lnTo>
                  <a:lnTo>
                    <a:pt x="261213" y="312445"/>
                  </a:lnTo>
                  <a:lnTo>
                    <a:pt x="261581" y="314350"/>
                  </a:lnTo>
                  <a:lnTo>
                    <a:pt x="262343" y="315112"/>
                  </a:lnTo>
                  <a:lnTo>
                    <a:pt x="263842" y="316255"/>
                  </a:lnTo>
                  <a:lnTo>
                    <a:pt x="265747" y="316636"/>
                  </a:lnTo>
                  <a:lnTo>
                    <a:pt x="267271" y="316255"/>
                  </a:lnTo>
                  <a:lnTo>
                    <a:pt x="268795" y="315112"/>
                  </a:lnTo>
                  <a:lnTo>
                    <a:pt x="269938" y="314350"/>
                  </a:lnTo>
                  <a:lnTo>
                    <a:pt x="270319" y="312445"/>
                  </a:lnTo>
                  <a:close/>
                </a:path>
                <a:path w="1140460" h="408939">
                  <a:moveTo>
                    <a:pt x="287769" y="305993"/>
                  </a:moveTo>
                  <a:lnTo>
                    <a:pt x="287388" y="304101"/>
                  </a:lnTo>
                  <a:lnTo>
                    <a:pt x="286245" y="302577"/>
                  </a:lnTo>
                  <a:lnTo>
                    <a:pt x="284721" y="301815"/>
                  </a:lnTo>
                  <a:lnTo>
                    <a:pt x="282841" y="301434"/>
                  </a:lnTo>
                  <a:lnTo>
                    <a:pt x="280949" y="301815"/>
                  </a:lnTo>
                  <a:lnTo>
                    <a:pt x="279425" y="302577"/>
                  </a:lnTo>
                  <a:lnTo>
                    <a:pt x="279044" y="304101"/>
                  </a:lnTo>
                  <a:lnTo>
                    <a:pt x="278663" y="305993"/>
                  </a:lnTo>
                  <a:lnTo>
                    <a:pt x="279044" y="307886"/>
                  </a:lnTo>
                  <a:lnTo>
                    <a:pt x="279425" y="309410"/>
                  </a:lnTo>
                  <a:lnTo>
                    <a:pt x="280949" y="310172"/>
                  </a:lnTo>
                  <a:lnTo>
                    <a:pt x="282841" y="310553"/>
                  </a:lnTo>
                  <a:lnTo>
                    <a:pt x="284721" y="310172"/>
                  </a:lnTo>
                  <a:lnTo>
                    <a:pt x="286245" y="309410"/>
                  </a:lnTo>
                  <a:lnTo>
                    <a:pt x="287388" y="307886"/>
                  </a:lnTo>
                  <a:lnTo>
                    <a:pt x="287769" y="305993"/>
                  </a:lnTo>
                  <a:close/>
                </a:path>
                <a:path w="1140460" h="408939">
                  <a:moveTo>
                    <a:pt x="305244" y="299923"/>
                  </a:moveTo>
                  <a:lnTo>
                    <a:pt x="304863" y="298018"/>
                  </a:lnTo>
                  <a:lnTo>
                    <a:pt x="303733" y="296875"/>
                  </a:lnTo>
                  <a:lnTo>
                    <a:pt x="302209" y="295744"/>
                  </a:lnTo>
                  <a:lnTo>
                    <a:pt x="300304" y="295363"/>
                  </a:lnTo>
                  <a:lnTo>
                    <a:pt x="298399" y="295744"/>
                  </a:lnTo>
                  <a:lnTo>
                    <a:pt x="296875" y="296875"/>
                  </a:lnTo>
                  <a:lnTo>
                    <a:pt x="296113" y="298018"/>
                  </a:lnTo>
                  <a:lnTo>
                    <a:pt x="295732" y="299923"/>
                  </a:lnTo>
                  <a:lnTo>
                    <a:pt x="296113" y="301815"/>
                  </a:lnTo>
                  <a:lnTo>
                    <a:pt x="296875" y="302958"/>
                  </a:lnTo>
                  <a:lnTo>
                    <a:pt x="298399" y="304101"/>
                  </a:lnTo>
                  <a:lnTo>
                    <a:pt x="300304" y="304482"/>
                  </a:lnTo>
                  <a:lnTo>
                    <a:pt x="302209" y="304101"/>
                  </a:lnTo>
                  <a:lnTo>
                    <a:pt x="303733" y="302958"/>
                  </a:lnTo>
                  <a:lnTo>
                    <a:pt x="304863" y="301815"/>
                  </a:lnTo>
                  <a:lnTo>
                    <a:pt x="305244" y="299923"/>
                  </a:lnTo>
                  <a:close/>
                </a:path>
                <a:path w="1140460" h="408939">
                  <a:moveTo>
                    <a:pt x="322326" y="293852"/>
                  </a:moveTo>
                  <a:lnTo>
                    <a:pt x="321945" y="291947"/>
                  </a:lnTo>
                  <a:lnTo>
                    <a:pt x="320802" y="290423"/>
                  </a:lnTo>
                  <a:lnTo>
                    <a:pt x="319278" y="289293"/>
                  </a:lnTo>
                  <a:lnTo>
                    <a:pt x="317754" y="288912"/>
                  </a:lnTo>
                  <a:lnTo>
                    <a:pt x="315861" y="289293"/>
                  </a:lnTo>
                  <a:lnTo>
                    <a:pt x="314731" y="290423"/>
                  </a:lnTo>
                  <a:lnTo>
                    <a:pt x="313601" y="291947"/>
                  </a:lnTo>
                  <a:lnTo>
                    <a:pt x="313220" y="293852"/>
                  </a:lnTo>
                  <a:lnTo>
                    <a:pt x="313601" y="295744"/>
                  </a:lnTo>
                  <a:lnTo>
                    <a:pt x="314731" y="296875"/>
                  </a:lnTo>
                  <a:lnTo>
                    <a:pt x="316242" y="298018"/>
                  </a:lnTo>
                  <a:lnTo>
                    <a:pt x="317754" y="298399"/>
                  </a:lnTo>
                  <a:lnTo>
                    <a:pt x="319278" y="298018"/>
                  </a:lnTo>
                  <a:lnTo>
                    <a:pt x="320802" y="296875"/>
                  </a:lnTo>
                  <a:lnTo>
                    <a:pt x="321945" y="295744"/>
                  </a:lnTo>
                  <a:lnTo>
                    <a:pt x="322326" y="293852"/>
                  </a:lnTo>
                  <a:close/>
                </a:path>
                <a:path w="1140460" h="408939">
                  <a:moveTo>
                    <a:pt x="339775" y="287769"/>
                  </a:moveTo>
                  <a:lnTo>
                    <a:pt x="339394" y="285864"/>
                  </a:lnTo>
                  <a:lnTo>
                    <a:pt x="338251" y="284353"/>
                  </a:lnTo>
                  <a:lnTo>
                    <a:pt x="336753" y="283603"/>
                  </a:lnTo>
                  <a:lnTo>
                    <a:pt x="335241" y="283222"/>
                  </a:lnTo>
                  <a:lnTo>
                    <a:pt x="333336" y="283603"/>
                  </a:lnTo>
                  <a:lnTo>
                    <a:pt x="332193" y="284353"/>
                  </a:lnTo>
                  <a:lnTo>
                    <a:pt x="331050" y="285864"/>
                  </a:lnTo>
                  <a:lnTo>
                    <a:pt x="330669" y="287769"/>
                  </a:lnTo>
                  <a:lnTo>
                    <a:pt x="331050" y="289293"/>
                  </a:lnTo>
                  <a:lnTo>
                    <a:pt x="332193" y="290804"/>
                  </a:lnTo>
                  <a:lnTo>
                    <a:pt x="333336" y="291947"/>
                  </a:lnTo>
                  <a:lnTo>
                    <a:pt x="335241" y="292328"/>
                  </a:lnTo>
                  <a:lnTo>
                    <a:pt x="337121" y="291947"/>
                  </a:lnTo>
                  <a:lnTo>
                    <a:pt x="338251" y="290804"/>
                  </a:lnTo>
                  <a:lnTo>
                    <a:pt x="339394" y="289293"/>
                  </a:lnTo>
                  <a:lnTo>
                    <a:pt x="339775" y="287769"/>
                  </a:lnTo>
                  <a:close/>
                </a:path>
                <a:path w="1140460" h="408939">
                  <a:moveTo>
                    <a:pt x="357251" y="281317"/>
                  </a:moveTo>
                  <a:lnTo>
                    <a:pt x="356882" y="279425"/>
                  </a:lnTo>
                  <a:lnTo>
                    <a:pt x="356120" y="278282"/>
                  </a:lnTo>
                  <a:lnTo>
                    <a:pt x="354596" y="277139"/>
                  </a:lnTo>
                  <a:lnTo>
                    <a:pt x="352691" y="276758"/>
                  </a:lnTo>
                  <a:lnTo>
                    <a:pt x="350786" y="277139"/>
                  </a:lnTo>
                  <a:lnTo>
                    <a:pt x="349262" y="278282"/>
                  </a:lnTo>
                  <a:lnTo>
                    <a:pt x="348132" y="279425"/>
                  </a:lnTo>
                  <a:lnTo>
                    <a:pt x="347764" y="281317"/>
                  </a:lnTo>
                  <a:lnTo>
                    <a:pt x="348132" y="283222"/>
                  </a:lnTo>
                  <a:lnTo>
                    <a:pt x="349262" y="284734"/>
                  </a:lnTo>
                  <a:lnTo>
                    <a:pt x="350786" y="285864"/>
                  </a:lnTo>
                  <a:lnTo>
                    <a:pt x="352691" y="286245"/>
                  </a:lnTo>
                  <a:lnTo>
                    <a:pt x="354596" y="285864"/>
                  </a:lnTo>
                  <a:lnTo>
                    <a:pt x="356120" y="284734"/>
                  </a:lnTo>
                  <a:lnTo>
                    <a:pt x="356882" y="283222"/>
                  </a:lnTo>
                  <a:lnTo>
                    <a:pt x="357251" y="281317"/>
                  </a:lnTo>
                  <a:close/>
                </a:path>
                <a:path w="1140460" h="408939">
                  <a:moveTo>
                    <a:pt x="374332" y="275615"/>
                  </a:moveTo>
                  <a:lnTo>
                    <a:pt x="373951" y="273723"/>
                  </a:lnTo>
                  <a:lnTo>
                    <a:pt x="373189" y="272211"/>
                  </a:lnTo>
                  <a:lnTo>
                    <a:pt x="372046" y="271068"/>
                  </a:lnTo>
                  <a:lnTo>
                    <a:pt x="370154" y="270687"/>
                  </a:lnTo>
                  <a:lnTo>
                    <a:pt x="368261" y="271068"/>
                  </a:lnTo>
                  <a:lnTo>
                    <a:pt x="366750" y="272211"/>
                  </a:lnTo>
                  <a:lnTo>
                    <a:pt x="365607" y="273723"/>
                  </a:lnTo>
                  <a:lnTo>
                    <a:pt x="365226" y="275615"/>
                  </a:lnTo>
                  <a:lnTo>
                    <a:pt x="365607" y="277139"/>
                  </a:lnTo>
                  <a:lnTo>
                    <a:pt x="366750" y="278663"/>
                  </a:lnTo>
                  <a:lnTo>
                    <a:pt x="368261" y="279425"/>
                  </a:lnTo>
                  <a:lnTo>
                    <a:pt x="370154" y="279793"/>
                  </a:lnTo>
                  <a:lnTo>
                    <a:pt x="372046" y="279425"/>
                  </a:lnTo>
                  <a:lnTo>
                    <a:pt x="373189" y="278282"/>
                  </a:lnTo>
                  <a:lnTo>
                    <a:pt x="373951" y="277139"/>
                  </a:lnTo>
                  <a:lnTo>
                    <a:pt x="374332" y="275615"/>
                  </a:lnTo>
                  <a:close/>
                </a:path>
                <a:path w="1140460" h="408939">
                  <a:moveTo>
                    <a:pt x="391782" y="269163"/>
                  </a:moveTo>
                  <a:lnTo>
                    <a:pt x="391414" y="267271"/>
                  </a:lnTo>
                  <a:lnTo>
                    <a:pt x="390652" y="265747"/>
                  </a:lnTo>
                  <a:lnTo>
                    <a:pt x="389140" y="264985"/>
                  </a:lnTo>
                  <a:lnTo>
                    <a:pt x="387248" y="264617"/>
                  </a:lnTo>
                  <a:lnTo>
                    <a:pt x="385343" y="264985"/>
                  </a:lnTo>
                  <a:lnTo>
                    <a:pt x="384200" y="265747"/>
                  </a:lnTo>
                  <a:lnTo>
                    <a:pt x="383438" y="267271"/>
                  </a:lnTo>
                  <a:lnTo>
                    <a:pt x="383057" y="269163"/>
                  </a:lnTo>
                  <a:lnTo>
                    <a:pt x="383438" y="271068"/>
                  </a:lnTo>
                  <a:lnTo>
                    <a:pt x="384200" y="272592"/>
                  </a:lnTo>
                  <a:lnTo>
                    <a:pt x="385343" y="273342"/>
                  </a:lnTo>
                  <a:lnTo>
                    <a:pt x="387248" y="273723"/>
                  </a:lnTo>
                  <a:lnTo>
                    <a:pt x="389140" y="273723"/>
                  </a:lnTo>
                  <a:lnTo>
                    <a:pt x="390652" y="272592"/>
                  </a:lnTo>
                  <a:lnTo>
                    <a:pt x="391414" y="271068"/>
                  </a:lnTo>
                  <a:lnTo>
                    <a:pt x="391782" y="269163"/>
                  </a:lnTo>
                  <a:close/>
                </a:path>
                <a:path w="1140460" h="408939">
                  <a:moveTo>
                    <a:pt x="409651" y="262724"/>
                  </a:moveTo>
                  <a:lnTo>
                    <a:pt x="409270" y="261200"/>
                  </a:lnTo>
                  <a:lnTo>
                    <a:pt x="408127" y="260057"/>
                  </a:lnTo>
                  <a:lnTo>
                    <a:pt x="406603" y="258914"/>
                  </a:lnTo>
                  <a:lnTo>
                    <a:pt x="404698" y="258533"/>
                  </a:lnTo>
                  <a:lnTo>
                    <a:pt x="402793" y="258914"/>
                  </a:lnTo>
                  <a:lnTo>
                    <a:pt x="401281" y="260057"/>
                  </a:lnTo>
                  <a:lnTo>
                    <a:pt x="400519" y="261200"/>
                  </a:lnTo>
                  <a:lnTo>
                    <a:pt x="400151" y="262724"/>
                  </a:lnTo>
                  <a:lnTo>
                    <a:pt x="400519" y="264617"/>
                  </a:lnTo>
                  <a:lnTo>
                    <a:pt x="401281" y="266128"/>
                  </a:lnTo>
                  <a:lnTo>
                    <a:pt x="402793" y="267271"/>
                  </a:lnTo>
                  <a:lnTo>
                    <a:pt x="404698" y="267652"/>
                  </a:lnTo>
                  <a:lnTo>
                    <a:pt x="406603" y="267271"/>
                  </a:lnTo>
                  <a:lnTo>
                    <a:pt x="408127" y="266128"/>
                  </a:lnTo>
                  <a:lnTo>
                    <a:pt x="409270" y="264617"/>
                  </a:lnTo>
                  <a:lnTo>
                    <a:pt x="409651" y="262724"/>
                  </a:lnTo>
                  <a:close/>
                </a:path>
                <a:path w="1140460" h="408939">
                  <a:moveTo>
                    <a:pt x="426720" y="257022"/>
                  </a:moveTo>
                  <a:lnTo>
                    <a:pt x="426339" y="255117"/>
                  </a:lnTo>
                  <a:lnTo>
                    <a:pt x="425196" y="253593"/>
                  </a:lnTo>
                  <a:lnTo>
                    <a:pt x="424053" y="252463"/>
                  </a:lnTo>
                  <a:lnTo>
                    <a:pt x="422173" y="252095"/>
                  </a:lnTo>
                  <a:lnTo>
                    <a:pt x="420281" y="252463"/>
                  </a:lnTo>
                  <a:lnTo>
                    <a:pt x="418757" y="253593"/>
                  </a:lnTo>
                  <a:lnTo>
                    <a:pt x="417995" y="255117"/>
                  </a:lnTo>
                  <a:lnTo>
                    <a:pt x="417614" y="257022"/>
                  </a:lnTo>
                  <a:lnTo>
                    <a:pt x="417995" y="258914"/>
                  </a:lnTo>
                  <a:lnTo>
                    <a:pt x="418757" y="260438"/>
                  </a:lnTo>
                  <a:lnTo>
                    <a:pt x="420281" y="261200"/>
                  </a:lnTo>
                  <a:lnTo>
                    <a:pt x="422173" y="261581"/>
                  </a:lnTo>
                  <a:lnTo>
                    <a:pt x="424053" y="261200"/>
                  </a:lnTo>
                  <a:lnTo>
                    <a:pt x="425196" y="260438"/>
                  </a:lnTo>
                  <a:lnTo>
                    <a:pt x="426339" y="258914"/>
                  </a:lnTo>
                  <a:lnTo>
                    <a:pt x="426720" y="257022"/>
                  </a:lnTo>
                  <a:close/>
                </a:path>
                <a:path w="1140460" h="408939">
                  <a:moveTo>
                    <a:pt x="444182" y="250571"/>
                  </a:moveTo>
                  <a:lnTo>
                    <a:pt x="443814" y="249047"/>
                  </a:lnTo>
                  <a:lnTo>
                    <a:pt x="442671" y="247535"/>
                  </a:lnTo>
                  <a:lnTo>
                    <a:pt x="441159" y="246773"/>
                  </a:lnTo>
                  <a:lnTo>
                    <a:pt x="439254" y="246392"/>
                  </a:lnTo>
                  <a:lnTo>
                    <a:pt x="437730" y="246773"/>
                  </a:lnTo>
                  <a:lnTo>
                    <a:pt x="436587" y="247535"/>
                  </a:lnTo>
                  <a:lnTo>
                    <a:pt x="435444" y="249047"/>
                  </a:lnTo>
                  <a:lnTo>
                    <a:pt x="435063" y="250571"/>
                  </a:lnTo>
                  <a:lnTo>
                    <a:pt x="435444" y="252463"/>
                  </a:lnTo>
                  <a:lnTo>
                    <a:pt x="436587" y="253974"/>
                  </a:lnTo>
                  <a:lnTo>
                    <a:pt x="438111" y="255117"/>
                  </a:lnTo>
                  <a:lnTo>
                    <a:pt x="439254" y="255498"/>
                  </a:lnTo>
                  <a:lnTo>
                    <a:pt x="441159" y="255117"/>
                  </a:lnTo>
                  <a:lnTo>
                    <a:pt x="442671" y="253974"/>
                  </a:lnTo>
                  <a:lnTo>
                    <a:pt x="443814" y="252463"/>
                  </a:lnTo>
                  <a:lnTo>
                    <a:pt x="444182" y="250571"/>
                  </a:lnTo>
                  <a:close/>
                </a:path>
                <a:path w="1140460" h="408939">
                  <a:moveTo>
                    <a:pt x="461657" y="244487"/>
                  </a:moveTo>
                  <a:lnTo>
                    <a:pt x="461276" y="242976"/>
                  </a:lnTo>
                  <a:lnTo>
                    <a:pt x="460133" y="241465"/>
                  </a:lnTo>
                  <a:lnTo>
                    <a:pt x="458609" y="240322"/>
                  </a:lnTo>
                  <a:lnTo>
                    <a:pt x="457085" y="239941"/>
                  </a:lnTo>
                  <a:lnTo>
                    <a:pt x="455180" y="240322"/>
                  </a:lnTo>
                  <a:lnTo>
                    <a:pt x="453682" y="241465"/>
                  </a:lnTo>
                  <a:lnTo>
                    <a:pt x="452551" y="242976"/>
                  </a:lnTo>
                  <a:lnTo>
                    <a:pt x="452170" y="244487"/>
                  </a:lnTo>
                  <a:lnTo>
                    <a:pt x="452551" y="246392"/>
                  </a:lnTo>
                  <a:lnTo>
                    <a:pt x="453682" y="247904"/>
                  </a:lnTo>
                  <a:lnTo>
                    <a:pt x="455180" y="249047"/>
                  </a:lnTo>
                  <a:lnTo>
                    <a:pt x="458990" y="249047"/>
                  </a:lnTo>
                  <a:lnTo>
                    <a:pt x="460133" y="247904"/>
                  </a:lnTo>
                  <a:lnTo>
                    <a:pt x="461276" y="246392"/>
                  </a:lnTo>
                  <a:lnTo>
                    <a:pt x="461657" y="244487"/>
                  </a:lnTo>
                  <a:close/>
                </a:path>
                <a:path w="1140460" h="408939">
                  <a:moveTo>
                    <a:pt x="478726" y="238417"/>
                  </a:moveTo>
                  <a:lnTo>
                    <a:pt x="478345" y="236524"/>
                  </a:lnTo>
                  <a:lnTo>
                    <a:pt x="477964" y="235381"/>
                  </a:lnTo>
                  <a:lnTo>
                    <a:pt x="476453" y="234238"/>
                  </a:lnTo>
                  <a:lnTo>
                    <a:pt x="474560" y="233857"/>
                  </a:lnTo>
                  <a:lnTo>
                    <a:pt x="472668" y="234238"/>
                  </a:lnTo>
                  <a:lnTo>
                    <a:pt x="471144" y="235381"/>
                  </a:lnTo>
                  <a:lnTo>
                    <a:pt x="470001" y="236524"/>
                  </a:lnTo>
                  <a:lnTo>
                    <a:pt x="469620" y="238417"/>
                  </a:lnTo>
                  <a:lnTo>
                    <a:pt x="470001" y="240322"/>
                  </a:lnTo>
                  <a:lnTo>
                    <a:pt x="471144" y="241833"/>
                  </a:lnTo>
                  <a:lnTo>
                    <a:pt x="472668" y="242595"/>
                  </a:lnTo>
                  <a:lnTo>
                    <a:pt x="474560" y="242976"/>
                  </a:lnTo>
                  <a:lnTo>
                    <a:pt x="476453" y="242595"/>
                  </a:lnTo>
                  <a:lnTo>
                    <a:pt x="477964" y="241833"/>
                  </a:lnTo>
                  <a:lnTo>
                    <a:pt x="478345" y="240322"/>
                  </a:lnTo>
                  <a:lnTo>
                    <a:pt x="478726" y="238417"/>
                  </a:lnTo>
                  <a:close/>
                </a:path>
                <a:path w="1140460" h="408939">
                  <a:moveTo>
                    <a:pt x="496201" y="232333"/>
                  </a:moveTo>
                  <a:lnTo>
                    <a:pt x="495820" y="230454"/>
                  </a:lnTo>
                  <a:lnTo>
                    <a:pt x="495071" y="228930"/>
                  </a:lnTo>
                  <a:lnTo>
                    <a:pt x="493547" y="228168"/>
                  </a:lnTo>
                  <a:lnTo>
                    <a:pt x="491642" y="227787"/>
                  </a:lnTo>
                  <a:lnTo>
                    <a:pt x="490118" y="228168"/>
                  </a:lnTo>
                  <a:lnTo>
                    <a:pt x="488594" y="228930"/>
                  </a:lnTo>
                  <a:lnTo>
                    <a:pt x="487464" y="230454"/>
                  </a:lnTo>
                  <a:lnTo>
                    <a:pt x="487083" y="232333"/>
                  </a:lnTo>
                  <a:lnTo>
                    <a:pt x="487464" y="234238"/>
                  </a:lnTo>
                  <a:lnTo>
                    <a:pt x="488594" y="235762"/>
                  </a:lnTo>
                  <a:lnTo>
                    <a:pt x="490118" y="236524"/>
                  </a:lnTo>
                  <a:lnTo>
                    <a:pt x="491642" y="236893"/>
                  </a:lnTo>
                  <a:lnTo>
                    <a:pt x="493547" y="236524"/>
                  </a:lnTo>
                  <a:lnTo>
                    <a:pt x="495071" y="235762"/>
                  </a:lnTo>
                  <a:lnTo>
                    <a:pt x="495820" y="234238"/>
                  </a:lnTo>
                  <a:lnTo>
                    <a:pt x="496201" y="232333"/>
                  </a:lnTo>
                  <a:close/>
                </a:path>
                <a:path w="1140460" h="408939">
                  <a:moveTo>
                    <a:pt x="514045" y="225894"/>
                  </a:moveTo>
                  <a:lnTo>
                    <a:pt x="513664" y="224370"/>
                  </a:lnTo>
                  <a:lnTo>
                    <a:pt x="512521" y="222846"/>
                  </a:lnTo>
                  <a:lnTo>
                    <a:pt x="510997" y="222084"/>
                  </a:lnTo>
                  <a:lnTo>
                    <a:pt x="509092" y="221716"/>
                  </a:lnTo>
                  <a:lnTo>
                    <a:pt x="507212" y="222084"/>
                  </a:lnTo>
                  <a:lnTo>
                    <a:pt x="505701" y="222846"/>
                  </a:lnTo>
                  <a:lnTo>
                    <a:pt x="504939" y="224370"/>
                  </a:lnTo>
                  <a:lnTo>
                    <a:pt x="504558" y="225894"/>
                  </a:lnTo>
                  <a:lnTo>
                    <a:pt x="504939" y="227787"/>
                  </a:lnTo>
                  <a:lnTo>
                    <a:pt x="505701" y="229311"/>
                  </a:lnTo>
                  <a:lnTo>
                    <a:pt x="507212" y="230454"/>
                  </a:lnTo>
                  <a:lnTo>
                    <a:pt x="509092" y="230835"/>
                  </a:lnTo>
                  <a:lnTo>
                    <a:pt x="510997" y="230454"/>
                  </a:lnTo>
                  <a:lnTo>
                    <a:pt x="512521" y="229311"/>
                  </a:lnTo>
                  <a:lnTo>
                    <a:pt x="513664" y="227787"/>
                  </a:lnTo>
                  <a:lnTo>
                    <a:pt x="514045" y="225894"/>
                  </a:lnTo>
                  <a:close/>
                </a:path>
                <a:path w="1140460" h="408939">
                  <a:moveTo>
                    <a:pt x="531114" y="218300"/>
                  </a:moveTo>
                  <a:lnTo>
                    <a:pt x="529983" y="216776"/>
                  </a:lnTo>
                  <a:lnTo>
                    <a:pt x="528472" y="215633"/>
                  </a:lnTo>
                  <a:lnTo>
                    <a:pt x="526580" y="215265"/>
                  </a:lnTo>
                  <a:lnTo>
                    <a:pt x="524675" y="215633"/>
                  </a:lnTo>
                  <a:lnTo>
                    <a:pt x="523151" y="216776"/>
                  </a:lnTo>
                  <a:lnTo>
                    <a:pt x="522389" y="218300"/>
                  </a:lnTo>
                  <a:lnTo>
                    <a:pt x="522008" y="220192"/>
                  </a:lnTo>
                  <a:lnTo>
                    <a:pt x="522389" y="222084"/>
                  </a:lnTo>
                  <a:lnTo>
                    <a:pt x="523151" y="223227"/>
                  </a:lnTo>
                  <a:lnTo>
                    <a:pt x="524675" y="223989"/>
                  </a:lnTo>
                  <a:lnTo>
                    <a:pt x="526580" y="224370"/>
                  </a:lnTo>
                  <a:lnTo>
                    <a:pt x="528472" y="223989"/>
                  </a:lnTo>
                  <a:lnTo>
                    <a:pt x="529983" y="223227"/>
                  </a:lnTo>
                  <a:lnTo>
                    <a:pt x="531114" y="222084"/>
                  </a:lnTo>
                  <a:lnTo>
                    <a:pt x="531114" y="218300"/>
                  </a:lnTo>
                  <a:close/>
                </a:path>
                <a:path w="1140460" h="408939">
                  <a:moveTo>
                    <a:pt x="548601" y="213741"/>
                  </a:moveTo>
                  <a:lnTo>
                    <a:pt x="548220" y="211836"/>
                  </a:lnTo>
                  <a:lnTo>
                    <a:pt x="547077" y="210324"/>
                  </a:lnTo>
                  <a:lnTo>
                    <a:pt x="545553" y="209562"/>
                  </a:lnTo>
                  <a:lnTo>
                    <a:pt x="542124" y="209562"/>
                  </a:lnTo>
                  <a:lnTo>
                    <a:pt x="540613" y="210324"/>
                  </a:lnTo>
                  <a:lnTo>
                    <a:pt x="539851" y="211836"/>
                  </a:lnTo>
                  <a:lnTo>
                    <a:pt x="539483" y="213741"/>
                  </a:lnTo>
                  <a:lnTo>
                    <a:pt x="539851" y="215633"/>
                  </a:lnTo>
                  <a:lnTo>
                    <a:pt x="540613" y="217157"/>
                  </a:lnTo>
                  <a:lnTo>
                    <a:pt x="542124" y="218300"/>
                  </a:lnTo>
                  <a:lnTo>
                    <a:pt x="544029" y="218681"/>
                  </a:lnTo>
                  <a:lnTo>
                    <a:pt x="545553" y="218300"/>
                  </a:lnTo>
                  <a:lnTo>
                    <a:pt x="547077" y="217157"/>
                  </a:lnTo>
                  <a:lnTo>
                    <a:pt x="548220" y="215633"/>
                  </a:lnTo>
                  <a:lnTo>
                    <a:pt x="548601" y="213741"/>
                  </a:lnTo>
                  <a:close/>
                </a:path>
                <a:path w="1140460" h="408939">
                  <a:moveTo>
                    <a:pt x="566051" y="207670"/>
                  </a:moveTo>
                  <a:lnTo>
                    <a:pt x="565670" y="206146"/>
                  </a:lnTo>
                  <a:lnTo>
                    <a:pt x="564527" y="204635"/>
                  </a:lnTo>
                  <a:lnTo>
                    <a:pt x="563003" y="203492"/>
                  </a:lnTo>
                  <a:lnTo>
                    <a:pt x="561124" y="203111"/>
                  </a:lnTo>
                  <a:lnTo>
                    <a:pt x="559231" y="203492"/>
                  </a:lnTo>
                  <a:lnTo>
                    <a:pt x="558088" y="204635"/>
                  </a:lnTo>
                  <a:lnTo>
                    <a:pt x="557326" y="206146"/>
                  </a:lnTo>
                  <a:lnTo>
                    <a:pt x="556945" y="207670"/>
                  </a:lnTo>
                  <a:lnTo>
                    <a:pt x="557326" y="209562"/>
                  </a:lnTo>
                  <a:lnTo>
                    <a:pt x="558088" y="210705"/>
                  </a:lnTo>
                  <a:lnTo>
                    <a:pt x="559600" y="211836"/>
                  </a:lnTo>
                  <a:lnTo>
                    <a:pt x="561124" y="212217"/>
                  </a:lnTo>
                  <a:lnTo>
                    <a:pt x="563003" y="211836"/>
                  </a:lnTo>
                  <a:lnTo>
                    <a:pt x="564527" y="210705"/>
                  </a:lnTo>
                  <a:lnTo>
                    <a:pt x="565670" y="209562"/>
                  </a:lnTo>
                  <a:lnTo>
                    <a:pt x="566051" y="207670"/>
                  </a:lnTo>
                  <a:close/>
                </a:path>
                <a:path w="1140460" h="408939">
                  <a:moveTo>
                    <a:pt x="583514" y="201587"/>
                  </a:moveTo>
                  <a:lnTo>
                    <a:pt x="583133" y="199694"/>
                  </a:lnTo>
                  <a:lnTo>
                    <a:pt x="581990" y="198183"/>
                  </a:lnTo>
                  <a:lnTo>
                    <a:pt x="580491" y="197040"/>
                  </a:lnTo>
                  <a:lnTo>
                    <a:pt x="578967" y="196659"/>
                  </a:lnTo>
                  <a:lnTo>
                    <a:pt x="577062" y="197040"/>
                  </a:lnTo>
                  <a:lnTo>
                    <a:pt x="575538" y="198183"/>
                  </a:lnTo>
                  <a:lnTo>
                    <a:pt x="574395" y="199694"/>
                  </a:lnTo>
                  <a:lnTo>
                    <a:pt x="574014" y="201587"/>
                  </a:lnTo>
                  <a:lnTo>
                    <a:pt x="574395" y="203492"/>
                  </a:lnTo>
                  <a:lnTo>
                    <a:pt x="575538" y="205003"/>
                  </a:lnTo>
                  <a:lnTo>
                    <a:pt x="577062" y="205765"/>
                  </a:lnTo>
                  <a:lnTo>
                    <a:pt x="578967" y="206146"/>
                  </a:lnTo>
                  <a:lnTo>
                    <a:pt x="580872" y="205765"/>
                  </a:lnTo>
                  <a:lnTo>
                    <a:pt x="581990" y="205003"/>
                  </a:lnTo>
                  <a:lnTo>
                    <a:pt x="583133" y="203492"/>
                  </a:lnTo>
                  <a:lnTo>
                    <a:pt x="583514" y="201587"/>
                  </a:lnTo>
                  <a:close/>
                </a:path>
                <a:path w="1140460" h="408939">
                  <a:moveTo>
                    <a:pt x="600608" y="195516"/>
                  </a:moveTo>
                  <a:lnTo>
                    <a:pt x="600227" y="193624"/>
                  </a:lnTo>
                  <a:lnTo>
                    <a:pt x="599465" y="192100"/>
                  </a:lnTo>
                  <a:lnTo>
                    <a:pt x="597941" y="191338"/>
                  </a:lnTo>
                  <a:lnTo>
                    <a:pt x="596417" y="190957"/>
                  </a:lnTo>
                  <a:lnTo>
                    <a:pt x="594512" y="191338"/>
                  </a:lnTo>
                  <a:lnTo>
                    <a:pt x="593013" y="192100"/>
                  </a:lnTo>
                  <a:lnTo>
                    <a:pt x="591870" y="193624"/>
                  </a:lnTo>
                  <a:lnTo>
                    <a:pt x="591502" y="195516"/>
                  </a:lnTo>
                  <a:lnTo>
                    <a:pt x="591870" y="197040"/>
                  </a:lnTo>
                  <a:lnTo>
                    <a:pt x="593013" y="198564"/>
                  </a:lnTo>
                  <a:lnTo>
                    <a:pt x="594512" y="199694"/>
                  </a:lnTo>
                  <a:lnTo>
                    <a:pt x="596417" y="200075"/>
                  </a:lnTo>
                  <a:lnTo>
                    <a:pt x="597941" y="199694"/>
                  </a:lnTo>
                  <a:lnTo>
                    <a:pt x="599465" y="198564"/>
                  </a:lnTo>
                  <a:lnTo>
                    <a:pt x="600227" y="197040"/>
                  </a:lnTo>
                  <a:lnTo>
                    <a:pt x="600608" y="195516"/>
                  </a:lnTo>
                  <a:close/>
                </a:path>
                <a:path w="1140460" h="408939">
                  <a:moveTo>
                    <a:pt x="618058" y="189064"/>
                  </a:moveTo>
                  <a:lnTo>
                    <a:pt x="617677" y="187553"/>
                  </a:lnTo>
                  <a:lnTo>
                    <a:pt x="616915" y="186029"/>
                  </a:lnTo>
                  <a:lnTo>
                    <a:pt x="615391" y="184886"/>
                  </a:lnTo>
                  <a:lnTo>
                    <a:pt x="613511" y="184505"/>
                  </a:lnTo>
                  <a:lnTo>
                    <a:pt x="611619" y="184886"/>
                  </a:lnTo>
                  <a:lnTo>
                    <a:pt x="610476" y="186029"/>
                  </a:lnTo>
                  <a:lnTo>
                    <a:pt x="609333" y="187553"/>
                  </a:lnTo>
                  <a:lnTo>
                    <a:pt x="608952" y="189064"/>
                  </a:lnTo>
                  <a:lnTo>
                    <a:pt x="609333" y="190957"/>
                  </a:lnTo>
                  <a:lnTo>
                    <a:pt x="610476" y="192481"/>
                  </a:lnTo>
                  <a:lnTo>
                    <a:pt x="611619" y="193624"/>
                  </a:lnTo>
                  <a:lnTo>
                    <a:pt x="613511" y="194005"/>
                  </a:lnTo>
                  <a:lnTo>
                    <a:pt x="615391" y="193624"/>
                  </a:lnTo>
                  <a:lnTo>
                    <a:pt x="616915" y="192481"/>
                  </a:lnTo>
                  <a:lnTo>
                    <a:pt x="617677" y="190957"/>
                  </a:lnTo>
                  <a:lnTo>
                    <a:pt x="618058" y="189064"/>
                  </a:lnTo>
                  <a:close/>
                </a:path>
                <a:path w="1140460" h="408939">
                  <a:moveTo>
                    <a:pt x="635901" y="182994"/>
                  </a:moveTo>
                  <a:lnTo>
                    <a:pt x="635533" y="181470"/>
                  </a:lnTo>
                  <a:lnTo>
                    <a:pt x="634390" y="179946"/>
                  </a:lnTo>
                  <a:lnTo>
                    <a:pt x="632879" y="178816"/>
                  </a:lnTo>
                  <a:lnTo>
                    <a:pt x="630974" y="178435"/>
                  </a:lnTo>
                  <a:lnTo>
                    <a:pt x="629069" y="178816"/>
                  </a:lnTo>
                  <a:lnTo>
                    <a:pt x="627545" y="179946"/>
                  </a:lnTo>
                  <a:lnTo>
                    <a:pt x="626783" y="181470"/>
                  </a:lnTo>
                  <a:lnTo>
                    <a:pt x="626414" y="182994"/>
                  </a:lnTo>
                  <a:lnTo>
                    <a:pt x="626783" y="184886"/>
                  </a:lnTo>
                  <a:lnTo>
                    <a:pt x="627545" y="186410"/>
                  </a:lnTo>
                  <a:lnTo>
                    <a:pt x="629069" y="187172"/>
                  </a:lnTo>
                  <a:lnTo>
                    <a:pt x="630974" y="187553"/>
                  </a:lnTo>
                  <a:lnTo>
                    <a:pt x="632879" y="187172"/>
                  </a:lnTo>
                  <a:lnTo>
                    <a:pt x="634390" y="186410"/>
                  </a:lnTo>
                  <a:lnTo>
                    <a:pt x="635533" y="184886"/>
                  </a:lnTo>
                  <a:lnTo>
                    <a:pt x="635901" y="182994"/>
                  </a:lnTo>
                  <a:close/>
                </a:path>
                <a:path w="1140460" h="408939">
                  <a:moveTo>
                    <a:pt x="652995" y="176923"/>
                  </a:moveTo>
                  <a:lnTo>
                    <a:pt x="652614" y="175018"/>
                  </a:lnTo>
                  <a:lnTo>
                    <a:pt x="651471" y="173494"/>
                  </a:lnTo>
                  <a:lnTo>
                    <a:pt x="649947" y="172745"/>
                  </a:lnTo>
                  <a:lnTo>
                    <a:pt x="648423" y="172364"/>
                  </a:lnTo>
                  <a:lnTo>
                    <a:pt x="646544" y="172745"/>
                  </a:lnTo>
                  <a:lnTo>
                    <a:pt x="645020" y="173494"/>
                  </a:lnTo>
                  <a:lnTo>
                    <a:pt x="644271" y="175018"/>
                  </a:lnTo>
                  <a:lnTo>
                    <a:pt x="643890" y="176923"/>
                  </a:lnTo>
                  <a:lnTo>
                    <a:pt x="644271" y="178816"/>
                  </a:lnTo>
                  <a:lnTo>
                    <a:pt x="645020" y="180327"/>
                  </a:lnTo>
                  <a:lnTo>
                    <a:pt x="646544" y="181470"/>
                  </a:lnTo>
                  <a:lnTo>
                    <a:pt x="648423" y="181851"/>
                  </a:lnTo>
                  <a:lnTo>
                    <a:pt x="649947" y="181470"/>
                  </a:lnTo>
                  <a:lnTo>
                    <a:pt x="651471" y="180327"/>
                  </a:lnTo>
                  <a:lnTo>
                    <a:pt x="652614" y="178816"/>
                  </a:lnTo>
                  <a:lnTo>
                    <a:pt x="652995" y="176923"/>
                  </a:lnTo>
                  <a:close/>
                </a:path>
                <a:path w="1140460" h="408939">
                  <a:moveTo>
                    <a:pt x="670445" y="170459"/>
                  </a:moveTo>
                  <a:lnTo>
                    <a:pt x="670064" y="169316"/>
                  </a:lnTo>
                  <a:lnTo>
                    <a:pt x="668934" y="167805"/>
                  </a:lnTo>
                  <a:lnTo>
                    <a:pt x="667423" y="166662"/>
                  </a:lnTo>
                  <a:lnTo>
                    <a:pt x="665530" y="166293"/>
                  </a:lnTo>
                  <a:lnTo>
                    <a:pt x="663625" y="166662"/>
                  </a:lnTo>
                  <a:lnTo>
                    <a:pt x="662482" y="167805"/>
                  </a:lnTo>
                  <a:lnTo>
                    <a:pt x="661720" y="169316"/>
                  </a:lnTo>
                  <a:lnTo>
                    <a:pt x="661339" y="170459"/>
                  </a:lnTo>
                  <a:lnTo>
                    <a:pt x="661720" y="172364"/>
                  </a:lnTo>
                  <a:lnTo>
                    <a:pt x="662482" y="173875"/>
                  </a:lnTo>
                  <a:lnTo>
                    <a:pt x="663625" y="175018"/>
                  </a:lnTo>
                  <a:lnTo>
                    <a:pt x="665530" y="175399"/>
                  </a:lnTo>
                  <a:lnTo>
                    <a:pt x="667423" y="175018"/>
                  </a:lnTo>
                  <a:lnTo>
                    <a:pt x="668934" y="173875"/>
                  </a:lnTo>
                  <a:lnTo>
                    <a:pt x="670064" y="172364"/>
                  </a:lnTo>
                  <a:lnTo>
                    <a:pt x="670445" y="170459"/>
                  </a:lnTo>
                  <a:close/>
                </a:path>
                <a:path w="1140460" h="408939">
                  <a:moveTo>
                    <a:pt x="687920" y="164769"/>
                  </a:moveTo>
                  <a:lnTo>
                    <a:pt x="687539" y="162864"/>
                  </a:lnTo>
                  <a:lnTo>
                    <a:pt x="686409" y="161353"/>
                  </a:lnTo>
                  <a:lnTo>
                    <a:pt x="684885" y="160210"/>
                  </a:lnTo>
                  <a:lnTo>
                    <a:pt x="682980" y="159829"/>
                  </a:lnTo>
                  <a:lnTo>
                    <a:pt x="681075" y="160210"/>
                  </a:lnTo>
                  <a:lnTo>
                    <a:pt x="679945" y="161353"/>
                  </a:lnTo>
                  <a:lnTo>
                    <a:pt x="678802" y="162864"/>
                  </a:lnTo>
                  <a:lnTo>
                    <a:pt x="678421" y="164769"/>
                  </a:lnTo>
                  <a:lnTo>
                    <a:pt x="678802" y="166662"/>
                  </a:lnTo>
                  <a:lnTo>
                    <a:pt x="679945" y="168186"/>
                  </a:lnTo>
                  <a:lnTo>
                    <a:pt x="681456" y="168935"/>
                  </a:lnTo>
                  <a:lnTo>
                    <a:pt x="682980" y="169316"/>
                  </a:lnTo>
                  <a:lnTo>
                    <a:pt x="684885" y="168935"/>
                  </a:lnTo>
                  <a:lnTo>
                    <a:pt x="686409" y="168186"/>
                  </a:lnTo>
                  <a:lnTo>
                    <a:pt x="687539" y="166662"/>
                  </a:lnTo>
                  <a:lnTo>
                    <a:pt x="687920" y="164769"/>
                  </a:lnTo>
                  <a:close/>
                </a:path>
                <a:path w="1140460" h="408939">
                  <a:moveTo>
                    <a:pt x="705002" y="158305"/>
                  </a:moveTo>
                  <a:lnTo>
                    <a:pt x="704621" y="156413"/>
                  </a:lnTo>
                  <a:lnTo>
                    <a:pt x="703478" y="155282"/>
                  </a:lnTo>
                  <a:lnTo>
                    <a:pt x="702335" y="154520"/>
                  </a:lnTo>
                  <a:lnTo>
                    <a:pt x="700824" y="154139"/>
                  </a:lnTo>
                  <a:lnTo>
                    <a:pt x="698931" y="154520"/>
                  </a:lnTo>
                  <a:lnTo>
                    <a:pt x="697420" y="155282"/>
                  </a:lnTo>
                  <a:lnTo>
                    <a:pt x="696277" y="156413"/>
                  </a:lnTo>
                  <a:lnTo>
                    <a:pt x="695896" y="158305"/>
                  </a:lnTo>
                  <a:lnTo>
                    <a:pt x="696277" y="160210"/>
                  </a:lnTo>
                  <a:lnTo>
                    <a:pt x="697420" y="161734"/>
                  </a:lnTo>
                  <a:lnTo>
                    <a:pt x="698931" y="162864"/>
                  </a:lnTo>
                  <a:lnTo>
                    <a:pt x="700824" y="163245"/>
                  </a:lnTo>
                  <a:lnTo>
                    <a:pt x="702716" y="162864"/>
                  </a:lnTo>
                  <a:lnTo>
                    <a:pt x="703478" y="161734"/>
                  </a:lnTo>
                  <a:lnTo>
                    <a:pt x="704621" y="160210"/>
                  </a:lnTo>
                  <a:lnTo>
                    <a:pt x="705002" y="158305"/>
                  </a:lnTo>
                  <a:close/>
                </a:path>
                <a:path w="1140460" h="408939">
                  <a:moveTo>
                    <a:pt x="722452" y="152234"/>
                  </a:moveTo>
                  <a:lnTo>
                    <a:pt x="722083" y="150723"/>
                  </a:lnTo>
                  <a:lnTo>
                    <a:pt x="721321" y="149199"/>
                  </a:lnTo>
                  <a:lnTo>
                    <a:pt x="719810" y="148056"/>
                  </a:lnTo>
                  <a:lnTo>
                    <a:pt x="717918" y="147675"/>
                  </a:lnTo>
                  <a:lnTo>
                    <a:pt x="716394" y="148056"/>
                  </a:lnTo>
                  <a:lnTo>
                    <a:pt x="714870" y="149199"/>
                  </a:lnTo>
                  <a:lnTo>
                    <a:pt x="713727" y="150723"/>
                  </a:lnTo>
                  <a:lnTo>
                    <a:pt x="713346" y="152234"/>
                  </a:lnTo>
                  <a:lnTo>
                    <a:pt x="713727" y="154139"/>
                  </a:lnTo>
                  <a:lnTo>
                    <a:pt x="714870" y="155663"/>
                  </a:lnTo>
                  <a:lnTo>
                    <a:pt x="716394" y="156413"/>
                  </a:lnTo>
                  <a:lnTo>
                    <a:pt x="717918" y="156794"/>
                  </a:lnTo>
                  <a:lnTo>
                    <a:pt x="719810" y="156413"/>
                  </a:lnTo>
                  <a:lnTo>
                    <a:pt x="721321" y="155663"/>
                  </a:lnTo>
                  <a:lnTo>
                    <a:pt x="722083" y="154139"/>
                  </a:lnTo>
                  <a:lnTo>
                    <a:pt x="722452" y="152234"/>
                  </a:lnTo>
                  <a:close/>
                </a:path>
                <a:path w="1140460" h="408939">
                  <a:moveTo>
                    <a:pt x="739940" y="146164"/>
                  </a:moveTo>
                  <a:lnTo>
                    <a:pt x="739559" y="144272"/>
                  </a:lnTo>
                  <a:lnTo>
                    <a:pt x="738797" y="143129"/>
                  </a:lnTo>
                  <a:lnTo>
                    <a:pt x="737273" y="141986"/>
                  </a:lnTo>
                  <a:lnTo>
                    <a:pt x="735368" y="141605"/>
                  </a:lnTo>
                  <a:lnTo>
                    <a:pt x="733463" y="141986"/>
                  </a:lnTo>
                  <a:lnTo>
                    <a:pt x="731951" y="143129"/>
                  </a:lnTo>
                  <a:lnTo>
                    <a:pt x="730821" y="144272"/>
                  </a:lnTo>
                  <a:lnTo>
                    <a:pt x="730440" y="146164"/>
                  </a:lnTo>
                  <a:lnTo>
                    <a:pt x="730821" y="148056"/>
                  </a:lnTo>
                  <a:lnTo>
                    <a:pt x="731951" y="149580"/>
                  </a:lnTo>
                  <a:lnTo>
                    <a:pt x="733463" y="150342"/>
                  </a:lnTo>
                  <a:lnTo>
                    <a:pt x="735368" y="150723"/>
                  </a:lnTo>
                  <a:lnTo>
                    <a:pt x="737273" y="150342"/>
                  </a:lnTo>
                  <a:lnTo>
                    <a:pt x="738797" y="149580"/>
                  </a:lnTo>
                  <a:lnTo>
                    <a:pt x="739559" y="148056"/>
                  </a:lnTo>
                  <a:lnTo>
                    <a:pt x="739940" y="146164"/>
                  </a:lnTo>
                  <a:close/>
                </a:path>
                <a:path w="1140460" h="408939">
                  <a:moveTo>
                    <a:pt x="757389" y="140093"/>
                  </a:moveTo>
                  <a:lnTo>
                    <a:pt x="757008" y="138188"/>
                  </a:lnTo>
                  <a:lnTo>
                    <a:pt x="755865" y="136664"/>
                  </a:lnTo>
                  <a:lnTo>
                    <a:pt x="754722" y="135915"/>
                  </a:lnTo>
                  <a:lnTo>
                    <a:pt x="752843" y="135534"/>
                  </a:lnTo>
                  <a:lnTo>
                    <a:pt x="750951" y="135915"/>
                  </a:lnTo>
                  <a:lnTo>
                    <a:pt x="749427" y="136664"/>
                  </a:lnTo>
                  <a:lnTo>
                    <a:pt x="748665" y="138188"/>
                  </a:lnTo>
                  <a:lnTo>
                    <a:pt x="748284" y="140093"/>
                  </a:lnTo>
                  <a:lnTo>
                    <a:pt x="748665" y="141986"/>
                  </a:lnTo>
                  <a:lnTo>
                    <a:pt x="749427" y="143129"/>
                  </a:lnTo>
                  <a:lnTo>
                    <a:pt x="750951" y="144272"/>
                  </a:lnTo>
                  <a:lnTo>
                    <a:pt x="752843" y="144653"/>
                  </a:lnTo>
                  <a:lnTo>
                    <a:pt x="754722" y="144272"/>
                  </a:lnTo>
                  <a:lnTo>
                    <a:pt x="757008" y="141986"/>
                  </a:lnTo>
                  <a:lnTo>
                    <a:pt x="757389" y="140093"/>
                  </a:lnTo>
                  <a:close/>
                </a:path>
                <a:path w="1140460" h="408939">
                  <a:moveTo>
                    <a:pt x="774852" y="133642"/>
                  </a:moveTo>
                  <a:lnTo>
                    <a:pt x="774484" y="132118"/>
                  </a:lnTo>
                  <a:lnTo>
                    <a:pt x="773341" y="130594"/>
                  </a:lnTo>
                  <a:lnTo>
                    <a:pt x="771829" y="129844"/>
                  </a:lnTo>
                  <a:lnTo>
                    <a:pt x="769924" y="129463"/>
                  </a:lnTo>
                  <a:lnTo>
                    <a:pt x="768400" y="129844"/>
                  </a:lnTo>
                  <a:lnTo>
                    <a:pt x="766876" y="130594"/>
                  </a:lnTo>
                  <a:lnTo>
                    <a:pt x="766114" y="132118"/>
                  </a:lnTo>
                  <a:lnTo>
                    <a:pt x="765733" y="133642"/>
                  </a:lnTo>
                  <a:lnTo>
                    <a:pt x="766114" y="135534"/>
                  </a:lnTo>
                  <a:lnTo>
                    <a:pt x="766876" y="137045"/>
                  </a:lnTo>
                  <a:lnTo>
                    <a:pt x="768400" y="138188"/>
                  </a:lnTo>
                  <a:lnTo>
                    <a:pt x="769924" y="138569"/>
                  </a:lnTo>
                  <a:lnTo>
                    <a:pt x="771829" y="138188"/>
                  </a:lnTo>
                  <a:lnTo>
                    <a:pt x="773341" y="137045"/>
                  </a:lnTo>
                  <a:lnTo>
                    <a:pt x="774484" y="135534"/>
                  </a:lnTo>
                  <a:lnTo>
                    <a:pt x="774852" y="133642"/>
                  </a:lnTo>
                  <a:close/>
                </a:path>
                <a:path w="1140460" h="408939">
                  <a:moveTo>
                    <a:pt x="792327" y="127939"/>
                  </a:moveTo>
                  <a:lnTo>
                    <a:pt x="791946" y="126034"/>
                  </a:lnTo>
                  <a:lnTo>
                    <a:pt x="790803" y="124523"/>
                  </a:lnTo>
                  <a:lnTo>
                    <a:pt x="789279" y="123393"/>
                  </a:lnTo>
                  <a:lnTo>
                    <a:pt x="787374" y="123012"/>
                  </a:lnTo>
                  <a:lnTo>
                    <a:pt x="785482" y="123393"/>
                  </a:lnTo>
                  <a:lnTo>
                    <a:pt x="783971" y="124523"/>
                  </a:lnTo>
                  <a:lnTo>
                    <a:pt x="783221" y="126034"/>
                  </a:lnTo>
                  <a:lnTo>
                    <a:pt x="782840" y="127939"/>
                  </a:lnTo>
                  <a:lnTo>
                    <a:pt x="783221" y="129844"/>
                  </a:lnTo>
                  <a:lnTo>
                    <a:pt x="783971" y="130975"/>
                  </a:lnTo>
                  <a:lnTo>
                    <a:pt x="785482" y="131737"/>
                  </a:lnTo>
                  <a:lnTo>
                    <a:pt x="787374" y="132118"/>
                  </a:lnTo>
                  <a:lnTo>
                    <a:pt x="789279" y="131737"/>
                  </a:lnTo>
                  <a:lnTo>
                    <a:pt x="790803" y="130975"/>
                  </a:lnTo>
                  <a:lnTo>
                    <a:pt x="791946" y="129844"/>
                  </a:lnTo>
                  <a:lnTo>
                    <a:pt x="792327" y="127939"/>
                  </a:lnTo>
                  <a:close/>
                </a:path>
                <a:path w="1140460" h="408939">
                  <a:moveTo>
                    <a:pt x="809396" y="121488"/>
                  </a:moveTo>
                  <a:lnTo>
                    <a:pt x="809015" y="119583"/>
                  </a:lnTo>
                  <a:lnTo>
                    <a:pt x="808253" y="118071"/>
                  </a:lnTo>
                  <a:lnTo>
                    <a:pt x="806742" y="117309"/>
                  </a:lnTo>
                  <a:lnTo>
                    <a:pt x="804849" y="116928"/>
                  </a:lnTo>
                  <a:lnTo>
                    <a:pt x="802957" y="117309"/>
                  </a:lnTo>
                  <a:lnTo>
                    <a:pt x="801814" y="118071"/>
                  </a:lnTo>
                  <a:lnTo>
                    <a:pt x="800671" y="119583"/>
                  </a:lnTo>
                  <a:lnTo>
                    <a:pt x="800290" y="121488"/>
                  </a:lnTo>
                  <a:lnTo>
                    <a:pt x="800671" y="123393"/>
                  </a:lnTo>
                  <a:lnTo>
                    <a:pt x="801814" y="124904"/>
                  </a:lnTo>
                  <a:lnTo>
                    <a:pt x="803338" y="126034"/>
                  </a:lnTo>
                  <a:lnTo>
                    <a:pt x="804849" y="126415"/>
                  </a:lnTo>
                  <a:lnTo>
                    <a:pt x="806742" y="126034"/>
                  </a:lnTo>
                  <a:lnTo>
                    <a:pt x="808253" y="124904"/>
                  </a:lnTo>
                  <a:lnTo>
                    <a:pt x="809015" y="123393"/>
                  </a:lnTo>
                  <a:lnTo>
                    <a:pt x="809396" y="121488"/>
                  </a:lnTo>
                  <a:close/>
                </a:path>
                <a:path w="1140460" h="408939">
                  <a:moveTo>
                    <a:pt x="826871" y="115404"/>
                  </a:moveTo>
                  <a:lnTo>
                    <a:pt x="826490" y="113893"/>
                  </a:lnTo>
                  <a:lnTo>
                    <a:pt x="825360" y="112382"/>
                  </a:lnTo>
                  <a:lnTo>
                    <a:pt x="823836" y="111239"/>
                  </a:lnTo>
                  <a:lnTo>
                    <a:pt x="822312" y="110858"/>
                  </a:lnTo>
                  <a:lnTo>
                    <a:pt x="820788" y="111239"/>
                  </a:lnTo>
                  <a:lnTo>
                    <a:pt x="819264" y="112382"/>
                  </a:lnTo>
                  <a:lnTo>
                    <a:pt x="818134" y="113893"/>
                  </a:lnTo>
                  <a:lnTo>
                    <a:pt x="817753" y="115785"/>
                  </a:lnTo>
                  <a:lnTo>
                    <a:pt x="818134" y="116928"/>
                  </a:lnTo>
                  <a:lnTo>
                    <a:pt x="819264" y="118452"/>
                  </a:lnTo>
                  <a:lnTo>
                    <a:pt x="820788" y="119583"/>
                  </a:lnTo>
                  <a:lnTo>
                    <a:pt x="822312" y="119964"/>
                  </a:lnTo>
                  <a:lnTo>
                    <a:pt x="824217" y="119583"/>
                  </a:lnTo>
                  <a:lnTo>
                    <a:pt x="825360" y="118452"/>
                  </a:lnTo>
                  <a:lnTo>
                    <a:pt x="826490" y="116928"/>
                  </a:lnTo>
                  <a:lnTo>
                    <a:pt x="826871" y="115404"/>
                  </a:lnTo>
                  <a:close/>
                </a:path>
                <a:path w="1140460" h="408939">
                  <a:moveTo>
                    <a:pt x="844334" y="109334"/>
                  </a:moveTo>
                  <a:lnTo>
                    <a:pt x="843953" y="107442"/>
                  </a:lnTo>
                  <a:lnTo>
                    <a:pt x="843191" y="105918"/>
                  </a:lnTo>
                  <a:lnTo>
                    <a:pt x="841667" y="104775"/>
                  </a:lnTo>
                  <a:lnTo>
                    <a:pt x="839774" y="104406"/>
                  </a:lnTo>
                  <a:lnTo>
                    <a:pt x="837882" y="104775"/>
                  </a:lnTo>
                  <a:lnTo>
                    <a:pt x="836371" y="105918"/>
                  </a:lnTo>
                  <a:lnTo>
                    <a:pt x="835228" y="107442"/>
                  </a:lnTo>
                  <a:lnTo>
                    <a:pt x="835228" y="111239"/>
                  </a:lnTo>
                  <a:lnTo>
                    <a:pt x="836371" y="112763"/>
                  </a:lnTo>
                  <a:lnTo>
                    <a:pt x="837882" y="113512"/>
                  </a:lnTo>
                  <a:lnTo>
                    <a:pt x="839774" y="113893"/>
                  </a:lnTo>
                  <a:lnTo>
                    <a:pt x="841667" y="113512"/>
                  </a:lnTo>
                  <a:lnTo>
                    <a:pt x="843191" y="112763"/>
                  </a:lnTo>
                  <a:lnTo>
                    <a:pt x="843953" y="111239"/>
                  </a:lnTo>
                  <a:lnTo>
                    <a:pt x="844334" y="109334"/>
                  </a:lnTo>
                  <a:close/>
                </a:path>
                <a:path w="1140460" h="408939">
                  <a:moveTo>
                    <a:pt x="861783" y="103263"/>
                  </a:moveTo>
                  <a:lnTo>
                    <a:pt x="861415" y="101371"/>
                  </a:lnTo>
                  <a:lnTo>
                    <a:pt x="860653" y="99847"/>
                  </a:lnTo>
                  <a:lnTo>
                    <a:pt x="859142" y="99085"/>
                  </a:lnTo>
                  <a:lnTo>
                    <a:pt x="857250" y="98704"/>
                  </a:lnTo>
                  <a:lnTo>
                    <a:pt x="855345" y="99085"/>
                  </a:lnTo>
                  <a:lnTo>
                    <a:pt x="853821" y="99847"/>
                  </a:lnTo>
                  <a:lnTo>
                    <a:pt x="852678" y="101371"/>
                  </a:lnTo>
                  <a:lnTo>
                    <a:pt x="852297" y="103263"/>
                  </a:lnTo>
                  <a:lnTo>
                    <a:pt x="852678" y="104775"/>
                  </a:lnTo>
                  <a:lnTo>
                    <a:pt x="853821" y="106299"/>
                  </a:lnTo>
                  <a:lnTo>
                    <a:pt x="855345" y="107442"/>
                  </a:lnTo>
                  <a:lnTo>
                    <a:pt x="857250" y="107823"/>
                  </a:lnTo>
                  <a:lnTo>
                    <a:pt x="859142" y="107442"/>
                  </a:lnTo>
                  <a:lnTo>
                    <a:pt x="860653" y="106299"/>
                  </a:lnTo>
                  <a:lnTo>
                    <a:pt x="861415" y="104775"/>
                  </a:lnTo>
                  <a:lnTo>
                    <a:pt x="861783" y="103263"/>
                  </a:lnTo>
                  <a:close/>
                </a:path>
                <a:path w="1140460" h="408939">
                  <a:moveTo>
                    <a:pt x="879259" y="97193"/>
                  </a:moveTo>
                  <a:lnTo>
                    <a:pt x="878890" y="95288"/>
                  </a:lnTo>
                  <a:lnTo>
                    <a:pt x="877747" y="93776"/>
                  </a:lnTo>
                  <a:lnTo>
                    <a:pt x="876223" y="92633"/>
                  </a:lnTo>
                  <a:lnTo>
                    <a:pt x="874699" y="92252"/>
                  </a:lnTo>
                  <a:lnTo>
                    <a:pt x="872794" y="92633"/>
                  </a:lnTo>
                  <a:lnTo>
                    <a:pt x="871283" y="93776"/>
                  </a:lnTo>
                  <a:lnTo>
                    <a:pt x="870534" y="95288"/>
                  </a:lnTo>
                  <a:lnTo>
                    <a:pt x="870153" y="97193"/>
                  </a:lnTo>
                  <a:lnTo>
                    <a:pt x="870534" y="98704"/>
                  </a:lnTo>
                  <a:lnTo>
                    <a:pt x="871283" y="100228"/>
                  </a:lnTo>
                  <a:lnTo>
                    <a:pt x="872794" y="101371"/>
                  </a:lnTo>
                  <a:lnTo>
                    <a:pt x="874699" y="101752"/>
                  </a:lnTo>
                  <a:lnTo>
                    <a:pt x="876223" y="101371"/>
                  </a:lnTo>
                  <a:lnTo>
                    <a:pt x="877747" y="100228"/>
                  </a:lnTo>
                  <a:lnTo>
                    <a:pt x="878890" y="98704"/>
                  </a:lnTo>
                  <a:lnTo>
                    <a:pt x="879259" y="97193"/>
                  </a:lnTo>
                  <a:close/>
                </a:path>
                <a:path w="1140460" h="408939">
                  <a:moveTo>
                    <a:pt x="896721" y="90741"/>
                  </a:moveTo>
                  <a:lnTo>
                    <a:pt x="896340" y="89217"/>
                  </a:lnTo>
                  <a:lnTo>
                    <a:pt x="895197" y="87706"/>
                  </a:lnTo>
                  <a:lnTo>
                    <a:pt x="893673" y="86563"/>
                  </a:lnTo>
                  <a:lnTo>
                    <a:pt x="891781" y="86182"/>
                  </a:lnTo>
                  <a:lnTo>
                    <a:pt x="889889" y="86563"/>
                  </a:lnTo>
                  <a:lnTo>
                    <a:pt x="888377" y="87706"/>
                  </a:lnTo>
                  <a:lnTo>
                    <a:pt x="887615" y="90741"/>
                  </a:lnTo>
                  <a:lnTo>
                    <a:pt x="887996" y="92633"/>
                  </a:lnTo>
                  <a:lnTo>
                    <a:pt x="888377" y="94157"/>
                  </a:lnTo>
                  <a:lnTo>
                    <a:pt x="889889" y="94907"/>
                  </a:lnTo>
                  <a:lnTo>
                    <a:pt x="891781" y="95288"/>
                  </a:lnTo>
                  <a:lnTo>
                    <a:pt x="893673" y="94907"/>
                  </a:lnTo>
                  <a:lnTo>
                    <a:pt x="895197" y="94157"/>
                  </a:lnTo>
                  <a:lnTo>
                    <a:pt x="896340" y="92633"/>
                  </a:lnTo>
                  <a:lnTo>
                    <a:pt x="896721" y="90741"/>
                  </a:lnTo>
                  <a:close/>
                </a:path>
                <a:path w="1140460" h="408939">
                  <a:moveTo>
                    <a:pt x="914184" y="84658"/>
                  </a:moveTo>
                  <a:lnTo>
                    <a:pt x="913803" y="82765"/>
                  </a:lnTo>
                  <a:lnTo>
                    <a:pt x="912672" y="81254"/>
                  </a:lnTo>
                  <a:lnTo>
                    <a:pt x="911148" y="80492"/>
                  </a:lnTo>
                  <a:lnTo>
                    <a:pt x="909256" y="80111"/>
                  </a:lnTo>
                  <a:lnTo>
                    <a:pt x="907351" y="80492"/>
                  </a:lnTo>
                  <a:lnTo>
                    <a:pt x="905827" y="81254"/>
                  </a:lnTo>
                  <a:lnTo>
                    <a:pt x="905065" y="82765"/>
                  </a:lnTo>
                  <a:lnTo>
                    <a:pt x="904684" y="84658"/>
                  </a:lnTo>
                  <a:lnTo>
                    <a:pt x="905065" y="86563"/>
                  </a:lnTo>
                  <a:lnTo>
                    <a:pt x="905827" y="88074"/>
                  </a:lnTo>
                  <a:lnTo>
                    <a:pt x="907351" y="89217"/>
                  </a:lnTo>
                  <a:lnTo>
                    <a:pt x="909256" y="89598"/>
                  </a:lnTo>
                  <a:lnTo>
                    <a:pt x="911148" y="89217"/>
                  </a:lnTo>
                  <a:lnTo>
                    <a:pt x="912672" y="88074"/>
                  </a:lnTo>
                  <a:lnTo>
                    <a:pt x="913803" y="86563"/>
                  </a:lnTo>
                  <a:lnTo>
                    <a:pt x="914184" y="84658"/>
                  </a:lnTo>
                  <a:close/>
                </a:path>
                <a:path w="1140460" h="408939">
                  <a:moveTo>
                    <a:pt x="931278" y="78587"/>
                  </a:moveTo>
                  <a:lnTo>
                    <a:pt x="930897" y="77063"/>
                  </a:lnTo>
                  <a:lnTo>
                    <a:pt x="929754" y="75552"/>
                  </a:lnTo>
                  <a:lnTo>
                    <a:pt x="928230" y="74409"/>
                  </a:lnTo>
                  <a:lnTo>
                    <a:pt x="926706" y="74028"/>
                  </a:lnTo>
                  <a:lnTo>
                    <a:pt x="924814" y="74409"/>
                  </a:lnTo>
                  <a:lnTo>
                    <a:pt x="923683" y="75552"/>
                  </a:lnTo>
                  <a:lnTo>
                    <a:pt x="922540" y="77063"/>
                  </a:lnTo>
                  <a:lnTo>
                    <a:pt x="922159" y="78587"/>
                  </a:lnTo>
                  <a:lnTo>
                    <a:pt x="922540" y="80111"/>
                  </a:lnTo>
                  <a:lnTo>
                    <a:pt x="923683" y="81622"/>
                  </a:lnTo>
                  <a:lnTo>
                    <a:pt x="925195" y="82765"/>
                  </a:lnTo>
                  <a:lnTo>
                    <a:pt x="926706" y="83146"/>
                  </a:lnTo>
                  <a:lnTo>
                    <a:pt x="928230" y="82765"/>
                  </a:lnTo>
                  <a:lnTo>
                    <a:pt x="929754" y="81622"/>
                  </a:lnTo>
                  <a:lnTo>
                    <a:pt x="930897" y="80111"/>
                  </a:lnTo>
                  <a:lnTo>
                    <a:pt x="931278" y="78587"/>
                  </a:lnTo>
                  <a:close/>
                </a:path>
                <a:path w="1140460" h="408939">
                  <a:moveTo>
                    <a:pt x="948728" y="72504"/>
                  </a:moveTo>
                  <a:lnTo>
                    <a:pt x="948347" y="70624"/>
                  </a:lnTo>
                  <a:lnTo>
                    <a:pt x="947216" y="69100"/>
                  </a:lnTo>
                  <a:lnTo>
                    <a:pt x="945692" y="67957"/>
                  </a:lnTo>
                  <a:lnTo>
                    <a:pt x="944181" y="67576"/>
                  </a:lnTo>
                  <a:lnTo>
                    <a:pt x="942289" y="67957"/>
                  </a:lnTo>
                  <a:lnTo>
                    <a:pt x="941146" y="69100"/>
                  </a:lnTo>
                  <a:lnTo>
                    <a:pt x="940003" y="70624"/>
                  </a:lnTo>
                  <a:lnTo>
                    <a:pt x="939622" y="72504"/>
                  </a:lnTo>
                  <a:lnTo>
                    <a:pt x="940003" y="74409"/>
                  </a:lnTo>
                  <a:lnTo>
                    <a:pt x="941146" y="75933"/>
                  </a:lnTo>
                  <a:lnTo>
                    <a:pt x="942289" y="76682"/>
                  </a:lnTo>
                  <a:lnTo>
                    <a:pt x="944181" y="77063"/>
                  </a:lnTo>
                  <a:lnTo>
                    <a:pt x="946073" y="76682"/>
                  </a:lnTo>
                  <a:lnTo>
                    <a:pt x="947216" y="75933"/>
                  </a:lnTo>
                  <a:lnTo>
                    <a:pt x="948347" y="74409"/>
                  </a:lnTo>
                  <a:lnTo>
                    <a:pt x="948728" y="72504"/>
                  </a:lnTo>
                  <a:close/>
                </a:path>
                <a:path w="1140460" h="408939">
                  <a:moveTo>
                    <a:pt x="966203" y="66065"/>
                  </a:moveTo>
                  <a:lnTo>
                    <a:pt x="965822" y="64160"/>
                  </a:lnTo>
                  <a:lnTo>
                    <a:pt x="965060" y="63017"/>
                  </a:lnTo>
                  <a:lnTo>
                    <a:pt x="963549" y="62255"/>
                  </a:lnTo>
                  <a:lnTo>
                    <a:pt x="961644" y="61887"/>
                  </a:lnTo>
                  <a:lnTo>
                    <a:pt x="959739" y="62255"/>
                  </a:lnTo>
                  <a:lnTo>
                    <a:pt x="958215" y="63017"/>
                  </a:lnTo>
                  <a:lnTo>
                    <a:pt x="957084" y="64160"/>
                  </a:lnTo>
                  <a:lnTo>
                    <a:pt x="956703" y="66065"/>
                  </a:lnTo>
                  <a:lnTo>
                    <a:pt x="957084" y="67957"/>
                  </a:lnTo>
                  <a:lnTo>
                    <a:pt x="958215" y="69481"/>
                  </a:lnTo>
                  <a:lnTo>
                    <a:pt x="959739" y="70624"/>
                  </a:lnTo>
                  <a:lnTo>
                    <a:pt x="961644" y="70993"/>
                  </a:lnTo>
                  <a:lnTo>
                    <a:pt x="963549" y="70624"/>
                  </a:lnTo>
                  <a:lnTo>
                    <a:pt x="965060" y="69481"/>
                  </a:lnTo>
                  <a:lnTo>
                    <a:pt x="965822" y="67957"/>
                  </a:lnTo>
                  <a:lnTo>
                    <a:pt x="966203" y="66065"/>
                  </a:lnTo>
                  <a:close/>
                </a:path>
                <a:path w="1140460" h="408939">
                  <a:moveTo>
                    <a:pt x="983284" y="60363"/>
                  </a:moveTo>
                  <a:lnTo>
                    <a:pt x="982903" y="58470"/>
                  </a:lnTo>
                  <a:lnTo>
                    <a:pt x="982141" y="56946"/>
                  </a:lnTo>
                  <a:lnTo>
                    <a:pt x="980998" y="55803"/>
                  </a:lnTo>
                  <a:lnTo>
                    <a:pt x="979093" y="55422"/>
                  </a:lnTo>
                  <a:lnTo>
                    <a:pt x="977214" y="55803"/>
                  </a:lnTo>
                  <a:lnTo>
                    <a:pt x="975690" y="56946"/>
                  </a:lnTo>
                  <a:lnTo>
                    <a:pt x="974559" y="58470"/>
                  </a:lnTo>
                  <a:lnTo>
                    <a:pt x="974178" y="60363"/>
                  </a:lnTo>
                  <a:lnTo>
                    <a:pt x="974559" y="61887"/>
                  </a:lnTo>
                  <a:lnTo>
                    <a:pt x="975690" y="63398"/>
                  </a:lnTo>
                  <a:lnTo>
                    <a:pt x="977214" y="64160"/>
                  </a:lnTo>
                  <a:lnTo>
                    <a:pt x="979093" y="64541"/>
                  </a:lnTo>
                  <a:lnTo>
                    <a:pt x="980998" y="64160"/>
                  </a:lnTo>
                  <a:lnTo>
                    <a:pt x="982141" y="63398"/>
                  </a:lnTo>
                  <a:lnTo>
                    <a:pt x="982903" y="61887"/>
                  </a:lnTo>
                  <a:lnTo>
                    <a:pt x="983284" y="60363"/>
                  </a:lnTo>
                  <a:close/>
                </a:path>
                <a:path w="1140460" h="408939">
                  <a:moveTo>
                    <a:pt x="1001115" y="53911"/>
                  </a:moveTo>
                  <a:lnTo>
                    <a:pt x="1000734" y="52006"/>
                  </a:lnTo>
                  <a:lnTo>
                    <a:pt x="999604" y="50495"/>
                  </a:lnTo>
                  <a:lnTo>
                    <a:pt x="998093" y="49733"/>
                  </a:lnTo>
                  <a:lnTo>
                    <a:pt x="996200" y="49352"/>
                  </a:lnTo>
                  <a:lnTo>
                    <a:pt x="994295" y="49733"/>
                  </a:lnTo>
                  <a:lnTo>
                    <a:pt x="993152" y="50495"/>
                  </a:lnTo>
                  <a:lnTo>
                    <a:pt x="992390" y="52006"/>
                  </a:lnTo>
                  <a:lnTo>
                    <a:pt x="992009" y="53911"/>
                  </a:lnTo>
                  <a:lnTo>
                    <a:pt x="992390" y="55803"/>
                  </a:lnTo>
                  <a:lnTo>
                    <a:pt x="993152" y="57327"/>
                  </a:lnTo>
                  <a:lnTo>
                    <a:pt x="994295" y="58089"/>
                  </a:lnTo>
                  <a:lnTo>
                    <a:pt x="996200" y="58470"/>
                  </a:lnTo>
                  <a:lnTo>
                    <a:pt x="998093" y="58089"/>
                  </a:lnTo>
                  <a:lnTo>
                    <a:pt x="999604" y="57327"/>
                  </a:lnTo>
                  <a:lnTo>
                    <a:pt x="1000734" y="55803"/>
                  </a:lnTo>
                  <a:lnTo>
                    <a:pt x="1001115" y="53911"/>
                  </a:lnTo>
                  <a:close/>
                </a:path>
                <a:path w="1140460" h="408939">
                  <a:moveTo>
                    <a:pt x="1018590" y="47840"/>
                  </a:moveTo>
                  <a:lnTo>
                    <a:pt x="1018209" y="45935"/>
                  </a:lnTo>
                  <a:lnTo>
                    <a:pt x="1017079" y="44424"/>
                  </a:lnTo>
                  <a:lnTo>
                    <a:pt x="1015555" y="43662"/>
                  </a:lnTo>
                  <a:lnTo>
                    <a:pt x="1013650" y="43281"/>
                  </a:lnTo>
                  <a:lnTo>
                    <a:pt x="1011745" y="43662"/>
                  </a:lnTo>
                  <a:lnTo>
                    <a:pt x="1010234" y="44424"/>
                  </a:lnTo>
                  <a:lnTo>
                    <a:pt x="1009472" y="45935"/>
                  </a:lnTo>
                  <a:lnTo>
                    <a:pt x="1009103" y="47840"/>
                  </a:lnTo>
                  <a:lnTo>
                    <a:pt x="1009472" y="49733"/>
                  </a:lnTo>
                  <a:lnTo>
                    <a:pt x="1010234" y="50876"/>
                  </a:lnTo>
                  <a:lnTo>
                    <a:pt x="1011745" y="52006"/>
                  </a:lnTo>
                  <a:lnTo>
                    <a:pt x="1013650" y="52387"/>
                  </a:lnTo>
                  <a:lnTo>
                    <a:pt x="1015555" y="52006"/>
                  </a:lnTo>
                  <a:lnTo>
                    <a:pt x="1017079" y="50876"/>
                  </a:lnTo>
                  <a:lnTo>
                    <a:pt x="1018209" y="49733"/>
                  </a:lnTo>
                  <a:lnTo>
                    <a:pt x="1018590" y="47840"/>
                  </a:lnTo>
                  <a:close/>
                </a:path>
                <a:path w="1140460" h="408939">
                  <a:moveTo>
                    <a:pt x="1035672" y="41757"/>
                  </a:moveTo>
                  <a:lnTo>
                    <a:pt x="1035291" y="39865"/>
                  </a:lnTo>
                  <a:lnTo>
                    <a:pt x="1034148" y="38354"/>
                  </a:lnTo>
                  <a:lnTo>
                    <a:pt x="1033005" y="37592"/>
                  </a:lnTo>
                  <a:lnTo>
                    <a:pt x="1031113" y="37211"/>
                  </a:lnTo>
                  <a:lnTo>
                    <a:pt x="1029220" y="37592"/>
                  </a:lnTo>
                  <a:lnTo>
                    <a:pt x="1027709" y="38354"/>
                  </a:lnTo>
                  <a:lnTo>
                    <a:pt x="1026947" y="39865"/>
                  </a:lnTo>
                  <a:lnTo>
                    <a:pt x="1026566" y="41757"/>
                  </a:lnTo>
                  <a:lnTo>
                    <a:pt x="1026947" y="43281"/>
                  </a:lnTo>
                  <a:lnTo>
                    <a:pt x="1027709" y="44792"/>
                  </a:lnTo>
                  <a:lnTo>
                    <a:pt x="1029220" y="45935"/>
                  </a:lnTo>
                  <a:lnTo>
                    <a:pt x="1031113" y="46316"/>
                  </a:lnTo>
                  <a:lnTo>
                    <a:pt x="1033005" y="45935"/>
                  </a:lnTo>
                  <a:lnTo>
                    <a:pt x="1034148" y="44792"/>
                  </a:lnTo>
                  <a:lnTo>
                    <a:pt x="1035291" y="43281"/>
                  </a:lnTo>
                  <a:lnTo>
                    <a:pt x="1035672" y="41757"/>
                  </a:lnTo>
                  <a:close/>
                </a:path>
                <a:path w="1140460" h="408939">
                  <a:moveTo>
                    <a:pt x="1053134" y="35687"/>
                  </a:moveTo>
                  <a:lnTo>
                    <a:pt x="1052753" y="33794"/>
                  </a:lnTo>
                  <a:lnTo>
                    <a:pt x="1051623" y="32270"/>
                  </a:lnTo>
                  <a:lnTo>
                    <a:pt x="1050099" y="31127"/>
                  </a:lnTo>
                  <a:lnTo>
                    <a:pt x="1048207" y="30746"/>
                  </a:lnTo>
                  <a:lnTo>
                    <a:pt x="1046683" y="31127"/>
                  </a:lnTo>
                  <a:lnTo>
                    <a:pt x="1045540" y="32270"/>
                  </a:lnTo>
                  <a:lnTo>
                    <a:pt x="1044397" y="33794"/>
                  </a:lnTo>
                  <a:lnTo>
                    <a:pt x="1044016" y="35687"/>
                  </a:lnTo>
                  <a:lnTo>
                    <a:pt x="1044397" y="37592"/>
                  </a:lnTo>
                  <a:lnTo>
                    <a:pt x="1045540" y="38722"/>
                  </a:lnTo>
                  <a:lnTo>
                    <a:pt x="1047064" y="39484"/>
                  </a:lnTo>
                  <a:lnTo>
                    <a:pt x="1048207" y="39865"/>
                  </a:lnTo>
                  <a:lnTo>
                    <a:pt x="1050099" y="39484"/>
                  </a:lnTo>
                  <a:lnTo>
                    <a:pt x="1051623" y="38722"/>
                  </a:lnTo>
                  <a:lnTo>
                    <a:pt x="1052753" y="37592"/>
                  </a:lnTo>
                  <a:lnTo>
                    <a:pt x="1053134" y="35687"/>
                  </a:lnTo>
                  <a:close/>
                </a:path>
                <a:path w="1140460" h="408939">
                  <a:moveTo>
                    <a:pt x="1070610" y="29235"/>
                  </a:moveTo>
                  <a:lnTo>
                    <a:pt x="1070229" y="27343"/>
                  </a:lnTo>
                  <a:lnTo>
                    <a:pt x="1069086" y="25819"/>
                  </a:lnTo>
                  <a:lnTo>
                    <a:pt x="1067562" y="25057"/>
                  </a:lnTo>
                  <a:lnTo>
                    <a:pt x="1066038" y="24676"/>
                  </a:lnTo>
                  <a:lnTo>
                    <a:pt x="1064145" y="25057"/>
                  </a:lnTo>
                  <a:lnTo>
                    <a:pt x="1062621" y="25819"/>
                  </a:lnTo>
                  <a:lnTo>
                    <a:pt x="1061491" y="27343"/>
                  </a:lnTo>
                  <a:lnTo>
                    <a:pt x="1061110" y="29235"/>
                  </a:lnTo>
                  <a:lnTo>
                    <a:pt x="1061491" y="31127"/>
                  </a:lnTo>
                  <a:lnTo>
                    <a:pt x="1062621" y="32651"/>
                  </a:lnTo>
                  <a:lnTo>
                    <a:pt x="1064145" y="33794"/>
                  </a:lnTo>
                  <a:lnTo>
                    <a:pt x="1066038" y="34175"/>
                  </a:lnTo>
                  <a:lnTo>
                    <a:pt x="1067943" y="33794"/>
                  </a:lnTo>
                  <a:lnTo>
                    <a:pt x="1069086" y="32651"/>
                  </a:lnTo>
                  <a:lnTo>
                    <a:pt x="1070229" y="31127"/>
                  </a:lnTo>
                  <a:lnTo>
                    <a:pt x="1070610" y="29235"/>
                  </a:lnTo>
                  <a:close/>
                </a:path>
                <a:path w="1140460" h="408939">
                  <a:moveTo>
                    <a:pt x="1087678" y="23545"/>
                  </a:moveTo>
                  <a:lnTo>
                    <a:pt x="1087297" y="21640"/>
                  </a:lnTo>
                  <a:lnTo>
                    <a:pt x="1086535" y="20116"/>
                  </a:lnTo>
                  <a:lnTo>
                    <a:pt x="1085405" y="18986"/>
                  </a:lnTo>
                  <a:lnTo>
                    <a:pt x="1083513" y="18605"/>
                  </a:lnTo>
                  <a:lnTo>
                    <a:pt x="1081608" y="18986"/>
                  </a:lnTo>
                  <a:lnTo>
                    <a:pt x="1080096" y="20116"/>
                  </a:lnTo>
                  <a:lnTo>
                    <a:pt x="1078953" y="21640"/>
                  </a:lnTo>
                  <a:lnTo>
                    <a:pt x="1078572" y="23545"/>
                  </a:lnTo>
                  <a:lnTo>
                    <a:pt x="1078953" y="24676"/>
                  </a:lnTo>
                  <a:lnTo>
                    <a:pt x="1080096" y="26200"/>
                  </a:lnTo>
                  <a:lnTo>
                    <a:pt x="1081608" y="27343"/>
                  </a:lnTo>
                  <a:lnTo>
                    <a:pt x="1083513" y="27724"/>
                  </a:lnTo>
                  <a:lnTo>
                    <a:pt x="1085405" y="27343"/>
                  </a:lnTo>
                  <a:lnTo>
                    <a:pt x="1086535" y="26200"/>
                  </a:lnTo>
                  <a:lnTo>
                    <a:pt x="1087297" y="24676"/>
                  </a:lnTo>
                  <a:lnTo>
                    <a:pt x="1087678" y="23545"/>
                  </a:lnTo>
                  <a:close/>
                </a:path>
                <a:path w="1140460" h="408939">
                  <a:moveTo>
                    <a:pt x="1105154" y="17094"/>
                  </a:moveTo>
                  <a:lnTo>
                    <a:pt x="1104773" y="15189"/>
                  </a:lnTo>
                  <a:lnTo>
                    <a:pt x="1104011" y="13665"/>
                  </a:lnTo>
                  <a:lnTo>
                    <a:pt x="1102499" y="12534"/>
                  </a:lnTo>
                  <a:lnTo>
                    <a:pt x="1100594" y="12153"/>
                  </a:lnTo>
                  <a:lnTo>
                    <a:pt x="1099070" y="12534"/>
                  </a:lnTo>
                  <a:lnTo>
                    <a:pt x="1097546" y="13665"/>
                  </a:lnTo>
                  <a:lnTo>
                    <a:pt x="1096403" y="15189"/>
                  </a:lnTo>
                  <a:lnTo>
                    <a:pt x="1096035" y="17094"/>
                  </a:lnTo>
                  <a:lnTo>
                    <a:pt x="1096403" y="18986"/>
                  </a:lnTo>
                  <a:lnTo>
                    <a:pt x="1097546" y="20497"/>
                  </a:lnTo>
                  <a:lnTo>
                    <a:pt x="1099070" y="21259"/>
                  </a:lnTo>
                  <a:lnTo>
                    <a:pt x="1100594" y="21640"/>
                  </a:lnTo>
                  <a:lnTo>
                    <a:pt x="1102499" y="21259"/>
                  </a:lnTo>
                  <a:lnTo>
                    <a:pt x="1104011" y="20497"/>
                  </a:lnTo>
                  <a:lnTo>
                    <a:pt x="1104773" y="18986"/>
                  </a:lnTo>
                  <a:lnTo>
                    <a:pt x="1105154" y="17094"/>
                  </a:lnTo>
                  <a:close/>
                </a:path>
                <a:path w="1140460" h="408939">
                  <a:moveTo>
                    <a:pt x="1122997" y="11010"/>
                  </a:moveTo>
                  <a:lnTo>
                    <a:pt x="1122616" y="9105"/>
                  </a:lnTo>
                  <a:lnTo>
                    <a:pt x="1121473" y="7594"/>
                  </a:lnTo>
                  <a:lnTo>
                    <a:pt x="1119949" y="6832"/>
                  </a:lnTo>
                  <a:lnTo>
                    <a:pt x="1118044" y="6464"/>
                  </a:lnTo>
                  <a:lnTo>
                    <a:pt x="1116152" y="6832"/>
                  </a:lnTo>
                  <a:lnTo>
                    <a:pt x="1114640" y="7594"/>
                  </a:lnTo>
                  <a:lnTo>
                    <a:pt x="1113878" y="9105"/>
                  </a:lnTo>
                  <a:lnTo>
                    <a:pt x="1113510" y="11010"/>
                  </a:lnTo>
                  <a:lnTo>
                    <a:pt x="1113878" y="12534"/>
                  </a:lnTo>
                  <a:lnTo>
                    <a:pt x="1114640" y="14046"/>
                  </a:lnTo>
                  <a:lnTo>
                    <a:pt x="1116152" y="15189"/>
                  </a:lnTo>
                  <a:lnTo>
                    <a:pt x="1118044" y="15570"/>
                  </a:lnTo>
                  <a:lnTo>
                    <a:pt x="1119949" y="15189"/>
                  </a:lnTo>
                  <a:lnTo>
                    <a:pt x="1121473" y="14046"/>
                  </a:lnTo>
                  <a:lnTo>
                    <a:pt x="1122616" y="12534"/>
                  </a:lnTo>
                  <a:lnTo>
                    <a:pt x="1122997" y="11010"/>
                  </a:lnTo>
                  <a:close/>
                </a:path>
                <a:path w="1140460" h="408939">
                  <a:moveTo>
                    <a:pt x="1140066" y="4940"/>
                  </a:moveTo>
                  <a:lnTo>
                    <a:pt x="1139685" y="3035"/>
                  </a:lnTo>
                  <a:lnTo>
                    <a:pt x="1138936" y="1524"/>
                  </a:lnTo>
                  <a:lnTo>
                    <a:pt x="1137412" y="381"/>
                  </a:lnTo>
                  <a:lnTo>
                    <a:pt x="1135519" y="0"/>
                  </a:lnTo>
                  <a:lnTo>
                    <a:pt x="1133627" y="381"/>
                  </a:lnTo>
                  <a:lnTo>
                    <a:pt x="1132103" y="1524"/>
                  </a:lnTo>
                  <a:lnTo>
                    <a:pt x="1131341" y="3035"/>
                  </a:lnTo>
                  <a:lnTo>
                    <a:pt x="1130960" y="4940"/>
                  </a:lnTo>
                  <a:lnTo>
                    <a:pt x="1131341" y="6464"/>
                  </a:lnTo>
                  <a:lnTo>
                    <a:pt x="1132103" y="7975"/>
                  </a:lnTo>
                  <a:lnTo>
                    <a:pt x="1133627" y="9105"/>
                  </a:lnTo>
                  <a:lnTo>
                    <a:pt x="1135519" y="9486"/>
                  </a:lnTo>
                  <a:lnTo>
                    <a:pt x="1137412" y="9105"/>
                  </a:lnTo>
                  <a:lnTo>
                    <a:pt x="1138936" y="7975"/>
                  </a:lnTo>
                  <a:lnTo>
                    <a:pt x="1139685" y="6464"/>
                  </a:lnTo>
                  <a:lnTo>
                    <a:pt x="1140066" y="49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37" name="object 37" descr=""/>
          <p:cNvGraphicFramePr>
            <a:graphicFrameLocks noGrp="1"/>
          </p:cNvGraphicFramePr>
          <p:nvPr/>
        </p:nvGraphicFramePr>
        <p:xfrm>
          <a:off x="816895" y="4422946"/>
          <a:ext cx="5962650" cy="13455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270"/>
                <a:gridCol w="356235"/>
                <a:gridCol w="365759"/>
                <a:gridCol w="375284"/>
                <a:gridCol w="374650"/>
                <a:gridCol w="384810"/>
                <a:gridCol w="356235"/>
                <a:gridCol w="365760"/>
                <a:gridCol w="375285"/>
                <a:gridCol w="356235"/>
                <a:gridCol w="365125"/>
                <a:gridCol w="346710"/>
                <a:gridCol w="355600"/>
                <a:gridCol w="355600"/>
                <a:gridCol w="355600"/>
                <a:gridCol w="405129"/>
              </a:tblGrid>
              <a:tr h="27241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650" spc="-10">
                          <a:latin typeface="Times New Roman"/>
                          <a:cs typeface="Times New Roman"/>
                        </a:rPr>
                        <a:t>00015</a:t>
                      </a:r>
                      <a:endParaRPr sz="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650" spc="-10">
                          <a:latin typeface="Times New Roman"/>
                          <a:cs typeface="Times New Roman"/>
                        </a:rPr>
                        <a:t>00014</a:t>
                      </a:r>
                      <a:endParaRPr sz="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650" spc="-10">
                          <a:latin typeface="Times New Roman"/>
                          <a:cs typeface="Times New Roman"/>
                        </a:rPr>
                        <a:t>00013</a:t>
                      </a:r>
                      <a:endParaRPr sz="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650" spc="-10">
                          <a:latin typeface="Times New Roman"/>
                          <a:cs typeface="Times New Roman"/>
                        </a:rPr>
                        <a:t>00012</a:t>
                      </a:r>
                      <a:endParaRPr sz="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650" spc="-10">
                          <a:latin typeface="Times New Roman"/>
                          <a:cs typeface="Times New Roman"/>
                        </a:rPr>
                        <a:t>00011</a:t>
                      </a:r>
                      <a:endParaRPr sz="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650" spc="-10">
                          <a:latin typeface="Times New Roman"/>
                          <a:cs typeface="Times New Roman"/>
                        </a:rPr>
                        <a:t>00010</a:t>
                      </a:r>
                      <a:endParaRPr sz="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650" spc="-10">
                          <a:latin typeface="Times New Roman"/>
                          <a:cs typeface="Times New Roman"/>
                        </a:rPr>
                        <a:t>00009</a:t>
                      </a:r>
                      <a:endParaRPr sz="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650" spc="-10">
                          <a:latin typeface="Times New Roman"/>
                          <a:cs typeface="Times New Roman"/>
                        </a:rPr>
                        <a:t>00008</a:t>
                      </a:r>
                      <a:endParaRPr sz="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81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650" spc="-10">
                          <a:latin typeface="Times New Roman"/>
                          <a:cs typeface="Times New Roman"/>
                        </a:rPr>
                        <a:t>00007</a:t>
                      </a:r>
                      <a:endParaRPr sz="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650" spc="-10">
                          <a:latin typeface="Times New Roman"/>
                          <a:cs typeface="Times New Roman"/>
                        </a:rPr>
                        <a:t>00006</a:t>
                      </a:r>
                      <a:endParaRPr sz="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333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650" spc="-10">
                          <a:latin typeface="Times New Roman"/>
                          <a:cs typeface="Times New Roman"/>
                        </a:rPr>
                        <a:t>00005</a:t>
                      </a:r>
                      <a:endParaRPr sz="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650" spc="-10">
                          <a:latin typeface="Times New Roman"/>
                          <a:cs typeface="Times New Roman"/>
                        </a:rPr>
                        <a:t>00004</a:t>
                      </a:r>
                      <a:endParaRPr sz="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650" spc="-10">
                          <a:latin typeface="Times New Roman"/>
                          <a:cs typeface="Times New Roman"/>
                        </a:rPr>
                        <a:t>00003</a:t>
                      </a:r>
                      <a:endParaRPr sz="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650" spc="-10">
                          <a:latin typeface="Times New Roman"/>
                          <a:cs typeface="Times New Roman"/>
                        </a:rPr>
                        <a:t>00002</a:t>
                      </a:r>
                      <a:endParaRPr sz="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650" spc="-10">
                          <a:latin typeface="Times New Roman"/>
                          <a:cs typeface="Times New Roman"/>
                        </a:rPr>
                        <a:t>00001</a:t>
                      </a:r>
                      <a:endParaRPr sz="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650" spc="-10">
                          <a:latin typeface="Times New Roman"/>
                          <a:cs typeface="Times New Roman"/>
                        </a:rPr>
                        <a:t>00000</a:t>
                      </a:r>
                      <a:endParaRPr sz="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1620"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476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81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38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66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968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3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17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50" spc="-50"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811530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ysDot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8" name="object 38" descr=""/>
          <p:cNvSpPr/>
          <p:nvPr/>
        </p:nvSpPr>
        <p:spPr>
          <a:xfrm>
            <a:off x="144932" y="4430534"/>
            <a:ext cx="0" cy="534670"/>
          </a:xfrm>
          <a:custGeom>
            <a:avLst/>
            <a:gdLst/>
            <a:ahLst/>
            <a:cxnLst/>
            <a:rect l="l" t="t" r="r" b="b"/>
            <a:pathLst>
              <a:path w="0" h="534670">
                <a:moveTo>
                  <a:pt x="0" y="0"/>
                </a:moveTo>
                <a:lnTo>
                  <a:pt x="0" y="534543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 txBox="1"/>
          <p:nvPr/>
        </p:nvSpPr>
        <p:spPr>
          <a:xfrm>
            <a:off x="6708043" y="4475827"/>
            <a:ext cx="346710" cy="4057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CH</a:t>
            </a:r>
            <a:r>
              <a:rPr dirty="0" sz="750" spc="110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000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75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</a:pPr>
            <a:r>
              <a:rPr dirty="0" sz="750" spc="-20">
                <a:latin typeface="Times New Roman"/>
                <a:cs typeface="Times New Roman"/>
              </a:rPr>
              <a:t>DATA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0" name="object 4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70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1082" y="961543"/>
            <a:ext cx="5378450" cy="6838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31495" indent="-518795">
              <a:lnSpc>
                <a:spcPct val="100000"/>
              </a:lnSpc>
              <a:spcBef>
                <a:spcPts val="125"/>
              </a:spcBef>
              <a:buAutoNum type="arabicPeriod" startAt="6"/>
              <a:tabLst>
                <a:tab pos="531495" algn="l"/>
              </a:tabLst>
            </a:pP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  <a:p>
            <a:pPr lvl="1" marL="237490" indent="-224790">
              <a:lnSpc>
                <a:spcPct val="100000"/>
              </a:lnSpc>
              <a:spcBef>
                <a:spcPts val="1430"/>
              </a:spcBef>
              <a:buSzPct val="48387"/>
              <a:buFont typeface="Segoe UI Symbol"/>
              <a:buChar char="❑"/>
              <a:tabLst>
                <a:tab pos="237490" algn="l"/>
              </a:tabLst>
            </a:pPr>
            <a:r>
              <a:rPr dirty="0" sz="1550" spc="50">
                <a:latin typeface="Times New Roman"/>
                <a:cs typeface="Times New Roman"/>
              </a:rPr>
              <a:t>Example</a:t>
            </a:r>
            <a:r>
              <a:rPr dirty="0" sz="1550" spc="165">
                <a:latin typeface="Times New Roman"/>
                <a:cs typeface="Times New Roman"/>
              </a:rPr>
              <a:t> </a:t>
            </a:r>
            <a:r>
              <a:rPr dirty="0" sz="1550" spc="95">
                <a:latin typeface="Times New Roman"/>
                <a:cs typeface="Times New Roman"/>
              </a:rPr>
              <a:t>:</a:t>
            </a:r>
            <a:r>
              <a:rPr dirty="0" sz="1550" spc="17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</a:t>
            </a:r>
            <a:r>
              <a:rPr dirty="0" sz="1550" spc="17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Time-out</a:t>
            </a:r>
            <a:r>
              <a:rPr dirty="0" sz="1550" spc="170">
                <a:latin typeface="Times New Roman"/>
                <a:cs typeface="Times New Roman"/>
              </a:rPr>
              <a:t> </a:t>
            </a:r>
            <a:r>
              <a:rPr dirty="0" sz="1550" spc="70">
                <a:latin typeface="Times New Roman"/>
                <a:cs typeface="Times New Roman"/>
              </a:rPr>
              <a:t>Warning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80717" y="5221916"/>
            <a:ext cx="5078730" cy="476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-635">
              <a:lnSpc>
                <a:spcPct val="103600"/>
              </a:lnSpc>
              <a:spcBef>
                <a:spcPts val="95"/>
              </a:spcBef>
            </a:pPr>
            <a:r>
              <a:rPr dirty="0" sz="950">
                <a:latin typeface="Times New Roman"/>
                <a:cs typeface="Times New Roman"/>
              </a:rPr>
              <a:t>In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thiz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application,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7-</a:t>
            </a:r>
            <a:r>
              <a:rPr dirty="0" sz="950">
                <a:latin typeface="Times New Roman"/>
                <a:cs typeface="Times New Roman"/>
              </a:rPr>
              <a:t>zegment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dizplay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&amp;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buzzer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connected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to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PLC.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When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ztart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button </a:t>
            </a:r>
            <a:r>
              <a:rPr dirty="0" sz="950">
                <a:latin typeface="Times New Roman"/>
                <a:cs typeface="Times New Roman"/>
              </a:rPr>
              <a:t>iz</a:t>
            </a:r>
            <a:r>
              <a:rPr dirty="0" sz="950" spc="1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prezzed,</a:t>
            </a:r>
            <a:r>
              <a:rPr dirty="0" sz="950" spc="1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dizplay</a:t>
            </a:r>
            <a:r>
              <a:rPr dirty="0" sz="950" spc="1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will</a:t>
            </a:r>
            <a:r>
              <a:rPr dirty="0" sz="950" spc="1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dizplay</a:t>
            </a:r>
            <a:r>
              <a:rPr dirty="0" sz="950" spc="1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1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9</a:t>
            </a:r>
            <a:r>
              <a:rPr dirty="0" sz="950" spc="1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and</a:t>
            </a:r>
            <a:r>
              <a:rPr dirty="0" sz="950" spc="1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therefore</a:t>
            </a:r>
            <a:r>
              <a:rPr dirty="0" sz="950" spc="1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will</a:t>
            </a:r>
            <a:r>
              <a:rPr dirty="0" sz="950" spc="1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decrement</a:t>
            </a:r>
            <a:r>
              <a:rPr dirty="0" sz="950" spc="1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until</a:t>
            </a:r>
            <a:r>
              <a:rPr dirty="0" sz="950" spc="1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0</a:t>
            </a:r>
            <a:r>
              <a:rPr dirty="0" sz="950" spc="1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before</a:t>
            </a:r>
            <a:r>
              <a:rPr dirty="0" sz="950" spc="1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</a:t>
            </a:r>
            <a:r>
              <a:rPr dirty="0" sz="950" spc="17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buzzer</a:t>
            </a:r>
            <a:r>
              <a:rPr dirty="0" sz="950" spc="17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iz </a:t>
            </a:r>
            <a:r>
              <a:rPr dirty="0" sz="950">
                <a:latin typeface="Times New Roman"/>
                <a:cs typeface="Times New Roman"/>
              </a:rPr>
              <a:t>being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zound.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Theze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type</a:t>
            </a:r>
            <a:r>
              <a:rPr dirty="0" sz="950" spc="9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of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circuit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can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be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uzed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az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</a:t>
            </a:r>
            <a:r>
              <a:rPr dirty="0" sz="950" spc="9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warning</a:t>
            </a:r>
            <a:r>
              <a:rPr dirty="0" sz="950" spc="85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circuit.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31101" y="6270526"/>
            <a:ext cx="1264285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30"/>
              </a:spcBef>
              <a:buSzPct val="82608"/>
              <a:buFont typeface="Symbol"/>
              <a:buChar char=""/>
              <a:tabLst>
                <a:tab pos="237490" algn="l"/>
              </a:tabLst>
            </a:pPr>
            <a:r>
              <a:rPr dirty="0" sz="1150" spc="65">
                <a:latin typeface="Times New Roman"/>
                <a:cs typeface="Times New Roman"/>
              </a:rPr>
              <a:t>I/O </a:t>
            </a:r>
            <a:r>
              <a:rPr dirty="0" sz="1150" spc="-10">
                <a:latin typeface="Times New Roman"/>
                <a:cs typeface="Times New Roman"/>
              </a:rPr>
              <a:t>Assignment</a:t>
            </a:r>
            <a:endParaRPr sz="1150">
              <a:latin typeface="Times New Roman"/>
              <a:cs typeface="Times New Roman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1984298" y="6619761"/>
          <a:ext cx="1680845" cy="492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/>
                <a:gridCol w="899794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55">
                          <a:latin typeface="Times New Roman"/>
                          <a:cs typeface="Times New Roman"/>
                        </a:rPr>
                        <a:t>Input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730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Device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marL="635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Start</a:t>
                      </a:r>
                      <a:r>
                        <a:rPr dirty="0" sz="95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5">
                          <a:latin typeface="Times New Roman"/>
                          <a:cs typeface="Times New Roman"/>
                        </a:rPr>
                        <a:t>PB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00001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Stop</a:t>
                      </a:r>
                      <a:r>
                        <a:rPr dirty="0" sz="95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5">
                          <a:latin typeface="Times New Roman"/>
                          <a:cs typeface="Times New Roman"/>
                        </a:rPr>
                        <a:t>PB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3738651" y="6619761"/>
          <a:ext cx="2164715" cy="492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4880"/>
                <a:gridCol w="1124584"/>
              </a:tblGrid>
              <a:tr h="168275">
                <a:tc>
                  <a:txBody>
                    <a:bodyPr/>
                    <a:lstStyle/>
                    <a:p>
                      <a:pPr marL="2774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50">
                          <a:latin typeface="Times New Roman"/>
                          <a:cs typeface="Times New Roman"/>
                        </a:rPr>
                        <a:t>Output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Device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74930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01000</a:t>
                      </a:r>
                      <a:r>
                        <a:rPr dirty="0" sz="9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9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01003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7-zegment</a:t>
                      </a:r>
                      <a:r>
                        <a:rPr dirty="0" sz="95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latin typeface="Times New Roman"/>
                          <a:cs typeface="Times New Roman"/>
                        </a:rPr>
                        <a:t>dizplay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01005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Times New Roman"/>
                          <a:cs typeface="Times New Roman"/>
                        </a:rPr>
                        <a:t>Buzzer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 descr=""/>
          <p:cNvSpPr txBox="1"/>
          <p:nvPr/>
        </p:nvSpPr>
        <p:spPr>
          <a:xfrm>
            <a:off x="721436" y="7114015"/>
            <a:ext cx="6731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40">
                <a:latin typeface="Times New Roman"/>
                <a:cs typeface="Times New Roman"/>
              </a:rPr>
              <a:t>.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575012" y="2580151"/>
            <a:ext cx="1373505" cy="1659889"/>
            <a:chOff x="3575012" y="2580151"/>
            <a:chExt cx="1373505" cy="1659889"/>
          </a:xfrm>
        </p:grpSpPr>
        <p:sp>
          <p:nvSpPr>
            <p:cNvPr id="14" name="object 14" descr=""/>
            <p:cNvSpPr/>
            <p:nvPr/>
          </p:nvSpPr>
          <p:spPr>
            <a:xfrm>
              <a:off x="3940619" y="2584703"/>
              <a:ext cx="1003300" cy="1650364"/>
            </a:xfrm>
            <a:custGeom>
              <a:avLst/>
              <a:gdLst/>
              <a:ahLst/>
              <a:cxnLst/>
              <a:rect l="l" t="t" r="r" b="b"/>
              <a:pathLst>
                <a:path w="1003300" h="1650364">
                  <a:moveTo>
                    <a:pt x="0" y="0"/>
                  </a:moveTo>
                  <a:lnTo>
                    <a:pt x="1003020" y="0"/>
                  </a:lnTo>
                  <a:lnTo>
                    <a:pt x="1003020" y="1650301"/>
                  </a:lnTo>
                  <a:lnTo>
                    <a:pt x="0" y="1650301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156265" y="2819323"/>
              <a:ext cx="45720" cy="563245"/>
            </a:xfrm>
            <a:custGeom>
              <a:avLst/>
              <a:gdLst/>
              <a:ahLst/>
              <a:cxnLst/>
              <a:rect l="l" t="t" r="r" b="b"/>
              <a:pathLst>
                <a:path w="45720" h="563245">
                  <a:moveTo>
                    <a:pt x="45178" y="0"/>
                  </a:moveTo>
                  <a:lnTo>
                    <a:pt x="0" y="0"/>
                  </a:lnTo>
                  <a:lnTo>
                    <a:pt x="0" y="562622"/>
                  </a:lnTo>
                  <a:lnTo>
                    <a:pt x="45178" y="562622"/>
                  </a:lnTo>
                  <a:lnTo>
                    <a:pt x="451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156265" y="2819323"/>
              <a:ext cx="45720" cy="563245"/>
            </a:xfrm>
            <a:custGeom>
              <a:avLst/>
              <a:gdLst/>
              <a:ahLst/>
              <a:cxnLst/>
              <a:rect l="l" t="t" r="r" b="b"/>
              <a:pathLst>
                <a:path w="45720" h="563245">
                  <a:moveTo>
                    <a:pt x="0" y="0"/>
                  </a:moveTo>
                  <a:lnTo>
                    <a:pt x="45178" y="0"/>
                  </a:lnTo>
                  <a:lnTo>
                    <a:pt x="45178" y="562622"/>
                  </a:lnTo>
                  <a:lnTo>
                    <a:pt x="0" y="562622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690783" y="2828429"/>
              <a:ext cx="45085" cy="553720"/>
            </a:xfrm>
            <a:custGeom>
              <a:avLst/>
              <a:gdLst/>
              <a:ahLst/>
              <a:cxnLst/>
              <a:rect l="l" t="t" r="r" b="b"/>
              <a:pathLst>
                <a:path w="45085" h="553720">
                  <a:moveTo>
                    <a:pt x="44797" y="0"/>
                  </a:moveTo>
                  <a:lnTo>
                    <a:pt x="0" y="0"/>
                  </a:lnTo>
                  <a:lnTo>
                    <a:pt x="0" y="553516"/>
                  </a:lnTo>
                  <a:lnTo>
                    <a:pt x="44797" y="553516"/>
                  </a:lnTo>
                  <a:lnTo>
                    <a:pt x="447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690783" y="2828429"/>
              <a:ext cx="45085" cy="553720"/>
            </a:xfrm>
            <a:custGeom>
              <a:avLst/>
              <a:gdLst/>
              <a:ahLst/>
              <a:cxnLst/>
              <a:rect l="l" t="t" r="r" b="b"/>
              <a:pathLst>
                <a:path w="45085" h="553720">
                  <a:moveTo>
                    <a:pt x="0" y="0"/>
                  </a:moveTo>
                  <a:lnTo>
                    <a:pt x="44797" y="0"/>
                  </a:lnTo>
                  <a:lnTo>
                    <a:pt x="44797" y="553516"/>
                  </a:lnTo>
                  <a:lnTo>
                    <a:pt x="0" y="553516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212425" y="2772257"/>
              <a:ext cx="488315" cy="45720"/>
            </a:xfrm>
            <a:custGeom>
              <a:avLst/>
              <a:gdLst/>
              <a:ahLst/>
              <a:cxnLst/>
              <a:rect l="l" t="t" r="r" b="b"/>
              <a:pathLst>
                <a:path w="488314" h="45719">
                  <a:moveTo>
                    <a:pt x="487832" y="0"/>
                  </a:moveTo>
                  <a:lnTo>
                    <a:pt x="0" y="0"/>
                  </a:lnTo>
                  <a:lnTo>
                    <a:pt x="0" y="45554"/>
                  </a:lnTo>
                  <a:lnTo>
                    <a:pt x="487832" y="45554"/>
                  </a:lnTo>
                  <a:lnTo>
                    <a:pt x="4878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212425" y="2772257"/>
              <a:ext cx="488315" cy="45720"/>
            </a:xfrm>
            <a:custGeom>
              <a:avLst/>
              <a:gdLst/>
              <a:ahLst/>
              <a:cxnLst/>
              <a:rect l="l" t="t" r="r" b="b"/>
              <a:pathLst>
                <a:path w="488314" h="45719">
                  <a:moveTo>
                    <a:pt x="0" y="0"/>
                  </a:moveTo>
                  <a:lnTo>
                    <a:pt x="487832" y="0"/>
                  </a:lnTo>
                  <a:lnTo>
                    <a:pt x="487832" y="45554"/>
                  </a:lnTo>
                  <a:lnTo>
                    <a:pt x="0" y="45554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202938" y="3381578"/>
              <a:ext cx="488315" cy="45720"/>
            </a:xfrm>
            <a:custGeom>
              <a:avLst/>
              <a:gdLst/>
              <a:ahLst/>
              <a:cxnLst/>
              <a:rect l="l" t="t" r="r" b="b"/>
              <a:pathLst>
                <a:path w="488314" h="45720">
                  <a:moveTo>
                    <a:pt x="488213" y="0"/>
                  </a:moveTo>
                  <a:lnTo>
                    <a:pt x="0" y="0"/>
                  </a:lnTo>
                  <a:lnTo>
                    <a:pt x="0" y="45556"/>
                  </a:lnTo>
                  <a:lnTo>
                    <a:pt x="488213" y="45556"/>
                  </a:lnTo>
                  <a:lnTo>
                    <a:pt x="4882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202938" y="3381578"/>
              <a:ext cx="488315" cy="45720"/>
            </a:xfrm>
            <a:custGeom>
              <a:avLst/>
              <a:gdLst/>
              <a:ahLst/>
              <a:cxnLst/>
              <a:rect l="l" t="t" r="r" b="b"/>
              <a:pathLst>
                <a:path w="488314" h="45720">
                  <a:moveTo>
                    <a:pt x="0" y="0"/>
                  </a:moveTo>
                  <a:lnTo>
                    <a:pt x="488213" y="0"/>
                  </a:lnTo>
                  <a:lnTo>
                    <a:pt x="488213" y="45556"/>
                  </a:lnTo>
                  <a:lnTo>
                    <a:pt x="0" y="45556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156265" y="3428657"/>
              <a:ext cx="45720" cy="562610"/>
            </a:xfrm>
            <a:custGeom>
              <a:avLst/>
              <a:gdLst/>
              <a:ahLst/>
              <a:cxnLst/>
              <a:rect l="l" t="t" r="r" b="b"/>
              <a:pathLst>
                <a:path w="45720" h="562610">
                  <a:moveTo>
                    <a:pt x="45178" y="0"/>
                  </a:moveTo>
                  <a:lnTo>
                    <a:pt x="0" y="0"/>
                  </a:lnTo>
                  <a:lnTo>
                    <a:pt x="0" y="562241"/>
                  </a:lnTo>
                  <a:lnTo>
                    <a:pt x="45178" y="562241"/>
                  </a:lnTo>
                  <a:lnTo>
                    <a:pt x="451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156265" y="3428657"/>
              <a:ext cx="45720" cy="562610"/>
            </a:xfrm>
            <a:custGeom>
              <a:avLst/>
              <a:gdLst/>
              <a:ahLst/>
              <a:cxnLst/>
              <a:rect l="l" t="t" r="r" b="b"/>
              <a:pathLst>
                <a:path w="45720" h="562610">
                  <a:moveTo>
                    <a:pt x="0" y="0"/>
                  </a:moveTo>
                  <a:lnTo>
                    <a:pt x="45178" y="0"/>
                  </a:lnTo>
                  <a:lnTo>
                    <a:pt x="45178" y="562241"/>
                  </a:lnTo>
                  <a:lnTo>
                    <a:pt x="0" y="562241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690783" y="3437763"/>
              <a:ext cx="45085" cy="553720"/>
            </a:xfrm>
            <a:custGeom>
              <a:avLst/>
              <a:gdLst/>
              <a:ahLst/>
              <a:cxnLst/>
              <a:rect l="l" t="t" r="r" b="b"/>
              <a:pathLst>
                <a:path w="45085" h="553720">
                  <a:moveTo>
                    <a:pt x="44797" y="0"/>
                  </a:moveTo>
                  <a:lnTo>
                    <a:pt x="0" y="0"/>
                  </a:lnTo>
                  <a:lnTo>
                    <a:pt x="0" y="553135"/>
                  </a:lnTo>
                  <a:lnTo>
                    <a:pt x="44797" y="553135"/>
                  </a:lnTo>
                  <a:lnTo>
                    <a:pt x="447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690783" y="3437763"/>
              <a:ext cx="45085" cy="553720"/>
            </a:xfrm>
            <a:custGeom>
              <a:avLst/>
              <a:gdLst/>
              <a:ahLst/>
              <a:cxnLst/>
              <a:rect l="l" t="t" r="r" b="b"/>
              <a:pathLst>
                <a:path w="45085" h="553720">
                  <a:moveTo>
                    <a:pt x="0" y="0"/>
                  </a:moveTo>
                  <a:lnTo>
                    <a:pt x="44797" y="0"/>
                  </a:lnTo>
                  <a:lnTo>
                    <a:pt x="44797" y="553135"/>
                  </a:lnTo>
                  <a:lnTo>
                    <a:pt x="0" y="553135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202938" y="3990530"/>
              <a:ext cx="488315" cy="45720"/>
            </a:xfrm>
            <a:custGeom>
              <a:avLst/>
              <a:gdLst/>
              <a:ahLst/>
              <a:cxnLst/>
              <a:rect l="l" t="t" r="r" b="b"/>
              <a:pathLst>
                <a:path w="488314" h="45720">
                  <a:moveTo>
                    <a:pt x="488213" y="0"/>
                  </a:moveTo>
                  <a:lnTo>
                    <a:pt x="0" y="0"/>
                  </a:lnTo>
                  <a:lnTo>
                    <a:pt x="0" y="45556"/>
                  </a:lnTo>
                  <a:lnTo>
                    <a:pt x="488213" y="45556"/>
                  </a:lnTo>
                  <a:lnTo>
                    <a:pt x="4882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202938" y="3990530"/>
              <a:ext cx="488315" cy="45720"/>
            </a:xfrm>
            <a:custGeom>
              <a:avLst/>
              <a:gdLst/>
              <a:ahLst/>
              <a:cxnLst/>
              <a:rect l="l" t="t" r="r" b="b"/>
              <a:pathLst>
                <a:path w="488314" h="45720">
                  <a:moveTo>
                    <a:pt x="0" y="0"/>
                  </a:moveTo>
                  <a:lnTo>
                    <a:pt x="488213" y="0"/>
                  </a:lnTo>
                  <a:lnTo>
                    <a:pt x="488213" y="45556"/>
                  </a:lnTo>
                  <a:lnTo>
                    <a:pt x="0" y="45556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575012" y="2772257"/>
              <a:ext cx="375285" cy="1312545"/>
            </a:xfrm>
            <a:custGeom>
              <a:avLst/>
              <a:gdLst/>
              <a:ahLst/>
              <a:cxnLst/>
              <a:rect l="l" t="t" r="r" b="b"/>
              <a:pathLst>
                <a:path w="375285" h="1312545">
                  <a:moveTo>
                    <a:pt x="9486" y="0"/>
                  </a:moveTo>
                  <a:lnTo>
                    <a:pt x="375094" y="0"/>
                  </a:lnTo>
                </a:path>
                <a:path w="375285" h="1312545">
                  <a:moveTo>
                    <a:pt x="9486" y="449872"/>
                  </a:moveTo>
                  <a:lnTo>
                    <a:pt x="375094" y="449872"/>
                  </a:lnTo>
                </a:path>
                <a:path w="375285" h="1312545">
                  <a:moveTo>
                    <a:pt x="0" y="1312036"/>
                  </a:moveTo>
                  <a:lnTo>
                    <a:pt x="365607" y="1312036"/>
                  </a:lnTo>
                </a:path>
                <a:path w="375285" h="1312545">
                  <a:moveTo>
                    <a:pt x="0" y="881151"/>
                  </a:moveTo>
                  <a:lnTo>
                    <a:pt x="365607" y="881151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 descr=""/>
          <p:cNvGrpSpPr/>
          <p:nvPr/>
        </p:nvGrpSpPr>
        <p:grpSpPr>
          <a:xfrm>
            <a:off x="5388578" y="2898667"/>
            <a:ext cx="375285" cy="652145"/>
            <a:chOff x="5388578" y="2898667"/>
            <a:chExt cx="375285" cy="652145"/>
          </a:xfrm>
        </p:grpSpPr>
        <p:sp>
          <p:nvSpPr>
            <p:cNvPr id="31" name="object 31" descr=""/>
            <p:cNvSpPr/>
            <p:nvPr/>
          </p:nvSpPr>
          <p:spPr>
            <a:xfrm>
              <a:off x="5393131" y="3053562"/>
              <a:ext cx="187960" cy="338455"/>
            </a:xfrm>
            <a:custGeom>
              <a:avLst/>
              <a:gdLst/>
              <a:ahLst/>
              <a:cxnLst/>
              <a:rect l="l" t="t" r="r" b="b"/>
              <a:pathLst>
                <a:path w="187960" h="338454">
                  <a:moveTo>
                    <a:pt x="0" y="0"/>
                  </a:moveTo>
                  <a:lnTo>
                    <a:pt x="187909" y="0"/>
                  </a:lnTo>
                  <a:lnTo>
                    <a:pt x="187909" y="337870"/>
                  </a:lnTo>
                  <a:lnTo>
                    <a:pt x="0" y="337870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571566" y="2903220"/>
              <a:ext cx="187960" cy="647700"/>
            </a:xfrm>
            <a:custGeom>
              <a:avLst/>
              <a:gdLst/>
              <a:ahLst/>
              <a:cxnLst/>
              <a:rect l="l" t="t" r="r" b="b"/>
              <a:pathLst>
                <a:path w="187960" h="647700">
                  <a:moveTo>
                    <a:pt x="18973" y="140855"/>
                  </a:moveTo>
                  <a:lnTo>
                    <a:pt x="187540" y="0"/>
                  </a:lnTo>
                </a:path>
                <a:path w="187960" h="647700">
                  <a:moveTo>
                    <a:pt x="178041" y="628307"/>
                  </a:moveTo>
                  <a:lnTo>
                    <a:pt x="0" y="478358"/>
                  </a:lnTo>
                </a:path>
                <a:path w="187960" h="647700">
                  <a:moveTo>
                    <a:pt x="187540" y="0"/>
                  </a:moveTo>
                  <a:lnTo>
                    <a:pt x="187540" y="647306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3134833" y="3549159"/>
            <a:ext cx="33845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Times New Roman"/>
                <a:cs typeface="Times New Roman"/>
              </a:rPr>
              <a:t>01002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3143944" y="3970563"/>
            <a:ext cx="33845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Times New Roman"/>
                <a:cs typeface="Times New Roman"/>
              </a:rPr>
              <a:t>01003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5325761" y="3622667"/>
            <a:ext cx="1035685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>
                <a:latin typeface="Times New Roman"/>
                <a:cs typeface="Times New Roman"/>
              </a:rPr>
              <a:t>Buzzer</a:t>
            </a:r>
            <a:r>
              <a:rPr dirty="0" sz="1150" spc="175">
                <a:latin typeface="Times New Roman"/>
                <a:cs typeface="Times New Roman"/>
              </a:rPr>
              <a:t>  </a:t>
            </a:r>
            <a:r>
              <a:rPr dirty="0" sz="1150" spc="-10">
                <a:latin typeface="Times New Roman"/>
                <a:cs typeface="Times New Roman"/>
              </a:rPr>
              <a:t>(01005)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2103202" y="2974009"/>
            <a:ext cx="343535" cy="304165"/>
            <a:chOff x="2103202" y="2974009"/>
            <a:chExt cx="343535" cy="304165"/>
          </a:xfrm>
        </p:grpSpPr>
        <p:pic>
          <p:nvPicPr>
            <p:cNvPr id="37" name="object 3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3202" y="3179679"/>
              <a:ext cx="98310" cy="98323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46687" y="3179806"/>
              <a:ext cx="99059" cy="98310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2113000" y="2978772"/>
              <a:ext cx="328930" cy="168910"/>
            </a:xfrm>
            <a:custGeom>
              <a:avLst/>
              <a:gdLst/>
              <a:ahLst/>
              <a:cxnLst/>
              <a:rect l="l" t="t" r="r" b="b"/>
              <a:pathLst>
                <a:path w="328930" h="168910">
                  <a:moveTo>
                    <a:pt x="0" y="168567"/>
                  </a:moveTo>
                  <a:lnTo>
                    <a:pt x="328383" y="168567"/>
                  </a:lnTo>
                </a:path>
                <a:path w="328930" h="168910">
                  <a:moveTo>
                    <a:pt x="168935" y="168567"/>
                  </a:moveTo>
                  <a:lnTo>
                    <a:pt x="16893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2058923" y="2357312"/>
            <a:ext cx="2613025" cy="9366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30"/>
              </a:spcBef>
            </a:pPr>
            <a:r>
              <a:rPr dirty="0" sz="1150" spc="-10">
                <a:latin typeface="Times New Roman"/>
                <a:cs typeface="Times New Roman"/>
              </a:rPr>
              <a:t>Display</a:t>
            </a:r>
            <a:endParaRPr sz="1150">
              <a:latin typeface="Times New Roman"/>
              <a:cs typeface="Times New Roman"/>
            </a:endParaRPr>
          </a:p>
          <a:p>
            <a:pPr algn="ctr" marR="96520">
              <a:lnSpc>
                <a:spcPts val="1085"/>
              </a:lnSpc>
              <a:spcBef>
                <a:spcPts val="1070"/>
              </a:spcBef>
            </a:pPr>
            <a:r>
              <a:rPr dirty="0" sz="950" spc="-10">
                <a:latin typeface="Times New Roman"/>
                <a:cs typeface="Times New Roman"/>
              </a:rPr>
              <a:t>01000</a:t>
            </a:r>
            <a:endParaRPr sz="950">
              <a:latin typeface="Times New Roman"/>
              <a:cs typeface="Times New Roman"/>
            </a:endParaRPr>
          </a:p>
          <a:p>
            <a:pPr algn="ctr" marR="2157730">
              <a:lnSpc>
                <a:spcPts val="1085"/>
              </a:lnSpc>
            </a:pPr>
            <a:r>
              <a:rPr dirty="0" sz="950">
                <a:latin typeface="Times New Roman"/>
                <a:cs typeface="Times New Roman"/>
              </a:rPr>
              <a:t>Start</a:t>
            </a:r>
            <a:r>
              <a:rPr dirty="0" sz="950" spc="12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(0)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950">
              <a:latin typeface="Times New Roman"/>
              <a:cs typeface="Times New Roman"/>
            </a:endParaRPr>
          </a:p>
          <a:p>
            <a:pPr algn="ctr" marR="96520">
              <a:lnSpc>
                <a:spcPct val="100000"/>
              </a:lnSpc>
            </a:pPr>
            <a:r>
              <a:rPr dirty="0" sz="950" spc="-10">
                <a:latin typeface="Times New Roman"/>
                <a:cs typeface="Times New Roman"/>
              </a:rPr>
              <a:t>01001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1841182" y="3231616"/>
            <a:ext cx="862965" cy="0"/>
          </a:xfrm>
          <a:custGeom>
            <a:avLst/>
            <a:gdLst/>
            <a:ahLst/>
            <a:cxnLst/>
            <a:rect l="l" t="t" r="r" b="b"/>
            <a:pathLst>
              <a:path w="862964" h="0">
                <a:moveTo>
                  <a:pt x="262331" y="0"/>
                </a:moveTo>
                <a:lnTo>
                  <a:pt x="0" y="0"/>
                </a:lnTo>
              </a:path>
              <a:path w="862964" h="0">
                <a:moveTo>
                  <a:pt x="862558" y="0"/>
                </a:moveTo>
                <a:lnTo>
                  <a:pt x="600202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2" name="object 42" descr=""/>
          <p:cNvGrpSpPr/>
          <p:nvPr/>
        </p:nvGrpSpPr>
        <p:grpSpPr>
          <a:xfrm>
            <a:off x="1859788" y="3719093"/>
            <a:ext cx="862330" cy="299720"/>
            <a:chOff x="1859788" y="3719093"/>
            <a:chExt cx="862330" cy="299720"/>
          </a:xfrm>
        </p:grpSpPr>
        <p:pic>
          <p:nvPicPr>
            <p:cNvPr id="43" name="object 4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22125" y="3920483"/>
              <a:ext cx="98691" cy="98323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5152" y="3919988"/>
              <a:ext cx="98336" cy="98310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1859788" y="3719093"/>
              <a:ext cx="862330" cy="253365"/>
            </a:xfrm>
            <a:custGeom>
              <a:avLst/>
              <a:gdLst/>
              <a:ahLst/>
              <a:cxnLst/>
              <a:rect l="l" t="t" r="r" b="b"/>
              <a:pathLst>
                <a:path w="862330" h="253364">
                  <a:moveTo>
                    <a:pt x="271818" y="168554"/>
                  </a:moveTo>
                  <a:lnTo>
                    <a:pt x="599833" y="168554"/>
                  </a:lnTo>
                </a:path>
                <a:path w="862330" h="253364">
                  <a:moveTo>
                    <a:pt x="440766" y="168554"/>
                  </a:moveTo>
                  <a:lnTo>
                    <a:pt x="440766" y="0"/>
                  </a:lnTo>
                </a:path>
                <a:path w="862330" h="253364">
                  <a:moveTo>
                    <a:pt x="262699" y="253212"/>
                  </a:moveTo>
                  <a:lnTo>
                    <a:pt x="0" y="253212"/>
                  </a:lnTo>
                </a:path>
                <a:path w="862330" h="253364">
                  <a:moveTo>
                    <a:pt x="862164" y="253212"/>
                  </a:moveTo>
                  <a:lnTo>
                    <a:pt x="599833" y="253212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2083978" y="3539669"/>
            <a:ext cx="435609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Times New Roman"/>
                <a:cs typeface="Times New Roman"/>
              </a:rPr>
              <a:t>Stop</a:t>
            </a:r>
            <a:r>
              <a:rPr dirty="0" sz="950" spc="65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Times New Roman"/>
                <a:cs typeface="Times New Roman"/>
              </a:rPr>
              <a:t>(1)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7" name="object 4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71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641127" y="1400213"/>
            <a:ext cx="6417310" cy="132715"/>
            <a:chOff x="641127" y="1400213"/>
            <a:chExt cx="6417310" cy="132715"/>
          </a:xfrm>
        </p:grpSpPr>
        <p:sp>
          <p:nvSpPr>
            <p:cNvPr id="8" name="object 8" descr=""/>
            <p:cNvSpPr/>
            <p:nvPr/>
          </p:nvSpPr>
          <p:spPr>
            <a:xfrm>
              <a:off x="643966" y="1400213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4">
                  <a:moveTo>
                    <a:pt x="0" y="6464"/>
                  </a:moveTo>
                  <a:lnTo>
                    <a:pt x="0" y="0"/>
                  </a:lnTo>
                </a:path>
                <a:path w="0" h="6984">
                  <a:moveTo>
                    <a:pt x="0" y="6095"/>
                  </a:moveTo>
                  <a:lnTo>
                    <a:pt x="0" y="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46823" y="1400213"/>
              <a:ext cx="6408420" cy="6985"/>
            </a:xfrm>
            <a:custGeom>
              <a:avLst/>
              <a:gdLst/>
              <a:ahLst/>
              <a:cxnLst/>
              <a:rect l="l" t="t" r="r" b="b"/>
              <a:pathLst>
                <a:path w="6408420" h="6984">
                  <a:moveTo>
                    <a:pt x="0" y="3048"/>
                  </a:moveTo>
                  <a:lnTo>
                    <a:pt x="6404978" y="3048"/>
                  </a:lnTo>
                </a:path>
                <a:path w="6408420" h="6984">
                  <a:moveTo>
                    <a:pt x="6408000" y="6464"/>
                  </a:moveTo>
                  <a:lnTo>
                    <a:pt x="6408000" y="0"/>
                  </a:lnTo>
                </a:path>
                <a:path w="6408420" h="6984">
                  <a:moveTo>
                    <a:pt x="6408000" y="6095"/>
                  </a:moveTo>
                  <a:lnTo>
                    <a:pt x="640800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43966" y="1406677"/>
              <a:ext cx="0" cy="125730"/>
            </a:xfrm>
            <a:custGeom>
              <a:avLst/>
              <a:gdLst/>
              <a:ahLst/>
              <a:cxnLst/>
              <a:rect l="l" t="t" r="r" b="b"/>
              <a:pathLst>
                <a:path w="0" h="125730">
                  <a:moveTo>
                    <a:pt x="0" y="119570"/>
                  </a:moveTo>
                  <a:lnTo>
                    <a:pt x="0" y="0"/>
                  </a:lnTo>
                </a:path>
                <a:path w="0" h="125730">
                  <a:moveTo>
                    <a:pt x="0" y="125666"/>
                  </a:moveTo>
                  <a:lnTo>
                    <a:pt x="0" y="119570"/>
                  </a:lnTo>
                </a:path>
                <a:path w="0" h="125730">
                  <a:moveTo>
                    <a:pt x="0" y="125666"/>
                  </a:moveTo>
                  <a:lnTo>
                    <a:pt x="0" y="11957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46823" y="1406677"/>
              <a:ext cx="6408420" cy="125730"/>
            </a:xfrm>
            <a:custGeom>
              <a:avLst/>
              <a:gdLst/>
              <a:ahLst/>
              <a:cxnLst/>
              <a:rect l="l" t="t" r="r" b="b"/>
              <a:pathLst>
                <a:path w="6408420" h="125730">
                  <a:moveTo>
                    <a:pt x="0" y="122618"/>
                  </a:moveTo>
                  <a:lnTo>
                    <a:pt x="6404978" y="122618"/>
                  </a:lnTo>
                </a:path>
                <a:path w="6408420" h="125730">
                  <a:moveTo>
                    <a:pt x="6408000" y="119570"/>
                  </a:moveTo>
                  <a:lnTo>
                    <a:pt x="6408000" y="0"/>
                  </a:lnTo>
                </a:path>
                <a:path w="6408420" h="125730">
                  <a:moveTo>
                    <a:pt x="6408000" y="125666"/>
                  </a:moveTo>
                  <a:lnTo>
                    <a:pt x="6408000" y="119570"/>
                  </a:lnTo>
                </a:path>
                <a:path w="6408420" h="125730">
                  <a:moveTo>
                    <a:pt x="6408000" y="125666"/>
                  </a:moveTo>
                  <a:lnTo>
                    <a:pt x="6408000" y="11957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641127" y="1577886"/>
            <a:ext cx="6417310" cy="252095"/>
            <a:chOff x="641127" y="1577886"/>
            <a:chExt cx="6417310" cy="252095"/>
          </a:xfrm>
        </p:grpSpPr>
        <p:sp>
          <p:nvSpPr>
            <p:cNvPr id="13" name="object 13" descr=""/>
            <p:cNvSpPr/>
            <p:nvPr/>
          </p:nvSpPr>
          <p:spPr>
            <a:xfrm>
              <a:off x="643966" y="1577886"/>
              <a:ext cx="6408420" cy="6350"/>
            </a:xfrm>
            <a:custGeom>
              <a:avLst/>
              <a:gdLst/>
              <a:ahLst/>
              <a:cxnLst/>
              <a:rect l="l" t="t" r="r" b="b"/>
              <a:pathLst>
                <a:path w="6408420" h="6350">
                  <a:moveTo>
                    <a:pt x="0" y="6083"/>
                  </a:moveTo>
                  <a:lnTo>
                    <a:pt x="0" y="0"/>
                  </a:lnTo>
                </a:path>
                <a:path w="6408420" h="6350">
                  <a:moveTo>
                    <a:pt x="0" y="5702"/>
                  </a:moveTo>
                  <a:lnTo>
                    <a:pt x="0" y="0"/>
                  </a:lnTo>
                </a:path>
                <a:path w="6408420" h="6350">
                  <a:moveTo>
                    <a:pt x="2857" y="2844"/>
                  </a:moveTo>
                  <a:lnTo>
                    <a:pt x="6407835" y="2844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054824" y="1577886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w="0" h="6350">
                  <a:moveTo>
                    <a:pt x="0" y="6083"/>
                  </a:moveTo>
                  <a:lnTo>
                    <a:pt x="0" y="0"/>
                  </a:lnTo>
                </a:path>
                <a:path w="0" h="6350">
                  <a:moveTo>
                    <a:pt x="0" y="5702"/>
                  </a:moveTo>
                  <a:lnTo>
                    <a:pt x="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43966" y="1583969"/>
              <a:ext cx="0" cy="246379"/>
            </a:xfrm>
            <a:custGeom>
              <a:avLst/>
              <a:gdLst/>
              <a:ahLst/>
              <a:cxnLst/>
              <a:rect l="l" t="t" r="r" b="b"/>
              <a:pathLst>
                <a:path w="0" h="246380">
                  <a:moveTo>
                    <a:pt x="0" y="239928"/>
                  </a:moveTo>
                  <a:lnTo>
                    <a:pt x="0" y="0"/>
                  </a:lnTo>
                </a:path>
                <a:path w="0" h="246380">
                  <a:moveTo>
                    <a:pt x="0" y="246011"/>
                  </a:moveTo>
                  <a:lnTo>
                    <a:pt x="0" y="239915"/>
                  </a:lnTo>
                </a:path>
                <a:path w="0" h="246380">
                  <a:moveTo>
                    <a:pt x="0" y="246011"/>
                  </a:moveTo>
                  <a:lnTo>
                    <a:pt x="0" y="239915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46823" y="1583969"/>
              <a:ext cx="6408420" cy="246379"/>
            </a:xfrm>
            <a:custGeom>
              <a:avLst/>
              <a:gdLst/>
              <a:ahLst/>
              <a:cxnLst/>
              <a:rect l="l" t="t" r="r" b="b"/>
              <a:pathLst>
                <a:path w="6408420" h="246380">
                  <a:moveTo>
                    <a:pt x="0" y="242963"/>
                  </a:moveTo>
                  <a:lnTo>
                    <a:pt x="6404978" y="242963"/>
                  </a:lnTo>
                </a:path>
                <a:path w="6408420" h="246380">
                  <a:moveTo>
                    <a:pt x="6408000" y="239928"/>
                  </a:moveTo>
                  <a:lnTo>
                    <a:pt x="6408000" y="0"/>
                  </a:lnTo>
                </a:path>
                <a:path w="6408420" h="246380">
                  <a:moveTo>
                    <a:pt x="6408000" y="246011"/>
                  </a:moveTo>
                  <a:lnTo>
                    <a:pt x="6408000" y="239915"/>
                  </a:lnTo>
                </a:path>
                <a:path w="6408420" h="246380">
                  <a:moveTo>
                    <a:pt x="6408000" y="246011"/>
                  </a:moveTo>
                  <a:lnTo>
                    <a:pt x="6408000" y="239915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631082" y="961543"/>
            <a:ext cx="5378450" cy="11684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1495" algn="l"/>
              </a:tabLst>
            </a:pPr>
            <a:r>
              <a:rPr dirty="0" sz="1550" spc="40">
                <a:latin typeface="Times New Roman"/>
                <a:cs typeface="Times New Roman"/>
              </a:rPr>
              <a:t>6.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  <a:p>
            <a:pPr marL="80010">
              <a:lnSpc>
                <a:spcPct val="100000"/>
              </a:lnSpc>
              <a:spcBef>
                <a:spcPts val="1520"/>
              </a:spcBef>
            </a:pPr>
            <a:r>
              <a:rPr dirty="0" sz="750">
                <a:latin typeface="Times New Roman"/>
                <a:cs typeface="Times New Roman"/>
              </a:rPr>
              <a:t>Ladder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Diagram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:</a:t>
            </a:r>
            <a:r>
              <a:rPr dirty="0" sz="750" spc="12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Main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120">
                <a:latin typeface="Times New Roman"/>
                <a:cs typeface="Times New Roman"/>
              </a:rPr>
              <a:t> </a:t>
            </a:r>
            <a:r>
              <a:rPr dirty="0" sz="750" spc="-50">
                <a:latin typeface="Times New Roman"/>
                <a:cs typeface="Times New Roman"/>
              </a:rPr>
              <a:t>1</a:t>
            </a:r>
            <a:endParaRPr sz="750">
              <a:latin typeface="Times New Roman"/>
              <a:cs typeface="Times New Roman"/>
            </a:endParaRPr>
          </a:p>
          <a:p>
            <a:pPr marL="80010">
              <a:lnSpc>
                <a:spcPct val="100000"/>
              </a:lnSpc>
              <a:spcBef>
                <a:spcPts val="500"/>
              </a:spcBef>
            </a:pPr>
            <a:r>
              <a:rPr dirty="0" sz="750">
                <a:latin typeface="Times New Roman"/>
                <a:cs typeface="Times New Roman"/>
              </a:rPr>
              <a:t>Main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 spc="-50">
                <a:latin typeface="Arial"/>
                <a:cs typeface="Arial"/>
              </a:rPr>
              <a:t>–</a:t>
            </a:r>
            <a:endParaRPr sz="750">
              <a:latin typeface="Arial"/>
              <a:cs typeface="Arial"/>
            </a:endParaRPr>
          </a:p>
          <a:p>
            <a:pPr marL="80010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Times New Roman"/>
                <a:cs typeface="Times New Roman"/>
              </a:rPr>
              <a:t>Program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to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dizplay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9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before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decrement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it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to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-50">
                <a:latin typeface="Times New Roman"/>
                <a:cs typeface="Times New Roman"/>
              </a:rPr>
              <a:t>0</a:t>
            </a:r>
            <a:endParaRPr sz="750">
              <a:latin typeface="Times New Roman"/>
              <a:cs typeface="Times New Roman"/>
            </a:endParaRPr>
          </a:p>
          <a:p>
            <a:pPr marL="80010">
              <a:lnSpc>
                <a:spcPct val="100000"/>
              </a:lnSpc>
              <a:spcBef>
                <a:spcPts val="495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 spc="-50">
                <a:latin typeface="Arial"/>
                <a:cs typeface="Arial"/>
              </a:rPr>
              <a:t>–</a:t>
            </a:r>
            <a:endParaRPr sz="750">
              <a:latin typeface="Arial"/>
              <a:cs typeface="Arial"/>
            </a:endParaRPr>
          </a:p>
          <a:p>
            <a:pPr marL="80010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Times New Roman"/>
                <a:cs typeface="Times New Roman"/>
              </a:rPr>
              <a:t>Uzing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the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holding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relay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to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decrement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after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every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pulze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29145" y="1871992"/>
            <a:ext cx="6429375" cy="5108575"/>
            <a:chOff x="629145" y="1871992"/>
            <a:chExt cx="6429375" cy="5108575"/>
          </a:xfrm>
        </p:grpSpPr>
        <p:sp>
          <p:nvSpPr>
            <p:cNvPr id="19" name="object 19" descr=""/>
            <p:cNvSpPr/>
            <p:nvPr/>
          </p:nvSpPr>
          <p:spPr>
            <a:xfrm>
              <a:off x="643966" y="1875167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5">
                  <a:moveTo>
                    <a:pt x="0" y="6438"/>
                  </a:moveTo>
                  <a:lnTo>
                    <a:pt x="0" y="0"/>
                  </a:lnTo>
                </a:path>
                <a:path w="0" h="6985">
                  <a:moveTo>
                    <a:pt x="0" y="6057"/>
                  </a:moveTo>
                  <a:lnTo>
                    <a:pt x="0" y="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46823" y="1875167"/>
              <a:ext cx="6408420" cy="6985"/>
            </a:xfrm>
            <a:custGeom>
              <a:avLst/>
              <a:gdLst/>
              <a:ahLst/>
              <a:cxnLst/>
              <a:rect l="l" t="t" r="r" b="b"/>
              <a:pathLst>
                <a:path w="6408420" h="6985">
                  <a:moveTo>
                    <a:pt x="0" y="3009"/>
                  </a:moveTo>
                  <a:lnTo>
                    <a:pt x="6404978" y="3009"/>
                  </a:lnTo>
                </a:path>
                <a:path w="6408420" h="6985">
                  <a:moveTo>
                    <a:pt x="6408000" y="6438"/>
                  </a:moveTo>
                  <a:lnTo>
                    <a:pt x="6408000" y="0"/>
                  </a:lnTo>
                </a:path>
                <a:path w="6408420" h="6985">
                  <a:moveTo>
                    <a:pt x="6408000" y="6057"/>
                  </a:moveTo>
                  <a:lnTo>
                    <a:pt x="640800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43966" y="1881606"/>
              <a:ext cx="0" cy="245745"/>
            </a:xfrm>
            <a:custGeom>
              <a:avLst/>
              <a:gdLst/>
              <a:ahLst/>
              <a:cxnLst/>
              <a:rect l="l" t="t" r="r" b="b"/>
              <a:pathLst>
                <a:path w="0" h="245744">
                  <a:moveTo>
                    <a:pt x="0" y="239560"/>
                  </a:moveTo>
                  <a:lnTo>
                    <a:pt x="0" y="0"/>
                  </a:lnTo>
                </a:path>
                <a:path w="0" h="245744">
                  <a:moveTo>
                    <a:pt x="0" y="245630"/>
                  </a:moveTo>
                  <a:lnTo>
                    <a:pt x="0" y="239560"/>
                  </a:lnTo>
                </a:path>
                <a:path w="0" h="245744">
                  <a:moveTo>
                    <a:pt x="0" y="245630"/>
                  </a:moveTo>
                  <a:lnTo>
                    <a:pt x="0" y="23956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46823" y="1881606"/>
              <a:ext cx="6408420" cy="245745"/>
            </a:xfrm>
            <a:custGeom>
              <a:avLst/>
              <a:gdLst/>
              <a:ahLst/>
              <a:cxnLst/>
              <a:rect l="l" t="t" r="r" b="b"/>
              <a:pathLst>
                <a:path w="6408420" h="245744">
                  <a:moveTo>
                    <a:pt x="0" y="242582"/>
                  </a:moveTo>
                  <a:lnTo>
                    <a:pt x="6404978" y="242582"/>
                  </a:lnTo>
                </a:path>
                <a:path w="6408420" h="245744">
                  <a:moveTo>
                    <a:pt x="6408000" y="239560"/>
                  </a:moveTo>
                  <a:lnTo>
                    <a:pt x="6408000" y="0"/>
                  </a:lnTo>
                </a:path>
                <a:path w="6408420" h="245744">
                  <a:moveTo>
                    <a:pt x="6408000" y="245630"/>
                  </a:moveTo>
                  <a:lnTo>
                    <a:pt x="6408000" y="239560"/>
                  </a:lnTo>
                </a:path>
                <a:path w="6408420" h="245744">
                  <a:moveTo>
                    <a:pt x="6408000" y="245630"/>
                  </a:moveTo>
                  <a:lnTo>
                    <a:pt x="6408000" y="23956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43966" y="3687584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5">
                  <a:moveTo>
                    <a:pt x="0" y="6438"/>
                  </a:moveTo>
                  <a:lnTo>
                    <a:pt x="0" y="0"/>
                  </a:lnTo>
                </a:path>
                <a:path w="0" h="6985">
                  <a:moveTo>
                    <a:pt x="0" y="6057"/>
                  </a:moveTo>
                  <a:lnTo>
                    <a:pt x="0" y="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46823" y="3687584"/>
              <a:ext cx="6408420" cy="6985"/>
            </a:xfrm>
            <a:custGeom>
              <a:avLst/>
              <a:gdLst/>
              <a:ahLst/>
              <a:cxnLst/>
              <a:rect l="l" t="t" r="r" b="b"/>
              <a:pathLst>
                <a:path w="6408420" h="6985">
                  <a:moveTo>
                    <a:pt x="0" y="3022"/>
                  </a:moveTo>
                  <a:lnTo>
                    <a:pt x="6404978" y="3022"/>
                  </a:lnTo>
                </a:path>
                <a:path w="6408420" h="6985">
                  <a:moveTo>
                    <a:pt x="6408000" y="6438"/>
                  </a:moveTo>
                  <a:lnTo>
                    <a:pt x="6408000" y="0"/>
                  </a:lnTo>
                </a:path>
                <a:path w="6408420" h="6985">
                  <a:moveTo>
                    <a:pt x="6408000" y="6057"/>
                  </a:moveTo>
                  <a:lnTo>
                    <a:pt x="640800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43966" y="3694023"/>
              <a:ext cx="6408420" cy="245745"/>
            </a:xfrm>
            <a:custGeom>
              <a:avLst/>
              <a:gdLst/>
              <a:ahLst/>
              <a:cxnLst/>
              <a:rect l="l" t="t" r="r" b="b"/>
              <a:pathLst>
                <a:path w="6408420" h="245745">
                  <a:moveTo>
                    <a:pt x="0" y="239941"/>
                  </a:moveTo>
                  <a:lnTo>
                    <a:pt x="0" y="0"/>
                  </a:lnTo>
                </a:path>
                <a:path w="6408420" h="245745">
                  <a:moveTo>
                    <a:pt x="0" y="245630"/>
                  </a:moveTo>
                  <a:lnTo>
                    <a:pt x="0" y="239941"/>
                  </a:lnTo>
                </a:path>
                <a:path w="6408420" h="245745">
                  <a:moveTo>
                    <a:pt x="0" y="245630"/>
                  </a:moveTo>
                  <a:lnTo>
                    <a:pt x="0" y="239941"/>
                  </a:lnTo>
                </a:path>
                <a:path w="6408420" h="245745">
                  <a:moveTo>
                    <a:pt x="2857" y="242785"/>
                  </a:moveTo>
                  <a:lnTo>
                    <a:pt x="6407835" y="242785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054824" y="3694023"/>
              <a:ext cx="0" cy="245745"/>
            </a:xfrm>
            <a:custGeom>
              <a:avLst/>
              <a:gdLst/>
              <a:ahLst/>
              <a:cxnLst/>
              <a:rect l="l" t="t" r="r" b="b"/>
              <a:pathLst>
                <a:path w="0" h="245745">
                  <a:moveTo>
                    <a:pt x="0" y="239941"/>
                  </a:moveTo>
                  <a:lnTo>
                    <a:pt x="0" y="0"/>
                  </a:lnTo>
                </a:path>
                <a:path w="0" h="245745">
                  <a:moveTo>
                    <a:pt x="0" y="245630"/>
                  </a:moveTo>
                  <a:lnTo>
                    <a:pt x="0" y="239941"/>
                  </a:lnTo>
                </a:path>
                <a:path w="0" h="245745">
                  <a:moveTo>
                    <a:pt x="0" y="245630"/>
                  </a:moveTo>
                  <a:lnTo>
                    <a:pt x="0" y="239941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43966" y="4794618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5">
                  <a:moveTo>
                    <a:pt x="0" y="6451"/>
                  </a:moveTo>
                  <a:lnTo>
                    <a:pt x="0" y="0"/>
                  </a:lnTo>
                </a:path>
                <a:path w="0" h="6985">
                  <a:moveTo>
                    <a:pt x="0" y="6070"/>
                  </a:moveTo>
                  <a:lnTo>
                    <a:pt x="0" y="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46823" y="4794618"/>
              <a:ext cx="6408420" cy="6985"/>
            </a:xfrm>
            <a:custGeom>
              <a:avLst/>
              <a:gdLst/>
              <a:ahLst/>
              <a:cxnLst/>
              <a:rect l="l" t="t" r="r" b="b"/>
              <a:pathLst>
                <a:path w="6408420" h="6985">
                  <a:moveTo>
                    <a:pt x="0" y="3035"/>
                  </a:moveTo>
                  <a:lnTo>
                    <a:pt x="6404978" y="3035"/>
                  </a:lnTo>
                </a:path>
                <a:path w="6408420" h="6985">
                  <a:moveTo>
                    <a:pt x="6408000" y="6451"/>
                  </a:moveTo>
                  <a:lnTo>
                    <a:pt x="6408000" y="0"/>
                  </a:lnTo>
                </a:path>
                <a:path w="6408420" h="6985">
                  <a:moveTo>
                    <a:pt x="6408000" y="6070"/>
                  </a:moveTo>
                  <a:lnTo>
                    <a:pt x="640800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43966" y="4801069"/>
              <a:ext cx="6408420" cy="245745"/>
            </a:xfrm>
            <a:custGeom>
              <a:avLst/>
              <a:gdLst/>
              <a:ahLst/>
              <a:cxnLst/>
              <a:rect l="l" t="t" r="r" b="b"/>
              <a:pathLst>
                <a:path w="6408420" h="245745">
                  <a:moveTo>
                    <a:pt x="0" y="239941"/>
                  </a:moveTo>
                  <a:lnTo>
                    <a:pt x="0" y="0"/>
                  </a:lnTo>
                </a:path>
                <a:path w="6408420" h="245745">
                  <a:moveTo>
                    <a:pt x="0" y="245630"/>
                  </a:moveTo>
                  <a:lnTo>
                    <a:pt x="0" y="239928"/>
                  </a:lnTo>
                </a:path>
                <a:path w="6408420" h="245745">
                  <a:moveTo>
                    <a:pt x="0" y="245630"/>
                  </a:moveTo>
                  <a:lnTo>
                    <a:pt x="0" y="239928"/>
                  </a:lnTo>
                </a:path>
                <a:path w="6408420" h="245745">
                  <a:moveTo>
                    <a:pt x="2857" y="242785"/>
                  </a:moveTo>
                  <a:lnTo>
                    <a:pt x="6407835" y="242785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054824" y="4801069"/>
              <a:ext cx="0" cy="245745"/>
            </a:xfrm>
            <a:custGeom>
              <a:avLst/>
              <a:gdLst/>
              <a:ahLst/>
              <a:cxnLst/>
              <a:rect l="l" t="t" r="r" b="b"/>
              <a:pathLst>
                <a:path w="0" h="245745">
                  <a:moveTo>
                    <a:pt x="0" y="239941"/>
                  </a:moveTo>
                  <a:lnTo>
                    <a:pt x="0" y="0"/>
                  </a:lnTo>
                </a:path>
                <a:path w="0" h="245745">
                  <a:moveTo>
                    <a:pt x="0" y="245630"/>
                  </a:moveTo>
                  <a:lnTo>
                    <a:pt x="0" y="239928"/>
                  </a:lnTo>
                </a:path>
                <a:path w="0" h="245745">
                  <a:moveTo>
                    <a:pt x="0" y="245630"/>
                  </a:moveTo>
                  <a:lnTo>
                    <a:pt x="0" y="239928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43966" y="5857240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5">
                  <a:moveTo>
                    <a:pt x="0" y="6451"/>
                  </a:moveTo>
                  <a:lnTo>
                    <a:pt x="0" y="0"/>
                  </a:lnTo>
                </a:path>
                <a:path w="0" h="6985">
                  <a:moveTo>
                    <a:pt x="0" y="6070"/>
                  </a:moveTo>
                  <a:lnTo>
                    <a:pt x="0" y="0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46823" y="5857240"/>
              <a:ext cx="6408420" cy="6985"/>
            </a:xfrm>
            <a:custGeom>
              <a:avLst/>
              <a:gdLst/>
              <a:ahLst/>
              <a:cxnLst/>
              <a:rect l="l" t="t" r="r" b="b"/>
              <a:pathLst>
                <a:path w="6408420" h="6985">
                  <a:moveTo>
                    <a:pt x="0" y="3035"/>
                  </a:moveTo>
                  <a:lnTo>
                    <a:pt x="6404978" y="3035"/>
                  </a:lnTo>
                </a:path>
                <a:path w="6408420" h="6985">
                  <a:moveTo>
                    <a:pt x="6408000" y="6451"/>
                  </a:moveTo>
                  <a:lnTo>
                    <a:pt x="6408000" y="0"/>
                  </a:lnTo>
                </a:path>
                <a:path w="6408420" h="6985">
                  <a:moveTo>
                    <a:pt x="6408000" y="6070"/>
                  </a:moveTo>
                  <a:lnTo>
                    <a:pt x="640800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43966" y="5863691"/>
              <a:ext cx="6408420" cy="245745"/>
            </a:xfrm>
            <a:custGeom>
              <a:avLst/>
              <a:gdLst/>
              <a:ahLst/>
              <a:cxnLst/>
              <a:rect l="l" t="t" r="r" b="b"/>
              <a:pathLst>
                <a:path w="6408420" h="245745">
                  <a:moveTo>
                    <a:pt x="0" y="239941"/>
                  </a:moveTo>
                  <a:lnTo>
                    <a:pt x="0" y="0"/>
                  </a:lnTo>
                </a:path>
                <a:path w="6408420" h="245745">
                  <a:moveTo>
                    <a:pt x="0" y="245630"/>
                  </a:moveTo>
                  <a:lnTo>
                    <a:pt x="0" y="239941"/>
                  </a:lnTo>
                </a:path>
                <a:path w="6408420" h="245745">
                  <a:moveTo>
                    <a:pt x="0" y="245630"/>
                  </a:moveTo>
                  <a:lnTo>
                    <a:pt x="0" y="239941"/>
                  </a:lnTo>
                </a:path>
                <a:path w="6408420" h="245745">
                  <a:moveTo>
                    <a:pt x="2857" y="242773"/>
                  </a:moveTo>
                  <a:lnTo>
                    <a:pt x="6407835" y="242773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7054824" y="5863691"/>
              <a:ext cx="0" cy="245745"/>
            </a:xfrm>
            <a:custGeom>
              <a:avLst/>
              <a:gdLst/>
              <a:ahLst/>
              <a:cxnLst/>
              <a:rect l="l" t="t" r="r" b="b"/>
              <a:pathLst>
                <a:path w="0" h="245745">
                  <a:moveTo>
                    <a:pt x="0" y="239941"/>
                  </a:moveTo>
                  <a:lnTo>
                    <a:pt x="0" y="0"/>
                  </a:lnTo>
                </a:path>
                <a:path w="0" h="245745">
                  <a:moveTo>
                    <a:pt x="0" y="245630"/>
                  </a:moveTo>
                  <a:lnTo>
                    <a:pt x="0" y="239941"/>
                  </a:lnTo>
                </a:path>
                <a:path w="0" h="245745">
                  <a:moveTo>
                    <a:pt x="0" y="245630"/>
                  </a:moveTo>
                  <a:lnTo>
                    <a:pt x="0" y="239941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643966" y="6724726"/>
              <a:ext cx="6408420" cy="6350"/>
            </a:xfrm>
            <a:custGeom>
              <a:avLst/>
              <a:gdLst/>
              <a:ahLst/>
              <a:cxnLst/>
              <a:rect l="l" t="t" r="r" b="b"/>
              <a:pathLst>
                <a:path w="6408420" h="6350">
                  <a:moveTo>
                    <a:pt x="0" y="6070"/>
                  </a:moveTo>
                  <a:lnTo>
                    <a:pt x="0" y="0"/>
                  </a:lnTo>
                </a:path>
                <a:path w="6408420" h="6350">
                  <a:moveTo>
                    <a:pt x="0" y="5689"/>
                  </a:moveTo>
                  <a:lnTo>
                    <a:pt x="0" y="0"/>
                  </a:lnTo>
                </a:path>
                <a:path w="6408420" h="6350">
                  <a:moveTo>
                    <a:pt x="2857" y="2844"/>
                  </a:moveTo>
                  <a:lnTo>
                    <a:pt x="6407835" y="2844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054824" y="6724726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w="0" h="6350">
                  <a:moveTo>
                    <a:pt x="0" y="6070"/>
                  </a:moveTo>
                  <a:lnTo>
                    <a:pt x="0" y="0"/>
                  </a:lnTo>
                </a:path>
                <a:path w="0" h="6350">
                  <a:moveTo>
                    <a:pt x="0" y="5689"/>
                  </a:moveTo>
                  <a:lnTo>
                    <a:pt x="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43966" y="6730796"/>
              <a:ext cx="0" cy="246379"/>
            </a:xfrm>
            <a:custGeom>
              <a:avLst/>
              <a:gdLst/>
              <a:ahLst/>
              <a:cxnLst/>
              <a:rect l="l" t="t" r="r" b="b"/>
              <a:pathLst>
                <a:path w="0" h="246379">
                  <a:moveTo>
                    <a:pt x="0" y="239941"/>
                  </a:moveTo>
                  <a:lnTo>
                    <a:pt x="0" y="0"/>
                  </a:lnTo>
                </a:path>
                <a:path w="0" h="246379">
                  <a:moveTo>
                    <a:pt x="0" y="246011"/>
                  </a:moveTo>
                  <a:lnTo>
                    <a:pt x="0" y="239941"/>
                  </a:lnTo>
                </a:path>
                <a:path w="0" h="246379">
                  <a:moveTo>
                    <a:pt x="0" y="246011"/>
                  </a:moveTo>
                  <a:lnTo>
                    <a:pt x="0" y="239941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46823" y="6730796"/>
              <a:ext cx="6408420" cy="246379"/>
            </a:xfrm>
            <a:custGeom>
              <a:avLst/>
              <a:gdLst/>
              <a:ahLst/>
              <a:cxnLst/>
              <a:rect l="l" t="t" r="r" b="b"/>
              <a:pathLst>
                <a:path w="6408420" h="246379">
                  <a:moveTo>
                    <a:pt x="0" y="242976"/>
                  </a:moveTo>
                  <a:lnTo>
                    <a:pt x="6404978" y="242976"/>
                  </a:lnTo>
                </a:path>
                <a:path w="6408420" h="246379">
                  <a:moveTo>
                    <a:pt x="6408000" y="239941"/>
                  </a:moveTo>
                  <a:lnTo>
                    <a:pt x="6408000" y="0"/>
                  </a:lnTo>
                </a:path>
                <a:path w="6408420" h="246379">
                  <a:moveTo>
                    <a:pt x="6408000" y="246011"/>
                  </a:moveTo>
                  <a:lnTo>
                    <a:pt x="6408000" y="239941"/>
                  </a:lnTo>
                </a:path>
                <a:path w="6408420" h="246379">
                  <a:moveTo>
                    <a:pt x="6408000" y="246011"/>
                  </a:moveTo>
                  <a:lnTo>
                    <a:pt x="6408000" y="239941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33907" y="2162937"/>
              <a:ext cx="1350010" cy="1489075"/>
            </a:xfrm>
            <a:custGeom>
              <a:avLst/>
              <a:gdLst/>
              <a:ahLst/>
              <a:cxnLst/>
              <a:rect l="l" t="t" r="r" b="b"/>
              <a:pathLst>
                <a:path w="1350010" h="1489075">
                  <a:moveTo>
                    <a:pt x="0" y="0"/>
                  </a:moveTo>
                  <a:lnTo>
                    <a:pt x="0" y="1488567"/>
                  </a:lnTo>
                </a:path>
                <a:path w="1350010" h="1489075">
                  <a:moveTo>
                    <a:pt x="630212" y="119557"/>
                  </a:moveTo>
                  <a:lnTo>
                    <a:pt x="630212" y="299529"/>
                  </a:lnTo>
                </a:path>
                <a:path w="1350010" h="1489075">
                  <a:moveTo>
                    <a:pt x="720178" y="119557"/>
                  </a:moveTo>
                  <a:lnTo>
                    <a:pt x="720178" y="299529"/>
                  </a:lnTo>
                </a:path>
                <a:path w="1350010" h="1489075">
                  <a:moveTo>
                    <a:pt x="618451" y="636270"/>
                  </a:moveTo>
                  <a:lnTo>
                    <a:pt x="618451" y="816216"/>
                  </a:lnTo>
                </a:path>
                <a:path w="1350010" h="1489075">
                  <a:moveTo>
                    <a:pt x="708799" y="636270"/>
                  </a:moveTo>
                  <a:lnTo>
                    <a:pt x="708799" y="816216"/>
                  </a:lnTo>
                </a:path>
                <a:path w="1350010" h="1489075">
                  <a:moveTo>
                    <a:pt x="630212" y="205359"/>
                  </a:moveTo>
                  <a:lnTo>
                    <a:pt x="0" y="205359"/>
                  </a:lnTo>
                </a:path>
                <a:path w="1350010" h="1489075">
                  <a:moveTo>
                    <a:pt x="720178" y="205359"/>
                  </a:moveTo>
                  <a:lnTo>
                    <a:pt x="1349629" y="205359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698657" y="8271507"/>
            <a:ext cx="829944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6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-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Buzzer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629145" y="8278850"/>
            <a:ext cx="6429375" cy="1007744"/>
            <a:chOff x="629145" y="8278850"/>
            <a:chExt cx="6429375" cy="1007744"/>
          </a:xfrm>
        </p:grpSpPr>
        <p:sp>
          <p:nvSpPr>
            <p:cNvPr id="42" name="object 42" descr=""/>
            <p:cNvSpPr/>
            <p:nvPr/>
          </p:nvSpPr>
          <p:spPr>
            <a:xfrm>
              <a:off x="643966" y="8282025"/>
              <a:ext cx="6408420" cy="6350"/>
            </a:xfrm>
            <a:custGeom>
              <a:avLst/>
              <a:gdLst/>
              <a:ahLst/>
              <a:cxnLst/>
              <a:rect l="l" t="t" r="r" b="b"/>
              <a:pathLst>
                <a:path w="6408420" h="6350">
                  <a:moveTo>
                    <a:pt x="0" y="6070"/>
                  </a:moveTo>
                  <a:lnTo>
                    <a:pt x="0" y="0"/>
                  </a:lnTo>
                </a:path>
                <a:path w="6408420" h="6350">
                  <a:moveTo>
                    <a:pt x="0" y="5689"/>
                  </a:moveTo>
                  <a:lnTo>
                    <a:pt x="0" y="0"/>
                  </a:lnTo>
                </a:path>
                <a:path w="6408420" h="6350">
                  <a:moveTo>
                    <a:pt x="2857" y="2844"/>
                  </a:moveTo>
                  <a:lnTo>
                    <a:pt x="6407835" y="2844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7054824" y="8282025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w="0" h="6350">
                  <a:moveTo>
                    <a:pt x="0" y="6070"/>
                  </a:moveTo>
                  <a:lnTo>
                    <a:pt x="0" y="0"/>
                  </a:lnTo>
                </a:path>
                <a:path w="0" h="6350">
                  <a:moveTo>
                    <a:pt x="0" y="5689"/>
                  </a:moveTo>
                  <a:lnTo>
                    <a:pt x="0" y="0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43966" y="8288096"/>
              <a:ext cx="0" cy="126364"/>
            </a:xfrm>
            <a:custGeom>
              <a:avLst/>
              <a:gdLst/>
              <a:ahLst/>
              <a:cxnLst/>
              <a:rect l="l" t="t" r="r" b="b"/>
              <a:pathLst>
                <a:path w="0" h="126365">
                  <a:moveTo>
                    <a:pt x="0" y="119964"/>
                  </a:moveTo>
                  <a:lnTo>
                    <a:pt x="0" y="0"/>
                  </a:lnTo>
                </a:path>
                <a:path w="0" h="126365">
                  <a:moveTo>
                    <a:pt x="0" y="126047"/>
                  </a:moveTo>
                  <a:lnTo>
                    <a:pt x="0" y="119964"/>
                  </a:lnTo>
                </a:path>
                <a:path w="0" h="126365">
                  <a:moveTo>
                    <a:pt x="0" y="126047"/>
                  </a:moveTo>
                  <a:lnTo>
                    <a:pt x="0" y="119964"/>
                  </a:lnTo>
                </a:path>
              </a:pathLst>
            </a:custGeom>
            <a:ln w="5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46823" y="8288096"/>
              <a:ext cx="6408420" cy="126364"/>
            </a:xfrm>
            <a:custGeom>
              <a:avLst/>
              <a:gdLst/>
              <a:ahLst/>
              <a:cxnLst/>
              <a:rect l="l" t="t" r="r" b="b"/>
              <a:pathLst>
                <a:path w="6408420" h="126365">
                  <a:moveTo>
                    <a:pt x="0" y="123012"/>
                  </a:moveTo>
                  <a:lnTo>
                    <a:pt x="6404978" y="123012"/>
                  </a:lnTo>
                </a:path>
                <a:path w="6408420" h="126365">
                  <a:moveTo>
                    <a:pt x="6408000" y="119964"/>
                  </a:moveTo>
                  <a:lnTo>
                    <a:pt x="6408000" y="0"/>
                  </a:lnTo>
                </a:path>
                <a:path w="6408420" h="126365">
                  <a:moveTo>
                    <a:pt x="6408000" y="126047"/>
                  </a:moveTo>
                  <a:lnTo>
                    <a:pt x="6408000" y="119964"/>
                  </a:lnTo>
                </a:path>
                <a:path w="6408420" h="126365">
                  <a:moveTo>
                    <a:pt x="6408000" y="126047"/>
                  </a:moveTo>
                  <a:lnTo>
                    <a:pt x="6408000" y="119964"/>
                  </a:lnTo>
                </a:path>
              </a:pathLst>
            </a:custGeom>
            <a:ln w="6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33907" y="8430463"/>
              <a:ext cx="3153410" cy="850900"/>
            </a:xfrm>
            <a:custGeom>
              <a:avLst/>
              <a:gdLst/>
              <a:ahLst/>
              <a:cxnLst/>
              <a:rect l="l" t="t" r="r" b="b"/>
              <a:pathLst>
                <a:path w="3153410" h="850900">
                  <a:moveTo>
                    <a:pt x="0" y="0"/>
                  </a:moveTo>
                  <a:lnTo>
                    <a:pt x="0" y="850785"/>
                  </a:lnTo>
                </a:path>
                <a:path w="3153410" h="850900">
                  <a:moveTo>
                    <a:pt x="630212" y="148437"/>
                  </a:moveTo>
                  <a:lnTo>
                    <a:pt x="630212" y="328396"/>
                  </a:lnTo>
                </a:path>
                <a:path w="3153410" h="850900">
                  <a:moveTo>
                    <a:pt x="720178" y="148437"/>
                  </a:moveTo>
                  <a:lnTo>
                    <a:pt x="720178" y="328396"/>
                  </a:lnTo>
                </a:path>
                <a:path w="3153410" h="850900">
                  <a:moveTo>
                    <a:pt x="639330" y="609714"/>
                  </a:moveTo>
                  <a:lnTo>
                    <a:pt x="639330" y="789660"/>
                  </a:lnTo>
                </a:path>
                <a:path w="3153410" h="850900">
                  <a:moveTo>
                    <a:pt x="729297" y="609714"/>
                  </a:moveTo>
                  <a:lnTo>
                    <a:pt x="729297" y="789660"/>
                  </a:lnTo>
                </a:path>
                <a:path w="3153410" h="850900">
                  <a:moveTo>
                    <a:pt x="1439621" y="148437"/>
                  </a:moveTo>
                  <a:lnTo>
                    <a:pt x="1439621" y="328396"/>
                  </a:lnTo>
                </a:path>
                <a:path w="3153410" h="850900">
                  <a:moveTo>
                    <a:pt x="1529956" y="148437"/>
                  </a:moveTo>
                  <a:lnTo>
                    <a:pt x="1529956" y="328396"/>
                  </a:lnTo>
                </a:path>
                <a:path w="3153410" h="850900">
                  <a:moveTo>
                    <a:pt x="1529956" y="148437"/>
                  </a:moveTo>
                  <a:lnTo>
                    <a:pt x="1439621" y="328396"/>
                  </a:lnTo>
                </a:path>
                <a:path w="3153410" h="850900">
                  <a:moveTo>
                    <a:pt x="3063367" y="228930"/>
                  </a:moveTo>
                  <a:lnTo>
                    <a:pt x="3152940" y="228930"/>
                  </a:lnTo>
                </a:path>
                <a:path w="3153410" h="850900">
                  <a:moveTo>
                    <a:pt x="3152940" y="138950"/>
                  </a:moveTo>
                  <a:lnTo>
                    <a:pt x="3152940" y="319277"/>
                  </a:lnTo>
                </a:path>
                <a:path w="3153410" h="850900">
                  <a:moveTo>
                    <a:pt x="0" y="243357"/>
                  </a:moveTo>
                  <a:lnTo>
                    <a:pt x="630212" y="243357"/>
                  </a:lnTo>
                </a:path>
                <a:path w="3153410" h="850900">
                  <a:moveTo>
                    <a:pt x="720178" y="243357"/>
                  </a:moveTo>
                  <a:lnTo>
                    <a:pt x="1439621" y="243357"/>
                  </a:lnTo>
                </a:path>
                <a:path w="3153410" h="850900">
                  <a:moveTo>
                    <a:pt x="1529956" y="243357"/>
                  </a:moveTo>
                  <a:lnTo>
                    <a:pt x="2159406" y="243357"/>
                  </a:lnTo>
                </a:path>
                <a:path w="3153410" h="850900">
                  <a:moveTo>
                    <a:pt x="639330" y="699693"/>
                  </a:moveTo>
                  <a:lnTo>
                    <a:pt x="0" y="699693"/>
                  </a:lnTo>
                </a:path>
                <a:path w="3153410" h="850900">
                  <a:moveTo>
                    <a:pt x="1080084" y="243357"/>
                  </a:moveTo>
                  <a:lnTo>
                    <a:pt x="1080084" y="704240"/>
                  </a:lnTo>
                </a:path>
                <a:path w="3153410" h="850900">
                  <a:moveTo>
                    <a:pt x="729297" y="699693"/>
                  </a:moveTo>
                  <a:lnTo>
                    <a:pt x="1089202" y="699693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1981644" y="2258225"/>
            <a:ext cx="900430" cy="36957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7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  <a:spcBef>
                <a:spcPts val="5"/>
              </a:spcBef>
            </a:pPr>
            <a:r>
              <a:rPr dirty="0" sz="750" spc="-10">
                <a:latin typeface="Times New Roman"/>
                <a:cs typeface="Times New Roman"/>
              </a:rPr>
              <a:t>HEEP(11)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981644" y="2627223"/>
            <a:ext cx="900430" cy="36258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209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5"/>
              </a:spcBef>
            </a:pPr>
            <a:endParaRPr sz="7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</a:pPr>
            <a:r>
              <a:rPr dirty="0" sz="750" spc="-10">
                <a:latin typeface="Times New Roman"/>
                <a:cs typeface="Times New Roman"/>
              </a:rPr>
              <a:t>HR01.00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1162583" y="2162655"/>
            <a:ext cx="3073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1151572" y="2671000"/>
            <a:ext cx="3073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010.05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1151570" y="2448913"/>
            <a:ext cx="31432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Startpb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2" name="object 52" descr=""/>
          <p:cNvSpPr/>
          <p:nvPr/>
        </p:nvSpPr>
        <p:spPr>
          <a:xfrm>
            <a:off x="1243241" y="3297288"/>
            <a:ext cx="90170" cy="180340"/>
          </a:xfrm>
          <a:custGeom>
            <a:avLst/>
            <a:gdLst/>
            <a:ahLst/>
            <a:cxnLst/>
            <a:rect l="l" t="t" r="r" b="b"/>
            <a:pathLst>
              <a:path w="90169" h="180339">
                <a:moveTo>
                  <a:pt x="0" y="0"/>
                </a:moveTo>
                <a:lnTo>
                  <a:pt x="0" y="179958"/>
                </a:lnTo>
              </a:path>
              <a:path w="90169" h="180339">
                <a:moveTo>
                  <a:pt x="89966" y="0"/>
                </a:moveTo>
                <a:lnTo>
                  <a:pt x="89966" y="17995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 txBox="1"/>
          <p:nvPr/>
        </p:nvSpPr>
        <p:spPr>
          <a:xfrm>
            <a:off x="698657" y="2970538"/>
            <a:ext cx="880744" cy="9721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5847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Buzzer</a:t>
            </a:r>
            <a:endParaRPr sz="750">
              <a:latin typeface="Times New Roman"/>
              <a:cs typeface="Times New Roman"/>
            </a:endParaRPr>
          </a:p>
          <a:p>
            <a:pPr marL="455930">
              <a:lnSpc>
                <a:spcPct val="100000"/>
              </a:lnSpc>
              <a:spcBef>
                <a:spcPts val="730"/>
              </a:spcBef>
            </a:pPr>
            <a:r>
              <a:rPr dirty="0" sz="750" spc="-10">
                <a:latin typeface="Times New Roman"/>
                <a:cs typeface="Times New Roman"/>
              </a:rPr>
              <a:t>000.01</a:t>
            </a:r>
            <a:endParaRPr sz="750">
              <a:latin typeface="Times New Roman"/>
              <a:cs typeface="Times New Roman"/>
            </a:endParaRPr>
          </a:p>
          <a:p>
            <a:pPr marL="12700" marR="5080" indent="406400">
              <a:lnSpc>
                <a:spcPct val="182300"/>
              </a:lnSpc>
              <a:spcBef>
                <a:spcPts val="655"/>
              </a:spcBef>
            </a:pPr>
            <a:r>
              <a:rPr dirty="0" sz="750">
                <a:latin typeface="Times New Roman"/>
                <a:cs typeface="Times New Roman"/>
              </a:rPr>
              <a:t>Stop</a:t>
            </a:r>
            <a:r>
              <a:rPr dirty="0" sz="750" spc="220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pb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2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70">
                <a:latin typeface="Arial"/>
                <a:cs typeface="Arial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Move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 spc="-50">
                <a:latin typeface="Times New Roman"/>
                <a:cs typeface="Times New Roman"/>
              </a:rPr>
              <a:t>9</a:t>
            </a: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750">
                <a:latin typeface="Times New Roman"/>
                <a:cs typeface="Times New Roman"/>
              </a:rPr>
              <a:t>Move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9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to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channel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 spc="-60">
                <a:latin typeface="Times New Roman"/>
                <a:cs typeface="Times New Roman"/>
              </a:rPr>
              <a:t>6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620039" y="2889351"/>
            <a:ext cx="2286000" cy="1874520"/>
            <a:chOff x="620039" y="2889351"/>
            <a:chExt cx="2286000" cy="1874520"/>
          </a:xfrm>
        </p:grpSpPr>
        <p:sp>
          <p:nvSpPr>
            <p:cNvPr id="55" name="object 55" descr=""/>
            <p:cNvSpPr/>
            <p:nvPr/>
          </p:nvSpPr>
          <p:spPr>
            <a:xfrm>
              <a:off x="624801" y="2894114"/>
              <a:ext cx="1376045" cy="1864995"/>
            </a:xfrm>
            <a:custGeom>
              <a:avLst/>
              <a:gdLst/>
              <a:ahLst/>
              <a:cxnLst/>
              <a:rect l="l" t="t" r="r" b="b"/>
              <a:pathLst>
                <a:path w="1376045" h="1864995">
                  <a:moveTo>
                    <a:pt x="629450" y="0"/>
                  </a:moveTo>
                  <a:lnTo>
                    <a:pt x="0" y="0"/>
                  </a:lnTo>
                </a:path>
                <a:path w="1376045" h="1864995">
                  <a:moveTo>
                    <a:pt x="620331" y="497712"/>
                  </a:moveTo>
                  <a:lnTo>
                    <a:pt x="0" y="497712"/>
                  </a:lnTo>
                </a:path>
                <a:path w="1376045" h="1864995">
                  <a:moveTo>
                    <a:pt x="729284" y="9105"/>
                  </a:moveTo>
                  <a:lnTo>
                    <a:pt x="1358734" y="9105"/>
                  </a:lnTo>
                </a:path>
                <a:path w="1376045" h="1864995">
                  <a:moveTo>
                    <a:pt x="18592" y="1060361"/>
                  </a:moveTo>
                  <a:lnTo>
                    <a:pt x="18592" y="1864436"/>
                  </a:lnTo>
                </a:path>
                <a:path w="1376045" h="1864995">
                  <a:moveTo>
                    <a:pt x="656018" y="1194358"/>
                  </a:moveTo>
                  <a:lnTo>
                    <a:pt x="656018" y="1373936"/>
                  </a:lnTo>
                </a:path>
                <a:path w="1376045" h="1864995">
                  <a:moveTo>
                    <a:pt x="745616" y="1194358"/>
                  </a:moveTo>
                  <a:lnTo>
                    <a:pt x="745616" y="1373936"/>
                  </a:lnTo>
                </a:path>
                <a:path w="1376045" h="1864995">
                  <a:moveTo>
                    <a:pt x="648436" y="1274851"/>
                  </a:moveTo>
                  <a:lnTo>
                    <a:pt x="18592" y="1274851"/>
                  </a:lnTo>
                </a:path>
                <a:path w="1376045" h="1864995">
                  <a:moveTo>
                    <a:pt x="745616" y="1274851"/>
                  </a:moveTo>
                  <a:lnTo>
                    <a:pt x="1375829" y="1274851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2000630" y="4006862"/>
              <a:ext cx="900430" cy="656590"/>
            </a:xfrm>
            <a:custGeom>
              <a:avLst/>
              <a:gdLst/>
              <a:ahLst/>
              <a:cxnLst/>
              <a:rect l="l" t="t" r="r" b="b"/>
              <a:pathLst>
                <a:path w="900430" h="656589">
                  <a:moveTo>
                    <a:pt x="0" y="0"/>
                  </a:moveTo>
                  <a:lnTo>
                    <a:pt x="900150" y="0"/>
                  </a:lnTo>
                  <a:lnTo>
                    <a:pt x="900150" y="656412"/>
                  </a:lnTo>
                  <a:lnTo>
                    <a:pt x="0" y="656412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2083220" y="4040375"/>
            <a:ext cx="51371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@MOV(21)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629145" y="4248861"/>
            <a:ext cx="3007360" cy="1597025"/>
            <a:chOff x="629145" y="4248861"/>
            <a:chExt cx="3007360" cy="1597025"/>
          </a:xfrm>
        </p:grpSpPr>
        <p:sp>
          <p:nvSpPr>
            <p:cNvPr id="59" name="object 59" descr=""/>
            <p:cNvSpPr/>
            <p:nvPr/>
          </p:nvSpPr>
          <p:spPr>
            <a:xfrm>
              <a:off x="633907" y="4253623"/>
              <a:ext cx="2275840" cy="1587500"/>
            </a:xfrm>
            <a:custGeom>
              <a:avLst/>
              <a:gdLst/>
              <a:ahLst/>
              <a:cxnLst/>
              <a:rect l="l" t="t" r="r" b="b"/>
              <a:pathLst>
                <a:path w="2275840" h="1587500">
                  <a:moveTo>
                    <a:pt x="18986" y="190207"/>
                  </a:moveTo>
                  <a:lnTo>
                    <a:pt x="378510" y="190207"/>
                  </a:lnTo>
                </a:path>
                <a:path w="2275840" h="1587500">
                  <a:moveTo>
                    <a:pt x="1366723" y="0"/>
                  </a:moveTo>
                  <a:lnTo>
                    <a:pt x="2266467" y="0"/>
                  </a:lnTo>
                </a:path>
                <a:path w="2275840" h="1587500">
                  <a:moveTo>
                    <a:pt x="9486" y="380784"/>
                  </a:moveTo>
                  <a:lnTo>
                    <a:pt x="369392" y="380784"/>
                  </a:lnTo>
                </a:path>
                <a:path w="2275840" h="1587500">
                  <a:moveTo>
                    <a:pt x="1375841" y="209943"/>
                  </a:moveTo>
                  <a:lnTo>
                    <a:pt x="2275586" y="209943"/>
                  </a:lnTo>
                </a:path>
                <a:path w="2275840" h="1587500">
                  <a:moveTo>
                    <a:pt x="0" y="820407"/>
                  </a:moveTo>
                  <a:lnTo>
                    <a:pt x="0" y="1587284"/>
                  </a:lnTo>
                </a:path>
                <a:path w="2275840" h="1587500">
                  <a:moveTo>
                    <a:pt x="637425" y="929741"/>
                  </a:moveTo>
                  <a:lnTo>
                    <a:pt x="637425" y="1109700"/>
                  </a:lnTo>
                </a:path>
                <a:path w="2275840" h="1587500">
                  <a:moveTo>
                    <a:pt x="727405" y="929741"/>
                  </a:moveTo>
                  <a:lnTo>
                    <a:pt x="727405" y="1109700"/>
                  </a:lnTo>
                </a:path>
                <a:path w="2275840" h="1587500">
                  <a:moveTo>
                    <a:pt x="630212" y="1010615"/>
                  </a:moveTo>
                  <a:lnTo>
                    <a:pt x="0" y="1010615"/>
                  </a:lnTo>
                </a:path>
                <a:path w="2275840" h="1587500">
                  <a:moveTo>
                    <a:pt x="727405" y="1010615"/>
                  </a:moveTo>
                  <a:lnTo>
                    <a:pt x="1357604" y="1010615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2721952" y="5136299"/>
              <a:ext cx="900430" cy="656590"/>
            </a:xfrm>
            <a:custGeom>
              <a:avLst/>
              <a:gdLst/>
              <a:ahLst/>
              <a:cxnLst/>
              <a:rect l="l" t="t" r="r" b="b"/>
              <a:pathLst>
                <a:path w="900429" h="656589">
                  <a:moveTo>
                    <a:pt x="0" y="0"/>
                  </a:moveTo>
                  <a:lnTo>
                    <a:pt x="900150" y="0"/>
                  </a:lnTo>
                  <a:lnTo>
                    <a:pt x="900150" y="656031"/>
                  </a:lnTo>
                  <a:lnTo>
                    <a:pt x="0" y="656031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633907" y="5192864"/>
              <a:ext cx="2997835" cy="532130"/>
            </a:xfrm>
            <a:custGeom>
              <a:avLst/>
              <a:gdLst/>
              <a:ahLst/>
              <a:cxnLst/>
              <a:rect l="l" t="t" r="r" b="b"/>
              <a:pathLst>
                <a:path w="2997835" h="532129">
                  <a:moveTo>
                    <a:pt x="9486" y="346240"/>
                  </a:moveTo>
                  <a:lnTo>
                    <a:pt x="369392" y="346240"/>
                  </a:lnTo>
                </a:path>
                <a:path w="2997835" h="532129">
                  <a:moveTo>
                    <a:pt x="2088045" y="156413"/>
                  </a:moveTo>
                  <a:lnTo>
                    <a:pt x="2987814" y="156413"/>
                  </a:lnTo>
                </a:path>
                <a:path w="2997835" h="532129">
                  <a:moveTo>
                    <a:pt x="0" y="531876"/>
                  </a:moveTo>
                  <a:lnTo>
                    <a:pt x="359905" y="531876"/>
                  </a:lnTo>
                </a:path>
                <a:path w="2997835" h="532129">
                  <a:moveTo>
                    <a:pt x="2097913" y="403936"/>
                  </a:moveTo>
                  <a:lnTo>
                    <a:pt x="2997682" y="403936"/>
                  </a:lnTo>
                </a:path>
                <a:path w="2997835" h="532129">
                  <a:moveTo>
                    <a:pt x="1359128" y="0"/>
                  </a:moveTo>
                  <a:lnTo>
                    <a:pt x="1359128" y="179946"/>
                  </a:lnTo>
                </a:path>
                <a:path w="2997835" h="532129">
                  <a:moveTo>
                    <a:pt x="1449108" y="0"/>
                  </a:moveTo>
                  <a:lnTo>
                    <a:pt x="1449108" y="179946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>
            <a:off x="1129932" y="3963687"/>
            <a:ext cx="39751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HR01.00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698657" y="4250321"/>
            <a:ext cx="2381250" cy="18618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970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#0009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 marL="1397000">
              <a:lnSpc>
                <a:spcPct val="100000"/>
              </a:lnSpc>
            </a:pPr>
            <a:r>
              <a:rPr dirty="0" sz="750" spc="-25">
                <a:latin typeface="Times New Roman"/>
                <a:cs typeface="Times New Roman"/>
              </a:rPr>
              <a:t>006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3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Timer</a:t>
            </a: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Times New Roman"/>
                <a:cs typeface="Times New Roman"/>
              </a:rPr>
              <a:t>To</a:t>
            </a:r>
            <a:r>
              <a:rPr dirty="0" sz="750" spc="13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produce</a:t>
            </a:r>
            <a:r>
              <a:rPr dirty="0" sz="750" spc="13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an</a:t>
            </a:r>
            <a:r>
              <a:rPr dirty="0" sz="750" spc="13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ON/OFF</a:t>
            </a:r>
            <a:r>
              <a:rPr dirty="0" sz="750" spc="13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pulze</a:t>
            </a:r>
            <a:endParaRPr sz="750">
              <a:latin typeface="Times New Roman"/>
              <a:cs typeface="Times New Roman"/>
            </a:endParaRPr>
          </a:p>
          <a:p>
            <a:pPr marL="479425">
              <a:lnSpc>
                <a:spcPts val="865"/>
              </a:lnSpc>
              <a:spcBef>
                <a:spcPts val="355"/>
              </a:spcBef>
              <a:tabLst>
                <a:tab pos="1174115" algn="l"/>
              </a:tabLst>
            </a:pPr>
            <a:r>
              <a:rPr dirty="0" sz="750" spc="-10">
                <a:latin typeface="Times New Roman"/>
                <a:cs typeface="Times New Roman"/>
              </a:rPr>
              <a:t>253.13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baseline="3703" sz="1125" spc="-15">
                <a:latin typeface="Times New Roman"/>
                <a:cs typeface="Times New Roman"/>
              </a:rPr>
              <a:t>TIM001</a:t>
            </a:r>
            <a:endParaRPr baseline="3703" sz="1125">
              <a:latin typeface="Times New Roman"/>
              <a:cs typeface="Times New Roman"/>
            </a:endParaRPr>
          </a:p>
          <a:p>
            <a:pPr marL="2118360">
              <a:lnSpc>
                <a:spcPts val="865"/>
              </a:lnSpc>
            </a:pPr>
            <a:r>
              <a:rPr dirty="0" sz="750" spc="-25">
                <a:latin typeface="Times New Roman"/>
                <a:cs typeface="Times New Roman"/>
              </a:rPr>
              <a:t>TIM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750">
              <a:latin typeface="Times New Roman"/>
              <a:cs typeface="Times New Roman"/>
            </a:endParaRPr>
          </a:p>
          <a:p>
            <a:pPr marL="2118360">
              <a:lnSpc>
                <a:spcPct val="100000"/>
              </a:lnSpc>
            </a:pPr>
            <a:r>
              <a:rPr dirty="0" sz="750" spc="-25">
                <a:latin typeface="Times New Roman"/>
                <a:cs typeface="Times New Roman"/>
              </a:rPr>
              <a:t>001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50">
              <a:latin typeface="Times New Roman"/>
              <a:cs typeface="Times New Roman"/>
            </a:endParaRPr>
          </a:p>
          <a:p>
            <a:pPr marL="2118360">
              <a:lnSpc>
                <a:spcPct val="100000"/>
              </a:lnSpc>
              <a:spcBef>
                <a:spcPts val="5"/>
              </a:spcBef>
            </a:pPr>
            <a:r>
              <a:rPr dirty="0" sz="750" spc="-10">
                <a:latin typeface="Times New Roman"/>
                <a:cs typeface="Times New Roman"/>
              </a:rPr>
              <a:t>#0012</a:t>
            </a:r>
            <a:endParaRPr sz="750">
              <a:latin typeface="Times New Roman"/>
              <a:cs typeface="Times New Roman"/>
            </a:endParaRPr>
          </a:p>
          <a:p>
            <a:pPr marL="12700" marR="1250950">
              <a:lnSpc>
                <a:spcPct val="104600"/>
              </a:lnSpc>
              <a:spcBef>
                <a:spcPts val="7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4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Decrement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Decrement</a:t>
            </a:r>
            <a:r>
              <a:rPr dirty="0" sz="750" spc="14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every</a:t>
            </a:r>
            <a:r>
              <a:rPr dirty="0" sz="750" spc="14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execution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64" name="object 64" descr=""/>
          <p:cNvGrpSpPr/>
          <p:nvPr/>
        </p:nvGrpSpPr>
        <p:grpSpPr>
          <a:xfrm>
            <a:off x="629145" y="5189994"/>
            <a:ext cx="2997835" cy="1504950"/>
            <a:chOff x="629145" y="5189994"/>
            <a:chExt cx="2997835" cy="1504950"/>
          </a:xfrm>
        </p:grpSpPr>
        <p:sp>
          <p:nvSpPr>
            <p:cNvPr id="65" name="object 65" descr=""/>
            <p:cNvSpPr/>
            <p:nvPr/>
          </p:nvSpPr>
          <p:spPr>
            <a:xfrm>
              <a:off x="633907" y="5194757"/>
              <a:ext cx="2088514" cy="1495425"/>
            </a:xfrm>
            <a:custGeom>
              <a:avLst/>
              <a:gdLst/>
              <a:ahLst/>
              <a:cxnLst/>
              <a:rect l="l" t="t" r="r" b="b"/>
              <a:pathLst>
                <a:path w="2088514" h="1495425">
                  <a:moveTo>
                    <a:pt x="1454797" y="0"/>
                  </a:moveTo>
                  <a:lnTo>
                    <a:pt x="1364830" y="180339"/>
                  </a:lnTo>
                </a:path>
                <a:path w="2088514" h="1495425">
                  <a:moveTo>
                    <a:pt x="1458595" y="69481"/>
                  </a:moveTo>
                  <a:lnTo>
                    <a:pt x="2088045" y="69481"/>
                  </a:lnTo>
                </a:path>
                <a:path w="2088514" h="1495425">
                  <a:moveTo>
                    <a:pt x="0" y="944168"/>
                  </a:moveTo>
                  <a:lnTo>
                    <a:pt x="0" y="1495043"/>
                  </a:lnTo>
                </a:path>
                <a:path w="2088514" h="1495425">
                  <a:moveTo>
                    <a:pt x="637425" y="1077810"/>
                  </a:moveTo>
                  <a:lnTo>
                    <a:pt x="637425" y="1257769"/>
                  </a:lnTo>
                </a:path>
                <a:path w="2088514" h="1495425">
                  <a:moveTo>
                    <a:pt x="727405" y="1077810"/>
                  </a:moveTo>
                  <a:lnTo>
                    <a:pt x="727405" y="1257769"/>
                  </a:lnTo>
                </a:path>
                <a:path w="2088514" h="1495425">
                  <a:moveTo>
                    <a:pt x="630212" y="1158671"/>
                  </a:moveTo>
                  <a:lnTo>
                    <a:pt x="0" y="1158671"/>
                  </a:lnTo>
                </a:path>
                <a:path w="2088514" h="1495425">
                  <a:moveTo>
                    <a:pt x="727405" y="1158671"/>
                  </a:moveTo>
                  <a:lnTo>
                    <a:pt x="1357604" y="1158671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2721952" y="6219799"/>
              <a:ext cx="900430" cy="440690"/>
            </a:xfrm>
            <a:custGeom>
              <a:avLst/>
              <a:gdLst/>
              <a:ahLst/>
              <a:cxnLst/>
              <a:rect l="l" t="t" r="r" b="b"/>
              <a:pathLst>
                <a:path w="900429" h="440690">
                  <a:moveTo>
                    <a:pt x="0" y="0"/>
                  </a:moveTo>
                  <a:lnTo>
                    <a:pt x="900150" y="0"/>
                  </a:lnTo>
                  <a:lnTo>
                    <a:pt x="900150" y="440397"/>
                  </a:lnTo>
                  <a:lnTo>
                    <a:pt x="0" y="440397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643394" y="6590715"/>
              <a:ext cx="360045" cy="0"/>
            </a:xfrm>
            <a:custGeom>
              <a:avLst/>
              <a:gdLst/>
              <a:ahLst/>
              <a:cxnLst/>
              <a:rect l="l" t="t" r="r" b="b"/>
              <a:pathLst>
                <a:path w="360044" h="0">
                  <a:moveTo>
                    <a:pt x="0" y="0"/>
                  </a:moveTo>
                  <a:lnTo>
                    <a:pt x="35990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 descr=""/>
          <p:cNvSpPr txBox="1"/>
          <p:nvPr/>
        </p:nvSpPr>
        <p:spPr>
          <a:xfrm>
            <a:off x="1120442" y="6129177"/>
            <a:ext cx="39751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HR01.00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9" name="object 69" descr=""/>
          <p:cNvSpPr/>
          <p:nvPr/>
        </p:nvSpPr>
        <p:spPr>
          <a:xfrm>
            <a:off x="1993036" y="6282054"/>
            <a:ext cx="1628775" cy="184150"/>
          </a:xfrm>
          <a:custGeom>
            <a:avLst/>
            <a:gdLst/>
            <a:ahLst/>
            <a:cxnLst/>
            <a:rect l="l" t="t" r="r" b="b"/>
            <a:pathLst>
              <a:path w="1628775" h="184150">
                <a:moveTo>
                  <a:pt x="728916" y="184137"/>
                </a:moveTo>
                <a:lnTo>
                  <a:pt x="1628686" y="184137"/>
                </a:lnTo>
              </a:path>
              <a:path w="1628775" h="184150">
                <a:moveTo>
                  <a:pt x="0" y="0"/>
                </a:moveTo>
                <a:lnTo>
                  <a:pt x="0" y="179578"/>
                </a:lnTo>
              </a:path>
              <a:path w="1628775" h="184150">
                <a:moveTo>
                  <a:pt x="89979" y="0"/>
                </a:moveTo>
                <a:lnTo>
                  <a:pt x="89979" y="17957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 txBox="1"/>
          <p:nvPr/>
        </p:nvSpPr>
        <p:spPr>
          <a:xfrm>
            <a:off x="1860369" y="6139047"/>
            <a:ext cx="36068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TIM001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1" name="object 71" descr=""/>
          <p:cNvSpPr/>
          <p:nvPr/>
        </p:nvSpPr>
        <p:spPr>
          <a:xfrm>
            <a:off x="643394" y="6353428"/>
            <a:ext cx="2909570" cy="1882775"/>
          </a:xfrm>
          <a:custGeom>
            <a:avLst/>
            <a:gdLst/>
            <a:ahLst/>
            <a:cxnLst/>
            <a:rect l="l" t="t" r="r" b="b"/>
            <a:pathLst>
              <a:path w="2909570" h="1882775">
                <a:moveTo>
                  <a:pt x="1449108" y="0"/>
                </a:moveTo>
                <a:lnTo>
                  <a:pt x="2078558" y="0"/>
                </a:lnTo>
              </a:path>
              <a:path w="2909570" h="1882775">
                <a:moveTo>
                  <a:pt x="0" y="647306"/>
                </a:moveTo>
                <a:lnTo>
                  <a:pt x="0" y="1882279"/>
                </a:lnTo>
              </a:path>
              <a:path w="2909570" h="1882775">
                <a:moveTo>
                  <a:pt x="629843" y="788898"/>
                </a:moveTo>
                <a:lnTo>
                  <a:pt x="629843" y="968857"/>
                </a:lnTo>
              </a:path>
              <a:path w="2909570" h="1882775">
                <a:moveTo>
                  <a:pt x="719810" y="788898"/>
                </a:moveTo>
                <a:lnTo>
                  <a:pt x="719810" y="968857"/>
                </a:lnTo>
              </a:path>
              <a:path w="2909570" h="1882775">
                <a:moveTo>
                  <a:pt x="1567180" y="1522755"/>
                </a:moveTo>
                <a:lnTo>
                  <a:pt x="1567180" y="1702333"/>
                </a:lnTo>
              </a:path>
              <a:path w="2909570" h="1882775">
                <a:moveTo>
                  <a:pt x="1657159" y="1522755"/>
                </a:moveTo>
                <a:lnTo>
                  <a:pt x="1657159" y="1702333"/>
                </a:lnTo>
              </a:path>
              <a:path w="2909570" h="1882775">
                <a:moveTo>
                  <a:pt x="1529588" y="788898"/>
                </a:moveTo>
                <a:lnTo>
                  <a:pt x="1529588" y="968857"/>
                </a:lnTo>
              </a:path>
              <a:path w="2909570" h="1882775">
                <a:moveTo>
                  <a:pt x="1619567" y="788898"/>
                </a:moveTo>
                <a:lnTo>
                  <a:pt x="1619567" y="968857"/>
                </a:lnTo>
              </a:path>
              <a:path w="2909570" h="1882775">
                <a:moveTo>
                  <a:pt x="2819260" y="1617294"/>
                </a:moveTo>
                <a:lnTo>
                  <a:pt x="2909214" y="1617294"/>
                </a:lnTo>
              </a:path>
              <a:path w="2909570" h="1882775">
                <a:moveTo>
                  <a:pt x="2909214" y="1522755"/>
                </a:moveTo>
                <a:lnTo>
                  <a:pt x="2909214" y="1702333"/>
                </a:lnTo>
              </a:path>
              <a:path w="2909570" h="1882775">
                <a:moveTo>
                  <a:pt x="1619567" y="884199"/>
                </a:moveTo>
                <a:lnTo>
                  <a:pt x="2339378" y="884199"/>
                </a:lnTo>
              </a:path>
              <a:path w="2909570" h="1882775">
                <a:moveTo>
                  <a:pt x="1529588" y="884199"/>
                </a:moveTo>
                <a:lnTo>
                  <a:pt x="719810" y="884199"/>
                </a:lnTo>
              </a:path>
              <a:path w="2909570" h="1882775">
                <a:moveTo>
                  <a:pt x="629843" y="884199"/>
                </a:moveTo>
                <a:lnTo>
                  <a:pt x="0" y="884199"/>
                </a:lnTo>
              </a:path>
              <a:path w="2909570" h="1882775">
                <a:moveTo>
                  <a:pt x="1567180" y="1617294"/>
                </a:moveTo>
                <a:lnTo>
                  <a:pt x="1068705" y="1617294"/>
                </a:lnTo>
              </a:path>
              <a:path w="2909570" h="1882775">
                <a:moveTo>
                  <a:pt x="1079715" y="884199"/>
                </a:moveTo>
                <a:lnTo>
                  <a:pt x="1079715" y="1615008"/>
                </a:lnTo>
              </a:path>
              <a:path w="2909570" h="1882775">
                <a:moveTo>
                  <a:pt x="2644990" y="1617294"/>
                </a:moveTo>
                <a:lnTo>
                  <a:pt x="1657159" y="1617294"/>
                </a:lnTo>
              </a:path>
              <a:path w="2909570" h="1882775">
                <a:moveTo>
                  <a:pt x="0" y="1573250"/>
                </a:moveTo>
                <a:lnTo>
                  <a:pt x="359905" y="1573250"/>
                </a:lnTo>
              </a:path>
              <a:path w="2909570" h="1882775">
                <a:moveTo>
                  <a:pt x="0" y="1772564"/>
                </a:moveTo>
                <a:lnTo>
                  <a:pt x="359905" y="177256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 txBox="1"/>
          <p:nvPr/>
        </p:nvSpPr>
        <p:spPr>
          <a:xfrm>
            <a:off x="2982772" y="7129424"/>
            <a:ext cx="900430" cy="20955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395"/>
              </a:spcBef>
            </a:pPr>
            <a:r>
              <a:rPr dirty="0" sz="750" spc="-10">
                <a:latin typeface="Times New Roman"/>
                <a:cs typeface="Times New Roman"/>
              </a:rPr>
              <a:t>CMP(20)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2982772" y="7338606"/>
            <a:ext cx="900430" cy="17399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2095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165"/>
              </a:spcBef>
            </a:pPr>
            <a:r>
              <a:rPr dirty="0" sz="750" spc="-25">
                <a:latin typeface="Times New Roman"/>
                <a:cs typeface="Times New Roman"/>
              </a:rPr>
              <a:t>006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2982772" y="7512113"/>
            <a:ext cx="900430" cy="16573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215"/>
              </a:spcBef>
            </a:pPr>
            <a:r>
              <a:rPr dirty="0" sz="750" spc="-10">
                <a:latin typeface="Times New Roman"/>
                <a:cs typeface="Times New Roman"/>
              </a:rPr>
              <a:t>#0000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698657" y="6252940"/>
            <a:ext cx="2717165" cy="9156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11836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@DEC(39)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750">
              <a:latin typeface="Times New Roman"/>
              <a:cs typeface="Times New Roman"/>
            </a:endParaRPr>
          </a:p>
          <a:p>
            <a:pPr marL="2118360">
              <a:lnSpc>
                <a:spcPct val="100000"/>
              </a:lnSpc>
            </a:pPr>
            <a:r>
              <a:rPr dirty="0" sz="750" spc="-25">
                <a:latin typeface="Times New Roman"/>
                <a:cs typeface="Times New Roman"/>
              </a:rPr>
              <a:t>006</a:t>
            </a: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5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 spc="-50">
                <a:latin typeface="Arial"/>
                <a:cs typeface="Arial"/>
              </a:rPr>
              <a:t>–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Times New Roman"/>
                <a:cs typeface="Times New Roman"/>
              </a:rPr>
              <a:t>Compare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the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o/p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with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0,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if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equal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(25506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on)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output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00500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turn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on</a:t>
            </a:r>
            <a:endParaRPr sz="75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  <a:spcBef>
                <a:spcPts val="585"/>
              </a:spcBef>
              <a:tabLst>
                <a:tab pos="1334770" algn="l"/>
              </a:tabLst>
            </a:pPr>
            <a:r>
              <a:rPr dirty="0" baseline="3703" sz="1125" spc="-15">
                <a:latin typeface="Times New Roman"/>
                <a:cs typeface="Times New Roman"/>
              </a:rPr>
              <a:t>253.13</a:t>
            </a:r>
            <a:r>
              <a:rPr dirty="0" baseline="3703" sz="1125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HR01.00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3224809" y="7747599"/>
            <a:ext cx="3073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005.00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2118906" y="7738109"/>
            <a:ext cx="3073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255.06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2129157" y="8057009"/>
            <a:ext cx="24447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55">
                <a:latin typeface="Times New Roman"/>
                <a:cs typeface="Times New Roman"/>
              </a:rPr>
              <a:t>=Fla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3185699" y="8075610"/>
            <a:ext cx="36068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Workbit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0" name="object 80" descr=""/>
          <p:cNvSpPr/>
          <p:nvPr/>
        </p:nvSpPr>
        <p:spPr>
          <a:xfrm>
            <a:off x="652894" y="2902076"/>
            <a:ext cx="944880" cy="4813935"/>
          </a:xfrm>
          <a:custGeom>
            <a:avLst/>
            <a:gdLst/>
            <a:ahLst/>
            <a:cxnLst/>
            <a:rect l="l" t="t" r="r" b="b"/>
            <a:pathLst>
              <a:path w="944880" h="4813934">
                <a:moveTo>
                  <a:pt x="0" y="4813515"/>
                </a:moveTo>
                <a:lnTo>
                  <a:pt x="359524" y="4813515"/>
                </a:lnTo>
              </a:path>
              <a:path w="944880" h="4813934">
                <a:moveTo>
                  <a:pt x="691324" y="498119"/>
                </a:moveTo>
                <a:lnTo>
                  <a:pt x="944549" y="498119"/>
                </a:lnTo>
              </a:path>
              <a:path w="944880" h="4813934">
                <a:moveTo>
                  <a:pt x="944549" y="487857"/>
                </a:moveTo>
                <a:lnTo>
                  <a:pt x="944549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 txBox="1"/>
          <p:nvPr/>
        </p:nvSpPr>
        <p:spPr>
          <a:xfrm>
            <a:off x="1153469" y="8449181"/>
            <a:ext cx="3073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005.00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1936676" y="8444626"/>
            <a:ext cx="36068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TIM000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3460568" y="8449181"/>
            <a:ext cx="3073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010.05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1128796" y="8714781"/>
            <a:ext cx="360680" cy="3454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6355" marR="5080" indent="-34290">
              <a:lnSpc>
                <a:spcPct val="139800"/>
              </a:lnSpc>
              <a:spcBef>
                <a:spcPts val="90"/>
              </a:spcBef>
            </a:pPr>
            <a:r>
              <a:rPr dirty="0" sz="750" spc="-10">
                <a:latin typeface="Times New Roman"/>
                <a:cs typeface="Times New Roman"/>
              </a:rPr>
              <a:t>Workbit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010.05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5" name="object 85" descr=""/>
          <p:cNvSpPr/>
          <p:nvPr/>
        </p:nvSpPr>
        <p:spPr>
          <a:xfrm>
            <a:off x="2795219" y="8569414"/>
            <a:ext cx="90170" cy="180340"/>
          </a:xfrm>
          <a:custGeom>
            <a:avLst/>
            <a:gdLst/>
            <a:ahLst/>
            <a:cxnLst/>
            <a:rect l="l" t="t" r="r" b="b"/>
            <a:pathLst>
              <a:path w="90169" h="180340">
                <a:moveTo>
                  <a:pt x="0" y="0"/>
                </a:moveTo>
                <a:lnTo>
                  <a:pt x="0" y="180327"/>
                </a:lnTo>
              </a:path>
              <a:path w="90169" h="180340">
                <a:moveTo>
                  <a:pt x="89992" y="0"/>
                </a:moveTo>
                <a:lnTo>
                  <a:pt x="89992" y="180327"/>
                </a:lnTo>
              </a:path>
              <a:path w="90169" h="180340">
                <a:moveTo>
                  <a:pt x="89992" y="0"/>
                </a:moveTo>
                <a:lnTo>
                  <a:pt x="0" y="18032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 txBox="1"/>
          <p:nvPr/>
        </p:nvSpPr>
        <p:spPr>
          <a:xfrm>
            <a:off x="2694066" y="8449181"/>
            <a:ext cx="3073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7" name="object 87" descr=""/>
          <p:cNvSpPr/>
          <p:nvPr/>
        </p:nvSpPr>
        <p:spPr>
          <a:xfrm>
            <a:off x="2894698" y="8673820"/>
            <a:ext cx="629920" cy="0"/>
          </a:xfrm>
          <a:custGeom>
            <a:avLst/>
            <a:gdLst/>
            <a:ahLst/>
            <a:cxnLst/>
            <a:rect l="l" t="t" r="r" b="b"/>
            <a:pathLst>
              <a:path w="629920" h="0">
                <a:moveTo>
                  <a:pt x="0" y="0"/>
                </a:moveTo>
                <a:lnTo>
                  <a:pt x="629831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 descr=""/>
          <p:cNvSpPr txBox="1"/>
          <p:nvPr/>
        </p:nvSpPr>
        <p:spPr>
          <a:xfrm>
            <a:off x="1165240" y="9196320"/>
            <a:ext cx="30543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Buzzer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2" name="object 9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72</a:t>
            </a:r>
          </a:p>
        </p:txBody>
      </p:sp>
      <p:sp>
        <p:nvSpPr>
          <p:cNvPr id="89" name="object 89" descr=""/>
          <p:cNvSpPr txBox="1"/>
          <p:nvPr/>
        </p:nvSpPr>
        <p:spPr>
          <a:xfrm>
            <a:off x="2020199" y="8763905"/>
            <a:ext cx="208279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RST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2663695" y="8745304"/>
            <a:ext cx="35623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Stop</a:t>
            </a:r>
            <a:r>
              <a:rPr dirty="0" sz="750" spc="229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pb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3470818" y="8745304"/>
            <a:ext cx="30543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Buzzer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1082" y="961543"/>
            <a:ext cx="537845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1495" algn="l"/>
              </a:tabLst>
            </a:pPr>
            <a:r>
              <a:rPr dirty="0" sz="1550" spc="40">
                <a:latin typeface="Times New Roman"/>
                <a:cs typeface="Times New Roman"/>
              </a:rPr>
              <a:t>6.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sz="1550" spc="60">
                <a:latin typeface="Times New Roman"/>
                <a:cs typeface="Times New Roman"/>
              </a:rPr>
              <a:t>APPLICATION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EXAMPLES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OF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BASIC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COMMANDS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5" name="object 5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37705" y="1403261"/>
            <a:ext cx="6417310" cy="246379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302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10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7</a:t>
            </a:r>
            <a:r>
              <a:rPr dirty="0" sz="750" spc="114">
                <a:latin typeface="Times New Roman"/>
                <a:cs typeface="Times New Roman"/>
              </a:rPr>
              <a:t> </a:t>
            </a:r>
            <a:r>
              <a:rPr dirty="0" sz="750" spc="-50">
                <a:latin typeface="Arial"/>
                <a:cs typeface="Arial"/>
              </a:rPr>
              <a:t>–</a:t>
            </a:r>
            <a:endParaRPr sz="750">
              <a:latin typeface="Arial"/>
              <a:cs typeface="Arial"/>
            </a:endParaRPr>
          </a:p>
          <a:p>
            <a:pPr marL="73025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Times New Roman"/>
                <a:cs typeface="Times New Roman"/>
              </a:rPr>
              <a:t>Timer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to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cut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the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zound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of</a:t>
            </a:r>
            <a:r>
              <a:rPr dirty="0" sz="750" spc="7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buzzer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37705" y="2930385"/>
            <a:ext cx="6417310" cy="247015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73025" marR="5612765">
              <a:lnSpc>
                <a:spcPts val="950"/>
              </a:lnSpc>
              <a:spcBef>
                <a:spcPts val="2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8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Stop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Rezet</a:t>
            </a:r>
            <a:r>
              <a:rPr dirty="0" sz="750" spc="5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channel</a:t>
            </a:r>
            <a:r>
              <a:rPr dirty="0" sz="750" spc="55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10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37705" y="4262920"/>
            <a:ext cx="6417310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302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9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Segment1dizplay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37705" y="4875288"/>
            <a:ext cx="6417310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302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10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Segment2dizplay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37705" y="5487847"/>
            <a:ext cx="6417310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302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11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Segment3dizplay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37705" y="6100216"/>
            <a:ext cx="6417310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302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12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Segment4dizplay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37705" y="6712775"/>
            <a:ext cx="6417310" cy="126364"/>
          </a:xfrm>
          <a:prstGeom prst="rect">
            <a:avLst/>
          </a:prstGeom>
          <a:ln w="6057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73025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Network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13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End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31082" y="7305402"/>
            <a:ext cx="2823210" cy="2654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93700" marR="5080" indent="-381635">
              <a:lnSpc>
                <a:spcPct val="104900"/>
              </a:lnSpc>
              <a:spcBef>
                <a:spcPts val="90"/>
              </a:spcBef>
            </a:pPr>
            <a:r>
              <a:rPr dirty="0" sz="750">
                <a:latin typeface="Times New Roman"/>
                <a:cs typeface="Times New Roman"/>
              </a:rPr>
              <a:t>Notes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:</a:t>
            </a:r>
            <a:r>
              <a:rPr dirty="0" sz="750" spc="8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Inztruction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with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@Sign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will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execute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on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the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rizing</a:t>
            </a:r>
            <a:r>
              <a:rPr dirty="0" sz="750" spc="7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edge</a:t>
            </a:r>
            <a:r>
              <a:rPr dirty="0" sz="750" spc="8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only.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It</a:t>
            </a:r>
            <a:r>
              <a:rPr dirty="0" sz="750" spc="6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meanz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that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the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inztruction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will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execute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for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one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zcan</a:t>
            </a:r>
            <a:r>
              <a:rPr dirty="0" sz="750" spc="6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only.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643394" y="1678876"/>
            <a:ext cx="553720" cy="1203960"/>
          </a:xfrm>
          <a:custGeom>
            <a:avLst/>
            <a:gdLst/>
            <a:ahLst/>
            <a:cxnLst/>
            <a:rect l="l" t="t" r="r" b="b"/>
            <a:pathLst>
              <a:path w="553719" h="1203960">
                <a:moveTo>
                  <a:pt x="0" y="0"/>
                </a:moveTo>
                <a:lnTo>
                  <a:pt x="0" y="1203464"/>
                </a:lnTo>
              </a:path>
              <a:path w="553719" h="1203960">
                <a:moveTo>
                  <a:pt x="543661" y="115404"/>
                </a:moveTo>
                <a:lnTo>
                  <a:pt x="543661" y="295732"/>
                </a:lnTo>
              </a:path>
              <a:path w="553719" h="1203960">
                <a:moveTo>
                  <a:pt x="553148" y="576681"/>
                </a:moveTo>
                <a:lnTo>
                  <a:pt x="553148" y="75662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277023" y="1794281"/>
            <a:ext cx="369570" cy="641350"/>
          </a:xfrm>
          <a:custGeom>
            <a:avLst/>
            <a:gdLst/>
            <a:ahLst/>
            <a:cxnLst/>
            <a:rect l="l" t="t" r="r" b="b"/>
            <a:pathLst>
              <a:path w="369569" h="641350">
                <a:moveTo>
                  <a:pt x="0" y="0"/>
                </a:moveTo>
                <a:lnTo>
                  <a:pt x="0" y="180327"/>
                </a:lnTo>
              </a:path>
              <a:path w="369569" h="641350">
                <a:moveTo>
                  <a:pt x="9499" y="461276"/>
                </a:moveTo>
                <a:lnTo>
                  <a:pt x="9499" y="641223"/>
                </a:lnTo>
              </a:path>
              <a:path w="369569" h="641350">
                <a:moveTo>
                  <a:pt x="359905" y="113893"/>
                </a:moveTo>
                <a:lnTo>
                  <a:pt x="359905" y="547077"/>
                </a:lnTo>
              </a:path>
              <a:path w="369569" h="641350">
                <a:moveTo>
                  <a:pt x="9499" y="541743"/>
                </a:moveTo>
                <a:lnTo>
                  <a:pt x="369404" y="541743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061218" y="1926368"/>
            <a:ext cx="360680" cy="3536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6830" marR="5080" indent="-24765">
              <a:lnSpc>
                <a:spcPct val="143500"/>
              </a:lnSpc>
              <a:spcBef>
                <a:spcPts val="90"/>
              </a:spcBef>
            </a:pPr>
            <a:r>
              <a:rPr dirty="0" sz="750" spc="-10">
                <a:latin typeface="Times New Roman"/>
                <a:cs typeface="Times New Roman"/>
              </a:rPr>
              <a:t>Workbit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005.01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978774" y="1808575"/>
            <a:ext cx="1723389" cy="198755"/>
            <a:chOff x="1978774" y="1808575"/>
            <a:chExt cx="1723389" cy="198755"/>
          </a:xfrm>
        </p:grpSpPr>
        <p:sp>
          <p:nvSpPr>
            <p:cNvPr id="20" name="object 20" descr=""/>
            <p:cNvSpPr/>
            <p:nvPr/>
          </p:nvSpPr>
          <p:spPr>
            <a:xfrm>
              <a:off x="1983536" y="1822780"/>
              <a:ext cx="90170" cy="179705"/>
            </a:xfrm>
            <a:custGeom>
              <a:avLst/>
              <a:gdLst/>
              <a:ahLst/>
              <a:cxnLst/>
              <a:rect l="l" t="t" r="r" b="b"/>
              <a:pathLst>
                <a:path w="90169" h="179705">
                  <a:moveTo>
                    <a:pt x="0" y="0"/>
                  </a:moveTo>
                  <a:lnTo>
                    <a:pt x="0" y="179565"/>
                  </a:lnTo>
                </a:path>
                <a:path w="90169" h="179705">
                  <a:moveTo>
                    <a:pt x="89992" y="0"/>
                  </a:moveTo>
                  <a:lnTo>
                    <a:pt x="89992" y="179565"/>
                  </a:lnTo>
                </a:path>
                <a:path w="90169" h="179705">
                  <a:moveTo>
                    <a:pt x="89992" y="0"/>
                  </a:moveTo>
                  <a:lnTo>
                    <a:pt x="0" y="179565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22275" y="1808575"/>
              <a:ext cx="279552" cy="189077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2073529" y="1917687"/>
              <a:ext cx="630555" cy="0"/>
            </a:xfrm>
            <a:custGeom>
              <a:avLst/>
              <a:gdLst/>
              <a:ahLst/>
              <a:cxnLst/>
              <a:rect l="l" t="t" r="r" b="b"/>
              <a:pathLst>
                <a:path w="630555" h="0">
                  <a:moveTo>
                    <a:pt x="0" y="0"/>
                  </a:moveTo>
                  <a:lnTo>
                    <a:pt x="630212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/>
          <p:nvPr/>
        </p:nvSpPr>
        <p:spPr>
          <a:xfrm>
            <a:off x="639610" y="1908175"/>
            <a:ext cx="549910" cy="842010"/>
          </a:xfrm>
          <a:custGeom>
            <a:avLst/>
            <a:gdLst/>
            <a:ahLst/>
            <a:cxnLst/>
            <a:rect l="l" t="t" r="r" b="b"/>
            <a:pathLst>
              <a:path w="549910" h="842010">
                <a:moveTo>
                  <a:pt x="539851" y="0"/>
                </a:moveTo>
                <a:lnTo>
                  <a:pt x="0" y="0"/>
                </a:lnTo>
              </a:path>
              <a:path w="549910" h="842010">
                <a:moveTo>
                  <a:pt x="549338" y="436994"/>
                </a:moveTo>
                <a:lnTo>
                  <a:pt x="9486" y="436994"/>
                </a:lnTo>
              </a:path>
              <a:path w="549910" h="842010">
                <a:moveTo>
                  <a:pt x="11379" y="658698"/>
                </a:moveTo>
                <a:lnTo>
                  <a:pt x="348513" y="658698"/>
                </a:lnTo>
              </a:path>
              <a:path w="549910" h="842010">
                <a:moveTo>
                  <a:pt x="2273" y="841692"/>
                </a:moveTo>
                <a:lnTo>
                  <a:pt x="339394" y="84169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882768" y="1703667"/>
            <a:ext cx="3073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370972" y="1683926"/>
            <a:ext cx="3073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005.01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2705633" y="1813255"/>
            <a:ext cx="90170" cy="180340"/>
          </a:xfrm>
          <a:custGeom>
            <a:avLst/>
            <a:gdLst/>
            <a:ahLst/>
            <a:cxnLst/>
            <a:rect l="l" t="t" r="r" b="b"/>
            <a:pathLst>
              <a:path w="90169" h="180339">
                <a:moveTo>
                  <a:pt x="0" y="0"/>
                </a:moveTo>
                <a:lnTo>
                  <a:pt x="0" y="179984"/>
                </a:lnTo>
              </a:path>
              <a:path w="90169" h="180339">
                <a:moveTo>
                  <a:pt x="89585" y="0"/>
                </a:moveTo>
                <a:lnTo>
                  <a:pt x="89585" y="179984"/>
                </a:lnTo>
              </a:path>
              <a:path w="90169" h="180339">
                <a:moveTo>
                  <a:pt x="89585" y="0"/>
                </a:moveTo>
                <a:lnTo>
                  <a:pt x="0" y="17998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1076782" y="1684684"/>
            <a:ext cx="186182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513205" algn="l"/>
              </a:tabLst>
            </a:pPr>
            <a:r>
              <a:rPr dirty="0" baseline="3703" sz="1125" spc="-15">
                <a:latin typeface="Times New Roman"/>
                <a:cs typeface="Times New Roman"/>
              </a:rPr>
              <a:t>005.00</a:t>
            </a:r>
            <a:r>
              <a:rPr dirty="0" baseline="3703" sz="1125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TIM000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1286522" y="1908924"/>
            <a:ext cx="2148205" cy="8890"/>
          </a:xfrm>
          <a:custGeom>
            <a:avLst/>
            <a:gdLst/>
            <a:ahLst/>
            <a:cxnLst/>
            <a:rect l="l" t="t" r="r" b="b"/>
            <a:pathLst>
              <a:path w="2148204" h="8889">
                <a:moveTo>
                  <a:pt x="1518183" y="8763"/>
                </a:moveTo>
                <a:lnTo>
                  <a:pt x="2147633" y="8763"/>
                </a:lnTo>
              </a:path>
              <a:path w="2148204" h="8889">
                <a:moveTo>
                  <a:pt x="0" y="0"/>
                </a:moveTo>
                <a:lnTo>
                  <a:pt x="359905" y="0"/>
                </a:lnTo>
              </a:path>
              <a:path w="2148204" h="8889">
                <a:moveTo>
                  <a:pt x="346608" y="0"/>
                </a:moveTo>
                <a:lnTo>
                  <a:pt x="706513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2652306" y="2003585"/>
            <a:ext cx="208279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RST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847080" y="1989159"/>
            <a:ext cx="35623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Stop_pb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2308148" y="2244166"/>
            <a:ext cx="900430" cy="16700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400"/>
              </a:spcBef>
            </a:pPr>
            <a:r>
              <a:rPr dirty="0" sz="750" spc="-25">
                <a:latin typeface="Times New Roman"/>
                <a:cs typeface="Times New Roman"/>
              </a:rPr>
              <a:t>TIM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2308148" y="2410815"/>
            <a:ext cx="900430" cy="249554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30"/>
              </a:spcBef>
            </a:pPr>
            <a:r>
              <a:rPr dirty="0" sz="750" spc="-25">
                <a:latin typeface="Times New Roman"/>
                <a:cs typeface="Times New Roman"/>
              </a:rPr>
              <a:t>000</a:t>
            </a:r>
            <a:endParaRPr sz="750">
              <a:latin typeface="Times New Roman"/>
              <a:cs typeface="Times New Roman"/>
            </a:endParaRPr>
          </a:p>
          <a:p>
            <a:pPr marL="94615">
              <a:lnSpc>
                <a:spcPct val="100000"/>
              </a:lnSpc>
              <a:spcBef>
                <a:spcPts val="45"/>
              </a:spcBef>
            </a:pPr>
            <a:r>
              <a:rPr dirty="0" sz="750" spc="-25">
                <a:latin typeface="Times New Roman"/>
                <a:cs typeface="Times New Roman"/>
              </a:rPr>
              <a:t>RST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2308148" y="2659875"/>
            <a:ext cx="900430" cy="14224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4615">
              <a:lnSpc>
                <a:spcPts val="860"/>
              </a:lnSpc>
            </a:pPr>
            <a:r>
              <a:rPr dirty="0" sz="750" spc="-10">
                <a:latin typeface="Times New Roman"/>
                <a:cs typeface="Times New Roman"/>
              </a:rPr>
              <a:t>#0050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1634655" y="2336787"/>
            <a:ext cx="675005" cy="0"/>
          </a:xfrm>
          <a:custGeom>
            <a:avLst/>
            <a:gdLst/>
            <a:ahLst/>
            <a:cxnLst/>
            <a:rect l="l" t="t" r="r" b="b"/>
            <a:pathLst>
              <a:path w="675005" h="0">
                <a:moveTo>
                  <a:pt x="0" y="0"/>
                </a:moveTo>
                <a:lnTo>
                  <a:pt x="675005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1168450" y="3328796"/>
            <a:ext cx="9525" cy="641985"/>
          </a:xfrm>
          <a:custGeom>
            <a:avLst/>
            <a:gdLst/>
            <a:ahLst/>
            <a:cxnLst/>
            <a:rect l="l" t="t" r="r" b="b"/>
            <a:pathLst>
              <a:path w="9525" h="641985">
                <a:moveTo>
                  <a:pt x="0" y="0"/>
                </a:moveTo>
                <a:lnTo>
                  <a:pt x="0" y="180339"/>
                </a:lnTo>
              </a:path>
              <a:path w="9525" h="641985">
                <a:moveTo>
                  <a:pt x="9105" y="462038"/>
                </a:moveTo>
                <a:lnTo>
                  <a:pt x="9105" y="64198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1258417" y="3328796"/>
            <a:ext cx="369570" cy="641985"/>
          </a:xfrm>
          <a:custGeom>
            <a:avLst/>
            <a:gdLst/>
            <a:ahLst/>
            <a:cxnLst/>
            <a:rect l="l" t="t" r="r" b="b"/>
            <a:pathLst>
              <a:path w="369569" h="641985">
                <a:moveTo>
                  <a:pt x="0" y="0"/>
                </a:moveTo>
                <a:lnTo>
                  <a:pt x="0" y="180339"/>
                </a:lnTo>
              </a:path>
              <a:path w="369569" h="641985">
                <a:moveTo>
                  <a:pt x="9118" y="462038"/>
                </a:moveTo>
                <a:lnTo>
                  <a:pt x="9118" y="641984"/>
                </a:lnTo>
              </a:path>
              <a:path w="369569" h="641985">
                <a:moveTo>
                  <a:pt x="359905" y="124167"/>
                </a:moveTo>
                <a:lnTo>
                  <a:pt x="359905" y="556945"/>
                </a:lnTo>
              </a:path>
              <a:path w="369569" h="641985">
                <a:moveTo>
                  <a:pt x="9118" y="552018"/>
                </a:moveTo>
                <a:lnTo>
                  <a:pt x="369023" y="55201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1076782" y="3200223"/>
            <a:ext cx="3073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000.01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040335" y="3446461"/>
            <a:ext cx="361315" cy="3644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4445">
              <a:lnSpc>
                <a:spcPct val="148100"/>
              </a:lnSpc>
              <a:spcBef>
                <a:spcPts val="90"/>
              </a:spcBef>
            </a:pPr>
            <a:r>
              <a:rPr dirty="0" sz="750">
                <a:latin typeface="Times New Roman"/>
                <a:cs typeface="Times New Roman"/>
              </a:rPr>
              <a:t>Stop</a:t>
            </a:r>
            <a:r>
              <a:rPr dirty="0" sz="750" spc="220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pb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TIM000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621004" y="3204286"/>
            <a:ext cx="549910" cy="1031240"/>
          </a:xfrm>
          <a:custGeom>
            <a:avLst/>
            <a:gdLst/>
            <a:ahLst/>
            <a:cxnLst/>
            <a:rect l="l" t="t" r="r" b="b"/>
            <a:pathLst>
              <a:path w="549910" h="1031239">
                <a:moveTo>
                  <a:pt x="539470" y="239179"/>
                </a:moveTo>
                <a:lnTo>
                  <a:pt x="0" y="239179"/>
                </a:lnTo>
              </a:path>
              <a:path w="549910" h="1031239">
                <a:moveTo>
                  <a:pt x="549338" y="676148"/>
                </a:moveTo>
                <a:lnTo>
                  <a:pt x="9105" y="676148"/>
                </a:lnTo>
              </a:path>
              <a:path w="549910" h="1031239">
                <a:moveTo>
                  <a:pt x="11010" y="897864"/>
                </a:moveTo>
                <a:lnTo>
                  <a:pt x="348513" y="897864"/>
                </a:lnTo>
              </a:path>
              <a:path w="549910" h="1031239">
                <a:moveTo>
                  <a:pt x="11010" y="0"/>
                </a:moveTo>
                <a:lnTo>
                  <a:pt x="11010" y="1030731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1115127" y="3965964"/>
            <a:ext cx="208279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Times New Roman"/>
                <a:cs typeface="Times New Roman"/>
              </a:rPr>
              <a:t>RST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1267536" y="3444227"/>
            <a:ext cx="716280" cy="0"/>
          </a:xfrm>
          <a:custGeom>
            <a:avLst/>
            <a:gdLst/>
            <a:ahLst/>
            <a:cxnLst/>
            <a:rect l="l" t="t" r="r" b="b"/>
            <a:pathLst>
              <a:path w="716280" h="0">
                <a:moveTo>
                  <a:pt x="0" y="0"/>
                </a:moveTo>
                <a:lnTo>
                  <a:pt x="359905" y="0"/>
                </a:lnTo>
              </a:path>
              <a:path w="716280" h="0">
                <a:moveTo>
                  <a:pt x="356108" y="0"/>
                </a:moveTo>
                <a:lnTo>
                  <a:pt x="716000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 txBox="1"/>
          <p:nvPr/>
        </p:nvSpPr>
        <p:spPr>
          <a:xfrm>
            <a:off x="1981644" y="3315144"/>
            <a:ext cx="900430" cy="23304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00"/>
              </a:spcBef>
            </a:pPr>
            <a:r>
              <a:rPr dirty="0" sz="750" spc="-10">
                <a:latin typeface="Times New Roman"/>
                <a:cs typeface="Times New Roman"/>
              </a:rPr>
              <a:t>MOV(21)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1981644" y="3547871"/>
            <a:ext cx="900430" cy="23812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4254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335"/>
              </a:spcBef>
            </a:pPr>
            <a:r>
              <a:rPr dirty="0" sz="750" spc="-10">
                <a:latin typeface="Times New Roman"/>
                <a:cs typeface="Times New Roman"/>
              </a:rPr>
              <a:t>#0000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1981644" y="3785908"/>
            <a:ext cx="900430" cy="18605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350"/>
              </a:spcBef>
            </a:pPr>
            <a:r>
              <a:rPr dirty="0" sz="750" spc="-25">
                <a:latin typeface="Times New Roman"/>
                <a:cs typeface="Times New Roman"/>
              </a:rPr>
              <a:t>006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5" name="object 45" descr=""/>
          <p:cNvSpPr/>
          <p:nvPr/>
        </p:nvSpPr>
        <p:spPr>
          <a:xfrm>
            <a:off x="633907" y="4543666"/>
            <a:ext cx="630555" cy="180340"/>
          </a:xfrm>
          <a:custGeom>
            <a:avLst/>
            <a:gdLst/>
            <a:ahLst/>
            <a:cxnLst/>
            <a:rect l="l" t="t" r="r" b="b"/>
            <a:pathLst>
              <a:path w="630555" h="180339">
                <a:moveTo>
                  <a:pt x="630212" y="0"/>
                </a:moveTo>
                <a:lnTo>
                  <a:pt x="630212" y="179959"/>
                </a:lnTo>
              </a:path>
              <a:path w="630555" h="180339">
                <a:moveTo>
                  <a:pt x="630212" y="94919"/>
                </a:moveTo>
                <a:lnTo>
                  <a:pt x="0" y="94919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6" name="object 46" descr=""/>
          <p:cNvGrpSpPr/>
          <p:nvPr/>
        </p:nvGrpSpPr>
        <p:grpSpPr>
          <a:xfrm>
            <a:off x="1349533" y="4539113"/>
            <a:ext cx="998855" cy="189230"/>
            <a:chOff x="1349533" y="4539113"/>
            <a:chExt cx="998855" cy="189230"/>
          </a:xfrm>
        </p:grpSpPr>
        <p:sp>
          <p:nvSpPr>
            <p:cNvPr id="47" name="object 47" descr=""/>
            <p:cNvSpPr/>
            <p:nvPr/>
          </p:nvSpPr>
          <p:spPr>
            <a:xfrm>
              <a:off x="1354086" y="4543666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w="0" h="180339">
                  <a:moveTo>
                    <a:pt x="0" y="0"/>
                  </a:moveTo>
                  <a:lnTo>
                    <a:pt x="0" y="179959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68785" y="4539113"/>
              <a:ext cx="279209" cy="189064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1354086" y="4638585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5" h="0">
                  <a:moveTo>
                    <a:pt x="0" y="0"/>
                  </a:moveTo>
                  <a:lnTo>
                    <a:pt x="719442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1153469" y="4419639"/>
            <a:ext cx="1163955" cy="4451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68680" algn="l"/>
              </a:tabLst>
            </a:pPr>
            <a:r>
              <a:rPr dirty="0" sz="750" spc="-10">
                <a:latin typeface="Times New Roman"/>
                <a:cs typeface="Times New Roman"/>
              </a:rPr>
              <a:t>006.00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010.00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750">
              <a:latin typeface="Times New Roman"/>
              <a:cs typeface="Times New Roman"/>
            </a:endParaRPr>
          </a:p>
          <a:p>
            <a:pPr algn="r" marR="12700">
              <a:lnSpc>
                <a:spcPct val="100000"/>
              </a:lnSpc>
            </a:pPr>
            <a:r>
              <a:rPr dirty="0" sz="750" spc="-10">
                <a:latin typeface="Times New Roman"/>
                <a:cs typeface="Times New Roman"/>
              </a:rPr>
              <a:t>o/p.00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632015" y="4425975"/>
            <a:ext cx="0" cy="412750"/>
          </a:xfrm>
          <a:custGeom>
            <a:avLst/>
            <a:gdLst/>
            <a:ahLst/>
            <a:cxnLst/>
            <a:rect l="l" t="t" r="r" b="b"/>
            <a:pathLst>
              <a:path w="0" h="412750">
                <a:moveTo>
                  <a:pt x="0" y="0"/>
                </a:moveTo>
                <a:lnTo>
                  <a:pt x="0" y="412673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633907" y="5159832"/>
            <a:ext cx="630555" cy="180340"/>
          </a:xfrm>
          <a:custGeom>
            <a:avLst/>
            <a:gdLst/>
            <a:ahLst/>
            <a:cxnLst/>
            <a:rect l="l" t="t" r="r" b="b"/>
            <a:pathLst>
              <a:path w="630555" h="180339">
                <a:moveTo>
                  <a:pt x="630212" y="0"/>
                </a:moveTo>
                <a:lnTo>
                  <a:pt x="630212" y="179946"/>
                </a:lnTo>
              </a:path>
              <a:path w="630555" h="180339">
                <a:moveTo>
                  <a:pt x="630212" y="94907"/>
                </a:moveTo>
                <a:lnTo>
                  <a:pt x="0" y="9490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3" name="object 53" descr=""/>
          <p:cNvGrpSpPr/>
          <p:nvPr/>
        </p:nvGrpSpPr>
        <p:grpSpPr>
          <a:xfrm>
            <a:off x="1349533" y="5155279"/>
            <a:ext cx="998855" cy="189230"/>
            <a:chOff x="1349533" y="5155279"/>
            <a:chExt cx="998855" cy="189230"/>
          </a:xfrm>
        </p:grpSpPr>
        <p:sp>
          <p:nvSpPr>
            <p:cNvPr id="54" name="object 54" descr=""/>
            <p:cNvSpPr/>
            <p:nvPr/>
          </p:nvSpPr>
          <p:spPr>
            <a:xfrm>
              <a:off x="1354086" y="5159832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w="0" h="180339">
                  <a:moveTo>
                    <a:pt x="0" y="0"/>
                  </a:moveTo>
                  <a:lnTo>
                    <a:pt x="0" y="179946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68785" y="5155279"/>
              <a:ext cx="279209" cy="189052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1354086" y="5254739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5" h="0">
                  <a:moveTo>
                    <a:pt x="0" y="0"/>
                  </a:moveTo>
                  <a:lnTo>
                    <a:pt x="719442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1153469" y="5044533"/>
            <a:ext cx="3073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Times New Roman"/>
                <a:cs typeface="Times New Roman"/>
              </a:rPr>
              <a:t>006</a:t>
            </a:r>
            <a:r>
              <a:rPr dirty="0" sz="750" spc="95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2019440" y="5025932"/>
            <a:ext cx="3073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010.01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2028169" y="5335720"/>
            <a:ext cx="29083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Times New Roman"/>
                <a:cs typeface="Times New Roman"/>
              </a:rPr>
              <a:t>o/p.01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0" name="object 60" descr=""/>
          <p:cNvSpPr/>
          <p:nvPr/>
        </p:nvSpPr>
        <p:spPr>
          <a:xfrm>
            <a:off x="632015" y="5042522"/>
            <a:ext cx="0" cy="412750"/>
          </a:xfrm>
          <a:custGeom>
            <a:avLst/>
            <a:gdLst/>
            <a:ahLst/>
            <a:cxnLst/>
            <a:rect l="l" t="t" r="r" b="b"/>
            <a:pathLst>
              <a:path w="0" h="412750">
                <a:moveTo>
                  <a:pt x="0" y="0"/>
                </a:moveTo>
                <a:lnTo>
                  <a:pt x="0" y="41229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643394" y="5775236"/>
            <a:ext cx="629920" cy="180340"/>
          </a:xfrm>
          <a:custGeom>
            <a:avLst/>
            <a:gdLst/>
            <a:ahLst/>
            <a:cxnLst/>
            <a:rect l="l" t="t" r="r" b="b"/>
            <a:pathLst>
              <a:path w="629919" h="180339">
                <a:moveTo>
                  <a:pt x="629843" y="0"/>
                </a:moveTo>
                <a:lnTo>
                  <a:pt x="629843" y="179959"/>
                </a:lnTo>
              </a:path>
              <a:path w="629919" h="180339">
                <a:moveTo>
                  <a:pt x="629843" y="94919"/>
                </a:moveTo>
                <a:lnTo>
                  <a:pt x="0" y="94919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2" name="object 62" descr=""/>
          <p:cNvGrpSpPr/>
          <p:nvPr/>
        </p:nvGrpSpPr>
        <p:grpSpPr>
          <a:xfrm>
            <a:off x="1358652" y="5770556"/>
            <a:ext cx="998855" cy="189230"/>
            <a:chOff x="1358652" y="5770556"/>
            <a:chExt cx="998855" cy="189230"/>
          </a:xfrm>
        </p:grpSpPr>
        <p:sp>
          <p:nvSpPr>
            <p:cNvPr id="63" name="object 63" descr=""/>
            <p:cNvSpPr/>
            <p:nvPr/>
          </p:nvSpPr>
          <p:spPr>
            <a:xfrm>
              <a:off x="1363205" y="5775236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w="0" h="180339">
                  <a:moveTo>
                    <a:pt x="0" y="0"/>
                  </a:moveTo>
                  <a:lnTo>
                    <a:pt x="0" y="179959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78335" y="5770556"/>
              <a:ext cx="279158" cy="189064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1363205" y="5870156"/>
              <a:ext cx="720090" cy="0"/>
            </a:xfrm>
            <a:custGeom>
              <a:avLst/>
              <a:gdLst/>
              <a:ahLst/>
              <a:cxnLst/>
              <a:rect l="l" t="t" r="r" b="b"/>
              <a:pathLst>
                <a:path w="720089" h="0">
                  <a:moveTo>
                    <a:pt x="0" y="0"/>
                  </a:moveTo>
                  <a:lnTo>
                    <a:pt x="71981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 txBox="1"/>
          <p:nvPr/>
        </p:nvSpPr>
        <p:spPr>
          <a:xfrm>
            <a:off x="1162963" y="5641714"/>
            <a:ext cx="1173480" cy="45465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78205" algn="l"/>
              </a:tabLst>
            </a:pPr>
            <a:r>
              <a:rPr dirty="0" sz="750" spc="-10">
                <a:latin typeface="Times New Roman"/>
                <a:cs typeface="Times New Roman"/>
              </a:rPr>
              <a:t>006.02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010.02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750">
              <a:latin typeface="Times New Roman"/>
              <a:cs typeface="Times New Roman"/>
            </a:endParaRPr>
          </a:p>
          <a:p>
            <a:pPr algn="r" marR="13335">
              <a:lnSpc>
                <a:spcPct val="100000"/>
              </a:lnSpc>
            </a:pPr>
            <a:r>
              <a:rPr dirty="0" sz="750" spc="-10">
                <a:latin typeface="Times New Roman"/>
                <a:cs typeface="Times New Roman"/>
              </a:rPr>
              <a:t>o/p.02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7" name="object 67" descr=""/>
          <p:cNvSpPr/>
          <p:nvPr/>
        </p:nvSpPr>
        <p:spPr>
          <a:xfrm>
            <a:off x="641883" y="5657545"/>
            <a:ext cx="0" cy="412750"/>
          </a:xfrm>
          <a:custGeom>
            <a:avLst/>
            <a:gdLst/>
            <a:ahLst/>
            <a:cxnLst/>
            <a:rect l="l" t="t" r="r" b="b"/>
            <a:pathLst>
              <a:path w="0" h="412750">
                <a:moveTo>
                  <a:pt x="0" y="0"/>
                </a:moveTo>
                <a:lnTo>
                  <a:pt x="0" y="412673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633907" y="6381534"/>
            <a:ext cx="630555" cy="180340"/>
          </a:xfrm>
          <a:custGeom>
            <a:avLst/>
            <a:gdLst/>
            <a:ahLst/>
            <a:cxnLst/>
            <a:rect l="l" t="t" r="r" b="b"/>
            <a:pathLst>
              <a:path w="630555" h="180340">
                <a:moveTo>
                  <a:pt x="630212" y="0"/>
                </a:moveTo>
                <a:lnTo>
                  <a:pt x="630212" y="179946"/>
                </a:lnTo>
              </a:path>
              <a:path w="630555" h="180340">
                <a:moveTo>
                  <a:pt x="630212" y="94526"/>
                </a:moveTo>
                <a:lnTo>
                  <a:pt x="0" y="9452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1354086" y="6381534"/>
            <a:ext cx="719455" cy="180340"/>
          </a:xfrm>
          <a:custGeom>
            <a:avLst/>
            <a:gdLst/>
            <a:ahLst/>
            <a:cxnLst/>
            <a:rect l="l" t="t" r="r" b="b"/>
            <a:pathLst>
              <a:path w="719455" h="180340">
                <a:moveTo>
                  <a:pt x="0" y="0"/>
                </a:moveTo>
                <a:lnTo>
                  <a:pt x="0" y="179946"/>
                </a:lnTo>
              </a:path>
              <a:path w="719455" h="180340">
                <a:moveTo>
                  <a:pt x="0" y="94526"/>
                </a:moveTo>
                <a:lnTo>
                  <a:pt x="719442" y="9452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2253856" y="6386461"/>
            <a:ext cx="90170" cy="180340"/>
          </a:xfrm>
          <a:custGeom>
            <a:avLst/>
            <a:gdLst/>
            <a:ahLst/>
            <a:cxnLst/>
            <a:rect l="l" t="t" r="r" b="b"/>
            <a:pathLst>
              <a:path w="90169" h="180340">
                <a:moveTo>
                  <a:pt x="0" y="85039"/>
                </a:moveTo>
                <a:lnTo>
                  <a:pt x="89585" y="85039"/>
                </a:lnTo>
              </a:path>
              <a:path w="90169" h="180340">
                <a:moveTo>
                  <a:pt x="89585" y="0"/>
                </a:moveTo>
                <a:lnTo>
                  <a:pt x="89585" y="17994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 txBox="1"/>
          <p:nvPr/>
        </p:nvSpPr>
        <p:spPr>
          <a:xfrm>
            <a:off x="1153469" y="6247625"/>
            <a:ext cx="1165225" cy="455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68680" algn="l"/>
              </a:tabLst>
            </a:pPr>
            <a:r>
              <a:rPr dirty="0" sz="750" spc="-10">
                <a:latin typeface="Times New Roman"/>
                <a:cs typeface="Times New Roman"/>
              </a:rPr>
              <a:t>006.03</a:t>
            </a:r>
            <a:r>
              <a:rPr dirty="0" sz="750">
                <a:latin typeface="Times New Roman"/>
                <a:cs typeface="Times New Roman"/>
              </a:rPr>
              <a:t>	</a:t>
            </a:r>
            <a:r>
              <a:rPr dirty="0" sz="750" spc="-10">
                <a:latin typeface="Times New Roman"/>
                <a:cs typeface="Times New Roman"/>
              </a:rPr>
              <a:t>010.03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7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sz="750" spc="-10">
                <a:latin typeface="Times New Roman"/>
                <a:cs typeface="Times New Roman"/>
              </a:rPr>
              <a:t>o/p.03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2" name="object 72" descr=""/>
          <p:cNvSpPr/>
          <p:nvPr/>
        </p:nvSpPr>
        <p:spPr>
          <a:xfrm>
            <a:off x="632015" y="6263843"/>
            <a:ext cx="0" cy="412750"/>
          </a:xfrm>
          <a:custGeom>
            <a:avLst/>
            <a:gdLst/>
            <a:ahLst/>
            <a:cxnLst/>
            <a:rect l="l" t="t" r="r" b="b"/>
            <a:pathLst>
              <a:path w="0" h="412750">
                <a:moveTo>
                  <a:pt x="0" y="0"/>
                </a:moveTo>
                <a:lnTo>
                  <a:pt x="0" y="41229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633907" y="6870890"/>
            <a:ext cx="630555" cy="251460"/>
          </a:xfrm>
          <a:custGeom>
            <a:avLst/>
            <a:gdLst/>
            <a:ahLst/>
            <a:cxnLst/>
            <a:rect l="l" t="t" r="r" b="b"/>
            <a:pathLst>
              <a:path w="630555" h="251459">
                <a:moveTo>
                  <a:pt x="0" y="0"/>
                </a:moveTo>
                <a:lnTo>
                  <a:pt x="0" y="250939"/>
                </a:lnTo>
              </a:path>
              <a:path w="630555" h="251459">
                <a:moveTo>
                  <a:pt x="630212" y="119214"/>
                </a:moveTo>
                <a:lnTo>
                  <a:pt x="0" y="11921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 txBox="1"/>
          <p:nvPr/>
        </p:nvSpPr>
        <p:spPr>
          <a:xfrm>
            <a:off x="1265943" y="6895185"/>
            <a:ext cx="675005" cy="19939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95"/>
              </a:spcBef>
            </a:pPr>
            <a:r>
              <a:rPr dirty="0" sz="750">
                <a:latin typeface="Times New Roman"/>
                <a:cs typeface="Times New Roman"/>
              </a:rPr>
              <a:t>End</a:t>
            </a:r>
            <a:r>
              <a:rPr dirty="0" sz="750" spc="90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(01)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5" name="object 7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73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1082" y="961543"/>
            <a:ext cx="537845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1495" algn="l"/>
              </a:tabLst>
            </a:pPr>
            <a:r>
              <a:rPr dirty="0" sz="1550" spc="-25">
                <a:latin typeface="Georgia"/>
                <a:cs typeface="Georgia"/>
              </a:rPr>
              <a:t>6.</a:t>
            </a:r>
            <a:r>
              <a:rPr dirty="0" sz="1550">
                <a:latin typeface="Georgia"/>
                <a:cs typeface="Georgia"/>
              </a:rPr>
              <a:t>	</a:t>
            </a:r>
            <a:r>
              <a:rPr dirty="0" sz="1550" spc="10">
                <a:latin typeface="Georgia"/>
                <a:cs typeface="Georgia"/>
              </a:rPr>
              <a:t>APPLICATION</a:t>
            </a:r>
            <a:r>
              <a:rPr dirty="0" sz="1550" spc="280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EXAMPLES</a:t>
            </a:r>
            <a:r>
              <a:rPr dirty="0" sz="1550" spc="285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OF</a:t>
            </a:r>
            <a:r>
              <a:rPr dirty="0" sz="1550" spc="285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BASIC</a:t>
            </a:r>
            <a:r>
              <a:rPr dirty="0" sz="1550" spc="280">
                <a:latin typeface="Georgia"/>
                <a:cs typeface="Georgia"/>
              </a:rPr>
              <a:t> </a:t>
            </a:r>
            <a:r>
              <a:rPr dirty="0" sz="1550" spc="-10">
                <a:latin typeface="Georgia"/>
                <a:cs typeface="Georgia"/>
              </a:rPr>
              <a:t>COMMANDS</a:t>
            </a:r>
            <a:endParaRPr sz="155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5" name="object 5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1309687" y="1850097"/>
          <a:ext cx="2468245" cy="6464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/>
                <a:gridCol w="1068705"/>
                <a:gridCol w="618490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Georgia"/>
                          <a:cs typeface="Georgia"/>
                        </a:rPr>
                        <a:t>Address</a:t>
                      </a:r>
                      <a:endParaRPr sz="950">
                        <a:latin typeface="Georgia"/>
                        <a:cs typeface="Georgia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Georgia"/>
                          <a:cs typeface="Georgia"/>
                        </a:rPr>
                        <a:t>Instruction</a:t>
                      </a:r>
                      <a:endParaRPr sz="950">
                        <a:latin typeface="Georgia"/>
                        <a:cs typeface="Georgia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950" spc="-20">
                          <a:latin typeface="Georgia"/>
                          <a:cs typeface="Georgia"/>
                        </a:rPr>
                        <a:t>Data</a:t>
                      </a:r>
                      <a:endParaRPr sz="950">
                        <a:latin typeface="Georgia"/>
                        <a:cs typeface="Georgia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2509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8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00000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101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8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LD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101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8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00000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101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00001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LD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01005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1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0"/>
                        </a:lnSpc>
                        <a:spcBef>
                          <a:spcPts val="30"/>
                        </a:spcBef>
                      </a:pPr>
                      <a:r>
                        <a:rPr dirty="0" sz="700">
                          <a:latin typeface="Garamond"/>
                          <a:cs typeface="Garamond"/>
                        </a:rPr>
                        <a:t>OR</a:t>
                      </a:r>
                      <a:r>
                        <a:rPr dirty="0" sz="700" spc="7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00" spc="-50">
                          <a:latin typeface="Garamond"/>
                          <a:cs typeface="Garamond"/>
                        </a:rPr>
                        <a:t>1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00002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HEEP(11)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>
                          <a:latin typeface="Garamond"/>
                          <a:cs typeface="Garamond"/>
                        </a:rPr>
                        <a:t>HR</a:t>
                      </a:r>
                      <a:r>
                        <a:rPr dirty="0" sz="700" spc="9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00" spc="-20">
                          <a:latin typeface="Garamond"/>
                          <a:cs typeface="Garamond"/>
                        </a:rPr>
                        <a:t>0100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00003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LD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>
                          <a:latin typeface="Garamond"/>
                          <a:cs typeface="Garamond"/>
                        </a:rPr>
                        <a:t>HR</a:t>
                      </a:r>
                      <a:r>
                        <a:rPr dirty="0" sz="700" spc="9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00" spc="-20">
                          <a:latin typeface="Garamond"/>
                          <a:cs typeface="Garamond"/>
                        </a:rPr>
                        <a:t>0100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00004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@MOV(21)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1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0"/>
                        </a:lnSpc>
                        <a:spcBef>
                          <a:spcPts val="30"/>
                        </a:spcBef>
                      </a:pPr>
                      <a:r>
                        <a:rPr dirty="0" sz="700" spc="-100">
                          <a:latin typeface="Garamond"/>
                          <a:cs typeface="Garamond"/>
                        </a:rPr>
                        <a:t>#</a:t>
                      </a:r>
                      <a:r>
                        <a:rPr dirty="0" sz="700" spc="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00" spc="-20">
                          <a:latin typeface="Garamond"/>
                          <a:cs typeface="Garamond"/>
                        </a:rPr>
                        <a:t>0009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50">
                          <a:latin typeface="Garamond"/>
                          <a:cs typeface="Garamond"/>
                        </a:rPr>
                        <a:t>6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00005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LD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25313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00006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700" spc="7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00">
                          <a:latin typeface="Garamond"/>
                          <a:cs typeface="Garamond"/>
                        </a:rPr>
                        <a:t>NOT</a:t>
                      </a:r>
                      <a:r>
                        <a:rPr dirty="0" sz="700" spc="8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00" spc="-25">
                          <a:latin typeface="Garamond"/>
                          <a:cs typeface="Garamond"/>
                        </a:rPr>
                        <a:t>TIM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001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110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00007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TIM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50">
                          <a:latin typeface="Garamond"/>
                          <a:cs typeface="Garamond"/>
                        </a:rPr>
                        <a:t>1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#0012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00008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LD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>
                          <a:latin typeface="Garamond"/>
                          <a:cs typeface="Garamond"/>
                        </a:rPr>
                        <a:t>HR</a:t>
                      </a:r>
                      <a:r>
                        <a:rPr dirty="0" sz="700" spc="9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00" spc="-20">
                          <a:latin typeface="Garamond"/>
                          <a:cs typeface="Garamond"/>
                        </a:rPr>
                        <a:t>0100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110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00009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700" spc="10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00" spc="-25">
                          <a:latin typeface="Garamond"/>
                          <a:cs typeface="Garamond"/>
                        </a:rPr>
                        <a:t>TIM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50">
                          <a:latin typeface="Garamond"/>
                          <a:cs typeface="Garamond"/>
                        </a:rPr>
                        <a:t>1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00010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@DEC(39)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50">
                          <a:latin typeface="Garamond"/>
                          <a:cs typeface="Garamond"/>
                        </a:rPr>
                        <a:t>6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00011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LD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25313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110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00012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>
                          <a:latin typeface="Garamond"/>
                          <a:cs typeface="Garamond"/>
                        </a:rPr>
                        <a:t>OUT</a:t>
                      </a:r>
                      <a:r>
                        <a:rPr dirty="0" sz="700" spc="9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00" spc="-25">
                          <a:latin typeface="Garamond"/>
                          <a:cs typeface="Garamond"/>
                        </a:rPr>
                        <a:t>TR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50">
                          <a:latin typeface="Garamond"/>
                          <a:cs typeface="Garamond"/>
                        </a:rPr>
                        <a:t>0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00013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AND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>
                          <a:latin typeface="Garamond"/>
                          <a:cs typeface="Garamond"/>
                        </a:rPr>
                        <a:t>HR</a:t>
                      </a:r>
                      <a:r>
                        <a:rPr dirty="0" sz="700" spc="9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00" spc="-20">
                          <a:latin typeface="Garamond"/>
                          <a:cs typeface="Garamond"/>
                        </a:rPr>
                        <a:t>0100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00014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35">
                          <a:latin typeface="Garamond"/>
                          <a:cs typeface="Garamond"/>
                        </a:rPr>
                        <a:t>CMP(20)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50">
                          <a:latin typeface="Garamond"/>
                          <a:cs typeface="Garamond"/>
                        </a:rPr>
                        <a:t>6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1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0">
                          <a:latin typeface="Garamond"/>
                          <a:cs typeface="Garamond"/>
                        </a:rPr>
                        <a:t>#</a:t>
                      </a:r>
                      <a:r>
                        <a:rPr dirty="0" sz="700" spc="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00" spc="-20">
                          <a:latin typeface="Garamond"/>
                          <a:cs typeface="Garamond"/>
                        </a:rPr>
                        <a:t>0000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00015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>
                          <a:latin typeface="Garamond"/>
                          <a:cs typeface="Garamond"/>
                        </a:rPr>
                        <a:t>LD</a:t>
                      </a:r>
                      <a:r>
                        <a:rPr dirty="0" sz="700" spc="10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00" spc="-25">
                          <a:latin typeface="Garamond"/>
                          <a:cs typeface="Garamond"/>
                        </a:rPr>
                        <a:t>TR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50">
                          <a:latin typeface="Garamond"/>
                          <a:cs typeface="Garamond"/>
                        </a:rPr>
                        <a:t>0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00016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AND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25506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00017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OUT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00500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110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00018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LD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00500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25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00019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17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805"/>
                        </a:lnSpc>
                        <a:spcBef>
                          <a:spcPts val="25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OR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17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25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01005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17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25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00020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17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805"/>
                        </a:lnSpc>
                        <a:spcBef>
                          <a:spcPts val="25"/>
                        </a:spcBef>
                      </a:pPr>
                      <a:r>
                        <a:rPr dirty="0" sz="7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700" spc="7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00">
                          <a:latin typeface="Garamond"/>
                          <a:cs typeface="Garamond"/>
                        </a:rPr>
                        <a:t>NOT</a:t>
                      </a:r>
                      <a:r>
                        <a:rPr dirty="0" sz="700" spc="8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00" spc="-25">
                          <a:latin typeface="Garamond"/>
                          <a:cs typeface="Garamond"/>
                        </a:rPr>
                        <a:t>TIM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17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25"/>
                        </a:spcBef>
                      </a:pPr>
                      <a:r>
                        <a:rPr dirty="0" sz="700" spc="-50">
                          <a:latin typeface="Garamond"/>
                          <a:cs typeface="Garamond"/>
                        </a:rPr>
                        <a:t>0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17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110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25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00021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17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25"/>
                        </a:spcBef>
                      </a:pPr>
                      <a:r>
                        <a:rPr dirty="0" sz="7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700" spc="10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00" spc="-25">
                          <a:latin typeface="Garamond"/>
                          <a:cs typeface="Garamond"/>
                        </a:rPr>
                        <a:t>NOT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17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25"/>
                        </a:spcBef>
                      </a:pPr>
                      <a:r>
                        <a:rPr dirty="0" sz="700" spc="-50">
                          <a:latin typeface="Garamond"/>
                          <a:cs typeface="Garamond"/>
                        </a:rPr>
                        <a:t>1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17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00022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OUT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01005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00023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LD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00500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00024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OR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00501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110"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00025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0"/>
                        </a:lnSpc>
                        <a:spcBef>
                          <a:spcPts val="30"/>
                        </a:spcBef>
                      </a:pPr>
                      <a:r>
                        <a:rPr dirty="0" sz="700">
                          <a:latin typeface="Garamond"/>
                          <a:cs typeface="Garamond"/>
                        </a:rPr>
                        <a:t>OUT</a:t>
                      </a:r>
                      <a:r>
                        <a:rPr dirty="0" sz="700" spc="9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00" spc="-25">
                          <a:latin typeface="Garamond"/>
                          <a:cs typeface="Garamond"/>
                        </a:rPr>
                        <a:t>TR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0"/>
                        </a:lnSpc>
                        <a:spcBef>
                          <a:spcPts val="30"/>
                        </a:spcBef>
                      </a:pPr>
                      <a:r>
                        <a:rPr dirty="0" sz="700" spc="-50">
                          <a:latin typeface="Garamond"/>
                          <a:cs typeface="Garamond"/>
                        </a:rPr>
                        <a:t>0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00026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700" spc="3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00" spc="-25">
                          <a:latin typeface="Garamond"/>
                          <a:cs typeface="Garamond"/>
                        </a:rPr>
                        <a:t>NOT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50">
                          <a:latin typeface="Garamond"/>
                          <a:cs typeface="Garamond"/>
                        </a:rPr>
                        <a:t>1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00027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700" spc="10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00" spc="-25">
                          <a:latin typeface="Garamond"/>
                          <a:cs typeface="Garamond"/>
                        </a:rPr>
                        <a:t>NOT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>
                          <a:latin typeface="Garamond"/>
                          <a:cs typeface="Garamond"/>
                        </a:rPr>
                        <a:t>TIM</a:t>
                      </a:r>
                      <a:r>
                        <a:rPr dirty="0" sz="700" spc="1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00" spc="-25">
                          <a:latin typeface="Garamond"/>
                          <a:cs typeface="Garamond"/>
                        </a:rPr>
                        <a:t>000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00028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OUT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00501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110"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00029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0"/>
                        </a:lnSpc>
                        <a:spcBef>
                          <a:spcPts val="30"/>
                        </a:spcBef>
                      </a:pPr>
                      <a:r>
                        <a:rPr dirty="0" sz="700">
                          <a:latin typeface="Garamond"/>
                          <a:cs typeface="Garamond"/>
                        </a:rPr>
                        <a:t>LD</a:t>
                      </a:r>
                      <a:r>
                        <a:rPr dirty="0" sz="700" spc="10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00" spc="-25">
                          <a:latin typeface="Garamond"/>
                          <a:cs typeface="Garamond"/>
                        </a:rPr>
                        <a:t>TR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0"/>
                        </a:lnSpc>
                        <a:spcBef>
                          <a:spcPts val="30"/>
                        </a:spcBef>
                      </a:pPr>
                      <a:r>
                        <a:rPr dirty="0" sz="700" spc="-50">
                          <a:latin typeface="Garamond"/>
                          <a:cs typeface="Garamond"/>
                        </a:rPr>
                        <a:t>0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TIM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000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00030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0">
                          <a:latin typeface="Garamond"/>
                          <a:cs typeface="Garamond"/>
                        </a:rPr>
                        <a:t>#</a:t>
                      </a:r>
                      <a:r>
                        <a:rPr dirty="0" sz="700" spc="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00" spc="-20">
                          <a:latin typeface="Garamond"/>
                          <a:cs typeface="Garamond"/>
                        </a:rPr>
                        <a:t>0050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110"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00031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0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LD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0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00001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00032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OR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>
                          <a:latin typeface="Garamond"/>
                          <a:cs typeface="Garamond"/>
                        </a:rPr>
                        <a:t>TIM</a:t>
                      </a:r>
                      <a:r>
                        <a:rPr dirty="0" sz="700" spc="1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00" spc="-25">
                          <a:latin typeface="Garamond"/>
                          <a:cs typeface="Garamond"/>
                        </a:rPr>
                        <a:t>000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00033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MOV(21)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0">
                          <a:latin typeface="Garamond"/>
                          <a:cs typeface="Garamond"/>
                        </a:rPr>
                        <a:t>#</a:t>
                      </a:r>
                      <a:r>
                        <a:rPr dirty="0" sz="700" spc="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00" spc="-20">
                          <a:latin typeface="Garamond"/>
                          <a:cs typeface="Garamond"/>
                        </a:rPr>
                        <a:t>0000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1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0"/>
                        </a:lnSpc>
                        <a:spcBef>
                          <a:spcPts val="30"/>
                        </a:spcBef>
                      </a:pPr>
                      <a:r>
                        <a:rPr dirty="0" sz="700" spc="-50">
                          <a:latin typeface="Garamond"/>
                          <a:cs typeface="Garamond"/>
                        </a:rPr>
                        <a:t>6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00034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LD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600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00035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OUT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0">
                          <a:latin typeface="Garamond"/>
                          <a:cs typeface="Garamond"/>
                        </a:rPr>
                        <a:t>1000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00036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LD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601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110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00037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OUT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0">
                          <a:latin typeface="Garamond"/>
                          <a:cs typeface="Garamond"/>
                        </a:rPr>
                        <a:t>1001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00038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LD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602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00039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OUT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0">
                          <a:latin typeface="Garamond"/>
                          <a:cs typeface="Garamond"/>
                        </a:rPr>
                        <a:t>1002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110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00040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LD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603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00041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5">
                          <a:latin typeface="Garamond"/>
                          <a:cs typeface="Garamond"/>
                        </a:rPr>
                        <a:t>OUT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805"/>
                        </a:lnSpc>
                        <a:spcBef>
                          <a:spcPts val="30"/>
                        </a:spcBef>
                      </a:pPr>
                      <a:r>
                        <a:rPr dirty="0" sz="700" spc="-20">
                          <a:latin typeface="Garamond"/>
                          <a:cs typeface="Garamond"/>
                        </a:rPr>
                        <a:t>1003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44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00042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Garamond"/>
                          <a:cs typeface="Garamond"/>
                        </a:rPr>
                        <a:t>END(01)</a:t>
                      </a:r>
                      <a:endParaRPr sz="7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74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262808" y="1491208"/>
            <a:ext cx="3319779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365">
                <a:latin typeface="Georgia"/>
                <a:cs typeface="Georgia"/>
              </a:rPr>
              <a:t>&lt;&lt;&lt;</a:t>
            </a:r>
            <a:r>
              <a:rPr dirty="0" sz="950" spc="45">
                <a:latin typeface="Georgia"/>
                <a:cs typeface="Georgia"/>
              </a:rPr>
              <a:t> </a:t>
            </a:r>
            <a:r>
              <a:rPr dirty="0" sz="950">
                <a:latin typeface="Georgia"/>
                <a:cs typeface="Georgia"/>
              </a:rPr>
              <a:t>Program</a:t>
            </a:r>
            <a:r>
              <a:rPr dirty="0" sz="950" spc="50">
                <a:latin typeface="Georgia"/>
                <a:cs typeface="Georgia"/>
              </a:rPr>
              <a:t> </a:t>
            </a:r>
            <a:r>
              <a:rPr dirty="0" sz="950">
                <a:latin typeface="Georgia"/>
                <a:cs typeface="Georgia"/>
              </a:rPr>
              <a:t>to</a:t>
            </a:r>
            <a:r>
              <a:rPr dirty="0" sz="950" spc="45">
                <a:latin typeface="Georgia"/>
                <a:cs typeface="Georgia"/>
              </a:rPr>
              <a:t> </a:t>
            </a:r>
            <a:r>
              <a:rPr dirty="0" sz="950">
                <a:latin typeface="Georgia"/>
                <a:cs typeface="Georgia"/>
              </a:rPr>
              <a:t>Display</a:t>
            </a:r>
            <a:r>
              <a:rPr dirty="0" sz="950" spc="50">
                <a:latin typeface="Georgia"/>
                <a:cs typeface="Georgia"/>
              </a:rPr>
              <a:t> </a:t>
            </a:r>
            <a:r>
              <a:rPr dirty="0" sz="950">
                <a:latin typeface="Georgia"/>
                <a:cs typeface="Georgia"/>
              </a:rPr>
              <a:t>9</a:t>
            </a:r>
            <a:r>
              <a:rPr dirty="0" sz="950" spc="45">
                <a:latin typeface="Georgia"/>
                <a:cs typeface="Georgia"/>
              </a:rPr>
              <a:t> </a:t>
            </a:r>
            <a:r>
              <a:rPr dirty="0" sz="950">
                <a:latin typeface="Georgia"/>
                <a:cs typeface="Georgia"/>
              </a:rPr>
              <a:t>before</a:t>
            </a:r>
            <a:r>
              <a:rPr dirty="0" sz="950" spc="50">
                <a:latin typeface="Georgia"/>
                <a:cs typeface="Georgia"/>
              </a:rPr>
              <a:t> </a:t>
            </a:r>
            <a:r>
              <a:rPr dirty="0" sz="950" spc="-10">
                <a:latin typeface="Georgia"/>
                <a:cs typeface="Georgia"/>
              </a:rPr>
              <a:t>Decrement</a:t>
            </a:r>
            <a:r>
              <a:rPr dirty="0" sz="950" spc="45">
                <a:latin typeface="Georgia"/>
                <a:cs typeface="Georgia"/>
              </a:rPr>
              <a:t> </a:t>
            </a:r>
            <a:r>
              <a:rPr dirty="0" sz="950">
                <a:latin typeface="Georgia"/>
                <a:cs typeface="Georgia"/>
              </a:rPr>
              <a:t>it</a:t>
            </a:r>
            <a:r>
              <a:rPr dirty="0" sz="950" spc="50">
                <a:latin typeface="Georgia"/>
                <a:cs typeface="Georgia"/>
              </a:rPr>
              <a:t> </a:t>
            </a:r>
            <a:r>
              <a:rPr dirty="0" sz="950">
                <a:latin typeface="Georgia"/>
                <a:cs typeface="Georgia"/>
              </a:rPr>
              <a:t>to</a:t>
            </a:r>
            <a:r>
              <a:rPr dirty="0" sz="950" spc="45">
                <a:latin typeface="Georgia"/>
                <a:cs typeface="Georgia"/>
              </a:rPr>
              <a:t> </a:t>
            </a:r>
            <a:r>
              <a:rPr dirty="0" sz="950" spc="225">
                <a:latin typeface="Georgia"/>
                <a:cs typeface="Georgia"/>
              </a:rPr>
              <a:t>0&gt;&gt;&gt;</a:t>
            </a:r>
            <a:endParaRPr sz="950">
              <a:latin typeface="Georgia"/>
              <a:cs typeface="Georg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826546" y="1853415"/>
            <a:ext cx="55245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Georgia"/>
                <a:cs typeface="Georgia"/>
              </a:rPr>
              <a:t>Comment</a:t>
            </a:r>
            <a:endParaRPr sz="950">
              <a:latin typeface="Georgia"/>
              <a:cs typeface="Georg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129449" y="1853415"/>
            <a:ext cx="116713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Georgia"/>
                <a:cs typeface="Georgia"/>
              </a:rPr>
              <a:t>Comment</a:t>
            </a:r>
            <a:r>
              <a:rPr dirty="0" sz="950" spc="295">
                <a:latin typeface="Georgia"/>
                <a:cs typeface="Georgia"/>
              </a:rPr>
              <a:t> </a:t>
            </a:r>
            <a:r>
              <a:rPr dirty="0" sz="950" spc="-10">
                <a:latin typeface="Georgia"/>
                <a:cs typeface="Georgia"/>
              </a:rPr>
              <a:t>Statement</a:t>
            </a:r>
            <a:endParaRPr sz="950">
              <a:latin typeface="Georgia"/>
              <a:cs typeface="Georg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877799" y="2093607"/>
            <a:ext cx="43434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Garamond"/>
                <a:cs typeface="Garamond"/>
              </a:rPr>
              <a:t>Start</a:t>
            </a:r>
            <a:r>
              <a:rPr dirty="0" sz="950" spc="200">
                <a:latin typeface="Garamond"/>
                <a:cs typeface="Garamond"/>
              </a:rPr>
              <a:t> </a:t>
            </a:r>
            <a:r>
              <a:rPr dirty="0" sz="950" spc="-25">
                <a:latin typeface="Garamond"/>
                <a:cs typeface="Garamond"/>
              </a:rPr>
              <a:t>Pb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877799" y="3532846"/>
            <a:ext cx="51689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50">
                <a:latin typeface="Garamond"/>
                <a:cs typeface="Garamond"/>
              </a:rPr>
              <a:t>Clk </a:t>
            </a:r>
            <a:r>
              <a:rPr dirty="0" sz="950" spc="-10">
                <a:latin typeface="Garamond"/>
                <a:cs typeface="Garamond"/>
              </a:rPr>
              <a:t>Pulze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868303" y="6631131"/>
            <a:ext cx="52006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Garamond"/>
                <a:cs typeface="Garamond"/>
              </a:rPr>
              <a:t>STOP</a:t>
            </a:r>
            <a:r>
              <a:rPr dirty="0" sz="950" spc="125">
                <a:latin typeface="Garamond"/>
                <a:cs typeface="Garamond"/>
              </a:rPr>
              <a:t> </a:t>
            </a:r>
            <a:r>
              <a:rPr dirty="0" sz="950" spc="-25">
                <a:latin typeface="Garamond"/>
                <a:cs typeface="Garamond"/>
              </a:rPr>
              <a:t>PB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048994" y="2263316"/>
            <a:ext cx="764540" cy="4749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55200"/>
              </a:lnSpc>
              <a:spcBef>
                <a:spcPts val="90"/>
              </a:spcBef>
            </a:pPr>
            <a:r>
              <a:rPr dirty="0" sz="950">
                <a:latin typeface="Garamond"/>
                <a:cs typeface="Garamond"/>
              </a:rPr>
              <a:t>Holding</a:t>
            </a:r>
            <a:r>
              <a:rPr dirty="0" sz="950" spc="229">
                <a:latin typeface="Garamond"/>
                <a:cs typeface="Garamond"/>
              </a:rPr>
              <a:t> </a:t>
            </a:r>
            <a:r>
              <a:rPr dirty="0" sz="950" spc="40">
                <a:latin typeface="Garamond"/>
                <a:cs typeface="Garamond"/>
              </a:rPr>
              <a:t>Relay </a:t>
            </a:r>
            <a:r>
              <a:rPr dirty="0" sz="950">
                <a:latin typeface="Garamond"/>
                <a:cs typeface="Garamond"/>
              </a:rPr>
              <a:t>Move</a:t>
            </a:r>
            <a:r>
              <a:rPr dirty="0" sz="950" spc="14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9</a:t>
            </a:r>
            <a:r>
              <a:rPr dirty="0" sz="950" spc="150">
                <a:latin typeface="Garamond"/>
                <a:cs typeface="Garamond"/>
              </a:rPr>
              <a:t> </a:t>
            </a:r>
            <a:r>
              <a:rPr dirty="0" sz="950" spc="-25">
                <a:latin typeface="Garamond"/>
                <a:cs typeface="Garamond"/>
              </a:rPr>
              <a:t>to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58867" y="3626996"/>
            <a:ext cx="128968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Garamond"/>
                <a:cs typeface="Garamond"/>
              </a:rPr>
              <a:t>Decrement</a:t>
            </a:r>
            <a:r>
              <a:rPr dirty="0" sz="950" spc="155">
                <a:latin typeface="Garamond"/>
                <a:cs typeface="Garamond"/>
              </a:rPr>
              <a:t> </a:t>
            </a:r>
            <a:r>
              <a:rPr dirty="0" sz="950" spc="-25">
                <a:latin typeface="Garamond"/>
                <a:cs typeface="Garamond"/>
              </a:rPr>
              <a:t>o/p</a:t>
            </a:r>
            <a:r>
              <a:rPr dirty="0" sz="950" spc="16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every</a:t>
            </a:r>
            <a:r>
              <a:rPr dirty="0" sz="950" spc="155">
                <a:latin typeface="Garamond"/>
                <a:cs typeface="Garamond"/>
              </a:rPr>
              <a:t> </a:t>
            </a:r>
            <a:r>
              <a:rPr dirty="0" sz="950" spc="-25">
                <a:latin typeface="Garamond"/>
                <a:cs typeface="Garamond"/>
              </a:rPr>
              <a:t>clk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067975" y="4221902"/>
            <a:ext cx="1400810" cy="7950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Garamond"/>
                <a:cs typeface="Garamond"/>
              </a:rPr>
              <a:t>Compare</a:t>
            </a:r>
            <a:r>
              <a:rPr dirty="0" sz="950" spc="10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100">
                <a:latin typeface="Garamond"/>
                <a:cs typeface="Garamond"/>
              </a:rPr>
              <a:t> </a:t>
            </a:r>
            <a:r>
              <a:rPr dirty="0" sz="950" spc="-25">
                <a:latin typeface="Garamond"/>
                <a:cs typeface="Garamond"/>
              </a:rPr>
              <a:t>o/p</a:t>
            </a:r>
            <a:r>
              <a:rPr dirty="0" sz="950" spc="100">
                <a:latin typeface="Garamond"/>
                <a:cs typeface="Garamond"/>
              </a:rPr>
              <a:t> </a:t>
            </a:r>
            <a:r>
              <a:rPr dirty="0" sz="950" spc="-20">
                <a:latin typeface="Garamond"/>
                <a:cs typeface="Garamond"/>
              </a:rPr>
              <a:t>with</a:t>
            </a:r>
            <a:endParaRPr sz="950">
              <a:latin typeface="Garamond"/>
              <a:cs typeface="Garamond"/>
            </a:endParaRPr>
          </a:p>
          <a:p>
            <a:pPr>
              <a:lnSpc>
                <a:spcPct val="100000"/>
              </a:lnSpc>
            </a:pPr>
            <a:endParaRPr sz="9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950">
              <a:latin typeface="Garamond"/>
              <a:cs typeface="Garamond"/>
            </a:endParaRPr>
          </a:p>
          <a:p>
            <a:pPr marL="31115" marR="5080">
              <a:lnSpc>
                <a:spcPct val="103600"/>
              </a:lnSpc>
            </a:pPr>
            <a:r>
              <a:rPr dirty="0" sz="950">
                <a:latin typeface="Garamond"/>
                <a:cs typeface="Garamond"/>
              </a:rPr>
              <a:t>Condition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meet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ON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bit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 spc="-25">
                <a:latin typeface="Garamond"/>
                <a:cs typeface="Garamond"/>
              </a:rPr>
              <a:t>On </a:t>
            </a:r>
            <a:r>
              <a:rPr dirty="0" sz="950" spc="-10">
                <a:latin typeface="Garamond"/>
                <a:cs typeface="Garamond"/>
              </a:rPr>
              <a:t>BUZZER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077083" y="6260607"/>
            <a:ext cx="122174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Garamond"/>
                <a:cs typeface="Garamond"/>
              </a:rPr>
              <a:t>Timer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to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cut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 spc="-10">
                <a:latin typeface="Garamond"/>
                <a:cs typeface="Garamond"/>
              </a:rPr>
              <a:t>buzzer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077083" y="6622023"/>
            <a:ext cx="62611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Garamond"/>
                <a:cs typeface="Garamond"/>
              </a:rPr>
              <a:t>RESET</a:t>
            </a:r>
            <a:r>
              <a:rPr dirty="0" sz="950" spc="170">
                <a:latin typeface="Garamond"/>
                <a:cs typeface="Garamond"/>
              </a:rPr>
              <a:t> </a:t>
            </a:r>
            <a:r>
              <a:rPr dirty="0" sz="950" spc="-25">
                <a:latin typeface="Garamond"/>
                <a:cs typeface="Garamond"/>
              </a:rPr>
              <a:t>CH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105560" y="7203261"/>
            <a:ext cx="88265" cy="8940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50">
                <a:latin typeface="Garamond"/>
                <a:cs typeface="Garamond"/>
              </a:rPr>
              <a:t>1</a:t>
            </a:r>
            <a:endParaRPr sz="9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950" spc="-50">
                <a:latin typeface="Garamond"/>
                <a:cs typeface="Garamond"/>
              </a:rPr>
              <a:t>2</a:t>
            </a:r>
            <a:endParaRPr sz="9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950" spc="-50">
                <a:latin typeface="Garamond"/>
                <a:cs typeface="Garamond"/>
              </a:rPr>
              <a:t>4</a:t>
            </a:r>
            <a:endParaRPr sz="9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950" spc="-50">
                <a:latin typeface="Garamond"/>
                <a:cs typeface="Garamond"/>
              </a:rPr>
              <a:t>8</a:t>
            </a:r>
            <a:endParaRPr sz="95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1082" y="961543"/>
            <a:ext cx="6407785" cy="12865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31495" indent="-518795">
              <a:lnSpc>
                <a:spcPct val="100000"/>
              </a:lnSpc>
              <a:spcBef>
                <a:spcPts val="125"/>
              </a:spcBef>
              <a:buAutoNum type="arabicPeriod" startAt="6"/>
              <a:tabLst>
                <a:tab pos="531495" algn="l"/>
              </a:tabLst>
            </a:pPr>
            <a:r>
              <a:rPr dirty="0" sz="1550" spc="10">
                <a:latin typeface="Georgia"/>
                <a:cs typeface="Georgia"/>
              </a:rPr>
              <a:t>APPLICATION</a:t>
            </a:r>
            <a:r>
              <a:rPr dirty="0" sz="1550" spc="280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EXAMPLES</a:t>
            </a:r>
            <a:r>
              <a:rPr dirty="0" sz="1550" spc="285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OF</a:t>
            </a:r>
            <a:r>
              <a:rPr dirty="0" sz="1550" spc="285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BASIC</a:t>
            </a:r>
            <a:r>
              <a:rPr dirty="0" sz="1550" spc="280">
                <a:latin typeface="Georgia"/>
                <a:cs typeface="Georgia"/>
              </a:rPr>
              <a:t> </a:t>
            </a:r>
            <a:r>
              <a:rPr dirty="0" sz="1550" spc="-10">
                <a:latin typeface="Georgia"/>
                <a:cs typeface="Georgia"/>
              </a:rPr>
              <a:t>COMMANDS</a:t>
            </a:r>
            <a:endParaRPr sz="1550">
              <a:latin typeface="Georgia"/>
              <a:cs typeface="Georgia"/>
            </a:endParaRPr>
          </a:p>
          <a:p>
            <a:pPr lvl="1" marL="237490" indent="-224790">
              <a:lnSpc>
                <a:spcPct val="100000"/>
              </a:lnSpc>
              <a:spcBef>
                <a:spcPts val="1430"/>
              </a:spcBef>
              <a:buSzPct val="48387"/>
              <a:buFont typeface="Segoe UI Symbol"/>
              <a:buChar char="❑"/>
              <a:tabLst>
                <a:tab pos="237490" algn="l"/>
              </a:tabLst>
            </a:pPr>
            <a:r>
              <a:rPr dirty="0" sz="1550">
                <a:latin typeface="Georgia"/>
                <a:cs typeface="Georgia"/>
              </a:rPr>
              <a:t>Add</a:t>
            </a:r>
            <a:r>
              <a:rPr dirty="0" sz="1550" spc="65">
                <a:latin typeface="Georgia"/>
                <a:cs typeface="Georgia"/>
              </a:rPr>
              <a:t> </a:t>
            </a:r>
            <a:r>
              <a:rPr dirty="0" sz="1550">
                <a:latin typeface="Arial"/>
                <a:cs typeface="Arial"/>
              </a:rPr>
              <a:t>–</a:t>
            </a:r>
            <a:r>
              <a:rPr dirty="0" sz="1550" spc="20">
                <a:latin typeface="Arial"/>
                <a:cs typeface="Arial"/>
              </a:rPr>
              <a:t> </a:t>
            </a:r>
            <a:r>
              <a:rPr dirty="0" sz="1550" spc="-10">
                <a:latin typeface="Georgia"/>
                <a:cs typeface="Georgia"/>
              </a:rPr>
              <a:t>ADD(30)</a:t>
            </a:r>
            <a:endParaRPr sz="1550">
              <a:latin typeface="Georgia"/>
              <a:cs typeface="Georgia"/>
            </a:endParaRPr>
          </a:p>
          <a:p>
            <a:pPr marL="1362075" marR="5080">
              <a:lnSpc>
                <a:spcPct val="103600"/>
              </a:lnSpc>
              <a:spcBef>
                <a:spcPts val="1200"/>
              </a:spcBef>
            </a:pPr>
            <a:r>
              <a:rPr dirty="0" sz="950">
                <a:latin typeface="Garamond"/>
                <a:cs typeface="Garamond"/>
              </a:rPr>
              <a:t>ADD</a:t>
            </a:r>
            <a:r>
              <a:rPr dirty="0" sz="950" spc="15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totalz</a:t>
            </a:r>
            <a:r>
              <a:rPr dirty="0" sz="950" spc="15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15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data</a:t>
            </a:r>
            <a:r>
              <a:rPr dirty="0" sz="950" spc="15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in</a:t>
            </a:r>
            <a:r>
              <a:rPr dirty="0" sz="950" spc="15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two</a:t>
            </a:r>
            <a:r>
              <a:rPr dirty="0" sz="950" spc="15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different</a:t>
            </a:r>
            <a:r>
              <a:rPr dirty="0" sz="950" spc="15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channelz,</a:t>
            </a:r>
            <a:r>
              <a:rPr dirty="0" sz="950" spc="15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or</a:t>
            </a:r>
            <a:r>
              <a:rPr dirty="0" sz="950" spc="15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one</a:t>
            </a:r>
            <a:r>
              <a:rPr dirty="0" sz="950" spc="14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channel</a:t>
            </a:r>
            <a:r>
              <a:rPr dirty="0" sz="950" spc="15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and</a:t>
            </a:r>
            <a:r>
              <a:rPr dirty="0" sz="950" spc="14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</a:t>
            </a:r>
            <a:r>
              <a:rPr dirty="0" sz="950" spc="15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conztant</a:t>
            </a:r>
            <a:r>
              <a:rPr dirty="0" sz="950" spc="15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and</a:t>
            </a:r>
            <a:r>
              <a:rPr dirty="0" sz="950" spc="14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then</a:t>
            </a:r>
            <a:r>
              <a:rPr dirty="0" sz="950" spc="15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outputz</a:t>
            </a:r>
            <a:r>
              <a:rPr dirty="0" sz="950" spc="145">
                <a:latin typeface="Garamond"/>
                <a:cs typeface="Garamond"/>
              </a:rPr>
              <a:t> </a:t>
            </a:r>
            <a:r>
              <a:rPr dirty="0" sz="950" spc="-25">
                <a:latin typeface="Garamond"/>
                <a:cs typeface="Garamond"/>
              </a:rPr>
              <a:t>the </a:t>
            </a:r>
            <a:r>
              <a:rPr dirty="0" sz="950">
                <a:latin typeface="Garamond"/>
                <a:cs typeface="Garamond"/>
              </a:rPr>
              <a:t>zum</a:t>
            </a:r>
            <a:r>
              <a:rPr dirty="0" sz="950" spc="9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to</a:t>
            </a:r>
            <a:r>
              <a:rPr dirty="0" sz="950" spc="9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</a:t>
            </a:r>
            <a:r>
              <a:rPr dirty="0" sz="950" spc="9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third</a:t>
            </a:r>
            <a:r>
              <a:rPr dirty="0" sz="950" spc="90">
                <a:latin typeface="Garamond"/>
                <a:cs typeface="Garamond"/>
              </a:rPr>
              <a:t> </a:t>
            </a:r>
            <a:r>
              <a:rPr dirty="0" sz="950" spc="-10">
                <a:latin typeface="Garamond"/>
                <a:cs typeface="Garamond"/>
              </a:rPr>
              <a:t>channel.</a:t>
            </a:r>
            <a:endParaRPr sz="950">
              <a:latin typeface="Garamond"/>
              <a:cs typeface="Garamond"/>
            </a:endParaRPr>
          </a:p>
          <a:p>
            <a:pPr marL="1362075">
              <a:lnSpc>
                <a:spcPct val="100000"/>
              </a:lnSpc>
              <a:spcBef>
                <a:spcPts val="40"/>
              </a:spcBef>
            </a:pPr>
            <a:r>
              <a:rPr dirty="0" sz="950" spc="10">
                <a:latin typeface="Garamond"/>
                <a:cs typeface="Garamond"/>
              </a:rPr>
              <a:t>Therefore,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three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data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parameterz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muzt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be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zpecified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 spc="110">
                <a:latin typeface="Garamond"/>
                <a:cs typeface="Garamond"/>
              </a:rPr>
              <a:t>: </a:t>
            </a:r>
            <a:r>
              <a:rPr dirty="0" sz="950" spc="10">
                <a:latin typeface="Garamond"/>
                <a:cs typeface="Garamond"/>
              </a:rPr>
              <a:t>an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augend,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an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addend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and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a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rezult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 spc="-10">
                <a:latin typeface="Garamond"/>
                <a:cs typeface="Garamond"/>
              </a:rPr>
              <a:t>channel.</a:t>
            </a:r>
            <a:endParaRPr sz="950">
              <a:latin typeface="Garamond"/>
              <a:cs typeface="Garamond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08702" y="6589382"/>
          <a:ext cx="2220595" cy="12731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4370"/>
                <a:gridCol w="888365"/>
                <a:gridCol w="561975"/>
              </a:tblGrid>
              <a:tr h="1689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eorgia"/>
                          <a:cs typeface="Georgia"/>
                        </a:rPr>
                        <a:t>Address</a:t>
                      </a:r>
                      <a:endParaRPr sz="950">
                        <a:latin typeface="Georgia"/>
                        <a:cs typeface="Georgia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eorgia"/>
                          <a:cs typeface="Georgia"/>
                        </a:rPr>
                        <a:t>Instruction</a:t>
                      </a:r>
                      <a:endParaRPr sz="950">
                        <a:latin typeface="Georgia"/>
                        <a:cs typeface="Georgia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20">
                          <a:latin typeface="Georgia"/>
                          <a:cs typeface="Georgia"/>
                        </a:rPr>
                        <a:t>Data</a:t>
                      </a:r>
                      <a:endParaRPr sz="950">
                        <a:latin typeface="Georgia"/>
                        <a:cs typeface="Georgia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LD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00000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0001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40">
                          <a:latin typeface="Garamond"/>
                          <a:cs typeface="Garamond"/>
                        </a:rPr>
                        <a:t>CLC(41)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0002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ADD(30)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HR04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#1234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200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0004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END(01)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2442908" y="3192513"/>
            <a:ext cx="909955" cy="26987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385"/>
              </a:spcBef>
            </a:pPr>
            <a:r>
              <a:rPr dirty="0" sz="950" spc="-10">
                <a:latin typeface="Garamond"/>
                <a:cs typeface="Garamond"/>
              </a:rPr>
              <a:t>ADD(30)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442908" y="3462070"/>
            <a:ext cx="909955" cy="27051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algn="r" marR="136525">
              <a:lnSpc>
                <a:spcPct val="100000"/>
              </a:lnSpc>
              <a:spcBef>
                <a:spcPts val="625"/>
              </a:spcBef>
            </a:pPr>
            <a:r>
              <a:rPr dirty="0" sz="950" spc="-25">
                <a:latin typeface="Garamond"/>
                <a:cs typeface="Garamond"/>
              </a:rPr>
              <a:t>Au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442908" y="3731996"/>
            <a:ext cx="909955" cy="30035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109220" rIns="0" bIns="0" rtlCol="0" vert="horz">
            <a:spAutoFit/>
          </a:bodyPr>
          <a:lstStyle/>
          <a:p>
            <a:pPr algn="r" marR="136525">
              <a:lnSpc>
                <a:spcPct val="100000"/>
              </a:lnSpc>
              <a:spcBef>
                <a:spcPts val="860"/>
              </a:spcBef>
            </a:pPr>
            <a:r>
              <a:rPr dirty="0" sz="950" spc="-25">
                <a:latin typeface="Garamond"/>
                <a:cs typeface="Garamond"/>
              </a:rPr>
              <a:t>Ad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442908" y="4031906"/>
            <a:ext cx="909955" cy="34607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109855" rIns="0" bIns="0" rtlCol="0" vert="horz">
            <a:spAutoFit/>
          </a:bodyPr>
          <a:lstStyle/>
          <a:p>
            <a:pPr algn="r" marR="163195">
              <a:lnSpc>
                <a:spcPct val="100000"/>
              </a:lnSpc>
              <a:spcBef>
                <a:spcPts val="865"/>
              </a:spcBef>
            </a:pPr>
            <a:r>
              <a:rPr dirty="0" sz="950">
                <a:latin typeface="Garamond"/>
                <a:cs typeface="Garamond"/>
              </a:rPr>
              <a:t>R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2172982" y="3372078"/>
            <a:ext cx="270510" cy="0"/>
          </a:xfrm>
          <a:custGeom>
            <a:avLst/>
            <a:gdLst/>
            <a:ahLst/>
            <a:cxnLst/>
            <a:rect l="l" t="t" r="r" b="b"/>
            <a:pathLst>
              <a:path w="270510" h="0">
                <a:moveTo>
                  <a:pt x="0" y="0"/>
                </a:moveTo>
                <a:lnTo>
                  <a:pt x="269925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3882516" y="3174682"/>
            <a:ext cx="2070100" cy="270510"/>
          </a:xfrm>
          <a:custGeom>
            <a:avLst/>
            <a:gdLst/>
            <a:ahLst/>
            <a:cxnLst/>
            <a:rect l="l" t="t" r="r" b="b"/>
            <a:pathLst>
              <a:path w="2070100" h="270510">
                <a:moveTo>
                  <a:pt x="0" y="0"/>
                </a:moveTo>
                <a:lnTo>
                  <a:pt x="2069820" y="0"/>
                </a:lnTo>
                <a:lnTo>
                  <a:pt x="2069820" y="270319"/>
                </a:lnTo>
                <a:lnTo>
                  <a:pt x="0" y="270319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3887070" y="3206720"/>
            <a:ext cx="206121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Garamond"/>
                <a:cs typeface="Garamond"/>
              </a:rPr>
              <a:t>IR,</a:t>
            </a:r>
            <a:r>
              <a:rPr dirty="0" sz="950" spc="75">
                <a:latin typeface="Garamond"/>
                <a:cs typeface="Garamond"/>
              </a:rPr>
              <a:t> </a:t>
            </a:r>
            <a:r>
              <a:rPr dirty="0" sz="950" spc="80">
                <a:latin typeface="Garamond"/>
                <a:cs typeface="Garamond"/>
              </a:rPr>
              <a:t>SR,</a:t>
            </a:r>
            <a:r>
              <a:rPr dirty="0" sz="950" spc="75">
                <a:latin typeface="Garamond"/>
                <a:cs typeface="Garamond"/>
              </a:rPr>
              <a:t> AR, </a:t>
            </a:r>
            <a:r>
              <a:rPr dirty="0" sz="950" spc="65">
                <a:latin typeface="Garamond"/>
                <a:cs typeface="Garamond"/>
              </a:rPr>
              <a:t>DM,</a:t>
            </a:r>
            <a:r>
              <a:rPr dirty="0" sz="950" spc="75">
                <a:latin typeface="Garamond"/>
                <a:cs typeface="Garamond"/>
              </a:rPr>
              <a:t> </a:t>
            </a:r>
            <a:r>
              <a:rPr dirty="0" sz="950" spc="55">
                <a:latin typeface="Garamond"/>
                <a:cs typeface="Garamond"/>
              </a:rPr>
              <a:t>HR,</a:t>
            </a:r>
            <a:r>
              <a:rPr dirty="0" sz="950" spc="75">
                <a:latin typeface="Garamond"/>
                <a:cs typeface="Garamond"/>
              </a:rPr>
              <a:t> </a:t>
            </a:r>
            <a:r>
              <a:rPr dirty="0" sz="950" spc="70">
                <a:latin typeface="Garamond"/>
                <a:cs typeface="Garamond"/>
              </a:rPr>
              <a:t>TC,</a:t>
            </a:r>
            <a:r>
              <a:rPr dirty="0" sz="950" spc="75">
                <a:latin typeface="Garamond"/>
                <a:cs typeface="Garamond"/>
              </a:rPr>
              <a:t> LR,</a:t>
            </a:r>
            <a:r>
              <a:rPr dirty="0" sz="950" spc="80">
                <a:latin typeface="Garamond"/>
                <a:cs typeface="Garamond"/>
              </a:rPr>
              <a:t> </a:t>
            </a:r>
            <a:r>
              <a:rPr dirty="0" sz="950" spc="-50">
                <a:latin typeface="Garamond"/>
                <a:cs typeface="Garamond"/>
              </a:rPr>
              <a:t>#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3882516" y="3804500"/>
            <a:ext cx="2070100" cy="288290"/>
          </a:xfrm>
          <a:custGeom>
            <a:avLst/>
            <a:gdLst/>
            <a:ahLst/>
            <a:cxnLst/>
            <a:rect l="l" t="t" r="r" b="b"/>
            <a:pathLst>
              <a:path w="2070100" h="288289">
                <a:moveTo>
                  <a:pt x="0" y="0"/>
                </a:moveTo>
                <a:lnTo>
                  <a:pt x="2069820" y="0"/>
                </a:lnTo>
                <a:lnTo>
                  <a:pt x="2069820" y="288150"/>
                </a:lnTo>
                <a:lnTo>
                  <a:pt x="0" y="288150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3887070" y="3836169"/>
            <a:ext cx="206121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Garamond"/>
                <a:cs typeface="Garamond"/>
              </a:rPr>
              <a:t>IR,</a:t>
            </a:r>
            <a:r>
              <a:rPr dirty="0" sz="950" spc="75">
                <a:latin typeface="Garamond"/>
                <a:cs typeface="Garamond"/>
              </a:rPr>
              <a:t> </a:t>
            </a:r>
            <a:r>
              <a:rPr dirty="0" sz="950" spc="80">
                <a:latin typeface="Garamond"/>
                <a:cs typeface="Garamond"/>
              </a:rPr>
              <a:t>SR,</a:t>
            </a:r>
            <a:r>
              <a:rPr dirty="0" sz="950" spc="75">
                <a:latin typeface="Garamond"/>
                <a:cs typeface="Garamond"/>
              </a:rPr>
              <a:t> AR, </a:t>
            </a:r>
            <a:r>
              <a:rPr dirty="0" sz="950" spc="65">
                <a:latin typeface="Garamond"/>
                <a:cs typeface="Garamond"/>
              </a:rPr>
              <a:t>DM,</a:t>
            </a:r>
            <a:r>
              <a:rPr dirty="0" sz="950" spc="75">
                <a:latin typeface="Garamond"/>
                <a:cs typeface="Garamond"/>
              </a:rPr>
              <a:t> </a:t>
            </a:r>
            <a:r>
              <a:rPr dirty="0" sz="950" spc="55">
                <a:latin typeface="Garamond"/>
                <a:cs typeface="Garamond"/>
              </a:rPr>
              <a:t>HR,</a:t>
            </a:r>
            <a:r>
              <a:rPr dirty="0" sz="950" spc="75">
                <a:latin typeface="Garamond"/>
                <a:cs typeface="Garamond"/>
              </a:rPr>
              <a:t> </a:t>
            </a:r>
            <a:r>
              <a:rPr dirty="0" sz="950" spc="70">
                <a:latin typeface="Garamond"/>
                <a:cs typeface="Garamond"/>
              </a:rPr>
              <a:t>TC,</a:t>
            </a:r>
            <a:r>
              <a:rPr dirty="0" sz="950" spc="75">
                <a:latin typeface="Garamond"/>
                <a:cs typeface="Garamond"/>
              </a:rPr>
              <a:t> LR,</a:t>
            </a:r>
            <a:r>
              <a:rPr dirty="0" sz="950" spc="80">
                <a:latin typeface="Garamond"/>
                <a:cs typeface="Garamond"/>
              </a:rPr>
              <a:t> </a:t>
            </a:r>
            <a:r>
              <a:rPr dirty="0" sz="950" spc="-50">
                <a:latin typeface="Garamond"/>
                <a:cs typeface="Garamond"/>
              </a:rPr>
              <a:t>#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3882516" y="2922206"/>
            <a:ext cx="2070100" cy="271145"/>
          </a:xfrm>
          <a:custGeom>
            <a:avLst/>
            <a:gdLst/>
            <a:ahLst/>
            <a:cxnLst/>
            <a:rect l="l" t="t" r="r" b="b"/>
            <a:pathLst>
              <a:path w="2070100" h="271144">
                <a:moveTo>
                  <a:pt x="0" y="0"/>
                </a:moveTo>
                <a:lnTo>
                  <a:pt x="2069820" y="0"/>
                </a:lnTo>
                <a:lnTo>
                  <a:pt x="2069820" y="270700"/>
                </a:lnTo>
                <a:lnTo>
                  <a:pt x="0" y="270700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3877964" y="2917653"/>
            <a:ext cx="2078989" cy="28003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53975" rIns="0" bIns="0" rtlCol="0" vert="horz">
            <a:spAutoFit/>
          </a:bodyPr>
          <a:lstStyle/>
          <a:p>
            <a:pPr marL="485775">
              <a:lnSpc>
                <a:spcPct val="100000"/>
              </a:lnSpc>
              <a:spcBef>
                <a:spcPts val="425"/>
              </a:spcBef>
            </a:pPr>
            <a:r>
              <a:rPr dirty="0" sz="950">
                <a:solidFill>
                  <a:srgbClr val="FFFFFF"/>
                </a:solidFill>
                <a:latin typeface="Georgia"/>
                <a:cs typeface="Georgia"/>
              </a:rPr>
              <a:t>Au:</a:t>
            </a:r>
            <a:r>
              <a:rPr dirty="0" sz="950" spc="8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950">
                <a:solidFill>
                  <a:srgbClr val="FFFFFF"/>
                </a:solidFill>
                <a:latin typeface="Georgia"/>
                <a:cs typeface="Georgia"/>
              </a:rPr>
              <a:t>Augend</a:t>
            </a:r>
            <a:r>
              <a:rPr dirty="0" sz="950" spc="8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Georgia"/>
                <a:cs typeface="Georgia"/>
              </a:rPr>
              <a:t>channel</a:t>
            </a:r>
            <a:endParaRPr sz="950">
              <a:latin typeface="Georgia"/>
              <a:cs typeface="Georgia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3882516" y="3534574"/>
            <a:ext cx="2070100" cy="270510"/>
          </a:xfrm>
          <a:custGeom>
            <a:avLst/>
            <a:gdLst/>
            <a:ahLst/>
            <a:cxnLst/>
            <a:rect l="l" t="t" r="r" b="b"/>
            <a:pathLst>
              <a:path w="2070100" h="270510">
                <a:moveTo>
                  <a:pt x="0" y="0"/>
                </a:moveTo>
                <a:lnTo>
                  <a:pt x="2069820" y="0"/>
                </a:lnTo>
                <a:lnTo>
                  <a:pt x="2069820" y="270319"/>
                </a:lnTo>
                <a:lnTo>
                  <a:pt x="0" y="270319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3877964" y="3530022"/>
            <a:ext cx="2078989" cy="28003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53975" rIns="0" bIns="0" rtlCol="0" vert="horz">
            <a:spAutoFit/>
          </a:bodyPr>
          <a:lstStyle/>
          <a:p>
            <a:pPr marL="482600">
              <a:lnSpc>
                <a:spcPct val="100000"/>
              </a:lnSpc>
              <a:spcBef>
                <a:spcPts val="425"/>
              </a:spcBef>
            </a:pPr>
            <a:r>
              <a:rPr dirty="0" sz="950">
                <a:solidFill>
                  <a:srgbClr val="FFFFFF"/>
                </a:solidFill>
                <a:latin typeface="Georgia"/>
                <a:cs typeface="Georgia"/>
              </a:rPr>
              <a:t>Ad:</a:t>
            </a:r>
            <a:r>
              <a:rPr dirty="0" sz="950" spc="8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950">
                <a:solidFill>
                  <a:srgbClr val="FFFFFF"/>
                </a:solidFill>
                <a:latin typeface="Georgia"/>
                <a:cs typeface="Georgia"/>
              </a:rPr>
              <a:t>Addend</a:t>
            </a:r>
            <a:r>
              <a:rPr dirty="0" sz="950" spc="8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Georgia"/>
                <a:cs typeface="Georgia"/>
              </a:rPr>
              <a:t>channel</a:t>
            </a:r>
            <a:endParaRPr sz="950">
              <a:latin typeface="Georgia"/>
              <a:cs typeface="Georgi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344757" y="2679519"/>
            <a:ext cx="114490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Georgia"/>
                <a:cs typeface="Georgia"/>
              </a:rPr>
              <a:t>Operand</a:t>
            </a:r>
            <a:r>
              <a:rPr dirty="0" sz="950" spc="75">
                <a:latin typeface="Georgia"/>
                <a:cs typeface="Georgia"/>
              </a:rPr>
              <a:t> </a:t>
            </a:r>
            <a:r>
              <a:rPr dirty="0" sz="950">
                <a:latin typeface="Georgia"/>
                <a:cs typeface="Georgia"/>
              </a:rPr>
              <a:t>Data</a:t>
            </a:r>
            <a:r>
              <a:rPr dirty="0" sz="950" spc="80">
                <a:latin typeface="Georgia"/>
                <a:cs typeface="Georgia"/>
              </a:rPr>
              <a:t> </a:t>
            </a:r>
            <a:r>
              <a:rPr dirty="0" sz="950" spc="-10">
                <a:latin typeface="Georgia"/>
                <a:cs typeface="Georgia"/>
              </a:rPr>
              <a:t>Areas</a:t>
            </a:r>
            <a:endParaRPr sz="950">
              <a:latin typeface="Georgia"/>
              <a:cs typeface="Georgi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439314" y="2949065"/>
            <a:ext cx="90741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Georgia"/>
                <a:cs typeface="Georgia"/>
              </a:rPr>
              <a:t>Ladder</a:t>
            </a:r>
            <a:r>
              <a:rPr dirty="0" sz="950" spc="125">
                <a:latin typeface="Georgia"/>
                <a:cs typeface="Georgia"/>
              </a:rPr>
              <a:t> </a:t>
            </a:r>
            <a:r>
              <a:rPr dirty="0" sz="950" spc="-10">
                <a:latin typeface="Georgia"/>
                <a:cs typeface="Georgia"/>
              </a:rPr>
              <a:t>Symbols</a:t>
            </a:r>
            <a:endParaRPr sz="950">
              <a:latin typeface="Georgia"/>
              <a:cs typeface="Georgia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3882516" y="4460912"/>
            <a:ext cx="2070100" cy="287655"/>
          </a:xfrm>
          <a:custGeom>
            <a:avLst/>
            <a:gdLst/>
            <a:ahLst/>
            <a:cxnLst/>
            <a:rect l="l" t="t" r="r" b="b"/>
            <a:pathLst>
              <a:path w="2070100" h="287654">
                <a:moveTo>
                  <a:pt x="0" y="0"/>
                </a:moveTo>
                <a:lnTo>
                  <a:pt x="2069820" y="0"/>
                </a:lnTo>
                <a:lnTo>
                  <a:pt x="2069820" y="287388"/>
                </a:lnTo>
                <a:lnTo>
                  <a:pt x="0" y="287388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3887070" y="4492575"/>
            <a:ext cx="206121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52755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Garamond"/>
                <a:cs typeface="Garamond"/>
              </a:rPr>
              <a:t>IR,</a:t>
            </a:r>
            <a:r>
              <a:rPr dirty="0" sz="950" spc="90">
                <a:latin typeface="Garamond"/>
                <a:cs typeface="Garamond"/>
              </a:rPr>
              <a:t> </a:t>
            </a:r>
            <a:r>
              <a:rPr dirty="0" sz="950" spc="70">
                <a:latin typeface="Garamond"/>
                <a:cs typeface="Garamond"/>
              </a:rPr>
              <a:t>AR,</a:t>
            </a:r>
            <a:r>
              <a:rPr dirty="0" sz="950" spc="90">
                <a:latin typeface="Garamond"/>
                <a:cs typeface="Garamond"/>
              </a:rPr>
              <a:t> </a:t>
            </a:r>
            <a:r>
              <a:rPr dirty="0" sz="950" spc="65">
                <a:latin typeface="Garamond"/>
                <a:cs typeface="Garamond"/>
              </a:rPr>
              <a:t>DM,</a:t>
            </a:r>
            <a:r>
              <a:rPr dirty="0" sz="950" spc="90">
                <a:latin typeface="Garamond"/>
                <a:cs typeface="Garamond"/>
              </a:rPr>
              <a:t> </a:t>
            </a:r>
            <a:r>
              <a:rPr dirty="0" sz="950" spc="50">
                <a:latin typeface="Garamond"/>
                <a:cs typeface="Garamond"/>
              </a:rPr>
              <a:t>HR,</a:t>
            </a:r>
            <a:r>
              <a:rPr dirty="0" sz="950" spc="90">
                <a:latin typeface="Garamond"/>
                <a:cs typeface="Garamond"/>
              </a:rPr>
              <a:t> </a:t>
            </a:r>
            <a:r>
              <a:rPr dirty="0" sz="950" spc="25">
                <a:latin typeface="Garamond"/>
                <a:cs typeface="Garamond"/>
              </a:rPr>
              <a:t>LR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3882516" y="4190606"/>
            <a:ext cx="2070100" cy="271145"/>
          </a:xfrm>
          <a:custGeom>
            <a:avLst/>
            <a:gdLst/>
            <a:ahLst/>
            <a:cxnLst/>
            <a:rect l="l" t="t" r="r" b="b"/>
            <a:pathLst>
              <a:path w="2070100" h="271145">
                <a:moveTo>
                  <a:pt x="0" y="0"/>
                </a:moveTo>
                <a:lnTo>
                  <a:pt x="2069820" y="0"/>
                </a:lnTo>
                <a:lnTo>
                  <a:pt x="2069820" y="270700"/>
                </a:lnTo>
                <a:lnTo>
                  <a:pt x="0" y="270700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3877964" y="4186053"/>
            <a:ext cx="2078989" cy="28003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53975" rIns="0" bIns="0" rtlCol="0" vert="horz">
            <a:spAutoFit/>
          </a:bodyPr>
          <a:lstStyle/>
          <a:p>
            <a:pPr marL="558800">
              <a:lnSpc>
                <a:spcPct val="100000"/>
              </a:lnSpc>
              <a:spcBef>
                <a:spcPts val="425"/>
              </a:spcBef>
            </a:pPr>
            <a:r>
              <a:rPr dirty="0" sz="950">
                <a:solidFill>
                  <a:srgbClr val="FFFFFF"/>
                </a:solidFill>
                <a:latin typeface="Georgia"/>
                <a:cs typeface="Georgia"/>
              </a:rPr>
              <a:t>R:</a:t>
            </a:r>
            <a:r>
              <a:rPr dirty="0" sz="950" spc="6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950">
                <a:solidFill>
                  <a:srgbClr val="FFFFFF"/>
                </a:solidFill>
                <a:latin typeface="Georgia"/>
                <a:cs typeface="Georgia"/>
              </a:rPr>
              <a:t>Result</a:t>
            </a:r>
            <a:r>
              <a:rPr dirty="0" sz="950" spc="6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Georgia"/>
                <a:cs typeface="Georgia"/>
              </a:rPr>
              <a:t>channel</a:t>
            </a:r>
            <a:endParaRPr sz="950">
              <a:latin typeface="Georgia"/>
              <a:cs typeface="Georgia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1985441" y="6424434"/>
            <a:ext cx="456565" cy="1645920"/>
          </a:xfrm>
          <a:custGeom>
            <a:avLst/>
            <a:gdLst/>
            <a:ahLst/>
            <a:cxnLst/>
            <a:rect l="l" t="t" r="r" b="b"/>
            <a:pathLst>
              <a:path w="456564" h="1645920">
                <a:moveTo>
                  <a:pt x="0" y="0"/>
                </a:moveTo>
                <a:lnTo>
                  <a:pt x="0" y="1645754"/>
                </a:lnTo>
              </a:path>
              <a:path w="456564" h="1645920">
                <a:moveTo>
                  <a:pt x="455942" y="269913"/>
                </a:moveTo>
                <a:lnTo>
                  <a:pt x="455942" y="44987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1981477" y="5973691"/>
            <a:ext cx="907415" cy="7099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3970">
              <a:lnSpc>
                <a:spcPct val="103600"/>
              </a:lnSpc>
              <a:spcBef>
                <a:spcPts val="95"/>
              </a:spcBef>
            </a:pPr>
            <a:r>
              <a:rPr dirty="0" sz="950">
                <a:latin typeface="Georgia"/>
                <a:cs typeface="Georgia"/>
              </a:rPr>
              <a:t>Example</a:t>
            </a:r>
            <a:r>
              <a:rPr dirty="0" sz="950" spc="30">
                <a:latin typeface="Georgia"/>
                <a:cs typeface="Georgia"/>
              </a:rPr>
              <a:t> </a:t>
            </a:r>
            <a:r>
              <a:rPr dirty="0" sz="950" spc="-10">
                <a:latin typeface="Georgia"/>
                <a:cs typeface="Georgia"/>
              </a:rPr>
              <a:t>circuit </a:t>
            </a:r>
            <a:r>
              <a:rPr dirty="0" sz="950">
                <a:latin typeface="Georgia"/>
                <a:cs typeface="Georgia"/>
              </a:rPr>
              <a:t>Ladder</a:t>
            </a:r>
            <a:r>
              <a:rPr dirty="0" sz="950" spc="125">
                <a:latin typeface="Georgia"/>
                <a:cs typeface="Georgia"/>
              </a:rPr>
              <a:t> </a:t>
            </a:r>
            <a:r>
              <a:rPr dirty="0" sz="950" spc="-10">
                <a:latin typeface="Georgia"/>
                <a:cs typeface="Georgia"/>
              </a:rPr>
              <a:t>diagram</a:t>
            </a:r>
            <a:endParaRPr sz="9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950">
              <a:latin typeface="Georgia"/>
              <a:cs typeface="Georgia"/>
            </a:endParaRPr>
          </a:p>
          <a:p>
            <a:pPr marL="351155">
              <a:lnSpc>
                <a:spcPct val="100000"/>
              </a:lnSpc>
            </a:pPr>
            <a:r>
              <a:rPr dirty="0" sz="950" spc="-10">
                <a:latin typeface="Garamond"/>
                <a:cs typeface="Garamond"/>
              </a:rPr>
              <a:t>00000</a:t>
            </a:r>
            <a:endParaRPr sz="950">
              <a:latin typeface="Garamond"/>
              <a:cs typeface="Garamond"/>
            </a:endParaRPr>
          </a:p>
        </p:txBody>
      </p:sp>
      <p:graphicFrame>
        <p:nvGraphicFramePr>
          <p:cNvPr id="30" name="object 30" descr=""/>
          <p:cNvGraphicFramePr>
            <a:graphicFrameLocks noGrp="1"/>
          </p:cNvGraphicFramePr>
          <p:nvPr/>
        </p:nvGraphicFramePr>
        <p:xfrm>
          <a:off x="2526442" y="6659809"/>
          <a:ext cx="1724660" cy="1291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5590"/>
                <a:gridCol w="451484"/>
                <a:gridCol w="904875"/>
              </a:tblGrid>
              <a:tr h="1289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950" spc="40">
                          <a:latin typeface="Garamond"/>
                          <a:cs typeface="Garamond"/>
                        </a:rPr>
                        <a:t>CLC(41)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488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541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88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89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130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ADD(30)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488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270">
                <a:tc gridSpan="2"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4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88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245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334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HR04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3040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89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#1234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1770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588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200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58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object 31" descr=""/>
          <p:cNvSpPr/>
          <p:nvPr/>
        </p:nvSpPr>
        <p:spPr>
          <a:xfrm>
            <a:off x="1976335" y="6793445"/>
            <a:ext cx="455295" cy="0"/>
          </a:xfrm>
          <a:custGeom>
            <a:avLst/>
            <a:gdLst/>
            <a:ahLst/>
            <a:cxnLst/>
            <a:rect l="l" t="t" r="r" b="b"/>
            <a:pathLst>
              <a:path w="455294" h="0">
                <a:moveTo>
                  <a:pt x="455180" y="0"/>
                </a:moveTo>
                <a:lnTo>
                  <a:pt x="0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4205809" y="7361919"/>
            <a:ext cx="420370" cy="610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34700"/>
              </a:lnSpc>
              <a:spcBef>
                <a:spcPts val="90"/>
              </a:spcBef>
            </a:pPr>
            <a:r>
              <a:rPr dirty="0" sz="950" spc="-10">
                <a:latin typeface="Garamond"/>
                <a:cs typeface="Garamond"/>
              </a:rPr>
              <a:t>Augend Addend Rezult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33" name="object 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75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1082" y="961543"/>
            <a:ext cx="537845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1495" algn="l"/>
              </a:tabLst>
            </a:pPr>
            <a:r>
              <a:rPr dirty="0" sz="1550" spc="-25">
                <a:latin typeface="Georgia"/>
                <a:cs typeface="Georgia"/>
              </a:rPr>
              <a:t>6.</a:t>
            </a:r>
            <a:r>
              <a:rPr dirty="0" sz="1550">
                <a:latin typeface="Georgia"/>
                <a:cs typeface="Georgia"/>
              </a:rPr>
              <a:t>	</a:t>
            </a:r>
            <a:r>
              <a:rPr dirty="0" sz="1550" spc="10">
                <a:latin typeface="Georgia"/>
                <a:cs typeface="Georgia"/>
              </a:rPr>
              <a:t>APPLICATION</a:t>
            </a:r>
            <a:r>
              <a:rPr dirty="0" sz="1550" spc="280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EXAMPLES</a:t>
            </a:r>
            <a:r>
              <a:rPr dirty="0" sz="1550" spc="285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OF</a:t>
            </a:r>
            <a:r>
              <a:rPr dirty="0" sz="1550" spc="285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BASIC</a:t>
            </a:r>
            <a:r>
              <a:rPr dirty="0" sz="1550" spc="280">
                <a:latin typeface="Georgia"/>
                <a:cs typeface="Georgia"/>
              </a:rPr>
              <a:t> </a:t>
            </a:r>
            <a:r>
              <a:rPr dirty="0" sz="1550" spc="-10">
                <a:latin typeface="Georgia"/>
                <a:cs typeface="Georgia"/>
              </a:rPr>
              <a:t>COMMANDS</a:t>
            </a:r>
            <a:endParaRPr sz="155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5" name="object 5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980705" y="1382128"/>
            <a:ext cx="5064125" cy="6261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3600"/>
              </a:lnSpc>
              <a:spcBef>
                <a:spcPts val="95"/>
              </a:spcBef>
            </a:pPr>
            <a:r>
              <a:rPr dirty="0" sz="950">
                <a:latin typeface="Garamond"/>
                <a:cs typeface="Garamond"/>
              </a:rPr>
              <a:t>In</a:t>
            </a:r>
            <a:r>
              <a:rPr dirty="0" sz="950" spc="15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14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program,</a:t>
            </a:r>
            <a:r>
              <a:rPr dirty="0" sz="950" spc="15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when</a:t>
            </a:r>
            <a:r>
              <a:rPr dirty="0" sz="950" spc="15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input</a:t>
            </a:r>
            <a:r>
              <a:rPr dirty="0" sz="950" spc="15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00000</a:t>
            </a:r>
            <a:r>
              <a:rPr dirty="0" sz="950" spc="15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iz</a:t>
            </a:r>
            <a:r>
              <a:rPr dirty="0" sz="950" spc="15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turned</a:t>
            </a:r>
            <a:r>
              <a:rPr dirty="0" sz="950" spc="15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ON,</a:t>
            </a:r>
            <a:r>
              <a:rPr dirty="0" sz="950" spc="15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15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data</a:t>
            </a:r>
            <a:r>
              <a:rPr dirty="0" sz="950" spc="14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in</a:t>
            </a:r>
            <a:r>
              <a:rPr dirty="0" sz="950" spc="15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internal</a:t>
            </a:r>
            <a:r>
              <a:rPr dirty="0" sz="950" spc="155">
                <a:latin typeface="Garamond"/>
                <a:cs typeface="Garamond"/>
              </a:rPr>
              <a:t> </a:t>
            </a:r>
            <a:r>
              <a:rPr dirty="0" sz="950" spc="50">
                <a:latin typeface="Garamond"/>
                <a:cs typeface="Garamond"/>
              </a:rPr>
              <a:t>relay</a:t>
            </a:r>
            <a:r>
              <a:rPr dirty="0" sz="950" spc="200">
                <a:latin typeface="Garamond"/>
                <a:cs typeface="Garamond"/>
              </a:rPr>
              <a:t> </a:t>
            </a:r>
            <a:r>
              <a:rPr dirty="0" sz="950" spc="-25">
                <a:latin typeface="Georgia"/>
                <a:cs typeface="Georgia"/>
              </a:rPr>
              <a:t>HR040</a:t>
            </a:r>
            <a:r>
              <a:rPr dirty="0" sz="950" spc="160">
                <a:latin typeface="Georgia"/>
                <a:cs typeface="Georgia"/>
              </a:rPr>
              <a:t> </a:t>
            </a:r>
            <a:r>
              <a:rPr dirty="0" sz="950">
                <a:latin typeface="Garamond"/>
                <a:cs typeface="Garamond"/>
              </a:rPr>
              <a:t>iz</a:t>
            </a:r>
            <a:r>
              <a:rPr dirty="0" sz="950" spc="14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added</a:t>
            </a:r>
            <a:r>
              <a:rPr dirty="0" sz="950" spc="15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to</a:t>
            </a:r>
            <a:r>
              <a:rPr dirty="0" sz="950" spc="150">
                <a:latin typeface="Garamond"/>
                <a:cs typeface="Garamond"/>
              </a:rPr>
              <a:t> </a:t>
            </a:r>
            <a:r>
              <a:rPr dirty="0" sz="950" spc="-25">
                <a:latin typeface="Garamond"/>
                <a:cs typeface="Garamond"/>
              </a:rPr>
              <a:t>the </a:t>
            </a:r>
            <a:r>
              <a:rPr dirty="0" sz="950">
                <a:latin typeface="Garamond"/>
                <a:cs typeface="Garamond"/>
              </a:rPr>
              <a:t>conztant</a:t>
            </a:r>
            <a:r>
              <a:rPr dirty="0" sz="950" spc="125">
                <a:latin typeface="Garamond"/>
                <a:cs typeface="Garamond"/>
              </a:rPr>
              <a:t> </a:t>
            </a:r>
            <a:r>
              <a:rPr dirty="0" sz="950">
                <a:latin typeface="Georgia"/>
                <a:cs typeface="Georgia"/>
              </a:rPr>
              <a:t>1234</a:t>
            </a:r>
            <a:r>
              <a:rPr dirty="0" sz="950">
                <a:latin typeface="Garamond"/>
                <a:cs typeface="Garamond"/>
              </a:rPr>
              <a:t>.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rezult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of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addition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iz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output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to</a:t>
            </a:r>
            <a:r>
              <a:rPr dirty="0" sz="950" spc="140">
                <a:latin typeface="Garamond"/>
                <a:cs typeface="Garamond"/>
              </a:rPr>
              <a:t> </a:t>
            </a:r>
            <a:r>
              <a:rPr dirty="0" sz="950">
                <a:latin typeface="Georgia"/>
                <a:cs typeface="Georgia"/>
              </a:rPr>
              <a:t>CH</a:t>
            </a:r>
            <a:r>
              <a:rPr dirty="0" sz="950" spc="120">
                <a:latin typeface="Georgia"/>
                <a:cs typeface="Georgia"/>
              </a:rPr>
              <a:t> </a:t>
            </a:r>
            <a:r>
              <a:rPr dirty="0" sz="950" spc="-10">
                <a:latin typeface="Georgia"/>
                <a:cs typeface="Georgia"/>
              </a:rPr>
              <a:t>200</a:t>
            </a:r>
            <a:r>
              <a:rPr dirty="0" sz="950" spc="-10">
                <a:latin typeface="Garamond"/>
                <a:cs typeface="Garamond"/>
              </a:rPr>
              <a:t>.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If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 spc="50">
                <a:latin typeface="Garamond"/>
                <a:cs typeface="Garamond"/>
              </a:rPr>
              <a:t>carry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iz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generated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az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rezult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 spc="-25">
                <a:latin typeface="Garamond"/>
                <a:cs typeface="Garamond"/>
              </a:rPr>
              <a:t>of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27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addition,</a:t>
            </a:r>
            <a:r>
              <a:rPr dirty="0" sz="950" spc="27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270">
                <a:latin typeface="Garamond"/>
                <a:cs typeface="Garamond"/>
              </a:rPr>
              <a:t> </a:t>
            </a:r>
            <a:r>
              <a:rPr dirty="0" sz="950" spc="50">
                <a:latin typeface="Garamond"/>
                <a:cs typeface="Garamond"/>
              </a:rPr>
              <a:t>carry</a:t>
            </a:r>
            <a:r>
              <a:rPr dirty="0" sz="950" spc="28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flag</a:t>
            </a:r>
            <a:r>
              <a:rPr dirty="0" sz="950" spc="27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(zpecial</a:t>
            </a:r>
            <a:r>
              <a:rPr dirty="0" sz="950" spc="275">
                <a:latin typeface="Garamond"/>
                <a:cs typeface="Garamond"/>
              </a:rPr>
              <a:t> </a:t>
            </a:r>
            <a:r>
              <a:rPr dirty="0" sz="950" spc="50">
                <a:latin typeface="Garamond"/>
                <a:cs typeface="Garamond"/>
              </a:rPr>
              <a:t>relay</a:t>
            </a:r>
            <a:r>
              <a:rPr dirty="0" sz="950" spc="27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25504)</a:t>
            </a:r>
            <a:r>
              <a:rPr dirty="0" sz="950" spc="28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iz</a:t>
            </a:r>
            <a:r>
              <a:rPr dirty="0" sz="950" spc="27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turned</a:t>
            </a:r>
            <a:r>
              <a:rPr dirty="0" sz="950" spc="27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ON.</a:t>
            </a:r>
            <a:r>
              <a:rPr dirty="0" sz="950" spc="28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If</a:t>
            </a:r>
            <a:r>
              <a:rPr dirty="0" sz="950" spc="27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27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rezult</a:t>
            </a:r>
            <a:r>
              <a:rPr dirty="0" sz="950" spc="27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of</a:t>
            </a:r>
            <a:r>
              <a:rPr dirty="0" sz="950" spc="27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28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addition</a:t>
            </a:r>
            <a:r>
              <a:rPr dirty="0" sz="950" spc="275">
                <a:latin typeface="Garamond"/>
                <a:cs typeface="Garamond"/>
              </a:rPr>
              <a:t> </a:t>
            </a:r>
            <a:r>
              <a:rPr dirty="0" sz="950" spc="-25">
                <a:latin typeface="Garamond"/>
                <a:cs typeface="Garamond"/>
              </a:rPr>
              <a:t>iz </a:t>
            </a:r>
            <a:r>
              <a:rPr dirty="0" sz="950">
                <a:latin typeface="Garamond"/>
                <a:cs typeface="Garamond"/>
              </a:rPr>
              <a:t>0000,</a:t>
            </a:r>
            <a:r>
              <a:rPr dirty="0" sz="950" spc="16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zpecial</a:t>
            </a:r>
            <a:r>
              <a:rPr dirty="0" sz="950" spc="165">
                <a:latin typeface="Garamond"/>
                <a:cs typeface="Garamond"/>
              </a:rPr>
              <a:t> </a:t>
            </a:r>
            <a:r>
              <a:rPr dirty="0" sz="950" spc="50">
                <a:latin typeface="Garamond"/>
                <a:cs typeface="Garamond"/>
              </a:rPr>
              <a:t>relay</a:t>
            </a:r>
            <a:r>
              <a:rPr dirty="0" sz="950" spc="16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25506</a:t>
            </a:r>
            <a:r>
              <a:rPr dirty="0" sz="950" spc="17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(the</a:t>
            </a:r>
            <a:r>
              <a:rPr dirty="0" sz="950" spc="185">
                <a:latin typeface="Garamond"/>
                <a:cs typeface="Garamond"/>
              </a:rPr>
              <a:t> </a:t>
            </a:r>
            <a:r>
              <a:rPr dirty="0" sz="950" spc="200">
                <a:latin typeface="Arial"/>
                <a:cs typeface="Arial"/>
              </a:rPr>
              <a:t>“</a:t>
            </a:r>
            <a:r>
              <a:rPr dirty="0" sz="950" spc="200">
                <a:latin typeface="Garamond"/>
                <a:cs typeface="Garamond"/>
              </a:rPr>
              <a:t>=</a:t>
            </a:r>
            <a:r>
              <a:rPr dirty="0" sz="950" spc="200">
                <a:latin typeface="Arial"/>
                <a:cs typeface="Arial"/>
              </a:rPr>
              <a:t>”</a:t>
            </a:r>
            <a:r>
              <a:rPr dirty="0" sz="950" spc="145">
                <a:latin typeface="Arial"/>
                <a:cs typeface="Arial"/>
              </a:rPr>
              <a:t> </a:t>
            </a:r>
            <a:r>
              <a:rPr dirty="0" sz="950">
                <a:latin typeface="Garamond"/>
                <a:cs typeface="Garamond"/>
              </a:rPr>
              <a:t>flag)</a:t>
            </a:r>
            <a:r>
              <a:rPr dirty="0" sz="950" spc="16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iz</a:t>
            </a:r>
            <a:r>
              <a:rPr dirty="0" sz="950" spc="16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turned</a:t>
            </a:r>
            <a:r>
              <a:rPr dirty="0" sz="950" spc="170">
                <a:latin typeface="Garamond"/>
                <a:cs typeface="Garamond"/>
              </a:rPr>
              <a:t> </a:t>
            </a:r>
            <a:r>
              <a:rPr dirty="0" sz="950" spc="-25">
                <a:latin typeface="Garamond"/>
                <a:cs typeface="Garamond"/>
              </a:rPr>
              <a:t>ON.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76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980705" y="2432237"/>
            <a:ext cx="277431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19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following</a:t>
            </a:r>
            <a:r>
              <a:rPr dirty="0" sz="950" spc="19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diagram</a:t>
            </a:r>
            <a:r>
              <a:rPr dirty="0" sz="950" spc="19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illuztratez</a:t>
            </a:r>
            <a:r>
              <a:rPr dirty="0" sz="950" spc="19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20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ADD</a:t>
            </a:r>
            <a:r>
              <a:rPr dirty="0" sz="950" spc="195">
                <a:latin typeface="Garamond"/>
                <a:cs typeface="Garamond"/>
              </a:rPr>
              <a:t> </a:t>
            </a:r>
            <a:r>
              <a:rPr dirty="0" sz="950" spc="-10">
                <a:latin typeface="Garamond"/>
                <a:cs typeface="Garamond"/>
              </a:rPr>
              <a:t>operation.</a:t>
            </a:r>
            <a:endParaRPr sz="950">
              <a:latin typeface="Garamond"/>
              <a:cs typeface="Garamond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2152865" y="3470033"/>
          <a:ext cx="1512570" cy="2546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9920"/>
                <a:gridCol w="449580"/>
                <a:gridCol w="337184"/>
              </a:tblGrid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04000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10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37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60">
                          <a:latin typeface="Garamond"/>
                          <a:cs typeface="Garamond"/>
                        </a:rPr>
                        <a:t>0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79375">
                        <a:lnSpc>
                          <a:spcPct val="100000"/>
                        </a:lnSpc>
                      </a:pPr>
                      <a:r>
                        <a:rPr dirty="0" sz="950">
                          <a:latin typeface="Garamond"/>
                          <a:cs typeface="Garamond"/>
                        </a:rPr>
                        <a:t>10</a:t>
                      </a:r>
                      <a:r>
                        <a:rPr dirty="0" sz="95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baseline="33333" sz="750" spc="-75">
                          <a:latin typeface="Garamond"/>
                          <a:cs typeface="Garamond"/>
                        </a:rPr>
                        <a:t>0</a:t>
                      </a:r>
                      <a:endParaRPr baseline="33333" sz="75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04001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5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8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50">
                          <a:latin typeface="Garamond"/>
                          <a:cs typeface="Garamond"/>
                        </a:rPr>
                        <a:t>1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04002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8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50">
                          <a:latin typeface="Garamond"/>
                          <a:cs typeface="Garamond"/>
                        </a:rPr>
                        <a:t>2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04003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8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50">
                          <a:latin typeface="Garamond"/>
                          <a:cs typeface="Garamond"/>
                        </a:rPr>
                        <a:t>3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04004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10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37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60">
                          <a:latin typeface="Garamond"/>
                          <a:cs typeface="Garamond"/>
                        </a:rPr>
                        <a:t>0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81915">
                        <a:lnSpc>
                          <a:spcPct val="100000"/>
                        </a:lnSpc>
                      </a:pPr>
                      <a:r>
                        <a:rPr dirty="0" sz="950">
                          <a:latin typeface="Garamond"/>
                          <a:cs typeface="Garamond"/>
                        </a:rPr>
                        <a:t>10</a:t>
                      </a:r>
                      <a:r>
                        <a:rPr dirty="0" sz="95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baseline="33333" sz="750" spc="-75">
                          <a:latin typeface="Garamond"/>
                          <a:cs typeface="Garamond"/>
                        </a:rPr>
                        <a:t>1</a:t>
                      </a:r>
                      <a:endParaRPr baseline="33333" sz="75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04005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8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50">
                          <a:latin typeface="Garamond"/>
                          <a:cs typeface="Garamond"/>
                        </a:rPr>
                        <a:t>1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04006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5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8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50">
                          <a:latin typeface="Garamond"/>
                          <a:cs typeface="Garamond"/>
                        </a:rPr>
                        <a:t>2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04007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8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50">
                          <a:latin typeface="Garamond"/>
                          <a:cs typeface="Garamond"/>
                        </a:rPr>
                        <a:t>3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04008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10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37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60">
                          <a:latin typeface="Garamond"/>
                          <a:cs typeface="Garamond"/>
                        </a:rPr>
                        <a:t>0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819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Garamond"/>
                          <a:cs typeface="Garamond"/>
                        </a:rPr>
                        <a:t>10</a:t>
                      </a:r>
                      <a:r>
                        <a:rPr dirty="0" sz="95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baseline="33333" sz="750" spc="-75">
                          <a:latin typeface="Garamond"/>
                          <a:cs typeface="Garamond"/>
                        </a:rPr>
                        <a:t>2</a:t>
                      </a:r>
                      <a:endParaRPr baseline="33333" sz="75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04009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8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50">
                          <a:latin typeface="Garamond"/>
                          <a:cs typeface="Garamond"/>
                        </a:rPr>
                        <a:t>1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04010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8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50">
                          <a:latin typeface="Garamond"/>
                          <a:cs typeface="Garamond"/>
                        </a:rPr>
                        <a:t>2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04011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5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8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50">
                          <a:latin typeface="Garamond"/>
                          <a:cs typeface="Garamond"/>
                        </a:rPr>
                        <a:t>3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04012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10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37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60">
                          <a:latin typeface="Garamond"/>
                          <a:cs typeface="Garamond"/>
                        </a:rPr>
                        <a:t>0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81915">
                        <a:lnSpc>
                          <a:spcPct val="100000"/>
                        </a:lnSpc>
                      </a:pPr>
                      <a:r>
                        <a:rPr dirty="0" sz="950">
                          <a:latin typeface="Garamond"/>
                          <a:cs typeface="Garamond"/>
                        </a:rPr>
                        <a:t>10</a:t>
                      </a:r>
                      <a:r>
                        <a:rPr dirty="0" sz="95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baseline="33333" sz="750" spc="-75">
                          <a:latin typeface="Garamond"/>
                          <a:cs typeface="Garamond"/>
                        </a:rPr>
                        <a:t>3</a:t>
                      </a:r>
                      <a:endParaRPr baseline="33333" sz="75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04013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8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50">
                          <a:latin typeface="Garamond"/>
                          <a:cs typeface="Garamond"/>
                        </a:rPr>
                        <a:t>1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04014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8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50">
                          <a:latin typeface="Garamond"/>
                          <a:cs typeface="Garamond"/>
                        </a:rPr>
                        <a:t>2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04015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8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50">
                          <a:latin typeface="Garamond"/>
                          <a:cs typeface="Garamond"/>
                        </a:rPr>
                        <a:t>3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4964900" y="3470033"/>
          <a:ext cx="1500505" cy="2546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8490"/>
                <a:gridCol w="449579"/>
                <a:gridCol w="337184"/>
              </a:tblGrid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10000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10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37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60">
                          <a:latin typeface="Garamond"/>
                          <a:cs typeface="Garamond"/>
                        </a:rPr>
                        <a:t>0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81280">
                        <a:lnSpc>
                          <a:spcPct val="100000"/>
                        </a:lnSpc>
                      </a:pPr>
                      <a:r>
                        <a:rPr dirty="0" sz="950">
                          <a:latin typeface="Garamond"/>
                          <a:cs typeface="Garamond"/>
                        </a:rPr>
                        <a:t>10</a:t>
                      </a:r>
                      <a:r>
                        <a:rPr dirty="0" sz="95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baseline="33333" sz="750" spc="-75">
                          <a:latin typeface="Garamond"/>
                          <a:cs typeface="Garamond"/>
                        </a:rPr>
                        <a:t>0</a:t>
                      </a:r>
                      <a:endParaRPr baseline="33333" sz="75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10001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5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8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50">
                          <a:latin typeface="Garamond"/>
                          <a:cs typeface="Garamond"/>
                        </a:rPr>
                        <a:t>1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10002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8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50">
                          <a:latin typeface="Garamond"/>
                          <a:cs typeface="Garamond"/>
                        </a:rPr>
                        <a:t>2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10003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8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50">
                          <a:latin typeface="Garamond"/>
                          <a:cs typeface="Garamond"/>
                        </a:rPr>
                        <a:t>3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10004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10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37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60">
                          <a:latin typeface="Garamond"/>
                          <a:cs typeface="Garamond"/>
                        </a:rPr>
                        <a:t>0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81280">
                        <a:lnSpc>
                          <a:spcPct val="100000"/>
                        </a:lnSpc>
                      </a:pPr>
                      <a:r>
                        <a:rPr dirty="0" sz="950">
                          <a:latin typeface="Garamond"/>
                          <a:cs typeface="Garamond"/>
                        </a:rPr>
                        <a:t>10</a:t>
                      </a:r>
                      <a:r>
                        <a:rPr dirty="0" sz="95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baseline="33333" sz="750" spc="-75">
                          <a:latin typeface="Garamond"/>
                          <a:cs typeface="Garamond"/>
                        </a:rPr>
                        <a:t>1</a:t>
                      </a:r>
                      <a:endParaRPr baseline="33333" sz="75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10005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8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50">
                          <a:latin typeface="Garamond"/>
                          <a:cs typeface="Garamond"/>
                        </a:rPr>
                        <a:t>1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10006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5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8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50">
                          <a:latin typeface="Garamond"/>
                          <a:cs typeface="Garamond"/>
                        </a:rPr>
                        <a:t>2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10007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8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50">
                          <a:latin typeface="Garamond"/>
                          <a:cs typeface="Garamond"/>
                        </a:rPr>
                        <a:t>3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10008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10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37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60">
                          <a:latin typeface="Garamond"/>
                          <a:cs typeface="Garamond"/>
                        </a:rPr>
                        <a:t>0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812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Garamond"/>
                          <a:cs typeface="Garamond"/>
                        </a:rPr>
                        <a:t>10</a:t>
                      </a:r>
                      <a:r>
                        <a:rPr dirty="0" sz="95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baseline="33333" sz="750" spc="-75">
                          <a:latin typeface="Garamond"/>
                          <a:cs typeface="Garamond"/>
                        </a:rPr>
                        <a:t>2</a:t>
                      </a:r>
                      <a:endParaRPr baseline="33333" sz="75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10009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8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50">
                          <a:latin typeface="Garamond"/>
                          <a:cs typeface="Garamond"/>
                        </a:rPr>
                        <a:t>1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10010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8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50">
                          <a:latin typeface="Garamond"/>
                          <a:cs typeface="Garamond"/>
                        </a:rPr>
                        <a:t>2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10011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5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8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50">
                          <a:latin typeface="Garamond"/>
                          <a:cs typeface="Garamond"/>
                        </a:rPr>
                        <a:t>3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10012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10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37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60">
                          <a:latin typeface="Garamond"/>
                          <a:cs typeface="Garamond"/>
                        </a:rPr>
                        <a:t>0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81280">
                        <a:lnSpc>
                          <a:spcPct val="100000"/>
                        </a:lnSpc>
                      </a:pPr>
                      <a:r>
                        <a:rPr dirty="0" sz="950">
                          <a:latin typeface="Garamond"/>
                          <a:cs typeface="Garamond"/>
                        </a:rPr>
                        <a:t>10</a:t>
                      </a:r>
                      <a:r>
                        <a:rPr dirty="0" sz="95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baseline="33333" sz="750" spc="-75">
                          <a:latin typeface="Garamond"/>
                          <a:cs typeface="Garamond"/>
                        </a:rPr>
                        <a:t>3</a:t>
                      </a:r>
                      <a:endParaRPr baseline="33333" sz="75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10013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8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50">
                          <a:latin typeface="Garamond"/>
                          <a:cs typeface="Garamond"/>
                        </a:rPr>
                        <a:t>1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10014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8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50">
                          <a:latin typeface="Garamond"/>
                          <a:cs typeface="Garamond"/>
                        </a:rPr>
                        <a:t>2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10015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dirty="0" baseline="-17543" sz="142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17543" sz="1425" spc="-89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500" spc="-50">
                          <a:latin typeface="Garamond"/>
                          <a:cs typeface="Garamond"/>
                        </a:rPr>
                        <a:t>3</a:t>
                      </a:r>
                      <a:endParaRPr sz="5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 descr=""/>
          <p:cNvSpPr txBox="1"/>
          <p:nvPr/>
        </p:nvSpPr>
        <p:spPr>
          <a:xfrm>
            <a:off x="1980716" y="6620104"/>
            <a:ext cx="5060950" cy="15259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6350">
              <a:lnSpc>
                <a:spcPct val="103600"/>
              </a:lnSpc>
              <a:spcBef>
                <a:spcPts val="95"/>
              </a:spcBef>
            </a:pPr>
            <a:r>
              <a:rPr dirty="0" sz="950">
                <a:latin typeface="Garamond"/>
                <a:cs typeface="Garamond"/>
              </a:rPr>
              <a:t>In</a:t>
            </a:r>
            <a:r>
              <a:rPr dirty="0" sz="950" spc="2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22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above</a:t>
            </a:r>
            <a:r>
              <a:rPr dirty="0" sz="950" spc="21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example,</a:t>
            </a:r>
            <a:r>
              <a:rPr dirty="0" sz="950" spc="2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before</a:t>
            </a:r>
            <a:r>
              <a:rPr dirty="0" sz="950" spc="21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executing</a:t>
            </a:r>
            <a:r>
              <a:rPr dirty="0" sz="950" spc="2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ADD,</a:t>
            </a:r>
            <a:r>
              <a:rPr dirty="0" sz="950" spc="21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220">
                <a:latin typeface="Garamond"/>
                <a:cs typeface="Garamond"/>
              </a:rPr>
              <a:t> </a:t>
            </a:r>
            <a:r>
              <a:rPr dirty="0" sz="950" spc="55">
                <a:latin typeface="Garamond"/>
                <a:cs typeface="Garamond"/>
              </a:rPr>
              <a:t>Carry</a:t>
            </a:r>
            <a:r>
              <a:rPr dirty="0" sz="950" spc="22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Flag/CY</a:t>
            </a:r>
            <a:r>
              <a:rPr dirty="0" sz="950" spc="2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(zpecial</a:t>
            </a:r>
            <a:r>
              <a:rPr dirty="0" sz="950" spc="225">
                <a:latin typeface="Garamond"/>
                <a:cs typeface="Garamond"/>
              </a:rPr>
              <a:t> </a:t>
            </a:r>
            <a:r>
              <a:rPr dirty="0" sz="950" spc="50">
                <a:latin typeface="Garamond"/>
                <a:cs typeface="Garamond"/>
              </a:rPr>
              <a:t>relay</a:t>
            </a:r>
            <a:r>
              <a:rPr dirty="0" sz="950" spc="2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25504)</a:t>
            </a:r>
            <a:r>
              <a:rPr dirty="0" sz="950" spc="22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iz</a:t>
            </a:r>
            <a:r>
              <a:rPr dirty="0" sz="950" spc="220">
                <a:latin typeface="Garamond"/>
                <a:cs typeface="Garamond"/>
              </a:rPr>
              <a:t> </a:t>
            </a:r>
            <a:r>
              <a:rPr dirty="0" sz="950" spc="-10">
                <a:latin typeface="Garamond"/>
                <a:cs typeface="Garamond"/>
              </a:rPr>
              <a:t>turned </a:t>
            </a:r>
            <a:r>
              <a:rPr dirty="0" sz="950">
                <a:latin typeface="Garamond"/>
                <a:cs typeface="Garamond"/>
              </a:rPr>
              <a:t>OFF</a:t>
            </a:r>
            <a:r>
              <a:rPr dirty="0" sz="950" spc="32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by</a:t>
            </a:r>
            <a:r>
              <a:rPr dirty="0" sz="950" spc="33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33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Clear</a:t>
            </a:r>
            <a:r>
              <a:rPr dirty="0" sz="950" spc="330">
                <a:latin typeface="Garamond"/>
                <a:cs typeface="Garamond"/>
              </a:rPr>
              <a:t> </a:t>
            </a:r>
            <a:r>
              <a:rPr dirty="0" sz="950" spc="55">
                <a:latin typeface="Garamond"/>
                <a:cs typeface="Garamond"/>
              </a:rPr>
              <a:t>Carry</a:t>
            </a:r>
            <a:r>
              <a:rPr dirty="0" sz="950" spc="335">
                <a:latin typeface="Garamond"/>
                <a:cs typeface="Garamond"/>
              </a:rPr>
              <a:t> </a:t>
            </a:r>
            <a:r>
              <a:rPr dirty="0" sz="950" spc="65">
                <a:latin typeface="Garamond"/>
                <a:cs typeface="Garamond"/>
              </a:rPr>
              <a:t>(CLC).</a:t>
            </a:r>
            <a:r>
              <a:rPr dirty="0" sz="950" spc="33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33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addition</a:t>
            </a:r>
            <a:r>
              <a:rPr dirty="0" sz="950" spc="33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and</a:t>
            </a:r>
            <a:r>
              <a:rPr dirty="0" sz="950" spc="33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zubtraction</a:t>
            </a:r>
            <a:r>
              <a:rPr dirty="0" sz="950" spc="33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inztructionz</a:t>
            </a:r>
            <a:r>
              <a:rPr dirty="0" sz="950" spc="33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include</a:t>
            </a:r>
            <a:r>
              <a:rPr dirty="0" sz="950" spc="320">
                <a:latin typeface="Garamond"/>
                <a:cs typeface="Garamond"/>
              </a:rPr>
              <a:t> </a:t>
            </a:r>
            <a:r>
              <a:rPr dirty="0" sz="950" spc="70">
                <a:latin typeface="Garamond"/>
                <a:cs typeface="Garamond"/>
              </a:rPr>
              <a:t>CY</a:t>
            </a:r>
            <a:r>
              <a:rPr dirty="0" sz="950" spc="3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in</a:t>
            </a:r>
            <a:r>
              <a:rPr dirty="0" sz="950" spc="330">
                <a:latin typeface="Garamond"/>
                <a:cs typeface="Garamond"/>
              </a:rPr>
              <a:t> </a:t>
            </a:r>
            <a:r>
              <a:rPr dirty="0" sz="950" spc="-25">
                <a:latin typeface="Garamond"/>
                <a:cs typeface="Garamond"/>
              </a:rPr>
              <a:t>the </a:t>
            </a:r>
            <a:r>
              <a:rPr dirty="0" sz="950" spc="10">
                <a:latin typeface="Garamond"/>
                <a:cs typeface="Garamond"/>
              </a:rPr>
              <a:t>calculation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az</a:t>
            </a:r>
            <a:r>
              <a:rPr dirty="0" sz="950" spc="125">
                <a:latin typeface="Garamond"/>
                <a:cs typeface="Garamond"/>
              </a:rPr>
              <a:t> </a:t>
            </a:r>
            <a:r>
              <a:rPr dirty="0" sz="950" spc="50">
                <a:latin typeface="Garamond"/>
                <a:cs typeface="Garamond"/>
              </a:rPr>
              <a:t>well</a:t>
            </a:r>
            <a:r>
              <a:rPr dirty="0" sz="950" spc="12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az</a:t>
            </a:r>
            <a:r>
              <a:rPr dirty="0" sz="950" spc="12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in</a:t>
            </a:r>
            <a:r>
              <a:rPr dirty="0" sz="950" spc="12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the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rezult.</a:t>
            </a:r>
            <a:r>
              <a:rPr dirty="0" sz="950" spc="12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Be</a:t>
            </a:r>
            <a:r>
              <a:rPr dirty="0" sz="950" spc="12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zure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to</a:t>
            </a:r>
            <a:r>
              <a:rPr dirty="0" sz="950" spc="12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clear</a:t>
            </a:r>
            <a:r>
              <a:rPr dirty="0" sz="950" spc="130">
                <a:latin typeface="Garamond"/>
                <a:cs typeface="Garamond"/>
              </a:rPr>
              <a:t> </a:t>
            </a:r>
            <a:r>
              <a:rPr dirty="0" sz="950" spc="70">
                <a:latin typeface="Garamond"/>
                <a:cs typeface="Garamond"/>
              </a:rPr>
              <a:t>CY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if</a:t>
            </a:r>
            <a:r>
              <a:rPr dirty="0" sz="950" spc="12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itz</a:t>
            </a:r>
            <a:r>
              <a:rPr dirty="0" sz="950" spc="12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previouz</a:t>
            </a:r>
            <a:r>
              <a:rPr dirty="0" sz="950" spc="12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ztatuz</a:t>
            </a:r>
            <a:r>
              <a:rPr dirty="0" sz="950" spc="12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iz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not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required</a:t>
            </a:r>
            <a:r>
              <a:rPr dirty="0" sz="950" spc="12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in</a:t>
            </a:r>
            <a:r>
              <a:rPr dirty="0" sz="950" spc="125">
                <a:latin typeface="Garamond"/>
                <a:cs typeface="Garamond"/>
              </a:rPr>
              <a:t> </a:t>
            </a:r>
            <a:r>
              <a:rPr dirty="0" sz="950" spc="-25">
                <a:latin typeface="Garamond"/>
                <a:cs typeface="Garamond"/>
              </a:rPr>
              <a:t>the </a:t>
            </a:r>
            <a:r>
              <a:rPr dirty="0" sz="950" spc="10">
                <a:latin typeface="Garamond"/>
                <a:cs typeface="Garamond"/>
              </a:rPr>
              <a:t>calculation,</a:t>
            </a:r>
            <a:r>
              <a:rPr dirty="0" sz="950" spc="19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and</a:t>
            </a:r>
            <a:r>
              <a:rPr dirty="0" sz="950" spc="19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to</a:t>
            </a:r>
            <a:r>
              <a:rPr dirty="0" sz="950" spc="19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uze</a:t>
            </a:r>
            <a:r>
              <a:rPr dirty="0" sz="950" spc="19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the</a:t>
            </a:r>
            <a:r>
              <a:rPr dirty="0" sz="950" spc="19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rezult</a:t>
            </a:r>
            <a:r>
              <a:rPr dirty="0" sz="950" spc="19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placed</a:t>
            </a:r>
            <a:r>
              <a:rPr dirty="0" sz="950" spc="19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in</a:t>
            </a:r>
            <a:r>
              <a:rPr dirty="0" sz="950" spc="195">
                <a:latin typeface="Garamond"/>
                <a:cs typeface="Garamond"/>
              </a:rPr>
              <a:t> </a:t>
            </a:r>
            <a:r>
              <a:rPr dirty="0" sz="950" spc="80">
                <a:latin typeface="Garamond"/>
                <a:cs typeface="Garamond"/>
              </a:rPr>
              <a:t>CY,</a:t>
            </a:r>
            <a:r>
              <a:rPr dirty="0" sz="950" spc="19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if</a:t>
            </a:r>
            <a:r>
              <a:rPr dirty="0" sz="950" spc="19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required,</a:t>
            </a:r>
            <a:r>
              <a:rPr dirty="0" sz="950" spc="19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before</a:t>
            </a:r>
            <a:r>
              <a:rPr dirty="0" sz="950" spc="19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it</a:t>
            </a:r>
            <a:r>
              <a:rPr dirty="0" sz="950" spc="19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iz</a:t>
            </a:r>
            <a:r>
              <a:rPr dirty="0" sz="950" spc="19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changed</a:t>
            </a:r>
            <a:r>
              <a:rPr dirty="0" sz="950" spc="19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by</a:t>
            </a:r>
            <a:r>
              <a:rPr dirty="0" sz="950" spc="18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execution</a:t>
            </a:r>
            <a:r>
              <a:rPr dirty="0" sz="950" spc="185">
                <a:latin typeface="Garamond"/>
                <a:cs typeface="Garamond"/>
              </a:rPr>
              <a:t> </a:t>
            </a:r>
            <a:r>
              <a:rPr dirty="0" sz="950" spc="-25">
                <a:latin typeface="Garamond"/>
                <a:cs typeface="Garamond"/>
              </a:rPr>
              <a:t>of </a:t>
            </a:r>
            <a:r>
              <a:rPr dirty="0" sz="950">
                <a:latin typeface="Garamond"/>
                <a:cs typeface="Garamond"/>
              </a:rPr>
              <a:t>any</a:t>
            </a:r>
            <a:r>
              <a:rPr dirty="0" sz="950" spc="15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other</a:t>
            </a:r>
            <a:r>
              <a:rPr dirty="0" sz="950" spc="155">
                <a:latin typeface="Garamond"/>
                <a:cs typeface="Garamond"/>
              </a:rPr>
              <a:t> </a:t>
            </a:r>
            <a:r>
              <a:rPr dirty="0" sz="950" spc="-10">
                <a:latin typeface="Garamond"/>
                <a:cs typeface="Garamond"/>
              </a:rPr>
              <a:t>inztruction.</a:t>
            </a:r>
            <a:endParaRPr sz="9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950">
              <a:latin typeface="Garamond"/>
              <a:cs typeface="Garamond"/>
            </a:endParaRPr>
          </a:p>
          <a:p>
            <a:pPr algn="just" marL="12700" marR="5080">
              <a:lnSpc>
                <a:spcPct val="103600"/>
              </a:lnSpc>
            </a:pP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augend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and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addend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muzt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be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in</a:t>
            </a:r>
            <a:r>
              <a:rPr dirty="0" sz="950" spc="150">
                <a:latin typeface="Garamond"/>
                <a:cs typeface="Garamond"/>
              </a:rPr>
              <a:t> </a:t>
            </a:r>
            <a:r>
              <a:rPr dirty="0" sz="950" spc="55">
                <a:latin typeface="Georgia"/>
                <a:cs typeface="Georgia"/>
              </a:rPr>
              <a:t>BCD</a:t>
            </a:r>
            <a:r>
              <a:rPr dirty="0" sz="950" spc="55">
                <a:latin typeface="Garamond"/>
                <a:cs typeface="Garamond"/>
              </a:rPr>
              <a:t>,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if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not</a:t>
            </a:r>
            <a:r>
              <a:rPr dirty="0" sz="950" spc="12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zpecial</a:t>
            </a:r>
            <a:r>
              <a:rPr dirty="0" sz="950" spc="130">
                <a:latin typeface="Garamond"/>
                <a:cs typeface="Garamond"/>
              </a:rPr>
              <a:t> </a:t>
            </a:r>
            <a:r>
              <a:rPr dirty="0" sz="950" spc="50">
                <a:latin typeface="Garamond"/>
                <a:cs typeface="Garamond"/>
              </a:rPr>
              <a:t>relay</a:t>
            </a:r>
            <a:r>
              <a:rPr dirty="0" sz="950" spc="12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25503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(Error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 spc="50">
                <a:latin typeface="Garamond"/>
                <a:cs typeface="Garamond"/>
              </a:rPr>
              <a:t>Flag)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iz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turned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ON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 spc="-25">
                <a:latin typeface="Garamond"/>
                <a:cs typeface="Garamond"/>
              </a:rPr>
              <a:t>and </a:t>
            </a:r>
            <a:r>
              <a:rPr dirty="0" sz="950">
                <a:latin typeface="Garamond"/>
                <a:cs typeface="Garamond"/>
              </a:rPr>
              <a:t>ADD</a:t>
            </a:r>
            <a:r>
              <a:rPr dirty="0" sz="950" spc="6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iz</a:t>
            </a:r>
            <a:r>
              <a:rPr dirty="0" sz="950" spc="7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not</a:t>
            </a:r>
            <a:r>
              <a:rPr dirty="0" sz="950" spc="65">
                <a:latin typeface="Garamond"/>
                <a:cs typeface="Garamond"/>
              </a:rPr>
              <a:t> </a:t>
            </a:r>
            <a:r>
              <a:rPr dirty="0" sz="950" spc="-10">
                <a:latin typeface="Garamond"/>
                <a:cs typeface="Garamond"/>
              </a:rPr>
              <a:t>executed.</a:t>
            </a:r>
            <a:endParaRPr sz="9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950">
              <a:latin typeface="Garamond"/>
              <a:cs typeface="Garamond"/>
            </a:endParaRPr>
          </a:p>
          <a:p>
            <a:pPr algn="just" marL="12700">
              <a:lnSpc>
                <a:spcPct val="100000"/>
              </a:lnSpc>
            </a:pPr>
            <a:r>
              <a:rPr dirty="0" sz="950" spc="10">
                <a:latin typeface="Garamond"/>
                <a:cs typeface="Garamond"/>
              </a:rPr>
              <a:t>ADD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iz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executed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each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time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the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CPU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zcanz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the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program.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To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execute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it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only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 spc="-10">
                <a:latin typeface="Garamond"/>
                <a:cs typeface="Garamond"/>
              </a:rPr>
              <a:t>once.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169198" y="2793136"/>
            <a:ext cx="666115" cy="28194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125095">
              <a:lnSpc>
                <a:spcPct val="100000"/>
              </a:lnSpc>
              <a:spcBef>
                <a:spcPts val="385"/>
              </a:spcBef>
            </a:pPr>
            <a:r>
              <a:rPr dirty="0" sz="950" spc="-10">
                <a:latin typeface="Georgia"/>
                <a:cs typeface="Georgia"/>
              </a:rPr>
              <a:t>Augend</a:t>
            </a:r>
            <a:endParaRPr sz="950">
              <a:latin typeface="Georgia"/>
              <a:cs typeface="Georg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903014" y="2811741"/>
            <a:ext cx="656590" cy="27241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116839">
              <a:lnSpc>
                <a:spcPct val="100000"/>
              </a:lnSpc>
              <a:spcBef>
                <a:spcPts val="385"/>
              </a:spcBef>
            </a:pPr>
            <a:r>
              <a:rPr dirty="0" sz="950" spc="-10">
                <a:latin typeface="Georgia"/>
                <a:cs typeface="Georgia"/>
              </a:rPr>
              <a:t>Addend</a:t>
            </a:r>
            <a:endParaRPr sz="950">
              <a:latin typeface="Georgia"/>
              <a:cs typeface="Georgi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953127" y="2830334"/>
            <a:ext cx="572135" cy="26289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49530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390"/>
              </a:spcBef>
            </a:pPr>
            <a:r>
              <a:rPr dirty="0" sz="950" spc="-10">
                <a:latin typeface="Georgia"/>
                <a:cs typeface="Georgia"/>
              </a:rPr>
              <a:t>Result</a:t>
            </a:r>
            <a:endParaRPr sz="950">
              <a:latin typeface="Georgia"/>
              <a:cs typeface="Georg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216465" y="3179009"/>
            <a:ext cx="140779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20">
                <a:latin typeface="Garamond"/>
                <a:cs typeface="Garamond"/>
              </a:rPr>
              <a:t>Internal</a:t>
            </a:r>
            <a:r>
              <a:rPr dirty="0" sz="950" spc="130">
                <a:latin typeface="Garamond"/>
                <a:cs typeface="Garamond"/>
              </a:rPr>
              <a:t> </a:t>
            </a:r>
            <a:r>
              <a:rPr dirty="0" sz="950" spc="20">
                <a:latin typeface="Garamond"/>
                <a:cs typeface="Garamond"/>
              </a:rPr>
              <a:t>auxiliary</a:t>
            </a:r>
            <a:r>
              <a:rPr dirty="0" sz="950" spc="130">
                <a:latin typeface="Garamond"/>
                <a:cs typeface="Garamond"/>
              </a:rPr>
              <a:t> </a:t>
            </a:r>
            <a:r>
              <a:rPr dirty="0" sz="950" spc="50">
                <a:latin typeface="Garamond"/>
                <a:cs typeface="Garamond"/>
              </a:rPr>
              <a:t>relay</a:t>
            </a:r>
            <a:r>
              <a:rPr dirty="0" sz="950" spc="135">
                <a:latin typeface="Garamond"/>
                <a:cs typeface="Garamond"/>
              </a:rPr>
              <a:t> </a:t>
            </a:r>
            <a:r>
              <a:rPr dirty="0" sz="950" spc="-25">
                <a:latin typeface="Garamond"/>
                <a:cs typeface="Garamond"/>
              </a:rPr>
              <a:t>CH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758226" y="3329344"/>
            <a:ext cx="32575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20">
                <a:latin typeface="Garamond"/>
                <a:cs typeface="Garamond"/>
              </a:rPr>
              <a:t>HR04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959782" y="3251137"/>
            <a:ext cx="42735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Garamond"/>
                <a:cs typeface="Garamond"/>
              </a:rPr>
              <a:t>CH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 spc="-25">
                <a:latin typeface="Garamond"/>
                <a:cs typeface="Garamond"/>
              </a:rPr>
              <a:t>200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315714" y="4365231"/>
            <a:ext cx="544195" cy="22860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385"/>
              </a:spcBef>
            </a:pPr>
            <a:r>
              <a:rPr dirty="0" sz="950" spc="40">
                <a:latin typeface="Garamond"/>
                <a:cs typeface="Garamond"/>
              </a:rPr>
              <a:t>carry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315714" y="4593399"/>
            <a:ext cx="544195" cy="24066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30480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240"/>
              </a:spcBef>
            </a:pPr>
            <a:r>
              <a:rPr dirty="0" sz="950" spc="-10">
                <a:latin typeface="Garamond"/>
                <a:cs typeface="Garamond"/>
              </a:rPr>
              <a:t>25504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615463" y="4401459"/>
            <a:ext cx="64452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225">
                <a:latin typeface="Garamond"/>
                <a:cs typeface="Garamond"/>
              </a:rPr>
              <a:t>+</a:t>
            </a:r>
            <a:r>
              <a:rPr dirty="0" sz="950" spc="41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1234</a:t>
            </a:r>
            <a:r>
              <a:rPr dirty="0" sz="950" spc="415">
                <a:latin typeface="Garamond"/>
                <a:cs typeface="Garamond"/>
              </a:rPr>
              <a:t> </a:t>
            </a:r>
            <a:r>
              <a:rPr dirty="0" sz="950" spc="175">
                <a:latin typeface="Garamond"/>
                <a:cs typeface="Garamond"/>
              </a:rPr>
              <a:t>+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571410" y="4869942"/>
            <a:ext cx="8826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50">
                <a:latin typeface="Garamond"/>
                <a:cs typeface="Garamond"/>
              </a:rPr>
              <a:t>0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443217" y="4383836"/>
            <a:ext cx="544195" cy="22796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385"/>
              </a:spcBef>
            </a:pPr>
            <a:r>
              <a:rPr dirty="0" sz="950" spc="40">
                <a:latin typeface="Garamond"/>
                <a:cs typeface="Garamond"/>
              </a:rPr>
              <a:t>carry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443217" y="4611623"/>
            <a:ext cx="544195" cy="24130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31115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245"/>
              </a:spcBef>
            </a:pPr>
            <a:r>
              <a:rPr dirty="0" sz="950" spc="-10">
                <a:latin typeface="Garamond"/>
                <a:cs typeface="Garamond"/>
              </a:rPr>
              <a:t>25504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642368" y="4898033"/>
            <a:ext cx="19177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25">
                <a:latin typeface="Garamond"/>
                <a:cs typeface="Garamond"/>
              </a:rPr>
              <a:t>0/1</a:t>
            </a:r>
            <a:endParaRPr sz="95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1082" y="961543"/>
            <a:ext cx="6408420" cy="12865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31495" indent="-518795">
              <a:lnSpc>
                <a:spcPct val="100000"/>
              </a:lnSpc>
              <a:spcBef>
                <a:spcPts val="125"/>
              </a:spcBef>
              <a:buAutoNum type="arabicPeriod" startAt="6"/>
              <a:tabLst>
                <a:tab pos="531495" algn="l"/>
              </a:tabLst>
            </a:pPr>
            <a:r>
              <a:rPr dirty="0" sz="1550" spc="10">
                <a:latin typeface="Georgia"/>
                <a:cs typeface="Georgia"/>
              </a:rPr>
              <a:t>APPLICATION</a:t>
            </a:r>
            <a:r>
              <a:rPr dirty="0" sz="1550" spc="280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EXAMPLES</a:t>
            </a:r>
            <a:r>
              <a:rPr dirty="0" sz="1550" spc="285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OF</a:t>
            </a:r>
            <a:r>
              <a:rPr dirty="0" sz="1550" spc="285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BASIC</a:t>
            </a:r>
            <a:r>
              <a:rPr dirty="0" sz="1550" spc="280">
                <a:latin typeface="Georgia"/>
                <a:cs typeface="Georgia"/>
              </a:rPr>
              <a:t> </a:t>
            </a:r>
            <a:r>
              <a:rPr dirty="0" sz="1550" spc="-10">
                <a:latin typeface="Georgia"/>
                <a:cs typeface="Georgia"/>
              </a:rPr>
              <a:t>COMMANDS</a:t>
            </a:r>
            <a:endParaRPr sz="1550">
              <a:latin typeface="Georgia"/>
              <a:cs typeface="Georgia"/>
            </a:endParaRPr>
          </a:p>
          <a:p>
            <a:pPr lvl="1" marL="237490" indent="-224790">
              <a:lnSpc>
                <a:spcPct val="100000"/>
              </a:lnSpc>
              <a:spcBef>
                <a:spcPts val="1430"/>
              </a:spcBef>
              <a:buSzPct val="48387"/>
              <a:buFont typeface="Segoe UI Symbol"/>
              <a:buChar char="❑"/>
              <a:tabLst>
                <a:tab pos="237490" algn="l"/>
              </a:tabLst>
            </a:pPr>
            <a:r>
              <a:rPr dirty="0" sz="1550">
                <a:latin typeface="Georgia"/>
                <a:cs typeface="Georgia"/>
              </a:rPr>
              <a:t>Subtract</a:t>
            </a:r>
            <a:r>
              <a:rPr dirty="0" sz="1550" spc="30">
                <a:latin typeface="Georgia"/>
                <a:cs typeface="Georgia"/>
              </a:rPr>
              <a:t> </a:t>
            </a:r>
            <a:r>
              <a:rPr dirty="0" sz="1550">
                <a:latin typeface="Arial"/>
                <a:cs typeface="Arial"/>
              </a:rPr>
              <a:t>–</a:t>
            </a:r>
            <a:r>
              <a:rPr dirty="0" sz="1550" spc="-30">
                <a:latin typeface="Arial"/>
                <a:cs typeface="Arial"/>
              </a:rPr>
              <a:t> </a:t>
            </a:r>
            <a:r>
              <a:rPr dirty="0" sz="1550" spc="-10">
                <a:latin typeface="Georgia"/>
                <a:cs typeface="Georgia"/>
              </a:rPr>
              <a:t>SUB(31)</a:t>
            </a:r>
            <a:endParaRPr sz="1550">
              <a:latin typeface="Georgia"/>
              <a:cs typeface="Georgia"/>
            </a:endParaRPr>
          </a:p>
          <a:p>
            <a:pPr marL="1362075" marR="5080">
              <a:lnSpc>
                <a:spcPct val="103600"/>
              </a:lnSpc>
              <a:spcBef>
                <a:spcPts val="1200"/>
              </a:spcBef>
            </a:pPr>
            <a:r>
              <a:rPr dirty="0" sz="950">
                <a:latin typeface="Garamond"/>
                <a:cs typeface="Garamond"/>
              </a:rPr>
              <a:t>SUB</a:t>
            </a:r>
            <a:r>
              <a:rPr dirty="0" sz="950" spc="26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findz</a:t>
            </a:r>
            <a:r>
              <a:rPr dirty="0" sz="950" spc="25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25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difference</a:t>
            </a:r>
            <a:r>
              <a:rPr dirty="0" sz="950" spc="26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between</a:t>
            </a:r>
            <a:r>
              <a:rPr dirty="0" sz="950" spc="25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25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data</a:t>
            </a:r>
            <a:r>
              <a:rPr dirty="0" sz="950" spc="25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in</a:t>
            </a:r>
            <a:r>
              <a:rPr dirty="0" sz="950" spc="26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one</a:t>
            </a:r>
            <a:r>
              <a:rPr dirty="0" sz="950" spc="25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channel</a:t>
            </a:r>
            <a:r>
              <a:rPr dirty="0" sz="950" spc="25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and</a:t>
            </a:r>
            <a:r>
              <a:rPr dirty="0" sz="950" spc="25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25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data</a:t>
            </a:r>
            <a:r>
              <a:rPr dirty="0" sz="950" spc="25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in</a:t>
            </a:r>
            <a:r>
              <a:rPr dirty="0" sz="950" spc="26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another</a:t>
            </a:r>
            <a:r>
              <a:rPr dirty="0" sz="950" spc="26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channel</a:t>
            </a:r>
            <a:r>
              <a:rPr dirty="0" sz="950" spc="25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or</a:t>
            </a:r>
            <a:r>
              <a:rPr dirty="0" sz="950" spc="265">
                <a:latin typeface="Garamond"/>
                <a:cs typeface="Garamond"/>
              </a:rPr>
              <a:t> </a:t>
            </a:r>
            <a:r>
              <a:rPr dirty="0" sz="950" spc="-50">
                <a:latin typeface="Garamond"/>
                <a:cs typeface="Garamond"/>
              </a:rPr>
              <a:t>a</a:t>
            </a:r>
            <a:r>
              <a:rPr dirty="0" sz="950">
                <a:latin typeface="Garamond"/>
                <a:cs typeface="Garamond"/>
              </a:rPr>
              <a:t> conztant,</a:t>
            </a:r>
            <a:r>
              <a:rPr dirty="0" sz="950" spc="10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and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then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outputz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rezult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to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third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 spc="-10">
                <a:latin typeface="Garamond"/>
                <a:cs typeface="Garamond"/>
              </a:rPr>
              <a:t>channel.</a:t>
            </a:r>
            <a:endParaRPr sz="950">
              <a:latin typeface="Garamond"/>
              <a:cs typeface="Garamond"/>
            </a:endParaRPr>
          </a:p>
          <a:p>
            <a:pPr marL="1362075">
              <a:lnSpc>
                <a:spcPct val="100000"/>
              </a:lnSpc>
              <a:spcBef>
                <a:spcPts val="40"/>
              </a:spcBef>
            </a:pPr>
            <a:r>
              <a:rPr dirty="0" sz="950" spc="10">
                <a:latin typeface="Garamond"/>
                <a:cs typeface="Garamond"/>
              </a:rPr>
              <a:t>Therefore,</a:t>
            </a:r>
            <a:r>
              <a:rPr dirty="0" sz="950" spc="10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three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data</a:t>
            </a:r>
            <a:r>
              <a:rPr dirty="0" sz="950" spc="10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muzt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be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zpecified</a:t>
            </a:r>
            <a:r>
              <a:rPr dirty="0" sz="950" spc="100">
                <a:latin typeface="Garamond"/>
                <a:cs typeface="Garamond"/>
              </a:rPr>
              <a:t> </a:t>
            </a:r>
            <a:r>
              <a:rPr dirty="0" sz="950" spc="110">
                <a:latin typeface="Garamond"/>
                <a:cs typeface="Garamond"/>
              </a:rPr>
              <a:t>: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an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minuend,</a:t>
            </a:r>
            <a:r>
              <a:rPr dirty="0" sz="950" spc="10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an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zubtrahend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and</a:t>
            </a:r>
            <a:r>
              <a:rPr dirty="0" sz="950" spc="10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a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rezult</a:t>
            </a:r>
            <a:r>
              <a:rPr dirty="0" sz="950" spc="100">
                <a:latin typeface="Garamond"/>
                <a:cs typeface="Garamond"/>
              </a:rPr>
              <a:t> </a:t>
            </a:r>
            <a:r>
              <a:rPr dirty="0" sz="950" spc="-10">
                <a:latin typeface="Garamond"/>
                <a:cs typeface="Garamond"/>
              </a:rPr>
              <a:t>channel.</a:t>
            </a:r>
            <a:endParaRPr sz="950">
              <a:latin typeface="Garamond"/>
              <a:cs typeface="Garamond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795964" y="5989751"/>
          <a:ext cx="2277110" cy="12725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5005"/>
                <a:gridCol w="956309"/>
                <a:gridCol w="551180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eorgia"/>
                          <a:cs typeface="Georgia"/>
                        </a:rPr>
                        <a:t>Address</a:t>
                      </a:r>
                      <a:endParaRPr sz="950">
                        <a:latin typeface="Georgia"/>
                        <a:cs typeface="Georgia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eorgia"/>
                          <a:cs typeface="Georgia"/>
                        </a:rPr>
                        <a:t>Instruction</a:t>
                      </a:r>
                      <a:endParaRPr sz="950">
                        <a:latin typeface="Georgia"/>
                        <a:cs typeface="Georgia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20">
                          <a:latin typeface="Georgia"/>
                          <a:cs typeface="Georgia"/>
                        </a:rPr>
                        <a:t>Data</a:t>
                      </a:r>
                      <a:endParaRPr sz="950">
                        <a:latin typeface="Georgia"/>
                        <a:cs typeface="Georgia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LD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00000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0001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CLC(41)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0002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SUB(31)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HR04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#1234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200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0004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END(01)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1980716" y="7714992"/>
            <a:ext cx="5062855" cy="15259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7620">
              <a:lnSpc>
                <a:spcPct val="103600"/>
              </a:lnSpc>
              <a:spcBef>
                <a:spcPts val="95"/>
              </a:spcBef>
            </a:pPr>
            <a:r>
              <a:rPr dirty="0" sz="950">
                <a:latin typeface="Garamond"/>
                <a:cs typeface="Garamond"/>
              </a:rPr>
              <a:t>In</a:t>
            </a:r>
            <a:r>
              <a:rPr dirty="0" sz="950" spc="18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18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above</a:t>
            </a:r>
            <a:r>
              <a:rPr dirty="0" sz="950" spc="18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example,</a:t>
            </a:r>
            <a:r>
              <a:rPr dirty="0" sz="950" spc="18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before</a:t>
            </a:r>
            <a:r>
              <a:rPr dirty="0" sz="950" spc="18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executing</a:t>
            </a:r>
            <a:r>
              <a:rPr dirty="0" sz="950" spc="185">
                <a:latin typeface="Garamond"/>
                <a:cs typeface="Garamond"/>
              </a:rPr>
              <a:t> </a:t>
            </a:r>
            <a:r>
              <a:rPr dirty="0" sz="950" spc="60">
                <a:latin typeface="Garamond"/>
                <a:cs typeface="Garamond"/>
              </a:rPr>
              <a:t>SUB,</a:t>
            </a:r>
            <a:r>
              <a:rPr dirty="0" sz="950" spc="18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180">
                <a:latin typeface="Garamond"/>
                <a:cs typeface="Garamond"/>
              </a:rPr>
              <a:t> </a:t>
            </a:r>
            <a:r>
              <a:rPr dirty="0" sz="950" spc="55">
                <a:latin typeface="Garamond"/>
                <a:cs typeface="Garamond"/>
              </a:rPr>
              <a:t>Carry</a:t>
            </a:r>
            <a:r>
              <a:rPr dirty="0" sz="950" spc="185">
                <a:latin typeface="Garamond"/>
                <a:cs typeface="Garamond"/>
              </a:rPr>
              <a:t> </a:t>
            </a:r>
            <a:r>
              <a:rPr dirty="0" sz="950" spc="50">
                <a:latin typeface="Garamond"/>
                <a:cs typeface="Garamond"/>
              </a:rPr>
              <a:t>Flag</a:t>
            </a:r>
            <a:r>
              <a:rPr dirty="0" sz="950" spc="18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(zpecial</a:t>
            </a:r>
            <a:r>
              <a:rPr dirty="0" sz="950" spc="185">
                <a:latin typeface="Garamond"/>
                <a:cs typeface="Garamond"/>
              </a:rPr>
              <a:t> </a:t>
            </a:r>
            <a:r>
              <a:rPr dirty="0" sz="950" spc="50">
                <a:latin typeface="Garamond"/>
                <a:cs typeface="Garamond"/>
              </a:rPr>
              <a:t>relay</a:t>
            </a:r>
            <a:r>
              <a:rPr dirty="0" sz="950" spc="18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25504)</a:t>
            </a:r>
            <a:r>
              <a:rPr dirty="0" sz="950" spc="18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iz</a:t>
            </a:r>
            <a:r>
              <a:rPr dirty="0" sz="950" spc="18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turned</a:t>
            </a:r>
            <a:r>
              <a:rPr dirty="0" sz="950" spc="185">
                <a:latin typeface="Garamond"/>
                <a:cs typeface="Garamond"/>
              </a:rPr>
              <a:t> </a:t>
            </a:r>
            <a:r>
              <a:rPr dirty="0" sz="950" spc="-25">
                <a:latin typeface="Garamond"/>
                <a:cs typeface="Garamond"/>
              </a:rPr>
              <a:t>OFF </a:t>
            </a:r>
            <a:r>
              <a:rPr dirty="0" sz="950">
                <a:latin typeface="Garamond"/>
                <a:cs typeface="Garamond"/>
              </a:rPr>
              <a:t>by</a:t>
            </a:r>
            <a:r>
              <a:rPr dirty="0" sz="950" spc="15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15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Clear</a:t>
            </a:r>
            <a:r>
              <a:rPr dirty="0" sz="950" spc="155">
                <a:latin typeface="Garamond"/>
                <a:cs typeface="Garamond"/>
              </a:rPr>
              <a:t> </a:t>
            </a:r>
            <a:r>
              <a:rPr dirty="0" sz="950" spc="55">
                <a:latin typeface="Garamond"/>
                <a:cs typeface="Garamond"/>
              </a:rPr>
              <a:t>Carry</a:t>
            </a:r>
            <a:r>
              <a:rPr dirty="0" sz="950" spc="150">
                <a:latin typeface="Garamond"/>
                <a:cs typeface="Garamond"/>
              </a:rPr>
              <a:t> </a:t>
            </a:r>
            <a:r>
              <a:rPr dirty="0" sz="950" spc="65">
                <a:latin typeface="Garamond"/>
                <a:cs typeface="Garamond"/>
              </a:rPr>
              <a:t>(CLC).</a:t>
            </a:r>
            <a:r>
              <a:rPr dirty="0" sz="950" spc="15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15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addition</a:t>
            </a:r>
            <a:r>
              <a:rPr dirty="0" sz="950" spc="15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and</a:t>
            </a:r>
            <a:r>
              <a:rPr dirty="0" sz="950" spc="15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zubtraction</a:t>
            </a:r>
            <a:r>
              <a:rPr dirty="0" sz="950" spc="16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inztructionz</a:t>
            </a:r>
            <a:r>
              <a:rPr dirty="0" sz="950" spc="15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include</a:t>
            </a:r>
            <a:r>
              <a:rPr dirty="0" sz="950" spc="160">
                <a:latin typeface="Garamond"/>
                <a:cs typeface="Garamond"/>
              </a:rPr>
              <a:t> </a:t>
            </a:r>
            <a:r>
              <a:rPr dirty="0" sz="950" spc="70">
                <a:latin typeface="Garamond"/>
                <a:cs typeface="Garamond"/>
              </a:rPr>
              <a:t>CY</a:t>
            </a:r>
            <a:r>
              <a:rPr dirty="0" sz="950" spc="15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in</a:t>
            </a:r>
            <a:r>
              <a:rPr dirty="0" sz="950" spc="15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150">
                <a:latin typeface="Garamond"/>
                <a:cs typeface="Garamond"/>
              </a:rPr>
              <a:t> </a:t>
            </a:r>
            <a:r>
              <a:rPr dirty="0" sz="950" spc="-10">
                <a:latin typeface="Garamond"/>
                <a:cs typeface="Garamond"/>
              </a:rPr>
              <a:t>calculation</a:t>
            </a:r>
            <a:r>
              <a:rPr dirty="0" sz="950" spc="50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az</a:t>
            </a:r>
            <a:r>
              <a:rPr dirty="0" sz="950" spc="125">
                <a:latin typeface="Garamond"/>
                <a:cs typeface="Garamond"/>
              </a:rPr>
              <a:t> </a:t>
            </a:r>
            <a:r>
              <a:rPr dirty="0" sz="950" spc="50">
                <a:latin typeface="Garamond"/>
                <a:cs typeface="Garamond"/>
              </a:rPr>
              <a:t>well</a:t>
            </a:r>
            <a:r>
              <a:rPr dirty="0" sz="950" spc="12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az</a:t>
            </a:r>
            <a:r>
              <a:rPr dirty="0" sz="950" spc="12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in</a:t>
            </a:r>
            <a:r>
              <a:rPr dirty="0" sz="950" spc="13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12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rezult.</a:t>
            </a:r>
            <a:r>
              <a:rPr dirty="0" sz="950" spc="12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Be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zure</a:t>
            </a:r>
            <a:r>
              <a:rPr dirty="0" sz="950" spc="13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to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clear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 spc="70">
                <a:latin typeface="Garamond"/>
                <a:cs typeface="Garamond"/>
              </a:rPr>
              <a:t>CY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if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itz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previouz</a:t>
            </a:r>
            <a:r>
              <a:rPr dirty="0" sz="950" spc="12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ztatuz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iz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not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required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in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125">
                <a:latin typeface="Garamond"/>
                <a:cs typeface="Garamond"/>
              </a:rPr>
              <a:t> </a:t>
            </a:r>
            <a:r>
              <a:rPr dirty="0" sz="950" spc="-10">
                <a:latin typeface="Garamond"/>
                <a:cs typeface="Garamond"/>
              </a:rPr>
              <a:t>calculation, </a:t>
            </a:r>
            <a:r>
              <a:rPr dirty="0" sz="950">
                <a:latin typeface="Garamond"/>
                <a:cs typeface="Garamond"/>
              </a:rPr>
              <a:t>and</a:t>
            </a:r>
            <a:r>
              <a:rPr dirty="0" sz="950" spc="25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to</a:t>
            </a:r>
            <a:r>
              <a:rPr dirty="0" sz="950" spc="26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uze</a:t>
            </a:r>
            <a:r>
              <a:rPr dirty="0" sz="950" spc="26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26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rezult</a:t>
            </a:r>
            <a:r>
              <a:rPr dirty="0" sz="950" spc="26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placed</a:t>
            </a:r>
            <a:r>
              <a:rPr dirty="0" sz="950" spc="26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in</a:t>
            </a:r>
            <a:r>
              <a:rPr dirty="0" sz="950" spc="260">
                <a:latin typeface="Garamond"/>
                <a:cs typeface="Garamond"/>
              </a:rPr>
              <a:t> </a:t>
            </a:r>
            <a:r>
              <a:rPr dirty="0" sz="950" spc="80">
                <a:latin typeface="Garamond"/>
                <a:cs typeface="Garamond"/>
              </a:rPr>
              <a:t>CY,</a:t>
            </a:r>
            <a:r>
              <a:rPr dirty="0" sz="950" spc="26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if</a:t>
            </a:r>
            <a:r>
              <a:rPr dirty="0" sz="950" spc="26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required,</a:t>
            </a:r>
            <a:r>
              <a:rPr dirty="0" sz="950" spc="26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before</a:t>
            </a:r>
            <a:r>
              <a:rPr dirty="0" sz="950" spc="26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it</a:t>
            </a:r>
            <a:r>
              <a:rPr dirty="0" sz="950" spc="26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iz</a:t>
            </a:r>
            <a:r>
              <a:rPr dirty="0" sz="950" spc="26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changed</a:t>
            </a:r>
            <a:r>
              <a:rPr dirty="0" sz="950" spc="26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by</a:t>
            </a:r>
            <a:r>
              <a:rPr dirty="0" sz="950" spc="26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execution</a:t>
            </a:r>
            <a:r>
              <a:rPr dirty="0" sz="950" spc="25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of</a:t>
            </a:r>
            <a:r>
              <a:rPr dirty="0" sz="950" spc="26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any</a:t>
            </a:r>
            <a:r>
              <a:rPr dirty="0" sz="950" spc="260">
                <a:latin typeface="Garamond"/>
                <a:cs typeface="Garamond"/>
              </a:rPr>
              <a:t> </a:t>
            </a:r>
            <a:r>
              <a:rPr dirty="0" sz="950" spc="-10">
                <a:latin typeface="Garamond"/>
                <a:cs typeface="Garamond"/>
              </a:rPr>
              <a:t>other inztruction.</a:t>
            </a:r>
            <a:endParaRPr sz="9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950">
              <a:latin typeface="Garamond"/>
              <a:cs typeface="Garamond"/>
            </a:endParaRPr>
          </a:p>
          <a:p>
            <a:pPr algn="just" marL="12700" marR="5080">
              <a:lnSpc>
                <a:spcPct val="103600"/>
              </a:lnSpc>
            </a:pP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20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minuend</a:t>
            </a:r>
            <a:r>
              <a:rPr dirty="0" sz="950" spc="21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and</a:t>
            </a:r>
            <a:r>
              <a:rPr dirty="0" sz="950" spc="20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zubtrahend</a:t>
            </a:r>
            <a:r>
              <a:rPr dirty="0" sz="950" spc="21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muzt</a:t>
            </a:r>
            <a:r>
              <a:rPr dirty="0" sz="950" spc="21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be</a:t>
            </a:r>
            <a:r>
              <a:rPr dirty="0" sz="950" spc="20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in</a:t>
            </a:r>
            <a:r>
              <a:rPr dirty="0" sz="950" spc="235">
                <a:latin typeface="Garamond"/>
                <a:cs typeface="Garamond"/>
              </a:rPr>
              <a:t> </a:t>
            </a:r>
            <a:r>
              <a:rPr dirty="0" sz="950" spc="55">
                <a:latin typeface="Georgia"/>
                <a:cs typeface="Georgia"/>
              </a:rPr>
              <a:t>BCD</a:t>
            </a:r>
            <a:r>
              <a:rPr dirty="0" sz="950" spc="55">
                <a:latin typeface="Garamond"/>
                <a:cs typeface="Garamond"/>
              </a:rPr>
              <a:t>,</a:t>
            </a:r>
            <a:r>
              <a:rPr dirty="0" sz="950" spc="21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if</a:t>
            </a:r>
            <a:r>
              <a:rPr dirty="0" sz="950" spc="20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not</a:t>
            </a:r>
            <a:r>
              <a:rPr dirty="0" sz="950" spc="20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zpecial</a:t>
            </a:r>
            <a:r>
              <a:rPr dirty="0" sz="950" spc="200">
                <a:latin typeface="Garamond"/>
                <a:cs typeface="Garamond"/>
              </a:rPr>
              <a:t> </a:t>
            </a:r>
            <a:r>
              <a:rPr dirty="0" sz="950" spc="50">
                <a:latin typeface="Garamond"/>
                <a:cs typeface="Garamond"/>
              </a:rPr>
              <a:t>relay</a:t>
            </a:r>
            <a:r>
              <a:rPr dirty="0" sz="950" spc="21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25503</a:t>
            </a:r>
            <a:r>
              <a:rPr dirty="0" sz="950" spc="20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(Error</a:t>
            </a:r>
            <a:r>
              <a:rPr dirty="0" sz="950" spc="204">
                <a:latin typeface="Garamond"/>
                <a:cs typeface="Garamond"/>
              </a:rPr>
              <a:t> </a:t>
            </a:r>
            <a:r>
              <a:rPr dirty="0" sz="950" spc="50">
                <a:latin typeface="Garamond"/>
                <a:cs typeface="Garamond"/>
              </a:rPr>
              <a:t>Flag)</a:t>
            </a:r>
            <a:r>
              <a:rPr dirty="0" sz="950" spc="20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iz</a:t>
            </a:r>
            <a:r>
              <a:rPr dirty="0" sz="950" spc="210">
                <a:latin typeface="Garamond"/>
                <a:cs typeface="Garamond"/>
              </a:rPr>
              <a:t> </a:t>
            </a:r>
            <a:r>
              <a:rPr dirty="0" sz="950" spc="-10">
                <a:latin typeface="Garamond"/>
                <a:cs typeface="Garamond"/>
              </a:rPr>
              <a:t>turned </a:t>
            </a:r>
            <a:r>
              <a:rPr dirty="0" sz="950">
                <a:latin typeface="Garamond"/>
                <a:cs typeface="Garamond"/>
              </a:rPr>
              <a:t>ON</a:t>
            </a:r>
            <a:r>
              <a:rPr dirty="0" sz="950" spc="6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and</a:t>
            </a:r>
            <a:r>
              <a:rPr dirty="0" sz="950" spc="6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ADD</a:t>
            </a:r>
            <a:r>
              <a:rPr dirty="0" sz="950" spc="6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iz</a:t>
            </a:r>
            <a:r>
              <a:rPr dirty="0" sz="950" spc="6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not</a:t>
            </a:r>
            <a:r>
              <a:rPr dirty="0" sz="950" spc="65">
                <a:latin typeface="Garamond"/>
                <a:cs typeface="Garamond"/>
              </a:rPr>
              <a:t> </a:t>
            </a:r>
            <a:r>
              <a:rPr dirty="0" sz="950" spc="-10">
                <a:latin typeface="Garamond"/>
                <a:cs typeface="Garamond"/>
              </a:rPr>
              <a:t>executed.</a:t>
            </a:r>
            <a:endParaRPr sz="9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950">
              <a:latin typeface="Garamond"/>
              <a:cs typeface="Garamond"/>
            </a:endParaRPr>
          </a:p>
          <a:p>
            <a:pPr algn="just" marL="12700">
              <a:lnSpc>
                <a:spcPct val="100000"/>
              </a:lnSpc>
            </a:pPr>
            <a:r>
              <a:rPr dirty="0" sz="950" spc="10">
                <a:latin typeface="Garamond"/>
                <a:cs typeface="Garamond"/>
              </a:rPr>
              <a:t>SUB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iz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executed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each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time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the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CPU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zcanz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the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program.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To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execute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it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only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 spc="-10">
                <a:latin typeface="Garamond"/>
                <a:cs typeface="Garamond"/>
              </a:rPr>
              <a:t>once.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592870" y="3198596"/>
            <a:ext cx="909319" cy="27051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385"/>
              </a:spcBef>
            </a:pPr>
            <a:r>
              <a:rPr dirty="0" sz="950" spc="-10">
                <a:latin typeface="Garamond"/>
                <a:cs typeface="Garamond"/>
              </a:rPr>
              <a:t>SUB(31)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592870" y="3468509"/>
            <a:ext cx="909319" cy="26987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algn="r" marR="104775">
              <a:lnSpc>
                <a:spcPct val="100000"/>
              </a:lnSpc>
              <a:spcBef>
                <a:spcPts val="385"/>
              </a:spcBef>
            </a:pPr>
            <a:r>
              <a:rPr dirty="0" sz="950" spc="50">
                <a:latin typeface="Garamond"/>
                <a:cs typeface="Garamond"/>
              </a:rPr>
              <a:t>Mi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592870" y="3738067"/>
            <a:ext cx="909319" cy="30035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64135" rIns="0" bIns="0" rtlCol="0" vert="horz">
            <a:spAutoFit/>
          </a:bodyPr>
          <a:lstStyle/>
          <a:p>
            <a:pPr algn="r" marR="85725">
              <a:lnSpc>
                <a:spcPct val="100000"/>
              </a:lnSpc>
              <a:spcBef>
                <a:spcPts val="505"/>
              </a:spcBef>
            </a:pPr>
            <a:r>
              <a:rPr dirty="0" sz="950" spc="-25">
                <a:latin typeface="Garamond"/>
                <a:cs typeface="Garamond"/>
              </a:rPr>
              <a:t>Su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92870" y="4038371"/>
            <a:ext cx="909319" cy="27051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algn="r" marR="95250">
              <a:lnSpc>
                <a:spcPct val="100000"/>
              </a:lnSpc>
              <a:spcBef>
                <a:spcPts val="385"/>
              </a:spcBef>
            </a:pPr>
            <a:r>
              <a:rPr dirty="0" sz="950">
                <a:latin typeface="Garamond"/>
                <a:cs typeface="Garamond"/>
              </a:rPr>
              <a:t>R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2322944" y="3378555"/>
            <a:ext cx="270510" cy="0"/>
          </a:xfrm>
          <a:custGeom>
            <a:avLst/>
            <a:gdLst/>
            <a:ahLst/>
            <a:cxnLst/>
            <a:rect l="l" t="t" r="r" b="b"/>
            <a:pathLst>
              <a:path w="270510" h="0">
                <a:moveTo>
                  <a:pt x="0" y="0"/>
                </a:moveTo>
                <a:lnTo>
                  <a:pt x="269925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4032478" y="3180740"/>
            <a:ext cx="2070100" cy="271145"/>
          </a:xfrm>
          <a:custGeom>
            <a:avLst/>
            <a:gdLst/>
            <a:ahLst/>
            <a:cxnLst/>
            <a:rect l="l" t="t" r="r" b="b"/>
            <a:pathLst>
              <a:path w="2070100" h="271145">
                <a:moveTo>
                  <a:pt x="0" y="0"/>
                </a:moveTo>
                <a:lnTo>
                  <a:pt x="2069820" y="0"/>
                </a:lnTo>
                <a:lnTo>
                  <a:pt x="2069820" y="270700"/>
                </a:lnTo>
                <a:lnTo>
                  <a:pt x="0" y="270700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4037031" y="3212795"/>
            <a:ext cx="206121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Garamond"/>
                <a:cs typeface="Garamond"/>
              </a:rPr>
              <a:t>IR,</a:t>
            </a:r>
            <a:r>
              <a:rPr dirty="0" sz="950" spc="75">
                <a:latin typeface="Garamond"/>
                <a:cs typeface="Garamond"/>
              </a:rPr>
              <a:t> SR, </a:t>
            </a:r>
            <a:r>
              <a:rPr dirty="0" sz="950" spc="70">
                <a:latin typeface="Garamond"/>
                <a:cs typeface="Garamond"/>
              </a:rPr>
              <a:t>AR,</a:t>
            </a:r>
            <a:r>
              <a:rPr dirty="0" sz="950" spc="75">
                <a:latin typeface="Garamond"/>
                <a:cs typeface="Garamond"/>
              </a:rPr>
              <a:t> </a:t>
            </a:r>
            <a:r>
              <a:rPr dirty="0" sz="950" spc="65">
                <a:latin typeface="Garamond"/>
                <a:cs typeface="Garamond"/>
              </a:rPr>
              <a:t>DM,</a:t>
            </a:r>
            <a:r>
              <a:rPr dirty="0" sz="950" spc="80">
                <a:latin typeface="Garamond"/>
                <a:cs typeface="Garamond"/>
              </a:rPr>
              <a:t> </a:t>
            </a:r>
            <a:r>
              <a:rPr dirty="0" sz="950" spc="50">
                <a:latin typeface="Garamond"/>
                <a:cs typeface="Garamond"/>
              </a:rPr>
              <a:t>HR,</a:t>
            </a:r>
            <a:r>
              <a:rPr dirty="0" sz="950" spc="75">
                <a:latin typeface="Garamond"/>
                <a:cs typeface="Garamond"/>
              </a:rPr>
              <a:t> </a:t>
            </a:r>
            <a:r>
              <a:rPr dirty="0" sz="950" spc="65">
                <a:latin typeface="Garamond"/>
                <a:cs typeface="Garamond"/>
              </a:rPr>
              <a:t>TC,</a:t>
            </a:r>
            <a:r>
              <a:rPr dirty="0" sz="950" spc="75">
                <a:latin typeface="Garamond"/>
                <a:cs typeface="Garamond"/>
              </a:rPr>
              <a:t> </a:t>
            </a:r>
            <a:r>
              <a:rPr dirty="0" sz="950" spc="70">
                <a:latin typeface="Garamond"/>
                <a:cs typeface="Garamond"/>
              </a:rPr>
              <a:t>LR,</a:t>
            </a:r>
            <a:r>
              <a:rPr dirty="0" sz="950" spc="80">
                <a:latin typeface="Garamond"/>
                <a:cs typeface="Garamond"/>
              </a:rPr>
              <a:t> </a:t>
            </a:r>
            <a:r>
              <a:rPr dirty="0" sz="950" spc="-50">
                <a:latin typeface="Garamond"/>
                <a:cs typeface="Garamond"/>
              </a:rPr>
              <a:t>#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4032478" y="3810952"/>
            <a:ext cx="2070100" cy="288290"/>
          </a:xfrm>
          <a:custGeom>
            <a:avLst/>
            <a:gdLst/>
            <a:ahLst/>
            <a:cxnLst/>
            <a:rect l="l" t="t" r="r" b="b"/>
            <a:pathLst>
              <a:path w="2070100" h="288289">
                <a:moveTo>
                  <a:pt x="0" y="0"/>
                </a:moveTo>
                <a:lnTo>
                  <a:pt x="2069820" y="0"/>
                </a:lnTo>
                <a:lnTo>
                  <a:pt x="2069820" y="287769"/>
                </a:lnTo>
                <a:lnTo>
                  <a:pt x="0" y="287769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4037031" y="3842623"/>
            <a:ext cx="206121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Garamond"/>
                <a:cs typeface="Garamond"/>
              </a:rPr>
              <a:t>IR,</a:t>
            </a:r>
            <a:r>
              <a:rPr dirty="0" sz="950" spc="75">
                <a:latin typeface="Garamond"/>
                <a:cs typeface="Garamond"/>
              </a:rPr>
              <a:t> SR, </a:t>
            </a:r>
            <a:r>
              <a:rPr dirty="0" sz="950" spc="70">
                <a:latin typeface="Garamond"/>
                <a:cs typeface="Garamond"/>
              </a:rPr>
              <a:t>AR,</a:t>
            </a:r>
            <a:r>
              <a:rPr dirty="0" sz="950" spc="75">
                <a:latin typeface="Garamond"/>
                <a:cs typeface="Garamond"/>
              </a:rPr>
              <a:t> </a:t>
            </a:r>
            <a:r>
              <a:rPr dirty="0" sz="950" spc="65">
                <a:latin typeface="Garamond"/>
                <a:cs typeface="Garamond"/>
              </a:rPr>
              <a:t>DM,</a:t>
            </a:r>
            <a:r>
              <a:rPr dirty="0" sz="950" spc="80">
                <a:latin typeface="Garamond"/>
                <a:cs typeface="Garamond"/>
              </a:rPr>
              <a:t> </a:t>
            </a:r>
            <a:r>
              <a:rPr dirty="0" sz="950" spc="50">
                <a:latin typeface="Garamond"/>
                <a:cs typeface="Garamond"/>
              </a:rPr>
              <a:t>HR,</a:t>
            </a:r>
            <a:r>
              <a:rPr dirty="0" sz="950" spc="75">
                <a:latin typeface="Garamond"/>
                <a:cs typeface="Garamond"/>
              </a:rPr>
              <a:t> </a:t>
            </a:r>
            <a:r>
              <a:rPr dirty="0" sz="950" spc="65">
                <a:latin typeface="Garamond"/>
                <a:cs typeface="Garamond"/>
              </a:rPr>
              <a:t>TC,</a:t>
            </a:r>
            <a:r>
              <a:rPr dirty="0" sz="950" spc="75">
                <a:latin typeface="Garamond"/>
                <a:cs typeface="Garamond"/>
              </a:rPr>
              <a:t> </a:t>
            </a:r>
            <a:r>
              <a:rPr dirty="0" sz="950" spc="70">
                <a:latin typeface="Garamond"/>
                <a:cs typeface="Garamond"/>
              </a:rPr>
              <a:t>LR,</a:t>
            </a:r>
            <a:r>
              <a:rPr dirty="0" sz="950" spc="80">
                <a:latin typeface="Garamond"/>
                <a:cs typeface="Garamond"/>
              </a:rPr>
              <a:t> </a:t>
            </a:r>
            <a:r>
              <a:rPr dirty="0" sz="950" spc="-50">
                <a:latin typeface="Garamond"/>
                <a:cs typeface="Garamond"/>
              </a:rPr>
              <a:t>#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4032478" y="2928670"/>
            <a:ext cx="2070100" cy="270510"/>
          </a:xfrm>
          <a:custGeom>
            <a:avLst/>
            <a:gdLst/>
            <a:ahLst/>
            <a:cxnLst/>
            <a:rect l="l" t="t" r="r" b="b"/>
            <a:pathLst>
              <a:path w="2070100" h="270510">
                <a:moveTo>
                  <a:pt x="0" y="0"/>
                </a:moveTo>
                <a:lnTo>
                  <a:pt x="2069820" y="0"/>
                </a:lnTo>
                <a:lnTo>
                  <a:pt x="2069820" y="270319"/>
                </a:lnTo>
                <a:lnTo>
                  <a:pt x="0" y="270319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4027925" y="2924117"/>
            <a:ext cx="2078989" cy="28003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53975" rIns="0" bIns="0" rtlCol="0" vert="horz">
            <a:spAutoFit/>
          </a:bodyPr>
          <a:lstStyle/>
          <a:p>
            <a:pPr marL="454659">
              <a:lnSpc>
                <a:spcPct val="100000"/>
              </a:lnSpc>
              <a:spcBef>
                <a:spcPts val="425"/>
              </a:spcBef>
            </a:pPr>
            <a:r>
              <a:rPr dirty="0" sz="950">
                <a:solidFill>
                  <a:srgbClr val="FFFFFF"/>
                </a:solidFill>
                <a:latin typeface="Georgia"/>
                <a:cs typeface="Georgia"/>
              </a:rPr>
              <a:t>Mi:</a:t>
            </a:r>
            <a:r>
              <a:rPr dirty="0" sz="950" spc="5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950">
                <a:solidFill>
                  <a:srgbClr val="FFFFFF"/>
                </a:solidFill>
                <a:latin typeface="Georgia"/>
                <a:cs typeface="Georgia"/>
              </a:rPr>
              <a:t>Minuend</a:t>
            </a:r>
            <a:r>
              <a:rPr dirty="0" sz="950" spc="5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Georgia"/>
                <a:cs typeface="Georgia"/>
              </a:rPr>
              <a:t>channel</a:t>
            </a:r>
            <a:endParaRPr sz="950">
              <a:latin typeface="Georgia"/>
              <a:cs typeface="Georgia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4032478" y="3540658"/>
            <a:ext cx="2070100" cy="271145"/>
          </a:xfrm>
          <a:custGeom>
            <a:avLst/>
            <a:gdLst/>
            <a:ahLst/>
            <a:cxnLst/>
            <a:rect l="l" t="t" r="r" b="b"/>
            <a:pathLst>
              <a:path w="2070100" h="271145">
                <a:moveTo>
                  <a:pt x="0" y="0"/>
                </a:moveTo>
                <a:lnTo>
                  <a:pt x="2069820" y="0"/>
                </a:lnTo>
                <a:lnTo>
                  <a:pt x="2069820" y="270700"/>
                </a:lnTo>
                <a:lnTo>
                  <a:pt x="0" y="270700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4027925" y="3536105"/>
            <a:ext cx="2078989" cy="28003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53975" rIns="0" bIns="0" rtlCol="0" vert="horz">
            <a:spAutoFit/>
          </a:bodyPr>
          <a:lstStyle/>
          <a:p>
            <a:pPr marL="388620">
              <a:lnSpc>
                <a:spcPct val="100000"/>
              </a:lnSpc>
              <a:spcBef>
                <a:spcPts val="425"/>
              </a:spcBef>
            </a:pPr>
            <a:r>
              <a:rPr dirty="0" sz="950">
                <a:solidFill>
                  <a:srgbClr val="FFFFFF"/>
                </a:solidFill>
                <a:latin typeface="Georgia"/>
                <a:cs typeface="Georgia"/>
              </a:rPr>
              <a:t>Su:</a:t>
            </a:r>
            <a:r>
              <a:rPr dirty="0" sz="950" spc="4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950">
                <a:solidFill>
                  <a:srgbClr val="FFFFFF"/>
                </a:solidFill>
                <a:latin typeface="Georgia"/>
                <a:cs typeface="Georgia"/>
              </a:rPr>
              <a:t>Subtrahend</a:t>
            </a:r>
            <a:r>
              <a:rPr dirty="0" sz="950" spc="4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Georgia"/>
                <a:cs typeface="Georgia"/>
              </a:rPr>
              <a:t>channel</a:t>
            </a:r>
            <a:endParaRPr sz="950">
              <a:latin typeface="Georgia"/>
              <a:cs typeface="Georgi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494717" y="2685591"/>
            <a:ext cx="114554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Georgia"/>
                <a:cs typeface="Georgia"/>
              </a:rPr>
              <a:t>Operand</a:t>
            </a:r>
            <a:r>
              <a:rPr dirty="0" sz="950" spc="75">
                <a:latin typeface="Georgia"/>
                <a:cs typeface="Georgia"/>
              </a:rPr>
              <a:t> </a:t>
            </a:r>
            <a:r>
              <a:rPr dirty="0" sz="950">
                <a:latin typeface="Georgia"/>
                <a:cs typeface="Georgia"/>
              </a:rPr>
              <a:t>Data</a:t>
            </a:r>
            <a:r>
              <a:rPr dirty="0" sz="950" spc="80">
                <a:latin typeface="Georgia"/>
                <a:cs typeface="Georgia"/>
              </a:rPr>
              <a:t> </a:t>
            </a:r>
            <a:r>
              <a:rPr dirty="0" sz="950" spc="-10">
                <a:latin typeface="Georgia"/>
                <a:cs typeface="Georgia"/>
              </a:rPr>
              <a:t>Areas</a:t>
            </a:r>
            <a:endParaRPr sz="950">
              <a:latin typeface="Georgia"/>
              <a:cs typeface="Georgi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588897" y="2955516"/>
            <a:ext cx="90805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Georgia"/>
                <a:cs typeface="Georgia"/>
              </a:rPr>
              <a:t>Ladder</a:t>
            </a:r>
            <a:r>
              <a:rPr dirty="0" sz="950" spc="125">
                <a:latin typeface="Georgia"/>
                <a:cs typeface="Georgia"/>
              </a:rPr>
              <a:t> </a:t>
            </a:r>
            <a:r>
              <a:rPr dirty="0" sz="950" spc="-10">
                <a:latin typeface="Georgia"/>
                <a:cs typeface="Georgia"/>
              </a:rPr>
              <a:t>Symbols</a:t>
            </a:r>
            <a:endParaRPr sz="950">
              <a:latin typeface="Georgia"/>
              <a:cs typeface="Georgia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4032478" y="4466983"/>
            <a:ext cx="2070100" cy="287655"/>
          </a:xfrm>
          <a:custGeom>
            <a:avLst/>
            <a:gdLst/>
            <a:ahLst/>
            <a:cxnLst/>
            <a:rect l="l" t="t" r="r" b="b"/>
            <a:pathLst>
              <a:path w="2070100" h="287654">
                <a:moveTo>
                  <a:pt x="0" y="0"/>
                </a:moveTo>
                <a:lnTo>
                  <a:pt x="2069820" y="0"/>
                </a:lnTo>
                <a:lnTo>
                  <a:pt x="2069820" y="287388"/>
                </a:lnTo>
                <a:lnTo>
                  <a:pt x="0" y="287388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4037031" y="4498648"/>
            <a:ext cx="206121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52755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Garamond"/>
                <a:cs typeface="Garamond"/>
              </a:rPr>
              <a:t>IR,</a:t>
            </a:r>
            <a:r>
              <a:rPr dirty="0" sz="950" spc="90">
                <a:latin typeface="Garamond"/>
                <a:cs typeface="Garamond"/>
              </a:rPr>
              <a:t> </a:t>
            </a:r>
            <a:r>
              <a:rPr dirty="0" sz="950" spc="70">
                <a:latin typeface="Garamond"/>
                <a:cs typeface="Garamond"/>
              </a:rPr>
              <a:t>AR,</a:t>
            </a:r>
            <a:r>
              <a:rPr dirty="0" sz="950" spc="90">
                <a:latin typeface="Garamond"/>
                <a:cs typeface="Garamond"/>
              </a:rPr>
              <a:t> </a:t>
            </a:r>
            <a:r>
              <a:rPr dirty="0" sz="950" spc="65">
                <a:latin typeface="Garamond"/>
                <a:cs typeface="Garamond"/>
              </a:rPr>
              <a:t>DM,</a:t>
            </a:r>
            <a:r>
              <a:rPr dirty="0" sz="950" spc="90">
                <a:latin typeface="Garamond"/>
                <a:cs typeface="Garamond"/>
              </a:rPr>
              <a:t> </a:t>
            </a:r>
            <a:r>
              <a:rPr dirty="0" sz="950" spc="50">
                <a:latin typeface="Garamond"/>
                <a:cs typeface="Garamond"/>
              </a:rPr>
              <a:t>HR,</a:t>
            </a:r>
            <a:r>
              <a:rPr dirty="0" sz="950" spc="90">
                <a:latin typeface="Garamond"/>
                <a:cs typeface="Garamond"/>
              </a:rPr>
              <a:t> </a:t>
            </a:r>
            <a:r>
              <a:rPr dirty="0" sz="950" spc="25">
                <a:latin typeface="Garamond"/>
                <a:cs typeface="Garamond"/>
              </a:rPr>
              <a:t>LR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4032478" y="4197057"/>
            <a:ext cx="2070100" cy="270510"/>
          </a:xfrm>
          <a:custGeom>
            <a:avLst/>
            <a:gdLst/>
            <a:ahLst/>
            <a:cxnLst/>
            <a:rect l="l" t="t" r="r" b="b"/>
            <a:pathLst>
              <a:path w="2070100" h="270510">
                <a:moveTo>
                  <a:pt x="0" y="0"/>
                </a:moveTo>
                <a:lnTo>
                  <a:pt x="2069820" y="0"/>
                </a:lnTo>
                <a:lnTo>
                  <a:pt x="2069820" y="270319"/>
                </a:lnTo>
                <a:lnTo>
                  <a:pt x="0" y="270319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4027925" y="4192504"/>
            <a:ext cx="2078989" cy="28003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53975" rIns="0" bIns="0" rtlCol="0" vert="horz">
            <a:spAutoFit/>
          </a:bodyPr>
          <a:lstStyle/>
          <a:p>
            <a:pPr marL="558800">
              <a:lnSpc>
                <a:spcPct val="100000"/>
              </a:lnSpc>
              <a:spcBef>
                <a:spcPts val="425"/>
              </a:spcBef>
            </a:pPr>
            <a:r>
              <a:rPr dirty="0" sz="950">
                <a:solidFill>
                  <a:srgbClr val="FFFFFF"/>
                </a:solidFill>
                <a:latin typeface="Georgia"/>
                <a:cs typeface="Georgia"/>
              </a:rPr>
              <a:t>R:</a:t>
            </a:r>
            <a:r>
              <a:rPr dirty="0" sz="950" spc="6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950">
                <a:solidFill>
                  <a:srgbClr val="FFFFFF"/>
                </a:solidFill>
                <a:latin typeface="Georgia"/>
                <a:cs typeface="Georgia"/>
              </a:rPr>
              <a:t>Result</a:t>
            </a:r>
            <a:r>
              <a:rPr dirty="0" sz="950" spc="6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Georgia"/>
                <a:cs typeface="Georgia"/>
              </a:rPr>
              <a:t>channel</a:t>
            </a:r>
            <a:endParaRPr sz="950">
              <a:latin typeface="Georgia"/>
              <a:cs typeface="Georgia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1844967" y="5721337"/>
            <a:ext cx="418465" cy="1646555"/>
          </a:xfrm>
          <a:custGeom>
            <a:avLst/>
            <a:gdLst/>
            <a:ahLst/>
            <a:cxnLst/>
            <a:rect l="l" t="t" r="r" b="b"/>
            <a:pathLst>
              <a:path w="418464" h="1646554">
                <a:moveTo>
                  <a:pt x="0" y="0"/>
                </a:moveTo>
                <a:lnTo>
                  <a:pt x="0" y="1646123"/>
                </a:lnTo>
              </a:path>
              <a:path w="418464" h="1646554">
                <a:moveTo>
                  <a:pt x="417995" y="270294"/>
                </a:moveTo>
                <a:lnTo>
                  <a:pt x="417995" y="449859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1823163" y="5270589"/>
            <a:ext cx="907415" cy="7099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95"/>
              </a:spcBef>
            </a:pPr>
            <a:r>
              <a:rPr dirty="0" sz="950">
                <a:latin typeface="Georgia"/>
                <a:cs typeface="Georgia"/>
              </a:rPr>
              <a:t>Example</a:t>
            </a:r>
            <a:r>
              <a:rPr dirty="0" sz="950" spc="30">
                <a:latin typeface="Georgia"/>
                <a:cs typeface="Georgia"/>
              </a:rPr>
              <a:t> </a:t>
            </a:r>
            <a:r>
              <a:rPr dirty="0" sz="950" spc="-10">
                <a:latin typeface="Georgia"/>
                <a:cs typeface="Georgia"/>
              </a:rPr>
              <a:t>circuit </a:t>
            </a:r>
            <a:r>
              <a:rPr dirty="0" sz="950">
                <a:latin typeface="Georgia"/>
                <a:cs typeface="Georgia"/>
              </a:rPr>
              <a:t>Ladder</a:t>
            </a:r>
            <a:r>
              <a:rPr dirty="0" sz="950" spc="125">
                <a:latin typeface="Georgia"/>
                <a:cs typeface="Georgia"/>
              </a:rPr>
              <a:t> </a:t>
            </a:r>
            <a:r>
              <a:rPr dirty="0" sz="950" spc="-10">
                <a:latin typeface="Georgia"/>
                <a:cs typeface="Georgia"/>
              </a:rPr>
              <a:t>diagram</a:t>
            </a:r>
            <a:endParaRPr sz="9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950">
              <a:latin typeface="Georgia"/>
              <a:cs typeface="Georgia"/>
            </a:endParaRPr>
          </a:p>
          <a:p>
            <a:pPr marL="331470">
              <a:lnSpc>
                <a:spcPct val="100000"/>
              </a:lnSpc>
            </a:pPr>
            <a:r>
              <a:rPr dirty="0" sz="950" spc="-10">
                <a:latin typeface="Garamond"/>
                <a:cs typeface="Garamond"/>
              </a:rPr>
              <a:t>00000</a:t>
            </a:r>
            <a:endParaRPr sz="950">
              <a:latin typeface="Garamond"/>
              <a:cs typeface="Garamond"/>
            </a:endParaRPr>
          </a:p>
        </p:txBody>
      </p:sp>
      <p:graphicFrame>
        <p:nvGraphicFramePr>
          <p:cNvPr id="31" name="object 31" descr=""/>
          <p:cNvGraphicFramePr>
            <a:graphicFrameLocks noGrp="1"/>
          </p:cNvGraphicFramePr>
          <p:nvPr/>
        </p:nvGraphicFramePr>
        <p:xfrm>
          <a:off x="2348388" y="5956712"/>
          <a:ext cx="1724025" cy="1316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955"/>
                <a:gridCol w="451484"/>
                <a:gridCol w="904240"/>
              </a:tblGrid>
              <a:tr h="12318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950" spc="40">
                          <a:latin typeface="Garamond"/>
                          <a:cs typeface="Garamond"/>
                        </a:rPr>
                        <a:t>CLC(41)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488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112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88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368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87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SUB(31)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488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 gridSpan="2"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4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88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1770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334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HR04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8755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19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#1234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143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588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200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698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2" name="object 32" descr=""/>
          <p:cNvSpPr/>
          <p:nvPr/>
        </p:nvSpPr>
        <p:spPr>
          <a:xfrm>
            <a:off x="1844967" y="6084658"/>
            <a:ext cx="408940" cy="0"/>
          </a:xfrm>
          <a:custGeom>
            <a:avLst/>
            <a:gdLst/>
            <a:ahLst/>
            <a:cxnLst/>
            <a:rect l="l" t="t" r="r" b="b"/>
            <a:pathLst>
              <a:path w="408939" h="0">
                <a:moveTo>
                  <a:pt x="408889" y="0"/>
                </a:moveTo>
                <a:lnTo>
                  <a:pt x="0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4027756" y="6677801"/>
            <a:ext cx="596265" cy="610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4700"/>
              </a:lnSpc>
              <a:spcBef>
                <a:spcPts val="90"/>
              </a:spcBef>
            </a:pPr>
            <a:r>
              <a:rPr dirty="0" sz="950" spc="-10">
                <a:latin typeface="Garamond"/>
                <a:cs typeface="Garamond"/>
              </a:rPr>
              <a:t>Minuend Subtrahend Rezult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34" name="object 3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77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1082" y="961543"/>
            <a:ext cx="5378450" cy="6838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31495" indent="-518795">
              <a:lnSpc>
                <a:spcPct val="100000"/>
              </a:lnSpc>
              <a:spcBef>
                <a:spcPts val="125"/>
              </a:spcBef>
              <a:buAutoNum type="arabicPeriod" startAt="6"/>
              <a:tabLst>
                <a:tab pos="531495" algn="l"/>
              </a:tabLst>
            </a:pPr>
            <a:r>
              <a:rPr dirty="0" sz="1550" spc="10">
                <a:latin typeface="Georgia"/>
                <a:cs typeface="Georgia"/>
              </a:rPr>
              <a:t>APPLICATION</a:t>
            </a:r>
            <a:r>
              <a:rPr dirty="0" sz="1550" spc="280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EXAMPLES</a:t>
            </a:r>
            <a:r>
              <a:rPr dirty="0" sz="1550" spc="285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OF</a:t>
            </a:r>
            <a:r>
              <a:rPr dirty="0" sz="1550" spc="285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BASIC</a:t>
            </a:r>
            <a:r>
              <a:rPr dirty="0" sz="1550" spc="280">
                <a:latin typeface="Georgia"/>
                <a:cs typeface="Georgia"/>
              </a:rPr>
              <a:t> </a:t>
            </a:r>
            <a:r>
              <a:rPr dirty="0" sz="1550" spc="-10">
                <a:latin typeface="Georgia"/>
                <a:cs typeface="Georgia"/>
              </a:rPr>
              <a:t>COMMANDS</a:t>
            </a:r>
            <a:endParaRPr sz="1550">
              <a:latin typeface="Georgia"/>
              <a:cs typeface="Georgia"/>
            </a:endParaRPr>
          </a:p>
          <a:p>
            <a:pPr lvl="1" marL="237490" indent="-224790">
              <a:lnSpc>
                <a:spcPct val="100000"/>
              </a:lnSpc>
              <a:spcBef>
                <a:spcPts val="1430"/>
              </a:spcBef>
              <a:buSzPct val="48387"/>
              <a:buFont typeface="Segoe UI Symbol"/>
              <a:buChar char="❑"/>
              <a:tabLst>
                <a:tab pos="237490" algn="l"/>
              </a:tabLst>
            </a:pPr>
            <a:r>
              <a:rPr dirty="0" sz="1550">
                <a:latin typeface="Georgia"/>
                <a:cs typeface="Georgia"/>
              </a:rPr>
              <a:t>Application</a:t>
            </a:r>
            <a:r>
              <a:rPr dirty="0" sz="1550" spc="45">
                <a:latin typeface="Georgia"/>
                <a:cs typeface="Georgia"/>
              </a:rPr>
              <a:t> </a:t>
            </a:r>
            <a:r>
              <a:rPr dirty="0" sz="1550" spc="-10">
                <a:latin typeface="Georgia"/>
                <a:cs typeface="Georgia"/>
              </a:rPr>
              <a:t>#14:</a:t>
            </a:r>
            <a:r>
              <a:rPr dirty="0" sz="1550" spc="45">
                <a:latin typeface="Georgia"/>
                <a:cs typeface="Georgia"/>
              </a:rPr>
              <a:t> </a:t>
            </a:r>
            <a:r>
              <a:rPr dirty="0" sz="1550" spc="-10">
                <a:latin typeface="Georgia"/>
                <a:cs typeface="Georgia"/>
              </a:rPr>
              <a:t>Measuring</a:t>
            </a:r>
            <a:r>
              <a:rPr dirty="0" sz="1550" spc="45">
                <a:latin typeface="Georgia"/>
                <a:cs typeface="Georgia"/>
              </a:rPr>
              <a:t> </a:t>
            </a:r>
            <a:r>
              <a:rPr dirty="0" sz="1550">
                <a:latin typeface="Georgia"/>
                <a:cs typeface="Georgia"/>
              </a:rPr>
              <a:t>The</a:t>
            </a:r>
            <a:r>
              <a:rPr dirty="0" sz="1550" spc="45">
                <a:latin typeface="Georgia"/>
                <a:cs typeface="Georgia"/>
              </a:rPr>
              <a:t> </a:t>
            </a:r>
            <a:r>
              <a:rPr dirty="0" sz="1550">
                <a:latin typeface="Georgia"/>
                <a:cs typeface="Georgia"/>
              </a:rPr>
              <a:t>Life</a:t>
            </a:r>
            <a:r>
              <a:rPr dirty="0" sz="1550" spc="45">
                <a:latin typeface="Georgia"/>
                <a:cs typeface="Georgia"/>
              </a:rPr>
              <a:t> </a:t>
            </a:r>
            <a:r>
              <a:rPr dirty="0" sz="1550" spc="55">
                <a:latin typeface="Georgia"/>
                <a:cs typeface="Georgia"/>
              </a:rPr>
              <a:t>Of</a:t>
            </a:r>
            <a:r>
              <a:rPr dirty="0" sz="1550" spc="50">
                <a:latin typeface="Georgia"/>
                <a:cs typeface="Georgia"/>
              </a:rPr>
              <a:t> </a:t>
            </a:r>
            <a:r>
              <a:rPr dirty="0" sz="1550" spc="90">
                <a:latin typeface="Georgia"/>
                <a:cs typeface="Georgia"/>
              </a:rPr>
              <a:t>A</a:t>
            </a:r>
            <a:r>
              <a:rPr dirty="0" sz="1550" spc="45">
                <a:latin typeface="Georgia"/>
                <a:cs typeface="Georgia"/>
              </a:rPr>
              <a:t> </a:t>
            </a:r>
            <a:r>
              <a:rPr dirty="0" sz="1550">
                <a:latin typeface="Georgia"/>
                <a:cs typeface="Georgia"/>
              </a:rPr>
              <a:t>Cutting</a:t>
            </a:r>
            <a:r>
              <a:rPr dirty="0" sz="1550" spc="45">
                <a:latin typeface="Georgia"/>
                <a:cs typeface="Georgia"/>
              </a:rPr>
              <a:t> </a:t>
            </a:r>
            <a:r>
              <a:rPr dirty="0" sz="1550" spc="-10">
                <a:latin typeface="Georgia"/>
                <a:cs typeface="Georgia"/>
              </a:rPr>
              <a:t>Knife</a:t>
            </a:r>
            <a:endParaRPr sz="1550">
              <a:latin typeface="Georgia"/>
              <a:cs typeface="Georg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80717" y="1772049"/>
            <a:ext cx="5061585" cy="9264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3600"/>
              </a:lnSpc>
              <a:spcBef>
                <a:spcPts val="95"/>
              </a:spcBef>
            </a:pPr>
            <a:r>
              <a:rPr dirty="0" sz="950" spc="70">
                <a:latin typeface="Garamond"/>
                <a:cs typeface="Garamond"/>
              </a:rPr>
              <a:t>A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knife</a:t>
            </a:r>
            <a:r>
              <a:rPr dirty="0" sz="950" spc="12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iz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uzed</a:t>
            </a:r>
            <a:r>
              <a:rPr dirty="0" sz="950" spc="12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to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cut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3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productz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 spc="85">
                <a:latin typeface="Garamond"/>
                <a:cs typeface="Garamond"/>
              </a:rPr>
              <a:t>A,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B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and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 spc="70">
                <a:latin typeface="Garamond"/>
                <a:cs typeface="Garamond"/>
              </a:rPr>
              <a:t>C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and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haz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to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be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changed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after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cutting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1000</a:t>
            </a:r>
            <a:r>
              <a:rPr dirty="0" sz="950" spc="1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piecez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of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 spc="20">
                <a:latin typeface="Garamond"/>
                <a:cs typeface="Garamond"/>
              </a:rPr>
              <a:t>A </a:t>
            </a:r>
            <a:r>
              <a:rPr dirty="0" sz="950">
                <a:latin typeface="Garamond"/>
                <a:cs typeface="Garamond"/>
              </a:rPr>
              <a:t>or</a:t>
            </a:r>
            <a:r>
              <a:rPr dirty="0" sz="950" spc="13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500</a:t>
            </a:r>
            <a:r>
              <a:rPr dirty="0" sz="950" spc="14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piecez</a:t>
            </a:r>
            <a:r>
              <a:rPr dirty="0" sz="950" spc="14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of</a:t>
            </a:r>
            <a:r>
              <a:rPr dirty="0" sz="950" spc="14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B</a:t>
            </a:r>
            <a:r>
              <a:rPr dirty="0" sz="950" spc="14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or</a:t>
            </a:r>
            <a:r>
              <a:rPr dirty="0" sz="950" spc="13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100</a:t>
            </a:r>
            <a:r>
              <a:rPr dirty="0" sz="950" spc="14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piecez</a:t>
            </a:r>
            <a:r>
              <a:rPr dirty="0" sz="950" spc="14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of</a:t>
            </a:r>
            <a:r>
              <a:rPr dirty="0" sz="950" spc="140">
                <a:latin typeface="Garamond"/>
                <a:cs typeface="Garamond"/>
              </a:rPr>
              <a:t> </a:t>
            </a:r>
            <a:r>
              <a:rPr dirty="0" sz="950" spc="90">
                <a:latin typeface="Garamond"/>
                <a:cs typeface="Garamond"/>
              </a:rPr>
              <a:t>C.</a:t>
            </a:r>
            <a:r>
              <a:rPr dirty="0" sz="950" spc="14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but</a:t>
            </a:r>
            <a:r>
              <a:rPr dirty="0" sz="950" spc="14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13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productz</a:t>
            </a:r>
            <a:r>
              <a:rPr dirty="0" sz="950" spc="14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come</a:t>
            </a:r>
            <a:r>
              <a:rPr dirty="0" sz="950" spc="14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at</a:t>
            </a:r>
            <a:r>
              <a:rPr dirty="0" sz="950" spc="14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random.</a:t>
            </a:r>
            <a:r>
              <a:rPr dirty="0" sz="950" spc="140">
                <a:latin typeface="Garamond"/>
                <a:cs typeface="Garamond"/>
              </a:rPr>
              <a:t> </a:t>
            </a:r>
            <a:r>
              <a:rPr dirty="0" sz="950" spc="70">
                <a:latin typeface="Garamond"/>
                <a:cs typeface="Garamond"/>
              </a:rPr>
              <a:t>A</a:t>
            </a:r>
            <a:r>
              <a:rPr dirty="0" sz="950" spc="13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buzzer</a:t>
            </a:r>
            <a:r>
              <a:rPr dirty="0" sz="950" spc="13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iz</a:t>
            </a:r>
            <a:r>
              <a:rPr dirty="0" sz="950" spc="13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zound</a:t>
            </a:r>
            <a:r>
              <a:rPr dirty="0" sz="950" spc="130">
                <a:latin typeface="Garamond"/>
                <a:cs typeface="Garamond"/>
              </a:rPr>
              <a:t> </a:t>
            </a:r>
            <a:r>
              <a:rPr dirty="0" sz="950" spc="-20">
                <a:latin typeface="Garamond"/>
                <a:cs typeface="Garamond"/>
              </a:rPr>
              <a:t>when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life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of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knife</a:t>
            </a:r>
            <a:r>
              <a:rPr dirty="0" sz="950" spc="11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iz</a:t>
            </a:r>
            <a:r>
              <a:rPr dirty="0" sz="950" spc="114">
                <a:latin typeface="Garamond"/>
                <a:cs typeface="Garamond"/>
              </a:rPr>
              <a:t> </a:t>
            </a:r>
            <a:r>
              <a:rPr dirty="0" sz="950" spc="-25">
                <a:latin typeface="Garamond"/>
                <a:cs typeface="Garamond"/>
              </a:rPr>
              <a:t>up.</a:t>
            </a:r>
            <a:endParaRPr sz="9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950">
              <a:latin typeface="Garamond"/>
              <a:cs typeface="Garamond"/>
            </a:endParaRPr>
          </a:p>
          <a:p>
            <a:pPr marL="12700" marR="6350">
              <a:lnSpc>
                <a:spcPct val="103800"/>
              </a:lnSpc>
            </a:pPr>
            <a:r>
              <a:rPr dirty="0" sz="950">
                <a:latin typeface="Garamond"/>
                <a:cs typeface="Garamond"/>
              </a:rPr>
              <a:t>3</a:t>
            </a:r>
            <a:r>
              <a:rPr dirty="0" sz="950" spc="32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zenzorz</a:t>
            </a:r>
            <a:r>
              <a:rPr dirty="0" sz="950" spc="34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are</a:t>
            </a:r>
            <a:r>
              <a:rPr dirty="0" sz="950" spc="33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azzign</a:t>
            </a:r>
            <a:r>
              <a:rPr dirty="0" sz="950" spc="34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to</a:t>
            </a:r>
            <a:r>
              <a:rPr dirty="0" sz="950" spc="33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differentiate</a:t>
            </a:r>
            <a:r>
              <a:rPr dirty="0" sz="950" spc="33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33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3</a:t>
            </a:r>
            <a:r>
              <a:rPr dirty="0" sz="950" spc="34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productz.</a:t>
            </a:r>
            <a:r>
              <a:rPr dirty="0" sz="950" spc="33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Another</a:t>
            </a:r>
            <a:r>
              <a:rPr dirty="0" sz="950" spc="33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zenzor</a:t>
            </a:r>
            <a:r>
              <a:rPr dirty="0" sz="950" spc="33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iz</a:t>
            </a:r>
            <a:r>
              <a:rPr dirty="0" sz="950" spc="33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uzed</a:t>
            </a:r>
            <a:r>
              <a:rPr dirty="0" sz="950" spc="33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to</a:t>
            </a:r>
            <a:r>
              <a:rPr dirty="0" sz="950" spc="33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zignal</a:t>
            </a:r>
            <a:r>
              <a:rPr dirty="0" sz="950" spc="335">
                <a:latin typeface="Garamond"/>
                <a:cs typeface="Garamond"/>
              </a:rPr>
              <a:t> </a:t>
            </a:r>
            <a:r>
              <a:rPr dirty="0" sz="950" spc="-10">
                <a:latin typeface="Garamond"/>
                <a:cs typeface="Garamond"/>
              </a:rPr>
              <a:t>cutting </a:t>
            </a:r>
            <a:r>
              <a:rPr dirty="0" sz="950">
                <a:latin typeface="Garamond"/>
                <a:cs typeface="Garamond"/>
              </a:rPr>
              <a:t>completion.</a:t>
            </a:r>
            <a:r>
              <a:rPr dirty="0" sz="950" spc="100">
                <a:latin typeface="Garamond"/>
                <a:cs typeface="Garamond"/>
              </a:rPr>
              <a:t> </a:t>
            </a:r>
            <a:r>
              <a:rPr dirty="0" sz="950" spc="70">
                <a:latin typeface="Garamond"/>
                <a:cs typeface="Garamond"/>
              </a:rPr>
              <a:t>A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puzhbutton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to</a:t>
            </a:r>
            <a:r>
              <a:rPr dirty="0" sz="950" spc="10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ztart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105">
                <a:latin typeface="Garamond"/>
                <a:cs typeface="Garamond"/>
              </a:rPr>
              <a:t> </a:t>
            </a:r>
            <a:r>
              <a:rPr dirty="0" sz="950" spc="-10">
                <a:latin typeface="Garamond"/>
                <a:cs typeface="Garamond"/>
              </a:rPr>
              <a:t>procezz.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31082" y="3277759"/>
            <a:ext cx="126492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30"/>
              </a:spcBef>
              <a:buFont typeface="Symbol"/>
              <a:buChar char=""/>
              <a:tabLst>
                <a:tab pos="237490" algn="l"/>
              </a:tabLst>
            </a:pPr>
            <a:r>
              <a:rPr dirty="0" sz="1150">
                <a:latin typeface="Georgia"/>
                <a:cs typeface="Georgia"/>
              </a:rPr>
              <a:t>I/O</a:t>
            </a:r>
            <a:r>
              <a:rPr dirty="0" sz="1150" spc="-40">
                <a:latin typeface="Georgia"/>
                <a:cs typeface="Georgia"/>
              </a:rPr>
              <a:t> </a:t>
            </a:r>
            <a:r>
              <a:rPr dirty="0" sz="1150" spc="-10">
                <a:latin typeface="Georgia"/>
                <a:cs typeface="Georgia"/>
              </a:rPr>
              <a:t>Assignment</a:t>
            </a:r>
            <a:endParaRPr sz="1150">
              <a:latin typeface="Georgia"/>
              <a:cs typeface="Georgia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2659316" y="3656457"/>
          <a:ext cx="1737360" cy="1139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9285"/>
                <a:gridCol w="1012190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eorgia"/>
                          <a:cs typeface="Georgia"/>
                        </a:rPr>
                        <a:t>Input</a:t>
                      </a:r>
                      <a:endParaRPr sz="950">
                        <a:latin typeface="Georgia"/>
                        <a:cs typeface="Georgia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eorgia"/>
                          <a:cs typeface="Georgia"/>
                        </a:rPr>
                        <a:t>Device</a:t>
                      </a:r>
                      <a:endParaRPr sz="950">
                        <a:latin typeface="Georgia"/>
                        <a:cs typeface="Georgia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00000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950">
                          <a:latin typeface="Garamond"/>
                          <a:cs typeface="Garamond"/>
                        </a:rPr>
                        <a:t>Cutter</a:t>
                      </a:r>
                      <a:r>
                        <a:rPr dirty="0" sz="950" spc="2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950" spc="-10">
                          <a:latin typeface="Garamond"/>
                          <a:cs typeface="Garamond"/>
                        </a:rPr>
                        <a:t>Senzor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00001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Garamond"/>
                          <a:cs typeface="Garamond"/>
                        </a:rPr>
                        <a:t>Product</a:t>
                      </a:r>
                      <a:r>
                        <a:rPr dirty="0" sz="950" spc="16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950" spc="20">
                          <a:latin typeface="Garamond"/>
                          <a:cs typeface="Garamond"/>
                        </a:rPr>
                        <a:t>A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1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00002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120"/>
                        </a:spcBef>
                      </a:pPr>
                      <a:r>
                        <a:rPr dirty="0" sz="950">
                          <a:latin typeface="Garamond"/>
                          <a:cs typeface="Garamond"/>
                        </a:rPr>
                        <a:t>Product</a:t>
                      </a:r>
                      <a:r>
                        <a:rPr dirty="0" sz="950" spc="16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950" spc="-50">
                          <a:latin typeface="Garamond"/>
                          <a:cs typeface="Garamond"/>
                        </a:rPr>
                        <a:t>B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00003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Garamond"/>
                          <a:cs typeface="Garamond"/>
                        </a:rPr>
                        <a:t>Product</a:t>
                      </a:r>
                      <a:r>
                        <a:rPr dirty="0" sz="950" spc="16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950" spc="20">
                          <a:latin typeface="Garamond"/>
                          <a:cs typeface="Garamond"/>
                        </a:rPr>
                        <a:t>C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00004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Garamond"/>
                          <a:cs typeface="Garamond"/>
                        </a:rPr>
                        <a:t>Start</a:t>
                      </a:r>
                      <a:r>
                        <a:rPr dirty="0" sz="950" spc="20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950" spc="-10">
                          <a:latin typeface="Garamond"/>
                          <a:cs typeface="Garamond"/>
                        </a:rPr>
                        <a:t>puzhbutton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00005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Rezet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4469828" y="3656457"/>
          <a:ext cx="1714500" cy="503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7695"/>
                <a:gridCol w="1012190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eorgia"/>
                          <a:cs typeface="Georgia"/>
                        </a:rPr>
                        <a:t>Output</a:t>
                      </a:r>
                      <a:endParaRPr sz="950">
                        <a:latin typeface="Georgia"/>
                        <a:cs typeface="Georgia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eorgia"/>
                          <a:cs typeface="Georgia"/>
                        </a:rPr>
                        <a:t>Device</a:t>
                      </a:r>
                      <a:endParaRPr sz="950">
                        <a:latin typeface="Georgia"/>
                        <a:cs typeface="Georgia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01000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Buzzer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01001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Garamond"/>
                          <a:cs typeface="Garamond"/>
                        </a:rPr>
                        <a:t>Cutter</a:t>
                      </a:r>
                      <a:r>
                        <a:rPr dirty="0" sz="950" spc="2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950" spc="-10">
                          <a:latin typeface="Garamond"/>
                          <a:cs typeface="Garamond"/>
                        </a:rPr>
                        <a:t>(Hnife)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2" name="object 12" descr=""/>
          <p:cNvGrpSpPr/>
          <p:nvPr/>
        </p:nvGrpSpPr>
        <p:grpSpPr>
          <a:xfrm>
            <a:off x="1646326" y="5159362"/>
            <a:ext cx="2839720" cy="1934210"/>
            <a:chOff x="1646326" y="5159362"/>
            <a:chExt cx="2839720" cy="1934210"/>
          </a:xfrm>
        </p:grpSpPr>
        <p:sp>
          <p:nvSpPr>
            <p:cNvPr id="13" name="object 13" descr=""/>
            <p:cNvSpPr/>
            <p:nvPr/>
          </p:nvSpPr>
          <p:spPr>
            <a:xfrm>
              <a:off x="1655533" y="5996571"/>
              <a:ext cx="104775" cy="280670"/>
            </a:xfrm>
            <a:custGeom>
              <a:avLst/>
              <a:gdLst/>
              <a:ahLst/>
              <a:cxnLst/>
              <a:rect l="l" t="t" r="r" b="b"/>
              <a:pathLst>
                <a:path w="104775" h="280670">
                  <a:moveTo>
                    <a:pt x="0" y="0"/>
                  </a:moveTo>
                  <a:lnTo>
                    <a:pt x="104775" y="280555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703743" y="6255118"/>
              <a:ext cx="113664" cy="134620"/>
            </a:xfrm>
            <a:custGeom>
              <a:avLst/>
              <a:gdLst/>
              <a:ahLst/>
              <a:cxnLst/>
              <a:rect l="l" t="t" r="r" b="b"/>
              <a:pathLst>
                <a:path w="113664" h="134620">
                  <a:moveTo>
                    <a:pt x="113144" y="0"/>
                  </a:moveTo>
                  <a:lnTo>
                    <a:pt x="0" y="42519"/>
                  </a:lnTo>
                  <a:lnTo>
                    <a:pt x="99085" y="133997"/>
                  </a:lnTo>
                  <a:lnTo>
                    <a:pt x="1131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196134" y="5168569"/>
              <a:ext cx="2279650" cy="264160"/>
            </a:xfrm>
            <a:custGeom>
              <a:avLst/>
              <a:gdLst/>
              <a:ahLst/>
              <a:cxnLst/>
              <a:rect l="l" t="t" r="r" b="b"/>
              <a:pathLst>
                <a:path w="2279650" h="264160">
                  <a:moveTo>
                    <a:pt x="0" y="263855"/>
                  </a:moveTo>
                  <a:lnTo>
                    <a:pt x="375094" y="0"/>
                  </a:lnTo>
                  <a:lnTo>
                    <a:pt x="2279027" y="0"/>
                  </a:lnTo>
                  <a:lnTo>
                    <a:pt x="1914944" y="263855"/>
                  </a:lnTo>
                  <a:lnTo>
                    <a:pt x="0" y="263855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196134" y="5432805"/>
              <a:ext cx="1917064" cy="274955"/>
            </a:xfrm>
            <a:custGeom>
              <a:avLst/>
              <a:gdLst/>
              <a:ahLst/>
              <a:cxnLst/>
              <a:rect l="l" t="t" r="r" b="b"/>
              <a:pathLst>
                <a:path w="1917064" h="274954">
                  <a:moveTo>
                    <a:pt x="0" y="274472"/>
                  </a:moveTo>
                  <a:lnTo>
                    <a:pt x="1916442" y="274472"/>
                  </a:lnTo>
                  <a:lnTo>
                    <a:pt x="1916442" y="0"/>
                  </a:lnTo>
                  <a:lnTo>
                    <a:pt x="0" y="0"/>
                  </a:lnTo>
                  <a:lnTo>
                    <a:pt x="0" y="274472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112221" y="5168569"/>
              <a:ext cx="364490" cy="539115"/>
            </a:xfrm>
            <a:custGeom>
              <a:avLst/>
              <a:gdLst/>
              <a:ahLst/>
              <a:cxnLst/>
              <a:rect l="l" t="t" r="r" b="b"/>
              <a:pathLst>
                <a:path w="364489" h="539114">
                  <a:moveTo>
                    <a:pt x="364451" y="0"/>
                  </a:moveTo>
                  <a:lnTo>
                    <a:pt x="0" y="263855"/>
                  </a:lnTo>
                  <a:lnTo>
                    <a:pt x="0" y="538708"/>
                  </a:lnTo>
                  <a:lnTo>
                    <a:pt x="364451" y="274866"/>
                  </a:lnTo>
                  <a:lnTo>
                    <a:pt x="3644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196134" y="5168569"/>
              <a:ext cx="2280920" cy="1456055"/>
            </a:xfrm>
            <a:custGeom>
              <a:avLst/>
              <a:gdLst/>
              <a:ahLst/>
              <a:cxnLst/>
              <a:rect l="l" t="t" r="r" b="b"/>
              <a:pathLst>
                <a:path w="2280920" h="1456054">
                  <a:moveTo>
                    <a:pt x="1916087" y="538708"/>
                  </a:moveTo>
                  <a:lnTo>
                    <a:pt x="2280539" y="274866"/>
                  </a:lnTo>
                  <a:lnTo>
                    <a:pt x="2280539" y="0"/>
                  </a:lnTo>
                  <a:lnTo>
                    <a:pt x="1916087" y="263855"/>
                  </a:lnTo>
                  <a:lnTo>
                    <a:pt x="1916087" y="538708"/>
                  </a:lnTo>
                </a:path>
                <a:path w="2280920" h="1456054">
                  <a:moveTo>
                    <a:pt x="0" y="1455927"/>
                  </a:moveTo>
                  <a:lnTo>
                    <a:pt x="375094" y="1192085"/>
                  </a:lnTo>
                  <a:lnTo>
                    <a:pt x="1788528" y="1192085"/>
                  </a:lnTo>
                  <a:lnTo>
                    <a:pt x="1422920" y="1455927"/>
                  </a:lnTo>
                  <a:lnTo>
                    <a:pt x="0" y="1455927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196134" y="6624497"/>
              <a:ext cx="1424305" cy="459740"/>
            </a:xfrm>
            <a:custGeom>
              <a:avLst/>
              <a:gdLst/>
              <a:ahLst/>
              <a:cxnLst/>
              <a:rect l="l" t="t" r="r" b="b"/>
              <a:pathLst>
                <a:path w="1424304" h="459740">
                  <a:moveTo>
                    <a:pt x="0" y="459371"/>
                  </a:moveTo>
                  <a:lnTo>
                    <a:pt x="1424050" y="459371"/>
                  </a:lnTo>
                  <a:lnTo>
                    <a:pt x="1424050" y="0"/>
                  </a:lnTo>
                  <a:lnTo>
                    <a:pt x="0" y="0"/>
                  </a:lnTo>
                  <a:lnTo>
                    <a:pt x="0" y="459371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620579" y="6360655"/>
              <a:ext cx="364490" cy="723265"/>
            </a:xfrm>
            <a:custGeom>
              <a:avLst/>
              <a:gdLst/>
              <a:ahLst/>
              <a:cxnLst/>
              <a:rect l="l" t="t" r="r" b="b"/>
              <a:pathLst>
                <a:path w="364489" h="723265">
                  <a:moveTo>
                    <a:pt x="364083" y="0"/>
                  </a:moveTo>
                  <a:lnTo>
                    <a:pt x="0" y="263842"/>
                  </a:lnTo>
                  <a:lnTo>
                    <a:pt x="0" y="723214"/>
                  </a:lnTo>
                  <a:lnTo>
                    <a:pt x="364083" y="459371"/>
                  </a:lnTo>
                  <a:lnTo>
                    <a:pt x="364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472143" y="6280543"/>
              <a:ext cx="1517650" cy="803910"/>
            </a:xfrm>
            <a:custGeom>
              <a:avLst/>
              <a:gdLst/>
              <a:ahLst/>
              <a:cxnLst/>
              <a:rect l="l" t="t" r="r" b="b"/>
              <a:pathLst>
                <a:path w="1517650" h="803909">
                  <a:moveTo>
                    <a:pt x="1148435" y="803325"/>
                  </a:moveTo>
                  <a:lnTo>
                    <a:pt x="1512519" y="539483"/>
                  </a:lnTo>
                  <a:lnTo>
                    <a:pt x="1512519" y="80111"/>
                  </a:lnTo>
                  <a:lnTo>
                    <a:pt x="1148435" y="343954"/>
                  </a:lnTo>
                  <a:lnTo>
                    <a:pt x="1148435" y="803325"/>
                  </a:lnTo>
                </a:path>
                <a:path w="1517650" h="803909">
                  <a:moveTo>
                    <a:pt x="0" y="73647"/>
                  </a:moveTo>
                  <a:lnTo>
                    <a:pt x="104787" y="0"/>
                  </a:lnTo>
                  <a:lnTo>
                    <a:pt x="1517053" y="0"/>
                  </a:lnTo>
                  <a:lnTo>
                    <a:pt x="1413802" y="73647"/>
                  </a:lnTo>
                  <a:lnTo>
                    <a:pt x="0" y="73647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472143" y="6354579"/>
              <a:ext cx="1414145" cy="76835"/>
            </a:xfrm>
            <a:custGeom>
              <a:avLst/>
              <a:gdLst/>
              <a:ahLst/>
              <a:cxnLst/>
              <a:rect l="l" t="t" r="r" b="b"/>
              <a:pathLst>
                <a:path w="1414145" h="76835">
                  <a:moveTo>
                    <a:pt x="1413789" y="0"/>
                  </a:moveTo>
                  <a:lnTo>
                    <a:pt x="0" y="0"/>
                  </a:lnTo>
                  <a:lnTo>
                    <a:pt x="0" y="76687"/>
                  </a:lnTo>
                  <a:lnTo>
                    <a:pt x="1413789" y="76687"/>
                  </a:lnTo>
                  <a:lnTo>
                    <a:pt x="14137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472143" y="6354579"/>
              <a:ext cx="1414145" cy="76835"/>
            </a:xfrm>
            <a:custGeom>
              <a:avLst/>
              <a:gdLst/>
              <a:ahLst/>
              <a:cxnLst/>
              <a:rect l="l" t="t" r="r" b="b"/>
              <a:pathLst>
                <a:path w="1414145" h="76835">
                  <a:moveTo>
                    <a:pt x="0" y="76687"/>
                  </a:moveTo>
                  <a:lnTo>
                    <a:pt x="1413789" y="76687"/>
                  </a:lnTo>
                  <a:lnTo>
                    <a:pt x="1413789" y="0"/>
                  </a:lnTo>
                  <a:lnTo>
                    <a:pt x="0" y="0"/>
                  </a:lnTo>
                  <a:lnTo>
                    <a:pt x="0" y="76687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7221" y="6271437"/>
              <a:ext cx="121081" cy="168935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2200706" y="6476060"/>
              <a:ext cx="1522095" cy="71755"/>
            </a:xfrm>
            <a:custGeom>
              <a:avLst/>
              <a:gdLst/>
              <a:ahLst/>
              <a:cxnLst/>
              <a:rect l="l" t="t" r="r" b="b"/>
              <a:pathLst>
                <a:path w="1522095" h="71754">
                  <a:moveTo>
                    <a:pt x="1521599" y="0"/>
                  </a:moveTo>
                  <a:lnTo>
                    <a:pt x="104393" y="0"/>
                  </a:lnTo>
                  <a:lnTo>
                    <a:pt x="0" y="71755"/>
                  </a:lnTo>
                  <a:lnTo>
                    <a:pt x="1416824" y="71755"/>
                  </a:lnTo>
                  <a:lnTo>
                    <a:pt x="1521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200706" y="6476060"/>
              <a:ext cx="1522095" cy="71755"/>
            </a:xfrm>
            <a:custGeom>
              <a:avLst/>
              <a:gdLst/>
              <a:ahLst/>
              <a:cxnLst/>
              <a:rect l="l" t="t" r="r" b="b"/>
              <a:pathLst>
                <a:path w="1522095" h="71754">
                  <a:moveTo>
                    <a:pt x="0" y="71755"/>
                  </a:moveTo>
                  <a:lnTo>
                    <a:pt x="104393" y="0"/>
                  </a:lnTo>
                  <a:lnTo>
                    <a:pt x="1521599" y="0"/>
                  </a:lnTo>
                  <a:lnTo>
                    <a:pt x="1416824" y="71755"/>
                  </a:lnTo>
                  <a:lnTo>
                    <a:pt x="0" y="71755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200706" y="6548194"/>
              <a:ext cx="1417320" cy="78105"/>
            </a:xfrm>
            <a:custGeom>
              <a:avLst/>
              <a:gdLst/>
              <a:ahLst/>
              <a:cxnLst/>
              <a:rect l="l" t="t" r="r" b="b"/>
              <a:pathLst>
                <a:path w="1417320" h="78104">
                  <a:moveTo>
                    <a:pt x="1416824" y="0"/>
                  </a:moveTo>
                  <a:lnTo>
                    <a:pt x="0" y="0"/>
                  </a:lnTo>
                  <a:lnTo>
                    <a:pt x="0" y="77826"/>
                  </a:lnTo>
                  <a:lnTo>
                    <a:pt x="1416824" y="77826"/>
                  </a:lnTo>
                  <a:lnTo>
                    <a:pt x="14168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200706" y="6548194"/>
              <a:ext cx="1417320" cy="78105"/>
            </a:xfrm>
            <a:custGeom>
              <a:avLst/>
              <a:gdLst/>
              <a:ahLst/>
              <a:cxnLst/>
              <a:rect l="l" t="t" r="r" b="b"/>
              <a:pathLst>
                <a:path w="1417320" h="78104">
                  <a:moveTo>
                    <a:pt x="0" y="77826"/>
                  </a:moveTo>
                  <a:lnTo>
                    <a:pt x="1416824" y="77826"/>
                  </a:lnTo>
                  <a:lnTo>
                    <a:pt x="1416824" y="0"/>
                  </a:lnTo>
                  <a:lnTo>
                    <a:pt x="0" y="0"/>
                  </a:lnTo>
                  <a:lnTo>
                    <a:pt x="0" y="77826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08806" y="6422910"/>
              <a:ext cx="206882" cy="212216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1675650" y="6432778"/>
              <a:ext cx="792480" cy="57785"/>
            </a:xfrm>
            <a:custGeom>
              <a:avLst/>
              <a:gdLst/>
              <a:ahLst/>
              <a:cxnLst/>
              <a:rect l="l" t="t" r="r" b="b"/>
              <a:pathLst>
                <a:path w="792480" h="57785">
                  <a:moveTo>
                    <a:pt x="792327" y="0"/>
                  </a:moveTo>
                  <a:lnTo>
                    <a:pt x="47078" y="0"/>
                  </a:lnTo>
                </a:path>
                <a:path w="792480" h="57785">
                  <a:moveTo>
                    <a:pt x="599846" y="57327"/>
                  </a:moveTo>
                  <a:lnTo>
                    <a:pt x="0" y="57327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2366" y="6420256"/>
              <a:ext cx="62749" cy="72247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3023781" y="6181077"/>
              <a:ext cx="258445" cy="203200"/>
            </a:xfrm>
            <a:custGeom>
              <a:avLst/>
              <a:gdLst/>
              <a:ahLst/>
              <a:cxnLst/>
              <a:rect l="l" t="t" r="r" b="b"/>
              <a:pathLst>
                <a:path w="258445" h="203200">
                  <a:moveTo>
                    <a:pt x="258152" y="0"/>
                  </a:moveTo>
                  <a:lnTo>
                    <a:pt x="3390" y="71754"/>
                  </a:lnTo>
                  <a:lnTo>
                    <a:pt x="0" y="71754"/>
                  </a:lnTo>
                  <a:lnTo>
                    <a:pt x="0" y="203098"/>
                  </a:lnTo>
                  <a:lnTo>
                    <a:pt x="258152" y="124904"/>
                  </a:lnTo>
                  <a:lnTo>
                    <a:pt x="258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023781" y="6181077"/>
              <a:ext cx="258445" cy="203200"/>
            </a:xfrm>
            <a:custGeom>
              <a:avLst/>
              <a:gdLst/>
              <a:ahLst/>
              <a:cxnLst/>
              <a:rect l="l" t="t" r="r" b="b"/>
              <a:pathLst>
                <a:path w="258445" h="203200">
                  <a:moveTo>
                    <a:pt x="3390" y="71754"/>
                  </a:moveTo>
                  <a:lnTo>
                    <a:pt x="258152" y="0"/>
                  </a:lnTo>
                  <a:lnTo>
                    <a:pt x="258152" y="124904"/>
                  </a:lnTo>
                  <a:lnTo>
                    <a:pt x="0" y="203098"/>
                  </a:lnTo>
                  <a:lnTo>
                    <a:pt x="0" y="71754"/>
                  </a:lnTo>
                  <a:lnTo>
                    <a:pt x="3390" y="71754"/>
                  </a:lnTo>
                </a:path>
              </a:pathLst>
            </a:custGeom>
            <a:ln w="18211">
              <a:solidFill>
                <a:srgbClr val="60318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971012" y="6305600"/>
              <a:ext cx="311150" cy="164465"/>
            </a:xfrm>
            <a:custGeom>
              <a:avLst/>
              <a:gdLst/>
              <a:ahLst/>
              <a:cxnLst/>
              <a:rect l="l" t="t" r="r" b="b"/>
              <a:pathLst>
                <a:path w="311150" h="164464">
                  <a:moveTo>
                    <a:pt x="310921" y="0"/>
                  </a:moveTo>
                  <a:lnTo>
                    <a:pt x="52768" y="78193"/>
                  </a:lnTo>
                  <a:lnTo>
                    <a:pt x="0" y="164376"/>
                  </a:lnTo>
                  <a:lnTo>
                    <a:pt x="257771" y="86182"/>
                  </a:lnTo>
                  <a:lnTo>
                    <a:pt x="310921" y="4927"/>
                  </a:lnTo>
                  <a:lnTo>
                    <a:pt x="3109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971012" y="6305600"/>
              <a:ext cx="311150" cy="164465"/>
            </a:xfrm>
            <a:custGeom>
              <a:avLst/>
              <a:gdLst/>
              <a:ahLst/>
              <a:cxnLst/>
              <a:rect l="l" t="t" r="r" b="b"/>
              <a:pathLst>
                <a:path w="311150" h="164464">
                  <a:moveTo>
                    <a:pt x="310921" y="4927"/>
                  </a:moveTo>
                  <a:lnTo>
                    <a:pt x="257771" y="86182"/>
                  </a:lnTo>
                  <a:lnTo>
                    <a:pt x="0" y="164376"/>
                  </a:lnTo>
                  <a:lnTo>
                    <a:pt x="52768" y="78193"/>
                  </a:lnTo>
                  <a:lnTo>
                    <a:pt x="310921" y="0"/>
                  </a:lnTo>
                  <a:lnTo>
                    <a:pt x="310921" y="4927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2959620" y="6179565"/>
              <a:ext cx="322580" cy="74930"/>
            </a:xfrm>
            <a:custGeom>
              <a:avLst/>
              <a:gdLst/>
              <a:ahLst/>
              <a:cxnLst/>
              <a:rect l="l" t="t" r="r" b="b"/>
              <a:pathLst>
                <a:path w="322579" h="74929">
                  <a:moveTo>
                    <a:pt x="237642" y="0"/>
                  </a:moveTo>
                  <a:lnTo>
                    <a:pt x="0" y="60731"/>
                  </a:lnTo>
                  <a:lnTo>
                    <a:pt x="64160" y="74790"/>
                  </a:lnTo>
                  <a:lnTo>
                    <a:pt x="322313" y="1511"/>
                  </a:lnTo>
                  <a:lnTo>
                    <a:pt x="2376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959620" y="6179565"/>
              <a:ext cx="322580" cy="74930"/>
            </a:xfrm>
            <a:custGeom>
              <a:avLst/>
              <a:gdLst/>
              <a:ahLst/>
              <a:cxnLst/>
              <a:rect l="l" t="t" r="r" b="b"/>
              <a:pathLst>
                <a:path w="322579" h="74929">
                  <a:moveTo>
                    <a:pt x="322313" y="1511"/>
                  </a:moveTo>
                  <a:lnTo>
                    <a:pt x="237642" y="0"/>
                  </a:lnTo>
                  <a:lnTo>
                    <a:pt x="0" y="60731"/>
                  </a:lnTo>
                  <a:lnTo>
                    <a:pt x="64160" y="74790"/>
                  </a:lnTo>
                  <a:lnTo>
                    <a:pt x="322313" y="1511"/>
                  </a:lnTo>
                </a:path>
              </a:pathLst>
            </a:custGeom>
            <a:ln w="18211">
              <a:solidFill>
                <a:srgbClr val="60318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7466" y="6232715"/>
              <a:ext cx="82372" cy="246367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3061728" y="5710694"/>
              <a:ext cx="98425" cy="528320"/>
            </a:xfrm>
            <a:custGeom>
              <a:avLst/>
              <a:gdLst/>
              <a:ahLst/>
              <a:cxnLst/>
              <a:rect l="l" t="t" r="r" b="b"/>
              <a:pathLst>
                <a:path w="98425" h="528320">
                  <a:moveTo>
                    <a:pt x="97955" y="0"/>
                  </a:moveTo>
                  <a:lnTo>
                    <a:pt x="0" y="0"/>
                  </a:lnTo>
                  <a:lnTo>
                    <a:pt x="0" y="527710"/>
                  </a:lnTo>
                  <a:lnTo>
                    <a:pt x="97955" y="501141"/>
                  </a:lnTo>
                  <a:lnTo>
                    <a:pt x="979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3061728" y="5707659"/>
              <a:ext cx="98425" cy="530860"/>
            </a:xfrm>
            <a:custGeom>
              <a:avLst/>
              <a:gdLst/>
              <a:ahLst/>
              <a:cxnLst/>
              <a:rect l="l" t="t" r="r" b="b"/>
              <a:pathLst>
                <a:path w="98425" h="530860">
                  <a:moveTo>
                    <a:pt x="0" y="0"/>
                  </a:moveTo>
                  <a:lnTo>
                    <a:pt x="0" y="530745"/>
                  </a:lnTo>
                  <a:lnTo>
                    <a:pt x="97955" y="504177"/>
                  </a:lnTo>
                  <a:lnTo>
                    <a:pt x="97955" y="3035"/>
                  </a:lnTo>
                  <a:lnTo>
                    <a:pt x="0" y="3035"/>
                  </a:lnTo>
                  <a:lnTo>
                    <a:pt x="0" y="0"/>
                  </a:lnTo>
                </a:path>
              </a:pathLst>
            </a:custGeom>
            <a:ln w="18211">
              <a:solidFill>
                <a:srgbClr val="60318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1249900" y="5811475"/>
            <a:ext cx="102425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latin typeface="Times New Roman"/>
                <a:cs typeface="Times New Roman"/>
              </a:rPr>
              <a:t>Product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A,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or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C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3949929" y="5842226"/>
            <a:ext cx="74041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latin typeface="Times New Roman"/>
                <a:cs typeface="Times New Roman"/>
              </a:rPr>
              <a:t>Knife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(1001)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3209404" y="5942279"/>
            <a:ext cx="734695" cy="332740"/>
            <a:chOff x="3209404" y="5942279"/>
            <a:chExt cx="734695" cy="332740"/>
          </a:xfrm>
        </p:grpSpPr>
        <p:sp>
          <p:nvSpPr>
            <p:cNvPr id="44" name="object 44" descr=""/>
            <p:cNvSpPr/>
            <p:nvPr/>
          </p:nvSpPr>
          <p:spPr>
            <a:xfrm>
              <a:off x="3318751" y="5951385"/>
              <a:ext cx="615950" cy="267970"/>
            </a:xfrm>
            <a:custGeom>
              <a:avLst/>
              <a:gdLst/>
              <a:ahLst/>
              <a:cxnLst/>
              <a:rect l="l" t="t" r="r" b="b"/>
              <a:pathLst>
                <a:path w="615950" h="267970">
                  <a:moveTo>
                    <a:pt x="615772" y="0"/>
                  </a:moveTo>
                  <a:lnTo>
                    <a:pt x="0" y="267652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3209404" y="6163995"/>
              <a:ext cx="134620" cy="110489"/>
            </a:xfrm>
            <a:custGeom>
              <a:avLst/>
              <a:gdLst/>
              <a:ahLst/>
              <a:cxnLst/>
              <a:rect l="l" t="t" r="r" b="b"/>
              <a:pathLst>
                <a:path w="134620" h="110489">
                  <a:moveTo>
                    <a:pt x="86563" y="0"/>
                  </a:moveTo>
                  <a:lnTo>
                    <a:pt x="0" y="103250"/>
                  </a:lnTo>
                  <a:lnTo>
                    <a:pt x="134416" y="110477"/>
                  </a:lnTo>
                  <a:lnTo>
                    <a:pt x="86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2346313" y="7297417"/>
            <a:ext cx="1114425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b="1">
                <a:latin typeface="Times New Roman"/>
                <a:cs typeface="Times New Roman"/>
              </a:rPr>
              <a:t>Cutting</a:t>
            </a:r>
            <a:r>
              <a:rPr dirty="0" sz="1150" spc="80" b="1">
                <a:latin typeface="Times New Roman"/>
                <a:cs typeface="Times New Roman"/>
              </a:rPr>
              <a:t> </a:t>
            </a:r>
            <a:r>
              <a:rPr dirty="0" sz="1150" spc="-10" b="1">
                <a:latin typeface="Times New Roman"/>
                <a:cs typeface="Times New Roman"/>
              </a:rPr>
              <a:t>Machine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5007419" y="5171605"/>
            <a:ext cx="973455" cy="270510"/>
            <a:chOff x="5007419" y="5171605"/>
            <a:chExt cx="973455" cy="270510"/>
          </a:xfrm>
        </p:grpSpPr>
        <p:sp>
          <p:nvSpPr>
            <p:cNvPr id="48" name="object 48" descr=""/>
            <p:cNvSpPr/>
            <p:nvPr/>
          </p:nvSpPr>
          <p:spPr>
            <a:xfrm>
              <a:off x="5007419" y="5380786"/>
              <a:ext cx="311150" cy="0"/>
            </a:xfrm>
            <a:custGeom>
              <a:avLst/>
              <a:gdLst/>
              <a:ahLst/>
              <a:cxnLst/>
              <a:rect l="l" t="t" r="r" b="b"/>
              <a:pathLst>
                <a:path w="311150" h="0">
                  <a:moveTo>
                    <a:pt x="0" y="0"/>
                  </a:moveTo>
                  <a:lnTo>
                    <a:pt x="310921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90439" y="5311317"/>
              <a:ext cx="131737" cy="130594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5669889" y="5380786"/>
              <a:ext cx="311150" cy="0"/>
            </a:xfrm>
            <a:custGeom>
              <a:avLst/>
              <a:gdLst/>
              <a:ahLst/>
              <a:cxnLst/>
              <a:rect l="l" t="t" r="r" b="b"/>
              <a:pathLst>
                <a:path w="311150" h="0">
                  <a:moveTo>
                    <a:pt x="310934" y="0"/>
                  </a:moveTo>
                  <a:lnTo>
                    <a:pt x="0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66816" y="5311317"/>
              <a:ext cx="130213" cy="130594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5315305" y="5171605"/>
              <a:ext cx="368300" cy="103505"/>
            </a:xfrm>
            <a:custGeom>
              <a:avLst/>
              <a:gdLst/>
              <a:ahLst/>
              <a:cxnLst/>
              <a:rect l="l" t="t" r="r" b="b"/>
              <a:pathLst>
                <a:path w="368300" h="103504">
                  <a:moveTo>
                    <a:pt x="0" y="103263"/>
                  </a:moveTo>
                  <a:lnTo>
                    <a:pt x="368249" y="103263"/>
                  </a:lnTo>
                </a:path>
                <a:path w="368300" h="103504">
                  <a:moveTo>
                    <a:pt x="184124" y="0"/>
                  </a:moveTo>
                  <a:lnTo>
                    <a:pt x="184124" y="103263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5015590" y="5498648"/>
            <a:ext cx="117983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latin typeface="Times New Roman"/>
                <a:cs typeface="Times New Roman"/>
              </a:rPr>
              <a:t>Start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Push-button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(4)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5007419" y="5815101"/>
            <a:ext cx="973455" cy="271145"/>
            <a:chOff x="5007419" y="5815101"/>
            <a:chExt cx="973455" cy="271145"/>
          </a:xfrm>
        </p:grpSpPr>
        <p:sp>
          <p:nvSpPr>
            <p:cNvPr id="55" name="object 55" descr=""/>
            <p:cNvSpPr/>
            <p:nvPr/>
          </p:nvSpPr>
          <p:spPr>
            <a:xfrm>
              <a:off x="5007419" y="6026175"/>
              <a:ext cx="311150" cy="0"/>
            </a:xfrm>
            <a:custGeom>
              <a:avLst/>
              <a:gdLst/>
              <a:ahLst/>
              <a:cxnLst/>
              <a:rect l="l" t="t" r="r" b="b"/>
              <a:pathLst>
                <a:path w="311150" h="0">
                  <a:moveTo>
                    <a:pt x="0" y="0"/>
                  </a:moveTo>
                  <a:lnTo>
                    <a:pt x="310921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90439" y="5955956"/>
              <a:ext cx="131737" cy="129819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5669889" y="6026175"/>
              <a:ext cx="311150" cy="0"/>
            </a:xfrm>
            <a:custGeom>
              <a:avLst/>
              <a:gdLst/>
              <a:ahLst/>
              <a:cxnLst/>
              <a:rect l="l" t="t" r="r" b="b"/>
              <a:pathLst>
                <a:path w="311150" h="0">
                  <a:moveTo>
                    <a:pt x="310934" y="0"/>
                  </a:moveTo>
                  <a:lnTo>
                    <a:pt x="0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66816" y="5955956"/>
              <a:ext cx="130213" cy="129819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5315305" y="5815101"/>
              <a:ext cx="368300" cy="105410"/>
            </a:xfrm>
            <a:custGeom>
              <a:avLst/>
              <a:gdLst/>
              <a:ahLst/>
              <a:cxnLst/>
              <a:rect l="l" t="t" r="r" b="b"/>
              <a:pathLst>
                <a:path w="368300" h="105410">
                  <a:moveTo>
                    <a:pt x="0" y="105155"/>
                  </a:moveTo>
                  <a:lnTo>
                    <a:pt x="368249" y="105155"/>
                  </a:lnTo>
                </a:path>
                <a:path w="368300" h="105410">
                  <a:moveTo>
                    <a:pt x="184124" y="0"/>
                  </a:moveTo>
                  <a:lnTo>
                    <a:pt x="184124" y="105155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/>
          <p:nvPr/>
        </p:nvSpPr>
        <p:spPr>
          <a:xfrm>
            <a:off x="5212041" y="6557302"/>
            <a:ext cx="294005" cy="294005"/>
          </a:xfrm>
          <a:custGeom>
            <a:avLst/>
            <a:gdLst/>
            <a:ahLst/>
            <a:cxnLst/>
            <a:rect l="l" t="t" r="r" b="b"/>
            <a:pathLst>
              <a:path w="294004" h="294004">
                <a:moveTo>
                  <a:pt x="0" y="0"/>
                </a:moveTo>
                <a:lnTo>
                  <a:pt x="293839" y="0"/>
                </a:lnTo>
                <a:lnTo>
                  <a:pt x="293839" y="293827"/>
                </a:lnTo>
                <a:lnTo>
                  <a:pt x="0" y="293827"/>
                </a:lnTo>
                <a:lnTo>
                  <a:pt x="0" y="0"/>
                </a:lnTo>
                <a:close/>
              </a:path>
            </a:pathLst>
          </a:custGeom>
          <a:ln w="182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 txBox="1"/>
          <p:nvPr/>
        </p:nvSpPr>
        <p:spPr>
          <a:xfrm>
            <a:off x="5015590" y="6143283"/>
            <a:ext cx="1339215" cy="6864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latin typeface="Times New Roman"/>
                <a:cs typeface="Times New Roman"/>
              </a:rPr>
              <a:t>Reset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Push-button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(5)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050">
              <a:latin typeface="Times New Roman"/>
              <a:cs typeface="Times New Roman"/>
            </a:endParaRPr>
          </a:p>
          <a:p>
            <a:pPr marL="535305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Buzzer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(1000)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2" name="object 6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78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1082" y="961543"/>
            <a:ext cx="537845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1495" algn="l"/>
              </a:tabLst>
            </a:pPr>
            <a:r>
              <a:rPr dirty="0" sz="1550" spc="-25">
                <a:latin typeface="Georgia"/>
                <a:cs typeface="Georgia"/>
              </a:rPr>
              <a:t>6.</a:t>
            </a:r>
            <a:r>
              <a:rPr dirty="0" sz="1550">
                <a:latin typeface="Georgia"/>
                <a:cs typeface="Georgia"/>
              </a:rPr>
              <a:t>	</a:t>
            </a:r>
            <a:r>
              <a:rPr dirty="0" sz="1550" spc="10">
                <a:latin typeface="Georgia"/>
                <a:cs typeface="Georgia"/>
              </a:rPr>
              <a:t>APPLICATION</a:t>
            </a:r>
            <a:r>
              <a:rPr dirty="0" sz="1550" spc="280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EXAMPLES</a:t>
            </a:r>
            <a:r>
              <a:rPr dirty="0" sz="1550" spc="285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OF</a:t>
            </a:r>
            <a:r>
              <a:rPr dirty="0" sz="1550" spc="285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BASIC</a:t>
            </a:r>
            <a:r>
              <a:rPr dirty="0" sz="1550" spc="280">
                <a:latin typeface="Georgia"/>
                <a:cs typeface="Georgia"/>
              </a:rPr>
              <a:t> </a:t>
            </a:r>
            <a:r>
              <a:rPr dirty="0" sz="1550" spc="-10">
                <a:latin typeface="Georgia"/>
                <a:cs typeface="Georgia"/>
              </a:rPr>
              <a:t>COMMANDS</a:t>
            </a:r>
            <a:endParaRPr sz="155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5" name="object 5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627397" y="1700136"/>
          <a:ext cx="2468245" cy="4384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/>
                <a:gridCol w="1068070"/>
                <a:gridCol w="618490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eorgia"/>
                          <a:cs typeface="Georgia"/>
                        </a:rPr>
                        <a:t>Address</a:t>
                      </a:r>
                      <a:endParaRPr sz="950">
                        <a:latin typeface="Georgia"/>
                        <a:cs typeface="Georgia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eorgia"/>
                          <a:cs typeface="Georgia"/>
                        </a:rPr>
                        <a:t>Instruction</a:t>
                      </a:r>
                      <a:endParaRPr sz="950">
                        <a:latin typeface="Georgia"/>
                        <a:cs typeface="Georgia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20">
                          <a:latin typeface="Georgia"/>
                          <a:cs typeface="Georgia"/>
                        </a:rPr>
                        <a:t>Data</a:t>
                      </a:r>
                      <a:endParaRPr sz="950">
                        <a:latin typeface="Georgia"/>
                        <a:cs typeface="Georgia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LD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20000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0001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5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OR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5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01001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0002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950" spc="8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950" spc="-25">
                          <a:latin typeface="Garamond"/>
                          <a:cs typeface="Garamond"/>
                        </a:rPr>
                        <a:t>NOT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00000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05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0003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05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OUT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05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01001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0004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LD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00004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0005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DIFU(13)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20000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0006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LD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20000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0007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AND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00001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0008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CLC(41)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0009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ADD(30)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HR00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#0001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HR00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05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0010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05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LD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05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20000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0011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AND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00002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0012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CLC(41)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0013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ADD(30)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5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HR00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#0002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HR00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0014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LD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20000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0015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AND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00003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0016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CLC(41)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0017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5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ADD(30)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05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HR00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#0010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HR00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 descr=""/>
          <p:cNvSpPr/>
          <p:nvPr/>
        </p:nvSpPr>
        <p:spPr>
          <a:xfrm>
            <a:off x="652894" y="2491320"/>
            <a:ext cx="639445" cy="916940"/>
          </a:xfrm>
          <a:custGeom>
            <a:avLst/>
            <a:gdLst/>
            <a:ahLst/>
            <a:cxnLst/>
            <a:rect l="l" t="t" r="r" b="b"/>
            <a:pathLst>
              <a:path w="639444" h="916939">
                <a:moveTo>
                  <a:pt x="0" y="0"/>
                </a:moveTo>
                <a:lnTo>
                  <a:pt x="0" y="916457"/>
                </a:lnTo>
              </a:path>
              <a:path w="639444" h="916939">
                <a:moveTo>
                  <a:pt x="629831" y="137807"/>
                </a:moveTo>
                <a:lnTo>
                  <a:pt x="629831" y="318134"/>
                </a:lnTo>
              </a:path>
              <a:path w="639444" h="916939">
                <a:moveTo>
                  <a:pt x="638936" y="639699"/>
                </a:moveTo>
                <a:lnTo>
                  <a:pt x="638936" y="819645"/>
                </a:lnTo>
              </a:path>
              <a:path w="639444" h="916939">
                <a:moveTo>
                  <a:pt x="0" y="232333"/>
                </a:moveTo>
                <a:lnTo>
                  <a:pt x="629831" y="232333"/>
                </a:lnTo>
              </a:path>
              <a:path w="639444" h="916939">
                <a:moveTo>
                  <a:pt x="629831" y="771436"/>
                </a:moveTo>
                <a:lnTo>
                  <a:pt x="0" y="77143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1367770" y="2624575"/>
            <a:ext cx="1711960" cy="686435"/>
            <a:chOff x="1367770" y="2624575"/>
            <a:chExt cx="1711960" cy="686435"/>
          </a:xfrm>
        </p:grpSpPr>
        <p:sp>
          <p:nvSpPr>
            <p:cNvPr id="11" name="object 11" descr=""/>
            <p:cNvSpPr/>
            <p:nvPr/>
          </p:nvSpPr>
          <p:spPr>
            <a:xfrm>
              <a:off x="1372323" y="2629128"/>
              <a:ext cx="810260" cy="681990"/>
            </a:xfrm>
            <a:custGeom>
              <a:avLst/>
              <a:gdLst/>
              <a:ahLst/>
              <a:cxnLst/>
              <a:rect l="l" t="t" r="r" b="b"/>
              <a:pathLst>
                <a:path w="810260" h="681989">
                  <a:moveTo>
                    <a:pt x="0" y="0"/>
                  </a:moveTo>
                  <a:lnTo>
                    <a:pt x="0" y="180327"/>
                  </a:lnTo>
                </a:path>
                <a:path w="810260" h="681989">
                  <a:moveTo>
                    <a:pt x="9867" y="501891"/>
                  </a:moveTo>
                  <a:lnTo>
                    <a:pt x="9867" y="681837"/>
                  </a:lnTo>
                </a:path>
                <a:path w="810260" h="681989">
                  <a:moveTo>
                    <a:pt x="720178" y="0"/>
                  </a:moveTo>
                  <a:lnTo>
                    <a:pt x="720178" y="180327"/>
                  </a:lnTo>
                </a:path>
                <a:path w="810260" h="681989">
                  <a:moveTo>
                    <a:pt x="810158" y="0"/>
                  </a:moveTo>
                  <a:lnTo>
                    <a:pt x="810158" y="180327"/>
                  </a:lnTo>
                </a:path>
                <a:path w="810260" h="681989">
                  <a:moveTo>
                    <a:pt x="810158" y="0"/>
                  </a:moveTo>
                  <a:lnTo>
                    <a:pt x="720178" y="180327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99962" y="2624575"/>
              <a:ext cx="279234" cy="198939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372323" y="2723654"/>
              <a:ext cx="1440180" cy="546100"/>
            </a:xfrm>
            <a:custGeom>
              <a:avLst/>
              <a:gdLst/>
              <a:ahLst/>
              <a:cxnLst/>
              <a:rect l="l" t="t" r="r" b="b"/>
              <a:pathLst>
                <a:path w="1440180" h="546100">
                  <a:moveTo>
                    <a:pt x="0" y="0"/>
                  </a:moveTo>
                  <a:lnTo>
                    <a:pt x="720178" y="0"/>
                  </a:lnTo>
                </a:path>
                <a:path w="1440180" h="546100">
                  <a:moveTo>
                    <a:pt x="810158" y="0"/>
                  </a:moveTo>
                  <a:lnTo>
                    <a:pt x="1439608" y="0"/>
                  </a:lnTo>
                </a:path>
                <a:path w="1440180" h="546100">
                  <a:moveTo>
                    <a:pt x="360286" y="0"/>
                  </a:moveTo>
                  <a:lnTo>
                    <a:pt x="360286" y="545553"/>
                  </a:lnTo>
                </a:path>
                <a:path w="1440180" h="546100">
                  <a:moveTo>
                    <a:pt x="9867" y="539102"/>
                  </a:moveTo>
                  <a:lnTo>
                    <a:pt x="369392" y="539102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130764" y="2505853"/>
            <a:ext cx="1962150" cy="945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  <a:tabLst>
                <a:tab pos="863600" algn="l"/>
                <a:tab pos="1630045" algn="l"/>
              </a:tabLst>
            </a:pPr>
            <a:r>
              <a:rPr dirty="0" sz="750" spc="-10">
                <a:latin typeface="Garamond"/>
                <a:cs typeface="Garamond"/>
              </a:rPr>
              <a:t>200.00</a:t>
            </a:r>
            <a:r>
              <a:rPr dirty="0" sz="750">
                <a:latin typeface="Garamond"/>
                <a:cs typeface="Garamond"/>
              </a:rPr>
              <a:t>	</a:t>
            </a:r>
            <a:r>
              <a:rPr dirty="0" sz="750" spc="-10">
                <a:latin typeface="Garamond"/>
                <a:cs typeface="Garamond"/>
              </a:rPr>
              <a:t>000.00</a:t>
            </a:r>
            <a:r>
              <a:rPr dirty="0" sz="750">
                <a:latin typeface="Garamond"/>
                <a:cs typeface="Garamond"/>
              </a:rPr>
              <a:t>	</a:t>
            </a:r>
            <a:r>
              <a:rPr dirty="0" baseline="3703" sz="1125" spc="-15">
                <a:latin typeface="Garamond"/>
                <a:cs typeface="Garamond"/>
              </a:rPr>
              <a:t>010.01</a:t>
            </a:r>
            <a:endParaRPr baseline="3703" sz="1125">
              <a:latin typeface="Garamond"/>
              <a:cs typeface="Garamond"/>
            </a:endParaRPr>
          </a:p>
          <a:p>
            <a:pPr marL="63500" marR="60960" indent="38100">
              <a:lnSpc>
                <a:spcPct val="175700"/>
              </a:lnSpc>
              <a:spcBef>
                <a:spcPts val="790"/>
              </a:spcBef>
              <a:tabLst>
                <a:tab pos="805815" algn="l"/>
                <a:tab pos="1639570" algn="l"/>
              </a:tabLst>
            </a:pPr>
            <a:r>
              <a:rPr dirty="0" baseline="7407" sz="1125" spc="-30">
                <a:latin typeface="Garamond"/>
                <a:cs typeface="Garamond"/>
              </a:rPr>
              <a:t>Start</a:t>
            </a:r>
            <a:r>
              <a:rPr dirty="0" baseline="7407" sz="1125">
                <a:latin typeface="Garamond"/>
                <a:cs typeface="Garamond"/>
              </a:rPr>
              <a:t>	</a:t>
            </a:r>
            <a:r>
              <a:rPr dirty="0" baseline="11111" sz="1125" spc="-15">
                <a:latin typeface="Garamond"/>
                <a:cs typeface="Garamond"/>
              </a:rPr>
              <a:t>Cutzenzor</a:t>
            </a:r>
            <a:r>
              <a:rPr dirty="0" baseline="11111" sz="1125">
                <a:latin typeface="Garamond"/>
                <a:cs typeface="Garamond"/>
              </a:rPr>
              <a:t>	</a:t>
            </a:r>
            <a:r>
              <a:rPr dirty="0" sz="750" spc="-10">
                <a:latin typeface="Garamond"/>
                <a:cs typeface="Garamond"/>
              </a:rPr>
              <a:t>Cutter</a:t>
            </a:r>
            <a:r>
              <a:rPr dirty="0" sz="750" spc="500">
                <a:latin typeface="Garamond"/>
                <a:cs typeface="Garamond"/>
              </a:rPr>
              <a:t> </a:t>
            </a:r>
            <a:r>
              <a:rPr dirty="0" sz="750" spc="-10">
                <a:latin typeface="Garamond"/>
                <a:cs typeface="Garamond"/>
              </a:rPr>
              <a:t>010.01</a:t>
            </a:r>
            <a:endParaRPr sz="7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750">
              <a:latin typeface="Garamond"/>
              <a:cs typeface="Garamond"/>
            </a:endParaRPr>
          </a:p>
          <a:p>
            <a:pPr marL="79375">
              <a:lnSpc>
                <a:spcPct val="100000"/>
              </a:lnSpc>
            </a:pPr>
            <a:r>
              <a:rPr dirty="0" sz="750" spc="-10">
                <a:latin typeface="Garamond"/>
                <a:cs typeface="Garamond"/>
              </a:rPr>
              <a:t>Cutter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32015" y="1463992"/>
            <a:ext cx="3505835" cy="20701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395"/>
              </a:spcBef>
            </a:pPr>
            <a:r>
              <a:rPr dirty="0" sz="750">
                <a:latin typeface="Garamond"/>
                <a:cs typeface="Garamond"/>
              </a:rPr>
              <a:t>Ladder</a:t>
            </a:r>
            <a:r>
              <a:rPr dirty="0" sz="750" spc="165">
                <a:latin typeface="Garamond"/>
                <a:cs typeface="Garamond"/>
              </a:rPr>
              <a:t> </a:t>
            </a:r>
            <a:r>
              <a:rPr dirty="0" sz="750">
                <a:latin typeface="Garamond"/>
                <a:cs typeface="Garamond"/>
              </a:rPr>
              <a:t>Diagram</a:t>
            </a:r>
            <a:r>
              <a:rPr dirty="0" sz="750" spc="165">
                <a:latin typeface="Garamond"/>
                <a:cs typeface="Garamond"/>
              </a:rPr>
              <a:t> </a:t>
            </a:r>
            <a:r>
              <a:rPr dirty="0" sz="750" spc="95">
                <a:latin typeface="Garamond"/>
                <a:cs typeface="Garamond"/>
              </a:rPr>
              <a:t>:</a:t>
            </a:r>
            <a:r>
              <a:rPr dirty="0" sz="750" spc="165">
                <a:latin typeface="Garamond"/>
                <a:cs typeface="Garamond"/>
              </a:rPr>
              <a:t> </a:t>
            </a:r>
            <a:r>
              <a:rPr dirty="0" sz="750">
                <a:latin typeface="Garamond"/>
                <a:cs typeface="Garamond"/>
              </a:rPr>
              <a:t>Main</a:t>
            </a:r>
            <a:r>
              <a:rPr dirty="0" sz="750" spc="165">
                <a:latin typeface="Garamond"/>
                <a:cs typeface="Garamond"/>
              </a:rPr>
              <a:t> </a:t>
            </a:r>
            <a:r>
              <a:rPr dirty="0" sz="750">
                <a:latin typeface="Garamond"/>
                <a:cs typeface="Garamond"/>
              </a:rPr>
              <a:t>1</a:t>
            </a:r>
            <a:r>
              <a:rPr dirty="0" sz="750" spc="165">
                <a:latin typeface="Garamond"/>
                <a:cs typeface="Garamond"/>
              </a:rPr>
              <a:t> </a:t>
            </a:r>
            <a:r>
              <a:rPr dirty="0" sz="750">
                <a:latin typeface="Garamond"/>
                <a:cs typeface="Garamond"/>
              </a:rPr>
              <a:t>Network</a:t>
            </a:r>
            <a:r>
              <a:rPr dirty="0" sz="750" spc="165">
                <a:latin typeface="Garamond"/>
                <a:cs typeface="Garamond"/>
              </a:rPr>
              <a:t> </a:t>
            </a:r>
            <a:r>
              <a:rPr dirty="0" sz="750" spc="-50">
                <a:latin typeface="Garamond"/>
                <a:cs typeface="Garamond"/>
              </a:rPr>
              <a:t>1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32015" y="1738845"/>
            <a:ext cx="3505835" cy="31940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395"/>
              </a:spcBef>
            </a:pPr>
            <a:r>
              <a:rPr dirty="0" sz="750">
                <a:latin typeface="Garamond"/>
                <a:cs typeface="Garamond"/>
              </a:rPr>
              <a:t>Main</a:t>
            </a:r>
            <a:r>
              <a:rPr dirty="0" sz="750" spc="90">
                <a:latin typeface="Garamond"/>
                <a:cs typeface="Garamond"/>
              </a:rPr>
              <a:t> </a:t>
            </a:r>
            <a:r>
              <a:rPr dirty="0" sz="750">
                <a:latin typeface="Garamond"/>
                <a:cs typeface="Garamond"/>
              </a:rPr>
              <a:t>1</a:t>
            </a:r>
            <a:r>
              <a:rPr dirty="0" sz="750" spc="114">
                <a:latin typeface="Garamond"/>
                <a:cs typeface="Garamond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>
                <a:latin typeface="Garamond"/>
                <a:cs typeface="Garamond"/>
              </a:rPr>
              <a:t>Hnife</a:t>
            </a:r>
            <a:r>
              <a:rPr dirty="0" sz="750" spc="95">
                <a:latin typeface="Garamond"/>
                <a:cs typeface="Garamond"/>
              </a:rPr>
              <a:t> </a:t>
            </a:r>
            <a:r>
              <a:rPr dirty="0" sz="750" spc="-20">
                <a:latin typeface="Garamond"/>
                <a:cs typeface="Garamond"/>
              </a:rPr>
              <a:t>lift</a:t>
            </a:r>
            <a:endParaRPr sz="750">
              <a:latin typeface="Garamond"/>
              <a:cs typeface="Garamond"/>
            </a:endParaRPr>
          </a:p>
          <a:p>
            <a:pPr marL="95250">
              <a:lnSpc>
                <a:spcPct val="100000"/>
              </a:lnSpc>
              <a:spcBef>
                <a:spcPts val="45"/>
              </a:spcBef>
            </a:pPr>
            <a:r>
              <a:rPr dirty="0" sz="750" spc="10">
                <a:latin typeface="Garamond"/>
                <a:cs typeface="Garamond"/>
              </a:rPr>
              <a:t>Application</a:t>
            </a:r>
            <a:r>
              <a:rPr dirty="0" sz="750" spc="95">
                <a:latin typeface="Garamond"/>
                <a:cs typeface="Garamond"/>
              </a:rPr>
              <a:t> :</a:t>
            </a:r>
            <a:r>
              <a:rPr dirty="0" sz="750" spc="100">
                <a:latin typeface="Garamond"/>
                <a:cs typeface="Garamond"/>
              </a:rPr>
              <a:t> </a:t>
            </a:r>
            <a:r>
              <a:rPr dirty="0" sz="750" spc="10">
                <a:latin typeface="Garamond"/>
                <a:cs typeface="Garamond"/>
              </a:rPr>
              <a:t>Meazuring</a:t>
            </a:r>
            <a:r>
              <a:rPr dirty="0" sz="750" spc="100">
                <a:latin typeface="Garamond"/>
                <a:cs typeface="Garamond"/>
              </a:rPr>
              <a:t> </a:t>
            </a:r>
            <a:r>
              <a:rPr dirty="0" sz="750" spc="10">
                <a:latin typeface="Garamond"/>
                <a:cs typeface="Garamond"/>
              </a:rPr>
              <a:t>the</a:t>
            </a:r>
            <a:r>
              <a:rPr dirty="0" sz="750" spc="100">
                <a:latin typeface="Garamond"/>
                <a:cs typeface="Garamond"/>
              </a:rPr>
              <a:t> </a:t>
            </a:r>
            <a:r>
              <a:rPr dirty="0" sz="750" spc="10">
                <a:latin typeface="Garamond"/>
                <a:cs typeface="Garamond"/>
              </a:rPr>
              <a:t>life</a:t>
            </a:r>
            <a:r>
              <a:rPr dirty="0" sz="750" spc="90">
                <a:latin typeface="Garamond"/>
                <a:cs typeface="Garamond"/>
              </a:rPr>
              <a:t> </a:t>
            </a:r>
            <a:r>
              <a:rPr dirty="0" sz="750" spc="10">
                <a:latin typeface="Garamond"/>
                <a:cs typeface="Garamond"/>
              </a:rPr>
              <a:t>of</a:t>
            </a:r>
            <a:r>
              <a:rPr dirty="0" sz="750" spc="100">
                <a:latin typeface="Garamond"/>
                <a:cs typeface="Garamond"/>
              </a:rPr>
              <a:t> </a:t>
            </a:r>
            <a:r>
              <a:rPr dirty="0" sz="750" spc="10">
                <a:latin typeface="Garamond"/>
                <a:cs typeface="Garamond"/>
              </a:rPr>
              <a:t>a</a:t>
            </a:r>
            <a:r>
              <a:rPr dirty="0" sz="750" spc="95">
                <a:latin typeface="Garamond"/>
                <a:cs typeface="Garamond"/>
              </a:rPr>
              <a:t> </a:t>
            </a:r>
            <a:r>
              <a:rPr dirty="0" sz="750" spc="10">
                <a:latin typeface="Garamond"/>
                <a:cs typeface="Garamond"/>
              </a:rPr>
              <a:t>cutting</a:t>
            </a:r>
            <a:r>
              <a:rPr dirty="0" sz="750" spc="100">
                <a:latin typeface="Garamond"/>
                <a:cs typeface="Garamond"/>
              </a:rPr>
              <a:t> </a:t>
            </a:r>
            <a:r>
              <a:rPr dirty="0" sz="750" spc="-20">
                <a:latin typeface="Garamond"/>
                <a:cs typeface="Garamond"/>
              </a:rPr>
              <a:t>life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32015" y="2135581"/>
            <a:ext cx="3505835" cy="30988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 marL="95250" marR="2608580">
              <a:lnSpc>
                <a:spcPct val="104600"/>
              </a:lnSpc>
              <a:spcBef>
                <a:spcPts val="355"/>
              </a:spcBef>
            </a:pPr>
            <a:r>
              <a:rPr dirty="0" sz="750">
                <a:latin typeface="Garamond"/>
                <a:cs typeface="Garamond"/>
              </a:rPr>
              <a:t>Network</a:t>
            </a:r>
            <a:r>
              <a:rPr dirty="0" sz="750" spc="90">
                <a:latin typeface="Garamond"/>
                <a:cs typeface="Garamond"/>
              </a:rPr>
              <a:t> </a:t>
            </a:r>
            <a:r>
              <a:rPr dirty="0" sz="750">
                <a:latin typeface="Garamond"/>
                <a:cs typeface="Garamond"/>
              </a:rPr>
              <a:t>1</a:t>
            </a:r>
            <a:r>
              <a:rPr dirty="0" sz="750" spc="114">
                <a:latin typeface="Garamond"/>
                <a:cs typeface="Garamond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 spc="-10">
                <a:latin typeface="Garamond"/>
                <a:cs typeface="Garamond"/>
              </a:rPr>
              <a:t>Cutter</a:t>
            </a:r>
            <a:r>
              <a:rPr dirty="0" sz="750" spc="500">
                <a:latin typeface="Garamond"/>
                <a:cs typeface="Garamond"/>
              </a:rPr>
              <a:t> </a:t>
            </a:r>
            <a:r>
              <a:rPr dirty="0" sz="750">
                <a:latin typeface="Garamond"/>
                <a:cs typeface="Garamond"/>
              </a:rPr>
              <a:t>Cutter</a:t>
            </a:r>
            <a:r>
              <a:rPr dirty="0" sz="750" spc="180">
                <a:latin typeface="Garamond"/>
                <a:cs typeface="Garamond"/>
              </a:rPr>
              <a:t> </a:t>
            </a:r>
            <a:r>
              <a:rPr dirty="0" sz="750" spc="-10">
                <a:latin typeface="Garamond"/>
                <a:cs typeface="Garamond"/>
              </a:rPr>
              <a:t>activation</a:t>
            </a:r>
            <a:endParaRPr sz="750">
              <a:latin typeface="Garamond"/>
              <a:cs typeface="Garamond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1375733" y="3940041"/>
            <a:ext cx="1539240" cy="469265"/>
            <a:chOff x="1375733" y="3940041"/>
            <a:chExt cx="1539240" cy="469265"/>
          </a:xfrm>
        </p:grpSpPr>
        <p:sp>
          <p:nvSpPr>
            <p:cNvPr id="19" name="object 19" descr=""/>
            <p:cNvSpPr/>
            <p:nvPr/>
          </p:nvSpPr>
          <p:spPr>
            <a:xfrm>
              <a:off x="1380286" y="4003814"/>
              <a:ext cx="629920" cy="180340"/>
            </a:xfrm>
            <a:custGeom>
              <a:avLst/>
              <a:gdLst/>
              <a:ahLst/>
              <a:cxnLst/>
              <a:rect l="l" t="t" r="r" b="b"/>
              <a:pathLst>
                <a:path w="629919" h="180339">
                  <a:moveTo>
                    <a:pt x="0" y="0"/>
                  </a:moveTo>
                  <a:lnTo>
                    <a:pt x="0" y="180327"/>
                  </a:lnTo>
                </a:path>
                <a:path w="629919" h="180339">
                  <a:moveTo>
                    <a:pt x="0" y="86944"/>
                  </a:moveTo>
                  <a:lnTo>
                    <a:pt x="629462" y="86944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009749" y="3944594"/>
              <a:ext cx="900430" cy="460375"/>
            </a:xfrm>
            <a:custGeom>
              <a:avLst/>
              <a:gdLst/>
              <a:ahLst/>
              <a:cxnLst/>
              <a:rect l="l" t="t" r="r" b="b"/>
              <a:pathLst>
                <a:path w="900430" h="460375">
                  <a:moveTo>
                    <a:pt x="0" y="0"/>
                  </a:moveTo>
                  <a:lnTo>
                    <a:pt x="900150" y="0"/>
                  </a:lnTo>
                  <a:lnTo>
                    <a:pt x="900150" y="459752"/>
                  </a:lnTo>
                  <a:lnTo>
                    <a:pt x="0" y="459752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009749" y="4122648"/>
              <a:ext cx="899794" cy="0"/>
            </a:xfrm>
            <a:custGeom>
              <a:avLst/>
              <a:gdLst/>
              <a:ahLst/>
              <a:cxnLst/>
              <a:rect l="l" t="t" r="r" b="b"/>
              <a:pathLst>
                <a:path w="899794" h="0">
                  <a:moveTo>
                    <a:pt x="0" y="0"/>
                  </a:moveTo>
                  <a:lnTo>
                    <a:pt x="899744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2" name="object 22" descr=""/>
          <p:cNvGraphicFramePr>
            <a:graphicFrameLocks noGrp="1"/>
          </p:cNvGraphicFramePr>
          <p:nvPr/>
        </p:nvGraphicFramePr>
        <p:xfrm>
          <a:off x="648341" y="3481813"/>
          <a:ext cx="3580129" cy="1224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9570"/>
                <a:gridCol w="267970"/>
                <a:gridCol w="2856865"/>
              </a:tblGrid>
              <a:tr h="328295">
                <a:tc gridSpan="3">
                  <a:txBody>
                    <a:bodyPr/>
                    <a:lstStyle/>
                    <a:p>
                      <a:pPr marL="83820" marR="2475865">
                        <a:lnSpc>
                          <a:spcPct val="105000"/>
                        </a:lnSpc>
                        <a:spcBef>
                          <a:spcPts val="355"/>
                        </a:spcBef>
                      </a:pPr>
                      <a:r>
                        <a:rPr dirty="0" sz="750">
                          <a:latin typeface="Garamond"/>
                          <a:cs typeface="Garamond"/>
                        </a:rPr>
                        <a:t>Network</a:t>
                      </a:r>
                      <a:r>
                        <a:rPr dirty="0" sz="750" spc="9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50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sz="750" spc="114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–</a:t>
                      </a:r>
                      <a:r>
                        <a:rPr dirty="0" sz="75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latin typeface="Garamond"/>
                          <a:cs typeface="Garamond"/>
                        </a:rPr>
                        <a:t>Cutter</a:t>
                      </a:r>
                      <a:r>
                        <a:rPr dirty="0" sz="750" spc="50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50">
                          <a:latin typeface="Garamond"/>
                          <a:cs typeface="Garamond"/>
                        </a:rPr>
                        <a:t>Cutter</a:t>
                      </a:r>
                      <a:r>
                        <a:rPr dirty="0" sz="750" spc="1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50">
                          <a:latin typeface="Garamond"/>
                          <a:cs typeface="Garamond"/>
                        </a:rPr>
                        <a:t>ztart</a:t>
                      </a:r>
                      <a:r>
                        <a:rPr dirty="0" sz="750" spc="1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50" spc="-10">
                          <a:latin typeface="Garamond"/>
                          <a:cs typeface="Garamond"/>
                        </a:rPr>
                        <a:t>puzhbutton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4508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8595">
                <a:tc gridSpan="3">
                  <a:txBody>
                    <a:bodyPr/>
                    <a:lstStyle/>
                    <a:p>
                      <a:pPr marL="543560">
                        <a:lnSpc>
                          <a:spcPts val="715"/>
                        </a:lnSpc>
                        <a:spcBef>
                          <a:spcPts val="670"/>
                        </a:spcBef>
                      </a:pPr>
                      <a:r>
                        <a:rPr dirty="0" sz="750" spc="-10">
                          <a:latin typeface="Garamond"/>
                          <a:cs typeface="Garamond"/>
                        </a:rPr>
                        <a:t>000.04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8509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636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 marL="814705">
                        <a:lnSpc>
                          <a:spcPts val="835"/>
                        </a:lnSpc>
                      </a:pPr>
                      <a:r>
                        <a:rPr dirty="0" sz="750" spc="-10">
                          <a:latin typeface="Garamond"/>
                          <a:cs typeface="Garamond"/>
                        </a:rPr>
                        <a:t>DIFU(13)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9334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21018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rowSpan="2">
                  <a:txBody>
                    <a:bodyPr/>
                    <a:lstStyle/>
                    <a:p>
                      <a:pPr marL="174625">
                        <a:lnSpc>
                          <a:spcPts val="735"/>
                        </a:lnSpc>
                        <a:tabLst>
                          <a:tab pos="1082675" algn="l"/>
                        </a:tabLst>
                      </a:pPr>
                      <a:r>
                        <a:rPr dirty="0" sz="750" spc="-10">
                          <a:latin typeface="Garamond"/>
                          <a:cs typeface="Garamond"/>
                        </a:rPr>
                        <a:t>Startpb</a:t>
                      </a:r>
                      <a:r>
                        <a:rPr dirty="0" sz="750"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baseline="18518" sz="1125" spc="-15">
                          <a:latin typeface="Garamond"/>
                          <a:cs typeface="Garamond"/>
                        </a:rPr>
                        <a:t>200.00</a:t>
                      </a:r>
                      <a:endParaRPr baseline="18518" sz="1125">
                        <a:latin typeface="Garamond"/>
                        <a:cs typeface="Garamond"/>
                      </a:endParaRPr>
                    </a:p>
                    <a:p>
                      <a:pPr algn="ctr" marR="762000">
                        <a:lnSpc>
                          <a:spcPts val="800"/>
                        </a:lnSpc>
                      </a:pPr>
                      <a:r>
                        <a:rPr dirty="0" sz="750" spc="-10">
                          <a:latin typeface="Garamond"/>
                          <a:cs typeface="Garamond"/>
                        </a:rPr>
                        <a:t>Start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11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6375">
                <a:tc gridSpan="3"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750">
                          <a:latin typeface="Garamond"/>
                          <a:cs typeface="Garamond"/>
                        </a:rPr>
                        <a:t>Network</a:t>
                      </a:r>
                      <a:r>
                        <a:rPr dirty="0" sz="750" spc="9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50">
                          <a:latin typeface="Garamond"/>
                          <a:cs typeface="Garamond"/>
                        </a:rPr>
                        <a:t>3</a:t>
                      </a:r>
                      <a:r>
                        <a:rPr dirty="0" sz="750" spc="1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–</a:t>
                      </a:r>
                      <a:r>
                        <a:rPr dirty="0" sz="75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latin typeface="Garamond"/>
                          <a:cs typeface="Garamond"/>
                        </a:rPr>
                        <a:t>Add</a:t>
                      </a:r>
                      <a:r>
                        <a:rPr dirty="0" sz="750" spc="10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50" spc="-50">
                          <a:latin typeface="Garamond"/>
                          <a:cs typeface="Garamond"/>
                        </a:rPr>
                        <a:t>1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501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3" name="object 23" descr=""/>
          <p:cNvSpPr/>
          <p:nvPr/>
        </p:nvSpPr>
        <p:spPr>
          <a:xfrm>
            <a:off x="643394" y="4786642"/>
            <a:ext cx="629920" cy="1160780"/>
          </a:xfrm>
          <a:custGeom>
            <a:avLst/>
            <a:gdLst/>
            <a:ahLst/>
            <a:cxnLst/>
            <a:rect l="l" t="t" r="r" b="b"/>
            <a:pathLst>
              <a:path w="629919" h="1160779">
                <a:moveTo>
                  <a:pt x="0" y="0"/>
                </a:moveTo>
                <a:lnTo>
                  <a:pt x="0" y="1160183"/>
                </a:lnTo>
              </a:path>
              <a:path w="629919" h="1160779">
                <a:moveTo>
                  <a:pt x="629843" y="62636"/>
                </a:moveTo>
                <a:lnTo>
                  <a:pt x="629843" y="242595"/>
                </a:lnTo>
              </a:path>
              <a:path w="629919" h="1160779">
                <a:moveTo>
                  <a:pt x="629843" y="129463"/>
                </a:moveTo>
                <a:lnTo>
                  <a:pt x="0" y="129463"/>
                </a:lnTo>
              </a:path>
              <a:path w="629919" h="1160779">
                <a:moveTo>
                  <a:pt x="0" y="518972"/>
                </a:moveTo>
                <a:lnTo>
                  <a:pt x="359905" y="51897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1363205" y="4849279"/>
            <a:ext cx="629920" cy="180340"/>
          </a:xfrm>
          <a:custGeom>
            <a:avLst/>
            <a:gdLst/>
            <a:ahLst/>
            <a:cxnLst/>
            <a:rect l="l" t="t" r="r" b="b"/>
            <a:pathLst>
              <a:path w="629919" h="180339">
                <a:moveTo>
                  <a:pt x="0" y="0"/>
                </a:moveTo>
                <a:lnTo>
                  <a:pt x="0" y="179958"/>
                </a:lnTo>
              </a:path>
              <a:path w="629919" h="180339">
                <a:moveTo>
                  <a:pt x="629831" y="0"/>
                </a:moveTo>
                <a:lnTo>
                  <a:pt x="629831" y="179958"/>
                </a:lnTo>
              </a:path>
              <a:path w="629919" h="180339">
                <a:moveTo>
                  <a:pt x="0" y="66827"/>
                </a:moveTo>
                <a:lnTo>
                  <a:pt x="629831" y="6682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5" name="object 25" descr=""/>
          <p:cNvGrpSpPr/>
          <p:nvPr/>
        </p:nvGrpSpPr>
        <p:grpSpPr>
          <a:xfrm>
            <a:off x="2078253" y="4844516"/>
            <a:ext cx="1539875" cy="1045210"/>
            <a:chOff x="2078253" y="4844516"/>
            <a:chExt cx="1539875" cy="1045210"/>
          </a:xfrm>
        </p:grpSpPr>
        <p:sp>
          <p:nvSpPr>
            <p:cNvPr id="26" name="object 26" descr=""/>
            <p:cNvSpPr/>
            <p:nvPr/>
          </p:nvSpPr>
          <p:spPr>
            <a:xfrm>
              <a:off x="2083015" y="4849279"/>
              <a:ext cx="629920" cy="180340"/>
            </a:xfrm>
            <a:custGeom>
              <a:avLst/>
              <a:gdLst/>
              <a:ahLst/>
              <a:cxnLst/>
              <a:rect l="l" t="t" r="r" b="b"/>
              <a:pathLst>
                <a:path w="629919" h="180339">
                  <a:moveTo>
                    <a:pt x="0" y="0"/>
                  </a:moveTo>
                  <a:lnTo>
                    <a:pt x="0" y="179958"/>
                  </a:lnTo>
                </a:path>
                <a:path w="629919" h="180339">
                  <a:moveTo>
                    <a:pt x="0" y="68719"/>
                  </a:moveTo>
                  <a:lnTo>
                    <a:pt x="629831" y="68719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712846" y="5078590"/>
              <a:ext cx="900430" cy="806450"/>
            </a:xfrm>
            <a:custGeom>
              <a:avLst/>
              <a:gdLst/>
              <a:ahLst/>
              <a:cxnLst/>
              <a:rect l="l" t="t" r="r" b="b"/>
              <a:pathLst>
                <a:path w="900429" h="806450">
                  <a:moveTo>
                    <a:pt x="0" y="0"/>
                  </a:moveTo>
                  <a:lnTo>
                    <a:pt x="900150" y="0"/>
                  </a:lnTo>
                  <a:lnTo>
                    <a:pt x="900150" y="806348"/>
                  </a:lnTo>
                  <a:lnTo>
                    <a:pt x="0" y="806348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2717400" y="5111732"/>
            <a:ext cx="8915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Garamond"/>
                <a:cs typeface="Garamond"/>
              </a:rPr>
              <a:t>ADD(30)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712847" y="5250954"/>
            <a:ext cx="900430" cy="23431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5250">
              <a:lnSpc>
                <a:spcPts val="890"/>
              </a:lnSpc>
            </a:pPr>
            <a:r>
              <a:rPr dirty="0" sz="750" spc="-20">
                <a:latin typeface="Garamond"/>
                <a:cs typeface="Garamond"/>
              </a:rPr>
              <a:t>HR00</a:t>
            </a:r>
            <a:endParaRPr sz="750">
              <a:latin typeface="Garamond"/>
              <a:cs typeface="Garamond"/>
            </a:endParaRPr>
          </a:p>
          <a:p>
            <a:pPr marL="95250">
              <a:lnSpc>
                <a:spcPct val="100000"/>
              </a:lnSpc>
              <a:spcBef>
                <a:spcPts val="45"/>
              </a:spcBef>
            </a:pPr>
            <a:r>
              <a:rPr dirty="0" sz="750" spc="-20">
                <a:latin typeface="Garamond"/>
                <a:cs typeface="Garamond"/>
              </a:rPr>
              <a:t>add2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2712847" y="5484812"/>
            <a:ext cx="900430" cy="12446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35"/>
              </a:spcBef>
            </a:pPr>
            <a:r>
              <a:rPr dirty="0" sz="750" spc="-10">
                <a:latin typeface="Garamond"/>
                <a:cs typeface="Garamond"/>
              </a:rPr>
              <a:t>#0001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2712847" y="5608954"/>
            <a:ext cx="900430" cy="27622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5250">
              <a:lnSpc>
                <a:spcPct val="100000"/>
              </a:lnSpc>
            </a:pPr>
            <a:r>
              <a:rPr dirty="0" sz="750" spc="-20">
                <a:latin typeface="Garamond"/>
                <a:cs typeface="Garamond"/>
              </a:rPr>
              <a:t>HR00</a:t>
            </a:r>
            <a:endParaRPr sz="750">
              <a:latin typeface="Garamond"/>
              <a:cs typeface="Garamond"/>
            </a:endParaRPr>
          </a:p>
          <a:p>
            <a:pPr marL="95250">
              <a:lnSpc>
                <a:spcPct val="100000"/>
              </a:lnSpc>
              <a:spcBef>
                <a:spcPts val="45"/>
              </a:spcBef>
            </a:pPr>
            <a:r>
              <a:rPr dirty="0" sz="750">
                <a:latin typeface="Garamond"/>
                <a:cs typeface="Garamond"/>
              </a:rPr>
              <a:t>add</a:t>
            </a:r>
            <a:r>
              <a:rPr dirty="0" sz="750" spc="100">
                <a:latin typeface="Garamond"/>
                <a:cs typeface="Garamond"/>
              </a:rPr>
              <a:t> </a:t>
            </a:r>
            <a:r>
              <a:rPr dirty="0" sz="750" spc="-50">
                <a:latin typeface="Garamond"/>
                <a:cs typeface="Garamond"/>
              </a:rPr>
              <a:t>2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162583" y="4742717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Garamond"/>
                <a:cs typeface="Garamond"/>
              </a:rPr>
              <a:t>200.00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882768" y="4742717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Garamond"/>
                <a:cs typeface="Garamond"/>
              </a:rPr>
              <a:t>000.01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832655" y="5006950"/>
            <a:ext cx="41084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Garamond"/>
                <a:cs typeface="Garamond"/>
              </a:rPr>
              <a:t>ProductA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206620" y="4987969"/>
            <a:ext cx="21526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Garamond"/>
                <a:cs typeface="Garamond"/>
              </a:rPr>
              <a:t>Start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2712847" y="4831816"/>
            <a:ext cx="900430" cy="207010"/>
          </a:xfrm>
          <a:custGeom>
            <a:avLst/>
            <a:gdLst/>
            <a:ahLst/>
            <a:cxnLst/>
            <a:rect l="l" t="t" r="r" b="b"/>
            <a:pathLst>
              <a:path w="900429" h="207010">
                <a:moveTo>
                  <a:pt x="0" y="0"/>
                </a:moveTo>
                <a:lnTo>
                  <a:pt x="900150" y="0"/>
                </a:lnTo>
                <a:lnTo>
                  <a:pt x="900150" y="206540"/>
                </a:lnTo>
                <a:lnTo>
                  <a:pt x="0" y="206540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643394" y="5567197"/>
            <a:ext cx="360045" cy="205104"/>
          </a:xfrm>
          <a:custGeom>
            <a:avLst/>
            <a:gdLst/>
            <a:ahLst/>
            <a:cxnLst/>
            <a:rect l="l" t="t" r="r" b="b"/>
            <a:pathLst>
              <a:path w="360044" h="205104">
                <a:moveTo>
                  <a:pt x="0" y="0"/>
                </a:moveTo>
                <a:lnTo>
                  <a:pt x="359905" y="0"/>
                </a:lnTo>
              </a:path>
              <a:path w="360044" h="205104">
                <a:moveTo>
                  <a:pt x="0" y="205003"/>
                </a:moveTo>
                <a:lnTo>
                  <a:pt x="359905" y="205003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2717400" y="4865341"/>
            <a:ext cx="8915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135"/>
              </a:spcBef>
            </a:pPr>
            <a:r>
              <a:rPr dirty="0" sz="750" spc="35">
                <a:latin typeface="Garamond"/>
                <a:cs typeface="Garamond"/>
              </a:rPr>
              <a:t>CLC(41)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2412923" y="4916106"/>
            <a:ext cx="300355" cy="272415"/>
          </a:xfrm>
          <a:custGeom>
            <a:avLst/>
            <a:gdLst/>
            <a:ahLst/>
            <a:cxnLst/>
            <a:rect l="l" t="t" r="r" b="b"/>
            <a:pathLst>
              <a:path w="300355" h="272414">
                <a:moveTo>
                  <a:pt x="299923" y="269544"/>
                </a:moveTo>
                <a:lnTo>
                  <a:pt x="0" y="269544"/>
                </a:lnTo>
              </a:path>
              <a:path w="300355" h="272414">
                <a:moveTo>
                  <a:pt x="0" y="271818"/>
                </a:moveTo>
                <a:lnTo>
                  <a:pt x="0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638651" y="5967717"/>
            <a:ext cx="3495040" cy="20701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400"/>
              </a:spcBef>
            </a:pPr>
            <a:r>
              <a:rPr dirty="0" sz="750">
                <a:latin typeface="Garamond"/>
                <a:cs typeface="Garamond"/>
              </a:rPr>
              <a:t>Network</a:t>
            </a:r>
            <a:r>
              <a:rPr dirty="0" sz="750" spc="95">
                <a:latin typeface="Garamond"/>
                <a:cs typeface="Garamond"/>
              </a:rPr>
              <a:t> </a:t>
            </a:r>
            <a:r>
              <a:rPr dirty="0" sz="750">
                <a:latin typeface="Garamond"/>
                <a:cs typeface="Garamond"/>
              </a:rPr>
              <a:t>4</a:t>
            </a:r>
            <a:r>
              <a:rPr dirty="0" sz="750" spc="120">
                <a:latin typeface="Garamond"/>
                <a:cs typeface="Garamond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Garamond"/>
                <a:cs typeface="Garamond"/>
              </a:rPr>
              <a:t>Add</a:t>
            </a:r>
            <a:r>
              <a:rPr dirty="0" sz="750" spc="105">
                <a:latin typeface="Garamond"/>
                <a:cs typeface="Garamond"/>
              </a:rPr>
              <a:t> </a:t>
            </a:r>
            <a:r>
              <a:rPr dirty="0" sz="750" spc="-50">
                <a:latin typeface="Garamond"/>
                <a:cs typeface="Garamond"/>
              </a:rPr>
              <a:t>2</a:t>
            </a:r>
            <a:endParaRPr sz="750">
              <a:latin typeface="Garamond"/>
              <a:cs typeface="Garamond"/>
            </a:endParaRPr>
          </a:p>
        </p:txBody>
      </p:sp>
      <p:graphicFrame>
        <p:nvGraphicFramePr>
          <p:cNvPr id="41" name="object 41" descr=""/>
          <p:cNvGraphicFramePr>
            <a:graphicFrameLocks noGrp="1"/>
          </p:cNvGraphicFramePr>
          <p:nvPr/>
        </p:nvGraphicFramePr>
        <p:xfrm>
          <a:off x="2068976" y="6308261"/>
          <a:ext cx="1616075" cy="1066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0200"/>
                <a:gridCol w="300355"/>
                <a:gridCol w="900430"/>
              </a:tblGrid>
              <a:tr h="12065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750" spc="35">
                          <a:latin typeface="Garamond"/>
                          <a:cs typeface="Garamond"/>
                        </a:rPr>
                        <a:t>CLC(41)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501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572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750" spc="-20">
                          <a:latin typeface="Garamond"/>
                          <a:cs typeface="Garamond"/>
                        </a:rPr>
                        <a:t>uctB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107314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01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429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7314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06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7314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4615">
                        <a:lnSpc>
                          <a:spcPts val="790"/>
                        </a:lnSpc>
                        <a:spcBef>
                          <a:spcPts val="400"/>
                        </a:spcBef>
                      </a:pPr>
                      <a:r>
                        <a:rPr dirty="0" sz="750" spc="-10">
                          <a:latin typeface="Garamond"/>
                          <a:cs typeface="Garamond"/>
                        </a:rPr>
                        <a:t>ADD(30)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508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1915">
                <a:tc gridSpan="2"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4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08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5585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750" spc="-20">
                          <a:latin typeface="Garamond"/>
                          <a:cs typeface="Garamond"/>
                        </a:rPr>
                        <a:t>HR00</a:t>
                      </a:r>
                      <a:endParaRPr sz="750">
                        <a:latin typeface="Garamond"/>
                        <a:cs typeface="Garamond"/>
                      </a:endParaRPr>
                    </a:p>
                    <a:p>
                      <a:pPr marL="94615">
                        <a:lnSpc>
                          <a:spcPts val="760"/>
                        </a:lnSpc>
                        <a:spcBef>
                          <a:spcPts val="40"/>
                        </a:spcBef>
                      </a:pPr>
                      <a:r>
                        <a:rPr dirty="0" sz="750" spc="-20">
                          <a:latin typeface="Garamond"/>
                          <a:cs typeface="Garamond"/>
                        </a:rPr>
                        <a:t>add2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698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5570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730"/>
                        </a:lnSpc>
                        <a:spcBef>
                          <a:spcPts val="80"/>
                        </a:spcBef>
                      </a:pPr>
                      <a:r>
                        <a:rPr dirty="0" sz="750" spc="-10">
                          <a:latin typeface="Garamond"/>
                          <a:cs typeface="Garamond"/>
                        </a:rPr>
                        <a:t>#0002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101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1780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750" spc="-20">
                          <a:latin typeface="Garamond"/>
                          <a:cs typeface="Garamond"/>
                        </a:rPr>
                        <a:t>HR00</a:t>
                      </a:r>
                      <a:endParaRPr sz="750">
                        <a:latin typeface="Garamond"/>
                        <a:cs typeface="Garamond"/>
                      </a:endParaRPr>
                    </a:p>
                    <a:p>
                      <a:pPr marL="946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750">
                          <a:latin typeface="Garamond"/>
                          <a:cs typeface="Garamond"/>
                        </a:rPr>
                        <a:t>add</a:t>
                      </a:r>
                      <a:r>
                        <a:rPr dirty="0" sz="750" spc="10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50" spc="-50">
                          <a:latin typeface="Garamond"/>
                          <a:cs typeface="Garamond"/>
                        </a:rPr>
                        <a:t>2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1460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2" name="object 42" descr=""/>
          <p:cNvSpPr/>
          <p:nvPr/>
        </p:nvSpPr>
        <p:spPr>
          <a:xfrm>
            <a:off x="633907" y="6198920"/>
            <a:ext cx="630555" cy="1244600"/>
          </a:xfrm>
          <a:custGeom>
            <a:avLst/>
            <a:gdLst/>
            <a:ahLst/>
            <a:cxnLst/>
            <a:rect l="l" t="t" r="r" b="b"/>
            <a:pathLst>
              <a:path w="630555" h="1244600">
                <a:moveTo>
                  <a:pt x="0" y="0"/>
                </a:moveTo>
                <a:lnTo>
                  <a:pt x="0" y="1244473"/>
                </a:lnTo>
              </a:path>
              <a:path w="630555" h="1244600">
                <a:moveTo>
                  <a:pt x="630212" y="145402"/>
                </a:moveTo>
                <a:lnTo>
                  <a:pt x="630212" y="325729"/>
                </a:lnTo>
              </a:path>
              <a:path w="630555" h="1244600">
                <a:moveTo>
                  <a:pt x="630212" y="234619"/>
                </a:moveTo>
                <a:lnTo>
                  <a:pt x="0" y="234619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1354086" y="6344323"/>
            <a:ext cx="629920" cy="180340"/>
          </a:xfrm>
          <a:custGeom>
            <a:avLst/>
            <a:gdLst/>
            <a:ahLst/>
            <a:cxnLst/>
            <a:rect l="l" t="t" r="r" b="b"/>
            <a:pathLst>
              <a:path w="629919" h="180340">
                <a:moveTo>
                  <a:pt x="0" y="0"/>
                </a:moveTo>
                <a:lnTo>
                  <a:pt x="0" y="180327"/>
                </a:lnTo>
              </a:path>
              <a:path w="629919" h="180340">
                <a:moveTo>
                  <a:pt x="629450" y="0"/>
                </a:moveTo>
                <a:lnTo>
                  <a:pt x="629450" y="180327"/>
                </a:lnTo>
              </a:path>
              <a:path w="629919" h="180340">
                <a:moveTo>
                  <a:pt x="0" y="89217"/>
                </a:moveTo>
                <a:lnTo>
                  <a:pt x="629450" y="8921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 txBox="1"/>
          <p:nvPr/>
        </p:nvSpPr>
        <p:spPr>
          <a:xfrm>
            <a:off x="1153469" y="6222190"/>
            <a:ext cx="1025525" cy="4521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31520" algn="l"/>
              </a:tabLst>
            </a:pPr>
            <a:r>
              <a:rPr dirty="0" sz="750" spc="-10">
                <a:latin typeface="Garamond"/>
                <a:cs typeface="Garamond"/>
              </a:rPr>
              <a:t>200.00</a:t>
            </a:r>
            <a:r>
              <a:rPr dirty="0" sz="750">
                <a:latin typeface="Garamond"/>
                <a:cs typeface="Garamond"/>
              </a:rPr>
              <a:t>	</a:t>
            </a:r>
            <a:r>
              <a:rPr dirty="0" sz="750" spc="-10">
                <a:latin typeface="Garamond"/>
                <a:cs typeface="Garamond"/>
              </a:rPr>
              <a:t>000.02</a:t>
            </a:r>
            <a:endParaRPr sz="7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750">
              <a:latin typeface="Garamond"/>
              <a:cs typeface="Garamond"/>
            </a:endParaRPr>
          </a:p>
          <a:p>
            <a:pPr marL="55880">
              <a:lnSpc>
                <a:spcPct val="100000"/>
              </a:lnSpc>
              <a:tabLst>
                <a:tab pos="686435" algn="l"/>
              </a:tabLst>
            </a:pPr>
            <a:r>
              <a:rPr dirty="0" sz="750" spc="-10">
                <a:latin typeface="Garamond"/>
                <a:cs typeface="Garamond"/>
              </a:rPr>
              <a:t>Start</a:t>
            </a:r>
            <a:r>
              <a:rPr dirty="0" sz="750">
                <a:latin typeface="Garamond"/>
                <a:cs typeface="Garamond"/>
              </a:rPr>
              <a:t>	</a:t>
            </a:r>
            <a:r>
              <a:rPr dirty="0" baseline="3703" sz="1125" spc="-30">
                <a:latin typeface="Garamond"/>
                <a:cs typeface="Garamond"/>
              </a:rPr>
              <a:t>Prod</a:t>
            </a:r>
            <a:endParaRPr baseline="3703" sz="1125">
              <a:latin typeface="Garamond"/>
              <a:cs typeface="Garamond"/>
            </a:endParaRPr>
          </a:p>
        </p:txBody>
      </p:sp>
      <p:sp>
        <p:nvSpPr>
          <p:cNvPr id="45" name="object 45" descr=""/>
          <p:cNvSpPr/>
          <p:nvPr/>
        </p:nvSpPr>
        <p:spPr>
          <a:xfrm>
            <a:off x="633907" y="6781672"/>
            <a:ext cx="369570" cy="514984"/>
          </a:xfrm>
          <a:custGeom>
            <a:avLst/>
            <a:gdLst/>
            <a:ahLst/>
            <a:cxnLst/>
            <a:rect l="l" t="t" r="r" b="b"/>
            <a:pathLst>
              <a:path w="369569" h="514984">
                <a:moveTo>
                  <a:pt x="0" y="0"/>
                </a:moveTo>
                <a:lnTo>
                  <a:pt x="359905" y="0"/>
                </a:lnTo>
              </a:path>
              <a:path w="369569" h="514984">
                <a:moveTo>
                  <a:pt x="0" y="245249"/>
                </a:moveTo>
                <a:lnTo>
                  <a:pt x="359905" y="245249"/>
                </a:lnTo>
              </a:path>
              <a:path w="369569" h="514984">
                <a:moveTo>
                  <a:pt x="9486" y="514794"/>
                </a:moveTo>
                <a:lnTo>
                  <a:pt x="369392" y="51479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 txBox="1"/>
          <p:nvPr/>
        </p:nvSpPr>
        <p:spPr>
          <a:xfrm>
            <a:off x="638651" y="7482116"/>
            <a:ext cx="3495040" cy="20701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400"/>
              </a:spcBef>
            </a:pPr>
            <a:r>
              <a:rPr dirty="0" sz="750">
                <a:latin typeface="Garamond"/>
                <a:cs typeface="Garamond"/>
              </a:rPr>
              <a:t>Network</a:t>
            </a:r>
            <a:r>
              <a:rPr dirty="0" sz="750" spc="95">
                <a:latin typeface="Garamond"/>
                <a:cs typeface="Garamond"/>
              </a:rPr>
              <a:t> </a:t>
            </a:r>
            <a:r>
              <a:rPr dirty="0" sz="750">
                <a:latin typeface="Garamond"/>
                <a:cs typeface="Garamond"/>
              </a:rPr>
              <a:t>5</a:t>
            </a:r>
            <a:r>
              <a:rPr dirty="0" sz="750" spc="120">
                <a:latin typeface="Garamond"/>
                <a:cs typeface="Garamond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Garamond"/>
                <a:cs typeface="Garamond"/>
              </a:rPr>
              <a:t>Add</a:t>
            </a:r>
            <a:r>
              <a:rPr dirty="0" sz="750" spc="100">
                <a:latin typeface="Garamond"/>
                <a:cs typeface="Garamond"/>
              </a:rPr>
              <a:t> </a:t>
            </a:r>
            <a:r>
              <a:rPr dirty="0" sz="750" spc="-25">
                <a:latin typeface="Garamond"/>
                <a:cs typeface="Garamond"/>
              </a:rPr>
              <a:t>10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47" name="object 47" descr=""/>
          <p:cNvSpPr/>
          <p:nvPr/>
        </p:nvSpPr>
        <p:spPr>
          <a:xfrm>
            <a:off x="624801" y="7739138"/>
            <a:ext cx="0" cy="1235710"/>
          </a:xfrm>
          <a:custGeom>
            <a:avLst/>
            <a:gdLst/>
            <a:ahLst/>
            <a:cxnLst/>
            <a:rect l="l" t="t" r="r" b="b"/>
            <a:pathLst>
              <a:path w="0" h="1235709">
                <a:moveTo>
                  <a:pt x="0" y="0"/>
                </a:moveTo>
                <a:lnTo>
                  <a:pt x="0" y="123535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 txBox="1"/>
          <p:nvPr/>
        </p:nvSpPr>
        <p:spPr>
          <a:xfrm>
            <a:off x="1153469" y="7739625"/>
            <a:ext cx="102552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31520" algn="l"/>
              </a:tabLst>
            </a:pPr>
            <a:r>
              <a:rPr dirty="0" sz="750" spc="-10">
                <a:latin typeface="Garamond"/>
                <a:cs typeface="Garamond"/>
              </a:rPr>
              <a:t>200.00</a:t>
            </a:r>
            <a:r>
              <a:rPr dirty="0" sz="750">
                <a:latin typeface="Garamond"/>
                <a:cs typeface="Garamond"/>
              </a:rPr>
              <a:t>	</a:t>
            </a:r>
            <a:r>
              <a:rPr dirty="0" sz="750" spc="-10">
                <a:latin typeface="Garamond"/>
                <a:cs typeface="Garamond"/>
              </a:rPr>
              <a:t>000.03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49" name="object 49" descr=""/>
          <p:cNvSpPr/>
          <p:nvPr/>
        </p:nvSpPr>
        <p:spPr>
          <a:xfrm>
            <a:off x="624801" y="7876946"/>
            <a:ext cx="629920" cy="179705"/>
          </a:xfrm>
          <a:custGeom>
            <a:avLst/>
            <a:gdLst/>
            <a:ahLst/>
            <a:cxnLst/>
            <a:rect l="l" t="t" r="r" b="b"/>
            <a:pathLst>
              <a:path w="629919" h="179704">
                <a:moveTo>
                  <a:pt x="629450" y="0"/>
                </a:moveTo>
                <a:lnTo>
                  <a:pt x="629450" y="179565"/>
                </a:lnTo>
              </a:path>
              <a:path w="629919" h="179704">
                <a:moveTo>
                  <a:pt x="629450" y="94526"/>
                </a:moveTo>
                <a:lnTo>
                  <a:pt x="0" y="9452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1344218" y="7876946"/>
            <a:ext cx="630555" cy="179705"/>
          </a:xfrm>
          <a:custGeom>
            <a:avLst/>
            <a:gdLst/>
            <a:ahLst/>
            <a:cxnLst/>
            <a:rect l="l" t="t" r="r" b="b"/>
            <a:pathLst>
              <a:path w="630555" h="179704">
                <a:moveTo>
                  <a:pt x="0" y="0"/>
                </a:moveTo>
                <a:lnTo>
                  <a:pt x="0" y="179565"/>
                </a:lnTo>
              </a:path>
              <a:path w="630555" h="179704">
                <a:moveTo>
                  <a:pt x="630212" y="0"/>
                </a:moveTo>
                <a:lnTo>
                  <a:pt x="630212" y="179565"/>
                </a:lnTo>
              </a:path>
              <a:path w="630555" h="179704">
                <a:moveTo>
                  <a:pt x="0" y="94526"/>
                </a:moveTo>
                <a:lnTo>
                  <a:pt x="630212" y="9452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 txBox="1"/>
          <p:nvPr/>
        </p:nvSpPr>
        <p:spPr>
          <a:xfrm>
            <a:off x="1815571" y="8052452"/>
            <a:ext cx="2184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0">
                <a:latin typeface="Garamond"/>
                <a:cs typeface="Garamond"/>
              </a:rPr>
              <a:t>Prod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1192202" y="8061568"/>
            <a:ext cx="214629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Garamond"/>
                <a:cs typeface="Garamond"/>
              </a:rPr>
              <a:t>Start</a:t>
            </a:r>
            <a:endParaRPr sz="750">
              <a:latin typeface="Garamond"/>
              <a:cs typeface="Garamond"/>
            </a:endParaRPr>
          </a:p>
        </p:txBody>
      </p:sp>
      <p:graphicFrame>
        <p:nvGraphicFramePr>
          <p:cNvPr id="53" name="object 53" descr=""/>
          <p:cNvGraphicFramePr>
            <a:graphicFrameLocks noGrp="1"/>
          </p:cNvGraphicFramePr>
          <p:nvPr/>
        </p:nvGraphicFramePr>
        <p:xfrm>
          <a:off x="2059857" y="7845444"/>
          <a:ext cx="1615440" cy="1096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0200"/>
                <a:gridCol w="299720"/>
                <a:gridCol w="900430"/>
              </a:tblGrid>
              <a:tr h="12128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750" spc="35">
                          <a:latin typeface="Garamond"/>
                          <a:cs typeface="Garamond"/>
                        </a:rPr>
                        <a:t>CLC(41)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501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445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750" spc="-20">
                          <a:latin typeface="Garamond"/>
                          <a:cs typeface="Garamond"/>
                        </a:rPr>
                        <a:t>uctC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9779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01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413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779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98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779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5250">
                        <a:lnSpc>
                          <a:spcPts val="815"/>
                        </a:lnSpc>
                        <a:spcBef>
                          <a:spcPts val="395"/>
                        </a:spcBef>
                      </a:pPr>
                      <a:r>
                        <a:rPr dirty="0" sz="750" spc="-10">
                          <a:latin typeface="Garamond"/>
                          <a:cs typeface="Garamond"/>
                        </a:rPr>
                        <a:t>ADD(30)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501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6520">
                <a:tc gridSpan="2"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4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01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3204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750" spc="-20">
                          <a:latin typeface="Garamond"/>
                          <a:cs typeface="Garamond"/>
                        </a:rPr>
                        <a:t>HR00</a:t>
                      </a:r>
                      <a:endParaRPr sz="750">
                        <a:latin typeface="Garamond"/>
                        <a:cs typeface="Garamond"/>
                      </a:endParaRPr>
                    </a:p>
                    <a:p>
                      <a:pPr marL="95250">
                        <a:lnSpc>
                          <a:spcPts val="840"/>
                        </a:lnSpc>
                        <a:spcBef>
                          <a:spcPts val="45"/>
                        </a:spcBef>
                      </a:pPr>
                      <a:r>
                        <a:rPr dirty="0" sz="750" spc="-20">
                          <a:latin typeface="Garamond"/>
                          <a:cs typeface="Garamond"/>
                        </a:rPr>
                        <a:t>add2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6839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819"/>
                        </a:lnSpc>
                        <a:spcBef>
                          <a:spcPts val="5"/>
                        </a:spcBef>
                      </a:pPr>
                      <a:r>
                        <a:rPr dirty="0" sz="750" spc="-10">
                          <a:latin typeface="Garamond"/>
                          <a:cs typeface="Garamond"/>
                        </a:rPr>
                        <a:t>#0010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0350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750" spc="-20">
                          <a:latin typeface="Garamond"/>
                          <a:cs typeface="Garamond"/>
                        </a:rPr>
                        <a:t>HR00</a:t>
                      </a:r>
                      <a:endParaRPr sz="750">
                        <a:latin typeface="Garamond"/>
                        <a:cs typeface="Garamond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750">
                          <a:latin typeface="Garamond"/>
                          <a:cs typeface="Garamond"/>
                        </a:rPr>
                        <a:t>add</a:t>
                      </a:r>
                      <a:r>
                        <a:rPr dirty="0" sz="750" spc="10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750" spc="-50">
                          <a:latin typeface="Garamond"/>
                          <a:cs typeface="Garamond"/>
                        </a:rPr>
                        <a:t>2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31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4" name="object 54" descr=""/>
          <p:cNvSpPr/>
          <p:nvPr/>
        </p:nvSpPr>
        <p:spPr>
          <a:xfrm>
            <a:off x="624801" y="8318855"/>
            <a:ext cx="369570" cy="480059"/>
          </a:xfrm>
          <a:custGeom>
            <a:avLst/>
            <a:gdLst/>
            <a:ahLst/>
            <a:cxnLst/>
            <a:rect l="l" t="t" r="r" b="b"/>
            <a:pathLst>
              <a:path w="369569" h="480059">
                <a:moveTo>
                  <a:pt x="0" y="0"/>
                </a:moveTo>
                <a:lnTo>
                  <a:pt x="359905" y="0"/>
                </a:lnTo>
              </a:path>
              <a:path w="369569" h="480059">
                <a:moveTo>
                  <a:pt x="0" y="228917"/>
                </a:moveTo>
                <a:lnTo>
                  <a:pt x="359905" y="228917"/>
                </a:lnTo>
              </a:path>
              <a:path w="369569" h="480059">
                <a:moveTo>
                  <a:pt x="9105" y="479488"/>
                </a:moveTo>
                <a:lnTo>
                  <a:pt x="369011" y="47948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 txBox="1"/>
          <p:nvPr/>
        </p:nvSpPr>
        <p:spPr>
          <a:xfrm>
            <a:off x="4608991" y="1478704"/>
            <a:ext cx="92075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Georgia"/>
                <a:cs typeface="Georgia"/>
              </a:rPr>
              <a:t>Mnemonic</a:t>
            </a:r>
            <a:r>
              <a:rPr dirty="0" sz="950" spc="10">
                <a:latin typeface="Georgia"/>
                <a:cs typeface="Georgia"/>
              </a:rPr>
              <a:t> </a:t>
            </a:r>
            <a:r>
              <a:rPr dirty="0" sz="950" spc="-10">
                <a:latin typeface="Georgia"/>
                <a:cs typeface="Georgia"/>
              </a:rPr>
              <a:t>codes</a:t>
            </a:r>
            <a:endParaRPr sz="950">
              <a:latin typeface="Georgia"/>
              <a:cs typeface="Georgia"/>
            </a:endParaRPr>
          </a:p>
        </p:txBody>
      </p:sp>
      <p:sp>
        <p:nvSpPr>
          <p:cNvPr id="56" name="object 5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79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1082" y="961543"/>
            <a:ext cx="537845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1495" algn="l"/>
              </a:tabLst>
            </a:pPr>
            <a:r>
              <a:rPr dirty="0" sz="1550" spc="-25">
                <a:latin typeface="Georgia"/>
                <a:cs typeface="Georgia"/>
              </a:rPr>
              <a:t>6.</a:t>
            </a:r>
            <a:r>
              <a:rPr dirty="0" sz="1550">
                <a:latin typeface="Georgia"/>
                <a:cs typeface="Georgia"/>
              </a:rPr>
              <a:t>	</a:t>
            </a:r>
            <a:r>
              <a:rPr dirty="0" sz="1550" spc="10">
                <a:latin typeface="Georgia"/>
                <a:cs typeface="Georgia"/>
              </a:rPr>
              <a:t>APPLICATION</a:t>
            </a:r>
            <a:r>
              <a:rPr dirty="0" sz="1550" spc="280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EXAMPLES</a:t>
            </a:r>
            <a:r>
              <a:rPr dirty="0" sz="1550" spc="285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OF</a:t>
            </a:r>
            <a:r>
              <a:rPr dirty="0" sz="1550" spc="285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BASIC</a:t>
            </a:r>
            <a:r>
              <a:rPr dirty="0" sz="1550" spc="280">
                <a:latin typeface="Georgia"/>
                <a:cs typeface="Georgia"/>
              </a:rPr>
              <a:t> </a:t>
            </a:r>
            <a:r>
              <a:rPr dirty="0" sz="1550" spc="-10">
                <a:latin typeface="Georgia"/>
                <a:cs typeface="Georgia"/>
              </a:rPr>
              <a:t>COMMANDS</a:t>
            </a:r>
            <a:endParaRPr sz="155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5" name="object 5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627397" y="1549984"/>
          <a:ext cx="2456815" cy="2987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4370"/>
                <a:gridCol w="1068070"/>
                <a:gridCol w="617855"/>
              </a:tblGrid>
              <a:tr h="1689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eorgia"/>
                          <a:cs typeface="Georgia"/>
                        </a:rPr>
                        <a:t>Address</a:t>
                      </a:r>
                      <a:endParaRPr sz="950">
                        <a:latin typeface="Georgia"/>
                        <a:cs typeface="Georgia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eorgia"/>
                          <a:cs typeface="Georgia"/>
                        </a:rPr>
                        <a:t>Instruction</a:t>
                      </a:r>
                      <a:endParaRPr sz="950">
                        <a:latin typeface="Georgia"/>
                        <a:cs typeface="Georgia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20">
                          <a:latin typeface="Georgia"/>
                          <a:cs typeface="Georgia"/>
                        </a:rPr>
                        <a:t>Data</a:t>
                      </a:r>
                      <a:endParaRPr sz="950">
                        <a:latin typeface="Georgia"/>
                        <a:cs typeface="Georgia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0015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LD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25313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0016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OUT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Garamond"/>
                          <a:cs typeface="Garamond"/>
                        </a:rPr>
                        <a:t>TR</a:t>
                      </a:r>
                      <a:r>
                        <a:rPr dirty="0" sz="950" spc="1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950" spc="-50">
                          <a:latin typeface="Garamond"/>
                          <a:cs typeface="Garamond"/>
                        </a:rPr>
                        <a:t>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0017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40">
                          <a:latin typeface="Garamond"/>
                          <a:cs typeface="Garamond"/>
                        </a:rPr>
                        <a:t>CMP(20)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50">
                          <a:latin typeface="Garamond"/>
                          <a:cs typeface="Garamond"/>
                        </a:rPr>
                        <a:t>-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#1000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HR00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0018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AND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25506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019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OUT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20001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0020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LD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Garamond"/>
                          <a:cs typeface="Garamond"/>
                        </a:rPr>
                        <a:t>TR</a:t>
                      </a:r>
                      <a:r>
                        <a:rPr dirty="0" sz="950" spc="1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950" spc="-50">
                          <a:latin typeface="Garamond"/>
                          <a:cs typeface="Garamond"/>
                        </a:rPr>
                        <a:t>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0021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AND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25507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0022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OUT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20002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0023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LD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20001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0024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OR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20002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0025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OUT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01000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0026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LD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00005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0027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MOV(21)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50">
                          <a:latin typeface="Garamond"/>
                          <a:cs typeface="Garamond"/>
                        </a:rPr>
                        <a:t>-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5"/>
                        </a:lnSpc>
                        <a:spcBef>
                          <a:spcPts val="20"/>
                        </a:spcBef>
                      </a:pPr>
                      <a:r>
                        <a:rPr dirty="0" sz="950" spc="-155">
                          <a:latin typeface="Garamond"/>
                          <a:cs typeface="Garamond"/>
                        </a:rPr>
                        <a:t>#</a:t>
                      </a:r>
                      <a:r>
                        <a:rPr dirty="0" sz="950" spc="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950" spc="-20">
                          <a:latin typeface="Garamond"/>
                          <a:cs typeface="Garamond"/>
                        </a:rPr>
                        <a:t>0000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HR00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0028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END(01)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622896" y="1523606"/>
            <a:ext cx="3505835" cy="20637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395"/>
              </a:spcBef>
            </a:pPr>
            <a:r>
              <a:rPr dirty="0" sz="750">
                <a:latin typeface="Garamond"/>
                <a:cs typeface="Garamond"/>
              </a:rPr>
              <a:t>Network</a:t>
            </a:r>
            <a:r>
              <a:rPr dirty="0" sz="750" spc="90">
                <a:latin typeface="Garamond"/>
                <a:cs typeface="Garamond"/>
              </a:rPr>
              <a:t> </a:t>
            </a:r>
            <a:r>
              <a:rPr dirty="0" sz="750">
                <a:latin typeface="Garamond"/>
                <a:cs typeface="Garamond"/>
              </a:rPr>
              <a:t>6</a:t>
            </a:r>
            <a:r>
              <a:rPr dirty="0" sz="750" spc="114">
                <a:latin typeface="Garamond"/>
                <a:cs typeface="Garamond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 spc="-10">
                <a:latin typeface="Garamond"/>
                <a:cs typeface="Garamond"/>
              </a:rPr>
              <a:t>Compare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624801" y="1792376"/>
            <a:ext cx="0" cy="1816735"/>
          </a:xfrm>
          <a:custGeom>
            <a:avLst/>
            <a:gdLst/>
            <a:ahLst/>
            <a:cxnLst/>
            <a:rect l="l" t="t" r="r" b="b"/>
            <a:pathLst>
              <a:path w="0" h="1816735">
                <a:moveTo>
                  <a:pt x="0" y="0"/>
                </a:moveTo>
                <a:lnTo>
                  <a:pt x="0" y="181660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153469" y="1773900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Garamond"/>
                <a:cs typeface="Garamond"/>
              </a:rPr>
              <a:t>253.13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154212" y="2648601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Garamond"/>
                <a:cs typeface="Garamond"/>
              </a:rPr>
              <a:t>255.06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624801" y="1911210"/>
            <a:ext cx="629920" cy="180340"/>
          </a:xfrm>
          <a:custGeom>
            <a:avLst/>
            <a:gdLst/>
            <a:ahLst/>
            <a:cxnLst/>
            <a:rect l="l" t="t" r="r" b="b"/>
            <a:pathLst>
              <a:path w="629919" h="180339">
                <a:moveTo>
                  <a:pt x="629450" y="0"/>
                </a:moveTo>
                <a:lnTo>
                  <a:pt x="629450" y="180327"/>
                </a:lnTo>
              </a:path>
              <a:path w="629919" h="180339">
                <a:moveTo>
                  <a:pt x="629450" y="88849"/>
                </a:moveTo>
                <a:lnTo>
                  <a:pt x="0" y="88849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344218" y="1911210"/>
            <a:ext cx="1333500" cy="1055370"/>
          </a:xfrm>
          <a:custGeom>
            <a:avLst/>
            <a:gdLst/>
            <a:ahLst/>
            <a:cxnLst/>
            <a:rect l="l" t="t" r="r" b="b"/>
            <a:pathLst>
              <a:path w="1333500" h="1055370">
                <a:moveTo>
                  <a:pt x="0" y="0"/>
                </a:moveTo>
                <a:lnTo>
                  <a:pt x="0" y="180327"/>
                </a:lnTo>
              </a:path>
              <a:path w="1333500" h="1055370">
                <a:moveTo>
                  <a:pt x="911542" y="874699"/>
                </a:moveTo>
                <a:lnTo>
                  <a:pt x="911542" y="1055027"/>
                </a:lnTo>
              </a:path>
              <a:path w="1333500" h="1055370">
                <a:moveTo>
                  <a:pt x="0" y="88849"/>
                </a:moveTo>
                <a:lnTo>
                  <a:pt x="1332928" y="88849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2345334" y="2785910"/>
            <a:ext cx="705485" cy="180340"/>
          </a:xfrm>
          <a:custGeom>
            <a:avLst/>
            <a:gdLst/>
            <a:ahLst/>
            <a:cxnLst/>
            <a:rect l="l" t="t" r="r" b="b"/>
            <a:pathLst>
              <a:path w="705485" h="180339">
                <a:moveTo>
                  <a:pt x="0" y="0"/>
                </a:moveTo>
                <a:lnTo>
                  <a:pt x="0" y="180327"/>
                </a:lnTo>
              </a:path>
              <a:path w="705485" h="180339">
                <a:moveTo>
                  <a:pt x="0" y="95288"/>
                </a:moveTo>
                <a:lnTo>
                  <a:pt x="705002" y="9528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216117" y="2105712"/>
            <a:ext cx="16700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Garamond"/>
                <a:cs typeface="Garamond"/>
              </a:rPr>
              <a:t>NC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666136" y="1858060"/>
            <a:ext cx="900430" cy="20129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395"/>
              </a:spcBef>
            </a:pPr>
            <a:r>
              <a:rPr dirty="0" sz="750" spc="-10">
                <a:latin typeface="Garamond"/>
                <a:cs typeface="Garamond"/>
              </a:rPr>
              <a:t>CPM(20)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666136" y="2059266"/>
            <a:ext cx="900430" cy="17145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1397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110"/>
              </a:spcBef>
            </a:pPr>
            <a:r>
              <a:rPr dirty="0" sz="750" spc="-10">
                <a:latin typeface="Garamond"/>
                <a:cs typeface="Garamond"/>
              </a:rPr>
              <a:t>#1000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666136" y="2230488"/>
            <a:ext cx="900430" cy="28448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825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65"/>
              </a:spcBef>
            </a:pPr>
            <a:r>
              <a:rPr dirty="0" sz="750" spc="-20">
                <a:latin typeface="Garamond"/>
                <a:cs typeface="Garamond"/>
              </a:rPr>
              <a:t>HR00</a:t>
            </a:r>
            <a:endParaRPr sz="750">
              <a:latin typeface="Garamond"/>
              <a:cs typeface="Garamond"/>
            </a:endParaRPr>
          </a:p>
          <a:p>
            <a:pPr marL="94615">
              <a:lnSpc>
                <a:spcPct val="100000"/>
              </a:lnSpc>
              <a:spcBef>
                <a:spcPts val="45"/>
              </a:spcBef>
            </a:pPr>
            <a:r>
              <a:rPr dirty="0" sz="750" spc="-20">
                <a:latin typeface="Garamond"/>
                <a:cs typeface="Garamond"/>
              </a:rPr>
              <a:t>add2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1728419" y="2882341"/>
            <a:ext cx="525780" cy="0"/>
          </a:xfrm>
          <a:custGeom>
            <a:avLst/>
            <a:gdLst/>
            <a:ahLst/>
            <a:cxnLst/>
            <a:rect l="l" t="t" r="r" b="b"/>
            <a:pathLst>
              <a:path w="525780" h="0">
                <a:moveTo>
                  <a:pt x="525437" y="0"/>
                </a:moveTo>
                <a:lnTo>
                  <a:pt x="0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624801" y="2509913"/>
            <a:ext cx="369570" cy="910590"/>
          </a:xfrm>
          <a:custGeom>
            <a:avLst/>
            <a:gdLst/>
            <a:ahLst/>
            <a:cxnLst/>
            <a:rect l="l" t="t" r="r" b="b"/>
            <a:pathLst>
              <a:path w="369569" h="910589">
                <a:moveTo>
                  <a:pt x="0" y="0"/>
                </a:moveTo>
                <a:lnTo>
                  <a:pt x="359905" y="0"/>
                </a:lnTo>
              </a:path>
              <a:path w="369569" h="910589">
                <a:moveTo>
                  <a:pt x="0" y="297637"/>
                </a:moveTo>
                <a:lnTo>
                  <a:pt x="359905" y="297637"/>
                </a:lnTo>
              </a:path>
              <a:path w="369569" h="910589">
                <a:moveTo>
                  <a:pt x="0" y="616915"/>
                </a:moveTo>
                <a:lnTo>
                  <a:pt x="359905" y="616915"/>
                </a:lnTo>
              </a:path>
              <a:path w="369569" h="910589">
                <a:moveTo>
                  <a:pt x="9105" y="910399"/>
                </a:moveTo>
                <a:lnTo>
                  <a:pt x="369011" y="910399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2148898" y="2944948"/>
            <a:ext cx="311785" cy="3181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780" marR="5080" indent="-5715">
              <a:lnSpc>
                <a:spcPct val="127899"/>
              </a:lnSpc>
              <a:spcBef>
                <a:spcPts val="90"/>
              </a:spcBef>
            </a:pPr>
            <a:r>
              <a:rPr dirty="0" sz="750" spc="60">
                <a:latin typeface="Garamond"/>
                <a:cs typeface="Garamond"/>
              </a:rPr>
              <a:t>=Flag </a:t>
            </a:r>
            <a:r>
              <a:rPr dirty="0" sz="750" spc="-10">
                <a:latin typeface="Garamond"/>
                <a:cs typeface="Garamond"/>
              </a:rPr>
              <a:t>255.07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2255761" y="3251746"/>
            <a:ext cx="635" cy="179705"/>
          </a:xfrm>
          <a:custGeom>
            <a:avLst/>
            <a:gdLst/>
            <a:ahLst/>
            <a:cxnLst/>
            <a:rect l="l" t="t" r="r" b="b"/>
            <a:pathLst>
              <a:path w="635" h="179704">
                <a:moveTo>
                  <a:pt x="0" y="0"/>
                </a:moveTo>
                <a:lnTo>
                  <a:pt x="368" y="17957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2345334" y="3251746"/>
            <a:ext cx="715010" cy="179705"/>
          </a:xfrm>
          <a:custGeom>
            <a:avLst/>
            <a:gdLst/>
            <a:ahLst/>
            <a:cxnLst/>
            <a:rect l="l" t="t" r="r" b="b"/>
            <a:pathLst>
              <a:path w="715010" h="179704">
                <a:moveTo>
                  <a:pt x="0" y="0"/>
                </a:moveTo>
                <a:lnTo>
                  <a:pt x="762" y="179577"/>
                </a:lnTo>
              </a:path>
              <a:path w="715010" h="179704">
                <a:moveTo>
                  <a:pt x="0" y="88442"/>
                </a:moveTo>
                <a:lnTo>
                  <a:pt x="714489" y="89204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2143582" y="3430286"/>
            <a:ext cx="30480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75">
                <a:latin typeface="Garamond"/>
                <a:cs typeface="Garamond"/>
              </a:rPr>
              <a:t>&lt;Flag</a:t>
            </a:r>
            <a:endParaRPr sz="750">
              <a:latin typeface="Garamond"/>
              <a:cs typeface="Garamond"/>
            </a:endParaRPr>
          </a:p>
        </p:txBody>
      </p:sp>
      <p:pic>
        <p:nvPicPr>
          <p:cNvPr id="26" name="object 2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4264" y="2781230"/>
            <a:ext cx="279171" cy="192246"/>
          </a:xfrm>
          <a:prstGeom prst="rect">
            <a:avLst/>
          </a:prstGeom>
        </p:spPr>
      </p:pic>
      <p:sp>
        <p:nvSpPr>
          <p:cNvPr id="27" name="object 27" descr=""/>
          <p:cNvSpPr/>
          <p:nvPr/>
        </p:nvSpPr>
        <p:spPr>
          <a:xfrm>
            <a:off x="1728419" y="2001583"/>
            <a:ext cx="525780" cy="1339850"/>
          </a:xfrm>
          <a:custGeom>
            <a:avLst/>
            <a:gdLst/>
            <a:ahLst/>
            <a:cxnLst/>
            <a:rect l="l" t="t" r="r" b="b"/>
            <a:pathLst>
              <a:path w="525780" h="1339850">
                <a:moveTo>
                  <a:pt x="525437" y="1339748"/>
                </a:moveTo>
                <a:lnTo>
                  <a:pt x="0" y="1331404"/>
                </a:lnTo>
              </a:path>
              <a:path w="525780" h="1339850">
                <a:moveTo>
                  <a:pt x="9867" y="0"/>
                </a:moveTo>
                <a:lnTo>
                  <a:pt x="9867" y="133974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2992467" y="2653913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Garamond"/>
                <a:cs typeface="Garamond"/>
              </a:rPr>
              <a:t>200.01</a:t>
            </a:r>
            <a:endParaRPr sz="750">
              <a:latin typeface="Garamond"/>
              <a:cs typeface="Garamond"/>
            </a:endParaRPr>
          </a:p>
        </p:txBody>
      </p:sp>
      <p:pic>
        <p:nvPicPr>
          <p:cNvPr id="29" name="object 2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4264" y="3246685"/>
            <a:ext cx="279171" cy="198291"/>
          </a:xfrm>
          <a:prstGeom prst="rect">
            <a:avLst/>
          </a:prstGeom>
        </p:spPr>
      </p:pic>
      <p:sp>
        <p:nvSpPr>
          <p:cNvPr id="30" name="object 30" descr=""/>
          <p:cNvSpPr txBox="1"/>
          <p:nvPr/>
        </p:nvSpPr>
        <p:spPr>
          <a:xfrm>
            <a:off x="2982976" y="3112907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Garamond"/>
                <a:cs typeface="Garamond"/>
              </a:rPr>
              <a:t>200.02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613409" y="3673144"/>
            <a:ext cx="3505835" cy="20701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00"/>
              </a:spcBef>
            </a:pPr>
            <a:r>
              <a:rPr dirty="0" sz="750">
                <a:latin typeface="Garamond"/>
                <a:cs typeface="Garamond"/>
              </a:rPr>
              <a:t>Network</a:t>
            </a:r>
            <a:r>
              <a:rPr dirty="0" sz="750" spc="90">
                <a:latin typeface="Garamond"/>
                <a:cs typeface="Garamond"/>
              </a:rPr>
              <a:t> </a:t>
            </a:r>
            <a:r>
              <a:rPr dirty="0" sz="750">
                <a:latin typeface="Garamond"/>
                <a:cs typeface="Garamond"/>
              </a:rPr>
              <a:t>7</a:t>
            </a:r>
            <a:r>
              <a:rPr dirty="0" sz="750" spc="114">
                <a:latin typeface="Garamond"/>
                <a:cs typeface="Garamond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 spc="-10">
                <a:latin typeface="Garamond"/>
                <a:cs typeface="Garamond"/>
              </a:rPr>
              <a:t>Buzzer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622896" y="4055071"/>
            <a:ext cx="527050" cy="180340"/>
          </a:xfrm>
          <a:custGeom>
            <a:avLst/>
            <a:gdLst/>
            <a:ahLst/>
            <a:cxnLst/>
            <a:rect l="l" t="t" r="r" b="b"/>
            <a:pathLst>
              <a:path w="527050" h="180339">
                <a:moveTo>
                  <a:pt x="526567" y="0"/>
                </a:moveTo>
                <a:lnTo>
                  <a:pt x="526567" y="179946"/>
                </a:lnTo>
              </a:path>
              <a:path w="527050" h="180339">
                <a:moveTo>
                  <a:pt x="524675" y="96418"/>
                </a:moveTo>
                <a:lnTo>
                  <a:pt x="0" y="9641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1239443" y="4055071"/>
            <a:ext cx="967740" cy="180340"/>
          </a:xfrm>
          <a:custGeom>
            <a:avLst/>
            <a:gdLst/>
            <a:ahLst/>
            <a:cxnLst/>
            <a:rect l="l" t="t" r="r" b="b"/>
            <a:pathLst>
              <a:path w="967739" h="180339">
                <a:moveTo>
                  <a:pt x="0" y="0"/>
                </a:moveTo>
                <a:lnTo>
                  <a:pt x="0" y="179946"/>
                </a:lnTo>
              </a:path>
              <a:path w="967739" h="180339">
                <a:moveTo>
                  <a:pt x="0" y="94907"/>
                </a:moveTo>
                <a:lnTo>
                  <a:pt x="967320" y="94907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1048691" y="4320931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Garamond"/>
                <a:cs typeface="Garamond"/>
              </a:rPr>
              <a:t>200.02</a:t>
            </a:r>
            <a:endParaRPr sz="750">
              <a:latin typeface="Garamond"/>
              <a:cs typeface="Garamond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1234681" y="4049566"/>
            <a:ext cx="1245235" cy="584200"/>
            <a:chOff x="1234681" y="4049566"/>
            <a:chExt cx="1245235" cy="584200"/>
          </a:xfrm>
        </p:grpSpPr>
        <p:sp>
          <p:nvSpPr>
            <p:cNvPr id="36" name="object 36" descr=""/>
            <p:cNvSpPr/>
            <p:nvPr/>
          </p:nvSpPr>
          <p:spPr>
            <a:xfrm>
              <a:off x="1239443" y="4448759"/>
              <a:ext cx="424180" cy="180340"/>
            </a:xfrm>
            <a:custGeom>
              <a:avLst/>
              <a:gdLst/>
              <a:ahLst/>
              <a:cxnLst/>
              <a:rect l="l" t="t" r="r" b="b"/>
              <a:pathLst>
                <a:path w="424180" h="180339">
                  <a:moveTo>
                    <a:pt x="0" y="0"/>
                  </a:moveTo>
                  <a:lnTo>
                    <a:pt x="381" y="179946"/>
                  </a:lnTo>
                </a:path>
                <a:path w="424180" h="180339">
                  <a:moveTo>
                    <a:pt x="0" y="88836"/>
                  </a:moveTo>
                  <a:lnTo>
                    <a:pt x="423672" y="89598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00319" y="4049566"/>
              <a:ext cx="279031" cy="205581"/>
            </a:xfrm>
            <a:prstGeom prst="rect">
              <a:avLst/>
            </a:prstGeom>
          </p:spPr>
        </p:pic>
      </p:grpSp>
      <p:sp>
        <p:nvSpPr>
          <p:cNvPr id="38" name="object 38" descr=""/>
          <p:cNvSpPr/>
          <p:nvPr/>
        </p:nvSpPr>
        <p:spPr>
          <a:xfrm>
            <a:off x="622896" y="3938892"/>
            <a:ext cx="527685" cy="703580"/>
          </a:xfrm>
          <a:custGeom>
            <a:avLst/>
            <a:gdLst/>
            <a:ahLst/>
            <a:cxnLst/>
            <a:rect l="l" t="t" r="r" b="b"/>
            <a:pathLst>
              <a:path w="527685" h="703579">
                <a:moveTo>
                  <a:pt x="526567" y="509866"/>
                </a:moveTo>
                <a:lnTo>
                  <a:pt x="527329" y="689813"/>
                </a:lnTo>
              </a:path>
              <a:path w="527685" h="703579">
                <a:moveTo>
                  <a:pt x="524675" y="599846"/>
                </a:moveTo>
                <a:lnTo>
                  <a:pt x="0" y="600608"/>
                </a:lnTo>
              </a:path>
              <a:path w="527685" h="703579">
                <a:moveTo>
                  <a:pt x="0" y="0"/>
                </a:moveTo>
                <a:lnTo>
                  <a:pt x="0" y="70311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 txBox="1"/>
          <p:nvPr/>
        </p:nvSpPr>
        <p:spPr>
          <a:xfrm>
            <a:off x="1023291" y="3917751"/>
            <a:ext cx="145732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1137920" algn="l"/>
              </a:tabLst>
            </a:pPr>
            <a:r>
              <a:rPr dirty="0" sz="750" spc="-10">
                <a:latin typeface="Garamond"/>
                <a:cs typeface="Garamond"/>
              </a:rPr>
              <a:t>200.01</a:t>
            </a:r>
            <a:r>
              <a:rPr dirty="0" sz="750">
                <a:latin typeface="Garamond"/>
                <a:cs typeface="Garamond"/>
              </a:rPr>
              <a:t>	</a:t>
            </a:r>
            <a:r>
              <a:rPr dirty="0" baseline="7407" sz="1125" spc="-15">
                <a:latin typeface="Garamond"/>
                <a:cs typeface="Garamond"/>
              </a:rPr>
              <a:t>010.00</a:t>
            </a:r>
            <a:endParaRPr baseline="7407" sz="1125">
              <a:latin typeface="Garamond"/>
              <a:cs typeface="Garamond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2153453" y="4257911"/>
            <a:ext cx="27813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Garamond"/>
                <a:cs typeface="Garamond"/>
              </a:rPr>
              <a:t>Cutter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1663115" y="4151490"/>
            <a:ext cx="0" cy="375285"/>
          </a:xfrm>
          <a:custGeom>
            <a:avLst/>
            <a:gdLst/>
            <a:ahLst/>
            <a:cxnLst/>
            <a:rect l="l" t="t" r="r" b="b"/>
            <a:pathLst>
              <a:path w="0" h="375285">
                <a:moveTo>
                  <a:pt x="0" y="374713"/>
                </a:moveTo>
                <a:lnTo>
                  <a:pt x="0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 txBox="1"/>
          <p:nvPr/>
        </p:nvSpPr>
        <p:spPr>
          <a:xfrm>
            <a:off x="613409" y="4719828"/>
            <a:ext cx="3505835" cy="20701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00"/>
              </a:spcBef>
            </a:pPr>
            <a:r>
              <a:rPr dirty="0" sz="750">
                <a:latin typeface="Garamond"/>
                <a:cs typeface="Garamond"/>
              </a:rPr>
              <a:t>Network</a:t>
            </a:r>
            <a:r>
              <a:rPr dirty="0" sz="750" spc="90">
                <a:latin typeface="Garamond"/>
                <a:cs typeface="Garamond"/>
              </a:rPr>
              <a:t> </a:t>
            </a:r>
            <a:r>
              <a:rPr dirty="0" sz="750">
                <a:latin typeface="Garamond"/>
                <a:cs typeface="Garamond"/>
              </a:rPr>
              <a:t>8</a:t>
            </a:r>
            <a:r>
              <a:rPr dirty="0" sz="750" spc="114">
                <a:latin typeface="Garamond"/>
                <a:cs typeface="Garamond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Garamond"/>
                <a:cs typeface="Garamond"/>
              </a:rPr>
              <a:t>Rezet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1153469" y="4964427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Garamond"/>
                <a:cs typeface="Garamond"/>
              </a:rPr>
              <a:t>000.05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624801" y="5102123"/>
            <a:ext cx="629920" cy="180340"/>
          </a:xfrm>
          <a:custGeom>
            <a:avLst/>
            <a:gdLst/>
            <a:ahLst/>
            <a:cxnLst/>
            <a:rect l="l" t="t" r="r" b="b"/>
            <a:pathLst>
              <a:path w="629919" h="180339">
                <a:moveTo>
                  <a:pt x="629450" y="0"/>
                </a:moveTo>
                <a:lnTo>
                  <a:pt x="629450" y="180339"/>
                </a:lnTo>
              </a:path>
              <a:path w="629919" h="180339">
                <a:moveTo>
                  <a:pt x="629450" y="95300"/>
                </a:moveTo>
                <a:lnTo>
                  <a:pt x="0" y="9530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1344218" y="5102123"/>
            <a:ext cx="1333500" cy="180340"/>
          </a:xfrm>
          <a:custGeom>
            <a:avLst/>
            <a:gdLst/>
            <a:ahLst/>
            <a:cxnLst/>
            <a:rect l="l" t="t" r="r" b="b"/>
            <a:pathLst>
              <a:path w="1333500" h="180339">
                <a:moveTo>
                  <a:pt x="0" y="0"/>
                </a:moveTo>
                <a:lnTo>
                  <a:pt x="0" y="180339"/>
                </a:lnTo>
              </a:path>
              <a:path w="1333500" h="180339">
                <a:moveTo>
                  <a:pt x="0" y="95300"/>
                </a:moveTo>
                <a:lnTo>
                  <a:pt x="1332928" y="9530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 txBox="1"/>
          <p:nvPr/>
        </p:nvSpPr>
        <p:spPr>
          <a:xfrm>
            <a:off x="1176629" y="5296996"/>
            <a:ext cx="24511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0">
                <a:latin typeface="Garamond"/>
                <a:cs typeface="Garamond"/>
              </a:rPr>
              <a:t>Rezet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2666136" y="5055425"/>
            <a:ext cx="900430" cy="19558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400"/>
              </a:spcBef>
            </a:pPr>
            <a:r>
              <a:rPr dirty="0" sz="750" spc="-10">
                <a:latin typeface="Garamond"/>
                <a:cs typeface="Garamond"/>
              </a:rPr>
              <a:t>MOV(21)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2666136" y="5250573"/>
            <a:ext cx="900430" cy="16192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160"/>
              </a:spcBef>
            </a:pPr>
            <a:r>
              <a:rPr dirty="0" sz="750" spc="-10">
                <a:latin typeface="Garamond"/>
                <a:cs typeface="Garamond"/>
              </a:rPr>
              <a:t>#0000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2666136" y="5412295"/>
            <a:ext cx="900430" cy="29972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185"/>
              </a:spcBef>
            </a:pPr>
            <a:r>
              <a:rPr dirty="0" sz="750" spc="-20">
                <a:latin typeface="Garamond"/>
                <a:cs typeface="Garamond"/>
              </a:rPr>
              <a:t>HR00</a:t>
            </a:r>
            <a:endParaRPr sz="750">
              <a:latin typeface="Garamond"/>
              <a:cs typeface="Garamond"/>
            </a:endParaRPr>
          </a:p>
          <a:p>
            <a:pPr marL="94615">
              <a:lnSpc>
                <a:spcPct val="100000"/>
              </a:lnSpc>
              <a:spcBef>
                <a:spcPts val="45"/>
              </a:spcBef>
            </a:pPr>
            <a:r>
              <a:rPr dirty="0" sz="750" spc="-20">
                <a:latin typeface="Garamond"/>
                <a:cs typeface="Garamond"/>
              </a:rPr>
              <a:t>add2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50" name="object 50" descr=""/>
          <p:cNvSpPr/>
          <p:nvPr/>
        </p:nvSpPr>
        <p:spPr>
          <a:xfrm>
            <a:off x="613409" y="4969636"/>
            <a:ext cx="371475" cy="835025"/>
          </a:xfrm>
          <a:custGeom>
            <a:avLst/>
            <a:gdLst/>
            <a:ahLst/>
            <a:cxnLst/>
            <a:rect l="l" t="t" r="r" b="b"/>
            <a:pathLst>
              <a:path w="371475" h="835025">
                <a:moveTo>
                  <a:pt x="11391" y="537578"/>
                </a:moveTo>
                <a:lnTo>
                  <a:pt x="371297" y="537578"/>
                </a:lnTo>
              </a:path>
              <a:path w="371475" h="835025">
                <a:moveTo>
                  <a:pt x="0" y="0"/>
                </a:moveTo>
                <a:lnTo>
                  <a:pt x="0" y="834453"/>
                </a:lnTo>
              </a:path>
              <a:path w="371475" h="835025">
                <a:moveTo>
                  <a:pt x="11391" y="750176"/>
                </a:moveTo>
                <a:lnTo>
                  <a:pt x="371297" y="75017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 txBox="1"/>
          <p:nvPr/>
        </p:nvSpPr>
        <p:spPr>
          <a:xfrm>
            <a:off x="613409" y="5832944"/>
            <a:ext cx="3505835" cy="20637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395"/>
              </a:spcBef>
            </a:pPr>
            <a:r>
              <a:rPr dirty="0" sz="750">
                <a:latin typeface="Garamond"/>
                <a:cs typeface="Garamond"/>
              </a:rPr>
              <a:t>Network</a:t>
            </a:r>
            <a:r>
              <a:rPr dirty="0" sz="750" spc="90">
                <a:latin typeface="Garamond"/>
                <a:cs typeface="Garamond"/>
              </a:rPr>
              <a:t> </a:t>
            </a:r>
            <a:r>
              <a:rPr dirty="0" sz="750">
                <a:latin typeface="Garamond"/>
                <a:cs typeface="Garamond"/>
              </a:rPr>
              <a:t>9</a:t>
            </a:r>
            <a:r>
              <a:rPr dirty="0" sz="750" spc="114">
                <a:latin typeface="Garamond"/>
                <a:cs typeface="Garamond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25">
                <a:latin typeface="Garamond"/>
                <a:cs typeface="Garamond"/>
              </a:rPr>
              <a:t>End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52" name="object 52" descr=""/>
          <p:cNvSpPr/>
          <p:nvPr/>
        </p:nvSpPr>
        <p:spPr>
          <a:xfrm>
            <a:off x="624801" y="6089586"/>
            <a:ext cx="0" cy="251460"/>
          </a:xfrm>
          <a:custGeom>
            <a:avLst/>
            <a:gdLst/>
            <a:ahLst/>
            <a:cxnLst/>
            <a:rect l="l" t="t" r="r" b="b"/>
            <a:pathLst>
              <a:path w="0" h="251460">
                <a:moveTo>
                  <a:pt x="0" y="0"/>
                </a:moveTo>
                <a:lnTo>
                  <a:pt x="0" y="25132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 txBox="1"/>
          <p:nvPr/>
        </p:nvSpPr>
        <p:spPr>
          <a:xfrm>
            <a:off x="1254252" y="6113881"/>
            <a:ext cx="677545" cy="19939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00"/>
              </a:spcBef>
            </a:pPr>
            <a:r>
              <a:rPr dirty="0" sz="750">
                <a:latin typeface="Garamond"/>
                <a:cs typeface="Garamond"/>
              </a:rPr>
              <a:t>End</a:t>
            </a:r>
            <a:r>
              <a:rPr dirty="0" sz="750" spc="65">
                <a:latin typeface="Garamond"/>
                <a:cs typeface="Garamond"/>
              </a:rPr>
              <a:t> </a:t>
            </a:r>
            <a:r>
              <a:rPr dirty="0" sz="750" spc="-20">
                <a:latin typeface="Garamond"/>
                <a:cs typeface="Garamond"/>
              </a:rPr>
              <a:t>(01)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54" name="object 54" descr=""/>
          <p:cNvSpPr/>
          <p:nvPr/>
        </p:nvSpPr>
        <p:spPr>
          <a:xfrm>
            <a:off x="624801" y="6209931"/>
            <a:ext cx="629920" cy="0"/>
          </a:xfrm>
          <a:custGeom>
            <a:avLst/>
            <a:gdLst/>
            <a:ahLst/>
            <a:cxnLst/>
            <a:rect l="l" t="t" r="r" b="b"/>
            <a:pathLst>
              <a:path w="629919" h="0">
                <a:moveTo>
                  <a:pt x="629450" y="0"/>
                </a:moveTo>
                <a:lnTo>
                  <a:pt x="0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80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1082" y="961543"/>
            <a:ext cx="5378450" cy="83311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31495" indent="-518795">
              <a:lnSpc>
                <a:spcPct val="100000"/>
              </a:lnSpc>
              <a:spcBef>
                <a:spcPts val="125"/>
              </a:spcBef>
              <a:buAutoNum type="arabicPeriod" startAt="6"/>
              <a:tabLst>
                <a:tab pos="531495" algn="l"/>
              </a:tabLst>
            </a:pPr>
            <a:r>
              <a:rPr dirty="0" sz="1550" spc="10">
                <a:latin typeface="Georgia"/>
                <a:cs typeface="Georgia"/>
              </a:rPr>
              <a:t>APPLICATION</a:t>
            </a:r>
            <a:r>
              <a:rPr dirty="0" sz="1550" spc="280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EXAMPLES</a:t>
            </a:r>
            <a:r>
              <a:rPr dirty="0" sz="1550" spc="285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OF</a:t>
            </a:r>
            <a:r>
              <a:rPr dirty="0" sz="1550" spc="285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BASIC</a:t>
            </a:r>
            <a:r>
              <a:rPr dirty="0" sz="1550" spc="280">
                <a:latin typeface="Georgia"/>
                <a:cs typeface="Georgia"/>
              </a:rPr>
              <a:t> </a:t>
            </a:r>
            <a:r>
              <a:rPr dirty="0" sz="1550" spc="-10">
                <a:latin typeface="Georgia"/>
                <a:cs typeface="Georgia"/>
              </a:rPr>
              <a:t>COMMANDS</a:t>
            </a:r>
            <a:endParaRPr sz="15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844"/>
              </a:spcBef>
              <a:buFont typeface="Georgia"/>
              <a:buAutoNum type="arabicPeriod" startAt="6"/>
            </a:pPr>
            <a:endParaRPr sz="1550">
              <a:latin typeface="Georgia"/>
              <a:cs typeface="Georgia"/>
            </a:endParaRPr>
          </a:p>
          <a:p>
            <a:pPr lvl="1" marL="237490" indent="-224790">
              <a:lnSpc>
                <a:spcPct val="100000"/>
              </a:lnSpc>
              <a:buSzPct val="48387"/>
              <a:buFont typeface="Segoe UI Symbol"/>
              <a:buChar char="❑"/>
              <a:tabLst>
                <a:tab pos="237490" algn="l"/>
              </a:tabLst>
            </a:pPr>
            <a:r>
              <a:rPr dirty="0" sz="1550">
                <a:latin typeface="Georgia"/>
                <a:cs typeface="Georgia"/>
              </a:rPr>
              <a:t>Application</a:t>
            </a:r>
            <a:r>
              <a:rPr dirty="0" sz="1550" spc="40">
                <a:latin typeface="Georgia"/>
                <a:cs typeface="Georgia"/>
              </a:rPr>
              <a:t> </a:t>
            </a:r>
            <a:r>
              <a:rPr dirty="0" sz="1550" spc="-10">
                <a:latin typeface="Georgia"/>
                <a:cs typeface="Georgia"/>
              </a:rPr>
              <a:t>#13:</a:t>
            </a:r>
            <a:r>
              <a:rPr dirty="0" sz="1550" spc="40">
                <a:latin typeface="Georgia"/>
                <a:cs typeface="Georgia"/>
              </a:rPr>
              <a:t> </a:t>
            </a:r>
            <a:r>
              <a:rPr dirty="0" sz="1550" spc="60">
                <a:latin typeface="Georgia"/>
                <a:cs typeface="Georgia"/>
              </a:rPr>
              <a:t>Car</a:t>
            </a:r>
            <a:r>
              <a:rPr dirty="0" sz="1550" spc="45">
                <a:latin typeface="Georgia"/>
                <a:cs typeface="Georgia"/>
              </a:rPr>
              <a:t> </a:t>
            </a:r>
            <a:r>
              <a:rPr dirty="0" sz="1550">
                <a:latin typeface="Georgia"/>
                <a:cs typeface="Georgia"/>
              </a:rPr>
              <a:t>Park</a:t>
            </a:r>
            <a:r>
              <a:rPr dirty="0" sz="1550" spc="40">
                <a:latin typeface="Georgia"/>
                <a:cs typeface="Georgia"/>
              </a:rPr>
              <a:t> </a:t>
            </a:r>
            <a:r>
              <a:rPr dirty="0" sz="1550" spc="-10">
                <a:latin typeface="Georgia"/>
                <a:cs typeface="Georgia"/>
              </a:rPr>
              <a:t>Control</a:t>
            </a:r>
            <a:endParaRPr sz="1550">
              <a:latin typeface="Georgia"/>
              <a:cs typeface="Georg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80717" y="1922009"/>
            <a:ext cx="5059045" cy="6261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3600"/>
              </a:lnSpc>
              <a:spcBef>
                <a:spcPts val="95"/>
              </a:spcBef>
            </a:pPr>
            <a:r>
              <a:rPr dirty="0" sz="950">
                <a:latin typeface="Garamond"/>
                <a:cs typeface="Garamond"/>
              </a:rPr>
              <a:t>Thiz</a:t>
            </a:r>
            <a:r>
              <a:rPr dirty="0" sz="950" spc="2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iz</a:t>
            </a:r>
            <a:r>
              <a:rPr dirty="0" sz="950" spc="2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</a:t>
            </a:r>
            <a:r>
              <a:rPr dirty="0" sz="950" spc="21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zimple</a:t>
            </a:r>
            <a:r>
              <a:rPr dirty="0" sz="950" spc="2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car</a:t>
            </a:r>
            <a:r>
              <a:rPr dirty="0" sz="950" spc="2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park</a:t>
            </a:r>
            <a:r>
              <a:rPr dirty="0" sz="950" spc="21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control</a:t>
            </a:r>
            <a:r>
              <a:rPr dirty="0" sz="950" spc="22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zyztem</a:t>
            </a:r>
            <a:r>
              <a:rPr dirty="0" sz="950" spc="21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that</a:t>
            </a:r>
            <a:r>
              <a:rPr dirty="0" sz="950" spc="21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allowz</a:t>
            </a:r>
            <a:r>
              <a:rPr dirty="0" sz="950" spc="21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only</a:t>
            </a:r>
            <a:r>
              <a:rPr dirty="0" sz="950" spc="21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a</a:t>
            </a:r>
            <a:r>
              <a:rPr dirty="0" sz="950" spc="21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maximum</a:t>
            </a:r>
            <a:r>
              <a:rPr dirty="0" sz="950" spc="204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of</a:t>
            </a:r>
            <a:r>
              <a:rPr dirty="0" sz="950" spc="21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100</a:t>
            </a:r>
            <a:r>
              <a:rPr dirty="0" sz="950" spc="21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carz</a:t>
            </a:r>
            <a:r>
              <a:rPr dirty="0" sz="950" spc="21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parking</a:t>
            </a:r>
            <a:r>
              <a:rPr dirty="0" sz="950" spc="210">
                <a:latin typeface="Garamond"/>
                <a:cs typeface="Garamond"/>
              </a:rPr>
              <a:t> </a:t>
            </a:r>
            <a:r>
              <a:rPr dirty="0" sz="950" spc="-10">
                <a:latin typeface="Garamond"/>
                <a:cs typeface="Garamond"/>
              </a:rPr>
              <a:t>zpace. </a:t>
            </a:r>
            <a:r>
              <a:rPr dirty="0" sz="950" spc="10">
                <a:latin typeface="Garamond"/>
                <a:cs typeface="Garamond"/>
              </a:rPr>
              <a:t>Everytime</a:t>
            </a:r>
            <a:r>
              <a:rPr dirty="0" sz="950" spc="20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a</a:t>
            </a:r>
            <a:r>
              <a:rPr dirty="0" sz="950" spc="20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car</a:t>
            </a:r>
            <a:r>
              <a:rPr dirty="0" sz="950" spc="19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comez</a:t>
            </a:r>
            <a:r>
              <a:rPr dirty="0" sz="950" spc="195">
                <a:latin typeface="Garamond"/>
                <a:cs typeface="Garamond"/>
              </a:rPr>
              <a:t> </a:t>
            </a:r>
            <a:r>
              <a:rPr dirty="0" sz="950" spc="50">
                <a:latin typeface="Garamond"/>
                <a:cs typeface="Garamond"/>
              </a:rPr>
              <a:t>in,</a:t>
            </a:r>
            <a:r>
              <a:rPr dirty="0" sz="950" spc="19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the</a:t>
            </a:r>
            <a:r>
              <a:rPr dirty="0" sz="950" spc="19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PLC</a:t>
            </a:r>
            <a:r>
              <a:rPr dirty="0" sz="950" spc="204">
                <a:latin typeface="Garamond"/>
                <a:cs typeface="Garamond"/>
              </a:rPr>
              <a:t> </a:t>
            </a:r>
            <a:r>
              <a:rPr dirty="0" sz="950" spc="55">
                <a:latin typeface="Garamond"/>
                <a:cs typeface="Garamond"/>
              </a:rPr>
              <a:t>will</a:t>
            </a:r>
            <a:r>
              <a:rPr dirty="0" sz="950" spc="19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automatically</a:t>
            </a:r>
            <a:r>
              <a:rPr dirty="0" sz="950" spc="204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add</a:t>
            </a:r>
            <a:r>
              <a:rPr dirty="0" sz="950" spc="19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one</a:t>
            </a:r>
            <a:r>
              <a:rPr dirty="0" sz="950" spc="204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through</a:t>
            </a:r>
            <a:r>
              <a:rPr dirty="0" sz="950" spc="195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zenzor</a:t>
            </a:r>
            <a:r>
              <a:rPr dirty="0" sz="950" spc="195">
                <a:latin typeface="Garamond"/>
                <a:cs typeface="Garamond"/>
              </a:rPr>
              <a:t> </a:t>
            </a:r>
            <a:r>
              <a:rPr dirty="0" sz="950" spc="70">
                <a:latin typeface="Garamond"/>
                <a:cs typeface="Garamond"/>
              </a:rPr>
              <a:t>S1.</a:t>
            </a:r>
            <a:r>
              <a:rPr dirty="0" sz="950" spc="20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Any</a:t>
            </a:r>
            <a:r>
              <a:rPr dirty="0" sz="950" spc="200">
                <a:latin typeface="Garamond"/>
                <a:cs typeface="Garamond"/>
              </a:rPr>
              <a:t> </a:t>
            </a:r>
            <a:r>
              <a:rPr dirty="0" sz="950" spc="10">
                <a:latin typeface="Garamond"/>
                <a:cs typeface="Garamond"/>
              </a:rPr>
              <a:t>car</a:t>
            </a:r>
            <a:r>
              <a:rPr dirty="0" sz="950" spc="195">
                <a:latin typeface="Garamond"/>
                <a:cs typeface="Garamond"/>
              </a:rPr>
              <a:t> </a:t>
            </a:r>
            <a:r>
              <a:rPr dirty="0" sz="950" spc="-20">
                <a:latin typeface="Garamond"/>
                <a:cs typeface="Garamond"/>
              </a:rPr>
              <a:t>that </a:t>
            </a:r>
            <a:r>
              <a:rPr dirty="0" sz="950" spc="20">
                <a:latin typeface="Garamond"/>
                <a:cs typeface="Garamond"/>
              </a:rPr>
              <a:t>goez</a:t>
            </a:r>
            <a:r>
              <a:rPr dirty="0" sz="950" spc="60">
                <a:latin typeface="Garamond"/>
                <a:cs typeface="Garamond"/>
              </a:rPr>
              <a:t> </a:t>
            </a:r>
            <a:r>
              <a:rPr dirty="0" sz="950" spc="20">
                <a:latin typeface="Garamond"/>
                <a:cs typeface="Garamond"/>
              </a:rPr>
              <a:t>out</a:t>
            </a:r>
            <a:r>
              <a:rPr dirty="0" sz="950" spc="60">
                <a:latin typeface="Garamond"/>
                <a:cs typeface="Garamond"/>
              </a:rPr>
              <a:t> </a:t>
            </a:r>
            <a:r>
              <a:rPr dirty="0" sz="950" spc="55">
                <a:latin typeface="Garamond"/>
                <a:cs typeface="Garamond"/>
              </a:rPr>
              <a:t>will</a:t>
            </a:r>
            <a:r>
              <a:rPr dirty="0" sz="950" spc="65">
                <a:latin typeface="Garamond"/>
                <a:cs typeface="Garamond"/>
              </a:rPr>
              <a:t> </a:t>
            </a:r>
            <a:r>
              <a:rPr dirty="0" sz="950" spc="20">
                <a:latin typeface="Garamond"/>
                <a:cs typeface="Garamond"/>
              </a:rPr>
              <a:t>automatically</a:t>
            </a:r>
            <a:r>
              <a:rPr dirty="0" sz="950" spc="60">
                <a:latin typeface="Garamond"/>
                <a:cs typeface="Garamond"/>
              </a:rPr>
              <a:t> </a:t>
            </a:r>
            <a:r>
              <a:rPr dirty="0" sz="950" spc="20">
                <a:latin typeface="Garamond"/>
                <a:cs typeface="Garamond"/>
              </a:rPr>
              <a:t>be</a:t>
            </a:r>
            <a:r>
              <a:rPr dirty="0" sz="950" spc="60">
                <a:latin typeface="Garamond"/>
                <a:cs typeface="Garamond"/>
              </a:rPr>
              <a:t> </a:t>
            </a:r>
            <a:r>
              <a:rPr dirty="0" sz="950" spc="20">
                <a:latin typeface="Garamond"/>
                <a:cs typeface="Garamond"/>
              </a:rPr>
              <a:t>zubtracted</a:t>
            </a:r>
            <a:r>
              <a:rPr dirty="0" sz="950" spc="60">
                <a:latin typeface="Garamond"/>
                <a:cs typeface="Garamond"/>
              </a:rPr>
              <a:t> </a:t>
            </a:r>
            <a:r>
              <a:rPr dirty="0" sz="950" spc="20">
                <a:latin typeface="Garamond"/>
                <a:cs typeface="Garamond"/>
              </a:rPr>
              <a:t>by</a:t>
            </a:r>
            <a:r>
              <a:rPr dirty="0" sz="950" spc="65">
                <a:latin typeface="Garamond"/>
                <a:cs typeface="Garamond"/>
              </a:rPr>
              <a:t> </a:t>
            </a:r>
            <a:r>
              <a:rPr dirty="0" sz="950" spc="20">
                <a:latin typeface="Garamond"/>
                <a:cs typeface="Garamond"/>
              </a:rPr>
              <a:t>one</a:t>
            </a:r>
            <a:r>
              <a:rPr dirty="0" sz="950" spc="60">
                <a:latin typeface="Garamond"/>
                <a:cs typeface="Garamond"/>
              </a:rPr>
              <a:t> </a:t>
            </a:r>
            <a:r>
              <a:rPr dirty="0" sz="950" spc="20">
                <a:latin typeface="Garamond"/>
                <a:cs typeface="Garamond"/>
              </a:rPr>
              <a:t>through</a:t>
            </a:r>
            <a:r>
              <a:rPr dirty="0" sz="950" spc="65">
                <a:latin typeface="Garamond"/>
                <a:cs typeface="Garamond"/>
              </a:rPr>
              <a:t> </a:t>
            </a:r>
            <a:r>
              <a:rPr dirty="0" sz="950" spc="20">
                <a:latin typeface="Garamond"/>
                <a:cs typeface="Garamond"/>
              </a:rPr>
              <a:t>zenzor</a:t>
            </a:r>
            <a:r>
              <a:rPr dirty="0" sz="950" spc="60">
                <a:latin typeface="Garamond"/>
                <a:cs typeface="Garamond"/>
              </a:rPr>
              <a:t> </a:t>
            </a:r>
            <a:r>
              <a:rPr dirty="0" sz="950" spc="70">
                <a:latin typeface="Garamond"/>
                <a:cs typeface="Garamond"/>
              </a:rPr>
              <a:t>S2.</a:t>
            </a:r>
            <a:r>
              <a:rPr dirty="0" sz="950" spc="60">
                <a:latin typeface="Garamond"/>
                <a:cs typeface="Garamond"/>
              </a:rPr>
              <a:t> </a:t>
            </a:r>
            <a:r>
              <a:rPr dirty="0" sz="950" spc="20">
                <a:latin typeface="Garamond"/>
                <a:cs typeface="Garamond"/>
              </a:rPr>
              <a:t>When</a:t>
            </a:r>
            <a:r>
              <a:rPr dirty="0" sz="950" spc="60">
                <a:latin typeface="Garamond"/>
                <a:cs typeface="Garamond"/>
              </a:rPr>
              <a:t> </a:t>
            </a:r>
            <a:r>
              <a:rPr dirty="0" sz="950" spc="20">
                <a:latin typeface="Garamond"/>
                <a:cs typeface="Garamond"/>
              </a:rPr>
              <a:t>100</a:t>
            </a:r>
            <a:r>
              <a:rPr dirty="0" sz="950" spc="60">
                <a:latin typeface="Garamond"/>
                <a:cs typeface="Garamond"/>
              </a:rPr>
              <a:t> </a:t>
            </a:r>
            <a:r>
              <a:rPr dirty="0" sz="950" spc="20">
                <a:latin typeface="Garamond"/>
                <a:cs typeface="Garamond"/>
              </a:rPr>
              <a:t>carz</a:t>
            </a:r>
            <a:r>
              <a:rPr dirty="0" sz="950" spc="60">
                <a:latin typeface="Garamond"/>
                <a:cs typeface="Garamond"/>
              </a:rPr>
              <a:t> </a:t>
            </a:r>
            <a:r>
              <a:rPr dirty="0" sz="950" spc="20">
                <a:latin typeface="Garamond"/>
                <a:cs typeface="Garamond"/>
              </a:rPr>
              <a:t>are</a:t>
            </a:r>
            <a:r>
              <a:rPr dirty="0" sz="950" spc="60">
                <a:latin typeface="Garamond"/>
                <a:cs typeface="Garamond"/>
              </a:rPr>
              <a:t> </a:t>
            </a:r>
            <a:r>
              <a:rPr dirty="0" sz="950" spc="-10">
                <a:latin typeface="Garamond"/>
                <a:cs typeface="Garamond"/>
              </a:rPr>
              <a:t>regiztered, </a:t>
            </a:r>
            <a:r>
              <a:rPr dirty="0" sz="950">
                <a:latin typeface="Garamond"/>
                <a:cs typeface="Garamond"/>
              </a:rPr>
              <a:t>the</a:t>
            </a:r>
            <a:r>
              <a:rPr dirty="0" sz="950" spc="13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car</a:t>
            </a:r>
            <a:r>
              <a:rPr dirty="0" sz="950" spc="13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park</a:t>
            </a:r>
            <a:r>
              <a:rPr dirty="0" sz="950" spc="13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full</a:t>
            </a:r>
            <a:r>
              <a:rPr dirty="0" sz="950" spc="13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zign</a:t>
            </a:r>
            <a:r>
              <a:rPr dirty="0" sz="950" spc="135">
                <a:latin typeface="Garamond"/>
                <a:cs typeface="Garamond"/>
              </a:rPr>
              <a:t> </a:t>
            </a:r>
            <a:r>
              <a:rPr dirty="0" sz="950" spc="55">
                <a:latin typeface="Garamond"/>
                <a:cs typeface="Garamond"/>
              </a:rPr>
              <a:t>will</a:t>
            </a:r>
            <a:r>
              <a:rPr dirty="0" sz="950" spc="13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be</a:t>
            </a:r>
            <a:r>
              <a:rPr dirty="0" sz="950" spc="13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lighted</a:t>
            </a:r>
            <a:r>
              <a:rPr dirty="0" sz="950" spc="13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to</a:t>
            </a:r>
            <a:r>
              <a:rPr dirty="0" sz="950" spc="140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inform</a:t>
            </a:r>
            <a:r>
              <a:rPr dirty="0" sz="950" spc="13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oncoming</a:t>
            </a:r>
            <a:r>
              <a:rPr dirty="0" sz="950" spc="13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vehiclez</a:t>
            </a:r>
            <a:r>
              <a:rPr dirty="0" sz="950" spc="13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not</a:t>
            </a:r>
            <a:r>
              <a:rPr dirty="0" sz="950" spc="13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to</a:t>
            </a:r>
            <a:r>
              <a:rPr dirty="0" sz="950" spc="135">
                <a:latin typeface="Garamond"/>
                <a:cs typeface="Garamond"/>
              </a:rPr>
              <a:t> </a:t>
            </a:r>
            <a:r>
              <a:rPr dirty="0" sz="950" spc="-10">
                <a:latin typeface="Garamond"/>
                <a:cs typeface="Garamond"/>
              </a:rPr>
              <a:t>enter.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31082" y="7927258"/>
            <a:ext cx="94615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-50">
                <a:latin typeface="Symbol"/>
                <a:cs typeface="Symbol"/>
              </a:rPr>
              <a:t>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56215" y="7926689"/>
            <a:ext cx="1039494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>
                <a:latin typeface="Georgia"/>
                <a:cs typeface="Georgia"/>
              </a:rPr>
              <a:t>I/O</a:t>
            </a:r>
            <a:r>
              <a:rPr dirty="0" sz="1150" spc="-40">
                <a:latin typeface="Georgia"/>
                <a:cs typeface="Georgia"/>
              </a:rPr>
              <a:t> </a:t>
            </a:r>
            <a:r>
              <a:rPr dirty="0" sz="1150" spc="-10">
                <a:latin typeface="Georgia"/>
                <a:cs typeface="Georgia"/>
              </a:rPr>
              <a:t>Assignment</a:t>
            </a:r>
            <a:endParaRPr sz="1150">
              <a:latin typeface="Georgia"/>
              <a:cs typeface="Georgia"/>
            </a:endParaRPr>
          </a:p>
        </p:txBody>
      </p:sp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2321826" y="8275955"/>
          <a:ext cx="1905635" cy="493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2315"/>
                <a:gridCol w="1068705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eorgia"/>
                          <a:cs typeface="Georgia"/>
                        </a:rPr>
                        <a:t>Input</a:t>
                      </a:r>
                      <a:endParaRPr sz="950">
                        <a:latin typeface="Georgia"/>
                        <a:cs typeface="Georgia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eorgia"/>
                          <a:cs typeface="Georgia"/>
                        </a:rPr>
                        <a:t>Device</a:t>
                      </a:r>
                      <a:endParaRPr sz="950">
                        <a:latin typeface="Georgia"/>
                        <a:cs typeface="Georgia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00000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>
                          <a:latin typeface="Garamond"/>
                          <a:cs typeface="Garamond"/>
                        </a:rPr>
                        <a:t>Senzor</a:t>
                      </a:r>
                      <a:r>
                        <a:rPr dirty="0" sz="950" spc="17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950" spc="25">
                          <a:latin typeface="Garamond"/>
                          <a:cs typeface="Garamond"/>
                        </a:rPr>
                        <a:t>S1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00001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Garamond"/>
                          <a:cs typeface="Garamond"/>
                        </a:rPr>
                        <a:t>Senzor</a:t>
                      </a:r>
                      <a:r>
                        <a:rPr dirty="0" sz="950" spc="17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950" spc="25">
                          <a:latin typeface="Garamond"/>
                          <a:cs typeface="Garamond"/>
                        </a:rPr>
                        <a:t>S2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4301274" y="8275955"/>
          <a:ext cx="2052320" cy="493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6765"/>
                <a:gridCol w="1169670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eorgia"/>
                          <a:cs typeface="Georgia"/>
                        </a:rPr>
                        <a:t>Output</a:t>
                      </a:r>
                      <a:endParaRPr sz="950">
                        <a:latin typeface="Georgia"/>
                        <a:cs typeface="Georgia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eorgia"/>
                          <a:cs typeface="Georgia"/>
                        </a:rPr>
                        <a:t>Device</a:t>
                      </a:r>
                      <a:endParaRPr sz="950">
                        <a:latin typeface="Georgia"/>
                        <a:cs typeface="Georgia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01000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223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950" spc="50">
                          <a:latin typeface="Garamond"/>
                          <a:cs typeface="Garamond"/>
                        </a:rPr>
                        <a:t>Car</a:t>
                      </a:r>
                      <a:r>
                        <a:rPr dirty="0" sz="950" spc="17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950">
                          <a:latin typeface="Garamond"/>
                          <a:cs typeface="Garamond"/>
                        </a:rPr>
                        <a:t>Park</a:t>
                      </a:r>
                      <a:r>
                        <a:rPr dirty="0" sz="950" spc="1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950">
                          <a:latin typeface="Garamond"/>
                          <a:cs typeface="Garamond"/>
                        </a:rPr>
                        <a:t>Full</a:t>
                      </a:r>
                      <a:r>
                        <a:rPr dirty="0" sz="950" spc="16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950" spc="-20">
                          <a:latin typeface="Garamond"/>
                          <a:cs typeface="Garamond"/>
                        </a:rPr>
                        <a:t>Sign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object 13" descr=""/>
          <p:cNvSpPr txBox="1"/>
          <p:nvPr/>
        </p:nvSpPr>
        <p:spPr>
          <a:xfrm>
            <a:off x="3983901" y="3316655"/>
            <a:ext cx="900430" cy="36957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marL="288290" marR="127635" indent="-152400">
              <a:lnSpc>
                <a:spcPct val="103600"/>
              </a:lnSpc>
              <a:spcBef>
                <a:spcPts val="345"/>
              </a:spcBef>
            </a:pPr>
            <a:r>
              <a:rPr dirty="0" sz="950" spc="55">
                <a:latin typeface="Garamond"/>
                <a:cs typeface="Garamond"/>
              </a:rPr>
              <a:t>CAR </a:t>
            </a:r>
            <a:r>
              <a:rPr dirty="0" sz="950" spc="-20">
                <a:latin typeface="Garamond"/>
                <a:cs typeface="Garamond"/>
              </a:rPr>
              <a:t>PARH </a:t>
            </a:r>
            <a:r>
              <a:rPr dirty="0" sz="950" spc="35">
                <a:latin typeface="Garamond"/>
                <a:cs typeface="Garamond"/>
              </a:rPr>
              <a:t>FULL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261237" y="3712785"/>
            <a:ext cx="42100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Garamond"/>
                <a:cs typeface="Garamond"/>
              </a:rPr>
              <a:t>(10000)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685328" y="3684696"/>
            <a:ext cx="62357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55">
                <a:latin typeface="Garamond"/>
                <a:cs typeface="Garamond"/>
              </a:rPr>
              <a:t>Car</a:t>
            </a:r>
            <a:r>
              <a:rPr dirty="0" sz="950" spc="50">
                <a:latin typeface="Garamond"/>
                <a:cs typeface="Garamond"/>
              </a:rPr>
              <a:t> </a:t>
            </a:r>
            <a:r>
              <a:rPr dirty="0" sz="950" spc="-10">
                <a:latin typeface="Garamond"/>
                <a:cs typeface="Garamond"/>
              </a:rPr>
              <a:t>coming</a:t>
            </a:r>
            <a:endParaRPr sz="950">
              <a:latin typeface="Garamond"/>
              <a:cs typeface="Garamond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2719095" y="3861244"/>
            <a:ext cx="2979420" cy="3068320"/>
            <a:chOff x="2719095" y="3861244"/>
            <a:chExt cx="2979420" cy="3068320"/>
          </a:xfrm>
        </p:grpSpPr>
        <p:sp>
          <p:nvSpPr>
            <p:cNvPr id="17" name="object 17" descr=""/>
            <p:cNvSpPr/>
            <p:nvPr/>
          </p:nvSpPr>
          <p:spPr>
            <a:xfrm>
              <a:off x="2994164" y="3866007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29">
                  <a:moveTo>
                    <a:pt x="0" y="0"/>
                  </a:moveTo>
                  <a:lnTo>
                    <a:pt x="0" y="531876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944799" y="4397133"/>
              <a:ext cx="99060" cy="99060"/>
            </a:xfrm>
            <a:custGeom>
              <a:avLst/>
              <a:gdLst/>
              <a:ahLst/>
              <a:cxnLst/>
              <a:rect l="l" t="t" r="r" b="b"/>
              <a:pathLst>
                <a:path w="99060" h="99060">
                  <a:moveTo>
                    <a:pt x="98717" y="0"/>
                  </a:moveTo>
                  <a:lnTo>
                    <a:pt x="0" y="0"/>
                  </a:lnTo>
                  <a:lnTo>
                    <a:pt x="49364" y="98704"/>
                  </a:lnTo>
                  <a:lnTo>
                    <a:pt x="987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723857" y="3955986"/>
              <a:ext cx="2969895" cy="2969260"/>
            </a:xfrm>
            <a:custGeom>
              <a:avLst/>
              <a:gdLst/>
              <a:ahLst/>
              <a:cxnLst/>
              <a:rect l="l" t="t" r="r" b="b"/>
              <a:pathLst>
                <a:path w="2969895" h="2969259">
                  <a:moveTo>
                    <a:pt x="539838" y="89585"/>
                  </a:moveTo>
                  <a:lnTo>
                    <a:pt x="2969564" y="89585"/>
                  </a:lnTo>
                </a:path>
                <a:path w="2969895" h="2969259">
                  <a:moveTo>
                    <a:pt x="539838" y="89585"/>
                  </a:moveTo>
                  <a:lnTo>
                    <a:pt x="539838" y="1439227"/>
                  </a:lnTo>
                </a:path>
                <a:path w="2969895" h="2969259">
                  <a:moveTo>
                    <a:pt x="2969564" y="89585"/>
                  </a:moveTo>
                  <a:lnTo>
                    <a:pt x="2969564" y="2428951"/>
                  </a:lnTo>
                  <a:lnTo>
                    <a:pt x="1080096" y="2428951"/>
                  </a:lnTo>
                </a:path>
                <a:path w="2969895" h="2969259">
                  <a:moveTo>
                    <a:pt x="2969564" y="2968815"/>
                  </a:moveTo>
                  <a:lnTo>
                    <a:pt x="0" y="2968815"/>
                  </a:ln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354070" y="4396371"/>
              <a:ext cx="180340" cy="99695"/>
            </a:xfrm>
            <a:custGeom>
              <a:avLst/>
              <a:gdLst/>
              <a:ahLst/>
              <a:cxnLst/>
              <a:rect l="l" t="t" r="r" b="b"/>
              <a:pathLst>
                <a:path w="180339" h="99695">
                  <a:moveTo>
                    <a:pt x="0" y="0"/>
                  </a:moveTo>
                  <a:lnTo>
                    <a:pt x="180327" y="0"/>
                  </a:lnTo>
                  <a:lnTo>
                    <a:pt x="180327" y="99466"/>
                  </a:lnTo>
                  <a:lnTo>
                    <a:pt x="0" y="99466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534016" y="4443069"/>
              <a:ext cx="179705" cy="0"/>
            </a:xfrm>
            <a:custGeom>
              <a:avLst/>
              <a:gdLst/>
              <a:ahLst/>
              <a:cxnLst/>
              <a:rect l="l" t="t" r="r" b="b"/>
              <a:pathLst>
                <a:path w="179704" h="0">
                  <a:moveTo>
                    <a:pt x="0" y="0"/>
                  </a:moveTo>
                  <a:lnTo>
                    <a:pt x="17956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3802247" y="4342615"/>
            <a:ext cx="33782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55">
                <a:latin typeface="Garamond"/>
                <a:cs typeface="Garamond"/>
              </a:rPr>
              <a:t>S1</a:t>
            </a:r>
            <a:r>
              <a:rPr dirty="0" sz="950" spc="50">
                <a:latin typeface="Garamond"/>
                <a:cs typeface="Garamond"/>
              </a:rPr>
              <a:t> </a:t>
            </a:r>
            <a:r>
              <a:rPr dirty="0" sz="950" spc="-25">
                <a:latin typeface="Garamond"/>
                <a:cs typeface="Garamond"/>
              </a:rPr>
              <a:t>(0)</a:t>
            </a:r>
            <a:endParaRPr sz="950">
              <a:latin typeface="Garamond"/>
              <a:cs typeface="Garamond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5238787" y="5930315"/>
            <a:ext cx="100330" cy="370205"/>
            <a:chOff x="5238787" y="5930315"/>
            <a:chExt cx="100330" cy="370205"/>
          </a:xfrm>
        </p:grpSpPr>
        <p:sp>
          <p:nvSpPr>
            <p:cNvPr id="24" name="object 24" descr=""/>
            <p:cNvSpPr/>
            <p:nvPr/>
          </p:nvSpPr>
          <p:spPr>
            <a:xfrm>
              <a:off x="5243550" y="6115405"/>
              <a:ext cx="90805" cy="180340"/>
            </a:xfrm>
            <a:custGeom>
              <a:avLst/>
              <a:gdLst/>
              <a:ahLst/>
              <a:cxnLst/>
              <a:rect l="l" t="t" r="r" b="b"/>
              <a:pathLst>
                <a:path w="90804" h="180339">
                  <a:moveTo>
                    <a:pt x="0" y="0"/>
                  </a:moveTo>
                  <a:lnTo>
                    <a:pt x="90354" y="0"/>
                  </a:lnTo>
                  <a:lnTo>
                    <a:pt x="90354" y="179946"/>
                  </a:lnTo>
                  <a:lnTo>
                    <a:pt x="0" y="179946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286451" y="5935078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w="0" h="180339">
                  <a:moveTo>
                    <a:pt x="0" y="180327"/>
                  </a:moveTo>
                  <a:lnTo>
                    <a:pt x="0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5118094" y="5739325"/>
            <a:ext cx="33782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55">
                <a:latin typeface="Garamond"/>
                <a:cs typeface="Garamond"/>
              </a:rPr>
              <a:t>S2</a:t>
            </a:r>
            <a:r>
              <a:rPr dirty="0" sz="950" spc="50">
                <a:latin typeface="Garamond"/>
                <a:cs typeface="Garamond"/>
              </a:rPr>
              <a:t> </a:t>
            </a:r>
            <a:r>
              <a:rPr dirty="0" sz="950" spc="-25">
                <a:latin typeface="Garamond"/>
                <a:cs typeface="Garamond"/>
              </a:rPr>
              <a:t>(1)</a:t>
            </a:r>
            <a:endParaRPr sz="950">
              <a:latin typeface="Garamond"/>
              <a:cs typeface="Garamond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5063223" y="6606285"/>
            <a:ext cx="630555" cy="98425"/>
            <a:chOff x="5063223" y="6606285"/>
            <a:chExt cx="630555" cy="98425"/>
          </a:xfrm>
        </p:grpSpPr>
        <p:sp>
          <p:nvSpPr>
            <p:cNvPr id="28" name="object 28" descr=""/>
            <p:cNvSpPr/>
            <p:nvPr/>
          </p:nvSpPr>
          <p:spPr>
            <a:xfrm>
              <a:off x="5063223" y="6655257"/>
              <a:ext cx="532765" cy="0"/>
            </a:xfrm>
            <a:custGeom>
              <a:avLst/>
              <a:gdLst/>
              <a:ahLst/>
              <a:cxnLst/>
              <a:rect l="l" t="t" r="r" b="b"/>
              <a:pathLst>
                <a:path w="532764" h="0">
                  <a:moveTo>
                    <a:pt x="0" y="0"/>
                  </a:moveTo>
                  <a:lnTo>
                    <a:pt x="532638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595099" y="6606285"/>
              <a:ext cx="98425" cy="98425"/>
            </a:xfrm>
            <a:custGeom>
              <a:avLst/>
              <a:gdLst/>
              <a:ahLst/>
              <a:cxnLst/>
              <a:rect l="l" t="t" r="r" b="b"/>
              <a:pathLst>
                <a:path w="98425" h="98425">
                  <a:moveTo>
                    <a:pt x="0" y="0"/>
                  </a:moveTo>
                  <a:lnTo>
                    <a:pt x="0" y="98310"/>
                  </a:lnTo>
                  <a:lnTo>
                    <a:pt x="98323" y="49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4181511" y="6567707"/>
            <a:ext cx="81978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50">
                <a:latin typeface="Garamond"/>
                <a:cs typeface="Garamond"/>
              </a:rPr>
              <a:t>Car</a:t>
            </a:r>
            <a:r>
              <a:rPr dirty="0" sz="950" spc="135">
                <a:latin typeface="Garamond"/>
                <a:cs typeface="Garamond"/>
              </a:rPr>
              <a:t> </a:t>
            </a:r>
            <a:r>
              <a:rPr dirty="0" sz="950">
                <a:latin typeface="Garamond"/>
                <a:cs typeface="Garamond"/>
              </a:rPr>
              <a:t>coming</a:t>
            </a:r>
            <a:r>
              <a:rPr dirty="0" sz="950" spc="135">
                <a:latin typeface="Garamond"/>
                <a:cs typeface="Garamond"/>
              </a:rPr>
              <a:t> </a:t>
            </a:r>
            <a:r>
              <a:rPr dirty="0" sz="950" spc="-25">
                <a:latin typeface="Garamond"/>
                <a:cs typeface="Garamond"/>
              </a:rPr>
              <a:t>out</a:t>
            </a:r>
            <a:endParaRPr sz="950">
              <a:latin typeface="Garamond"/>
              <a:cs typeface="Garamond"/>
            </a:endParaRPr>
          </a:p>
        </p:txBody>
      </p:sp>
      <p:sp>
        <p:nvSpPr>
          <p:cNvPr id="31" name="object 3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81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1082" y="961543"/>
            <a:ext cx="537845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31495" algn="l"/>
              </a:tabLst>
            </a:pPr>
            <a:r>
              <a:rPr dirty="0" sz="1550" spc="-25">
                <a:latin typeface="Georgia"/>
                <a:cs typeface="Georgia"/>
              </a:rPr>
              <a:t>6.</a:t>
            </a:r>
            <a:r>
              <a:rPr dirty="0" sz="1550">
                <a:latin typeface="Georgia"/>
                <a:cs typeface="Georgia"/>
              </a:rPr>
              <a:t>	</a:t>
            </a:r>
            <a:r>
              <a:rPr dirty="0" sz="1550" spc="10">
                <a:latin typeface="Georgia"/>
                <a:cs typeface="Georgia"/>
              </a:rPr>
              <a:t>APPLICATION</a:t>
            </a:r>
            <a:r>
              <a:rPr dirty="0" sz="1550" spc="280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EXAMPLES</a:t>
            </a:r>
            <a:r>
              <a:rPr dirty="0" sz="1550" spc="285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OF</a:t>
            </a:r>
            <a:r>
              <a:rPr dirty="0" sz="1550" spc="285">
                <a:latin typeface="Georgia"/>
                <a:cs typeface="Georgia"/>
              </a:rPr>
              <a:t> </a:t>
            </a:r>
            <a:r>
              <a:rPr dirty="0" sz="1550" spc="10">
                <a:latin typeface="Georgia"/>
                <a:cs typeface="Georgia"/>
              </a:rPr>
              <a:t>BASIC</a:t>
            </a:r>
            <a:r>
              <a:rPr dirty="0" sz="1550" spc="280">
                <a:latin typeface="Georgia"/>
                <a:cs typeface="Georgia"/>
              </a:rPr>
              <a:t> </a:t>
            </a:r>
            <a:r>
              <a:rPr dirty="0" sz="1550" spc="-10">
                <a:latin typeface="Georgia"/>
                <a:cs typeface="Georgia"/>
              </a:rPr>
              <a:t>COMMANDS</a:t>
            </a:r>
            <a:endParaRPr sz="155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5" name="object 5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627397" y="1850097"/>
          <a:ext cx="2456815" cy="4391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4370"/>
                <a:gridCol w="1068070"/>
                <a:gridCol w="617855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Georgia"/>
                          <a:cs typeface="Georgia"/>
                        </a:rPr>
                        <a:t>Address</a:t>
                      </a:r>
                      <a:endParaRPr sz="950">
                        <a:latin typeface="Georgia"/>
                        <a:cs typeface="Georgia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Georgia"/>
                          <a:cs typeface="Georgia"/>
                        </a:rPr>
                        <a:t>Instruction</a:t>
                      </a:r>
                      <a:endParaRPr sz="950">
                        <a:latin typeface="Georgia"/>
                        <a:cs typeface="Georgia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950" spc="-20">
                          <a:latin typeface="Georgia"/>
                          <a:cs typeface="Georgia"/>
                        </a:rPr>
                        <a:t>Data</a:t>
                      </a:r>
                      <a:endParaRPr sz="950">
                        <a:latin typeface="Georgia"/>
                        <a:cs typeface="Georgia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LD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00000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0001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DIFU(13)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20000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0002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LD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20000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0003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5"/>
                        </a:lnSpc>
                        <a:spcBef>
                          <a:spcPts val="20"/>
                        </a:spcBef>
                      </a:pPr>
                      <a:r>
                        <a:rPr dirty="0" sz="950" spc="40">
                          <a:latin typeface="Garamond"/>
                          <a:cs typeface="Garamond"/>
                        </a:rPr>
                        <a:t>CLC(41)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0004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ADD(30)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HR00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#0001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HR00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0005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LD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00001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0006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5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DIFU(13)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5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20001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0007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LD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20001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0008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40">
                          <a:latin typeface="Garamond"/>
                          <a:cs typeface="Garamond"/>
                        </a:rPr>
                        <a:t>CLC(41)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0009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SUB(31)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HR00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#0001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HR00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0010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LD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25313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0011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OUT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Garamond"/>
                          <a:cs typeface="Garamond"/>
                        </a:rPr>
                        <a:t>TR</a:t>
                      </a:r>
                      <a:r>
                        <a:rPr dirty="0" sz="950" spc="1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950" spc="-50">
                          <a:latin typeface="Garamond"/>
                          <a:cs typeface="Garamond"/>
                        </a:rPr>
                        <a:t>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0012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40">
                          <a:latin typeface="Garamond"/>
                          <a:cs typeface="Garamond"/>
                        </a:rPr>
                        <a:t>CMP(20)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HR00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#0100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0013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AND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25506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0014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LD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Garamond"/>
                          <a:cs typeface="Garamond"/>
                        </a:rPr>
                        <a:t>TR</a:t>
                      </a:r>
                      <a:r>
                        <a:rPr dirty="0" sz="950" spc="1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950" spc="-50">
                          <a:latin typeface="Garamond"/>
                          <a:cs typeface="Garamond"/>
                        </a:rPr>
                        <a:t>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0015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AND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25505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0016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5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Garamond"/>
                          <a:cs typeface="Garamond"/>
                        </a:rPr>
                        <a:t>OR</a:t>
                      </a:r>
                      <a:r>
                        <a:rPr dirty="0" sz="950" spc="7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950" spc="-25">
                          <a:latin typeface="Garamond"/>
                          <a:cs typeface="Garamond"/>
                        </a:rPr>
                        <a:t>LD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0017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25">
                          <a:latin typeface="Garamond"/>
                          <a:cs typeface="Garamond"/>
                        </a:rPr>
                        <a:t>OUT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ts val="111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01000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Garamond"/>
                          <a:cs typeface="Garamond"/>
                        </a:rPr>
                        <a:t>0018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END(01)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622896" y="1673186"/>
            <a:ext cx="3505835" cy="20701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395"/>
              </a:spcBef>
            </a:pPr>
            <a:r>
              <a:rPr dirty="0" sz="750">
                <a:latin typeface="Garamond"/>
                <a:cs typeface="Garamond"/>
              </a:rPr>
              <a:t>Ladder</a:t>
            </a:r>
            <a:r>
              <a:rPr dirty="0" sz="750" spc="165">
                <a:latin typeface="Garamond"/>
                <a:cs typeface="Garamond"/>
              </a:rPr>
              <a:t> </a:t>
            </a:r>
            <a:r>
              <a:rPr dirty="0" sz="750">
                <a:latin typeface="Garamond"/>
                <a:cs typeface="Garamond"/>
              </a:rPr>
              <a:t>Diagram</a:t>
            </a:r>
            <a:r>
              <a:rPr dirty="0" sz="750" spc="165">
                <a:latin typeface="Garamond"/>
                <a:cs typeface="Garamond"/>
              </a:rPr>
              <a:t> </a:t>
            </a:r>
            <a:r>
              <a:rPr dirty="0" sz="750" spc="95">
                <a:latin typeface="Garamond"/>
                <a:cs typeface="Garamond"/>
              </a:rPr>
              <a:t>:</a:t>
            </a:r>
            <a:r>
              <a:rPr dirty="0" sz="750" spc="165">
                <a:latin typeface="Garamond"/>
                <a:cs typeface="Garamond"/>
              </a:rPr>
              <a:t> </a:t>
            </a:r>
            <a:r>
              <a:rPr dirty="0" sz="750">
                <a:latin typeface="Garamond"/>
                <a:cs typeface="Garamond"/>
              </a:rPr>
              <a:t>Main</a:t>
            </a:r>
            <a:r>
              <a:rPr dirty="0" sz="750" spc="165">
                <a:latin typeface="Garamond"/>
                <a:cs typeface="Garamond"/>
              </a:rPr>
              <a:t> </a:t>
            </a:r>
            <a:r>
              <a:rPr dirty="0" sz="750">
                <a:latin typeface="Garamond"/>
                <a:cs typeface="Garamond"/>
              </a:rPr>
              <a:t>1</a:t>
            </a:r>
            <a:r>
              <a:rPr dirty="0" sz="750" spc="165">
                <a:latin typeface="Garamond"/>
                <a:cs typeface="Garamond"/>
              </a:rPr>
              <a:t> </a:t>
            </a:r>
            <a:r>
              <a:rPr dirty="0" sz="750">
                <a:latin typeface="Garamond"/>
                <a:cs typeface="Garamond"/>
              </a:rPr>
              <a:t>Network</a:t>
            </a:r>
            <a:r>
              <a:rPr dirty="0" sz="750" spc="165">
                <a:latin typeface="Garamond"/>
                <a:cs typeface="Garamond"/>
              </a:rPr>
              <a:t> </a:t>
            </a:r>
            <a:r>
              <a:rPr dirty="0" sz="750" spc="-50">
                <a:latin typeface="Garamond"/>
                <a:cs typeface="Garamond"/>
              </a:rPr>
              <a:t>1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22896" y="1948433"/>
            <a:ext cx="3505835" cy="31877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95250" marR="2142490">
              <a:lnSpc>
                <a:spcPct val="105000"/>
              </a:lnSpc>
              <a:spcBef>
                <a:spcPts val="350"/>
              </a:spcBef>
            </a:pPr>
            <a:r>
              <a:rPr dirty="0" sz="750" spc="10">
                <a:latin typeface="Garamond"/>
                <a:cs typeface="Garamond"/>
              </a:rPr>
              <a:t>Main</a:t>
            </a:r>
            <a:r>
              <a:rPr dirty="0" sz="750" spc="110">
                <a:latin typeface="Garamond"/>
                <a:cs typeface="Garamond"/>
              </a:rPr>
              <a:t> </a:t>
            </a:r>
            <a:r>
              <a:rPr dirty="0" sz="750" spc="10">
                <a:latin typeface="Garamond"/>
                <a:cs typeface="Garamond"/>
              </a:rPr>
              <a:t>1</a:t>
            </a:r>
            <a:r>
              <a:rPr dirty="0" sz="750" spc="125">
                <a:latin typeface="Garamond"/>
                <a:cs typeface="Garamond"/>
              </a:rPr>
              <a:t> </a:t>
            </a:r>
            <a:r>
              <a:rPr dirty="0" sz="750" spc="10">
                <a:latin typeface="Arial"/>
                <a:cs typeface="Arial"/>
              </a:rPr>
              <a:t>–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 spc="10">
                <a:latin typeface="Garamond"/>
                <a:cs typeface="Garamond"/>
              </a:rPr>
              <a:t>Carpark</a:t>
            </a:r>
            <a:r>
              <a:rPr dirty="0" sz="750" spc="110">
                <a:latin typeface="Garamond"/>
                <a:cs typeface="Garamond"/>
              </a:rPr>
              <a:t> </a:t>
            </a:r>
            <a:r>
              <a:rPr dirty="0" sz="750" spc="-10">
                <a:latin typeface="Garamond"/>
                <a:cs typeface="Garamond"/>
              </a:rPr>
              <a:t>control</a:t>
            </a:r>
            <a:r>
              <a:rPr dirty="0" sz="750" spc="500">
                <a:latin typeface="Garamond"/>
                <a:cs typeface="Garamond"/>
              </a:rPr>
              <a:t> </a:t>
            </a:r>
            <a:r>
              <a:rPr dirty="0" sz="750">
                <a:latin typeface="Garamond"/>
                <a:cs typeface="Garamond"/>
              </a:rPr>
              <a:t>Application</a:t>
            </a:r>
            <a:r>
              <a:rPr dirty="0" sz="750" spc="155">
                <a:latin typeface="Garamond"/>
                <a:cs typeface="Garamond"/>
              </a:rPr>
              <a:t> </a:t>
            </a:r>
            <a:r>
              <a:rPr dirty="0" sz="750" spc="95">
                <a:latin typeface="Garamond"/>
                <a:cs typeface="Garamond"/>
              </a:rPr>
              <a:t>:</a:t>
            </a:r>
            <a:r>
              <a:rPr dirty="0" sz="750" spc="155">
                <a:latin typeface="Garamond"/>
                <a:cs typeface="Garamond"/>
              </a:rPr>
              <a:t> </a:t>
            </a:r>
            <a:r>
              <a:rPr dirty="0" sz="750">
                <a:latin typeface="Garamond"/>
                <a:cs typeface="Garamond"/>
              </a:rPr>
              <a:t>Car</a:t>
            </a:r>
            <a:r>
              <a:rPr dirty="0" sz="750" spc="155">
                <a:latin typeface="Garamond"/>
                <a:cs typeface="Garamond"/>
              </a:rPr>
              <a:t> </a:t>
            </a:r>
            <a:r>
              <a:rPr dirty="0" sz="750">
                <a:latin typeface="Garamond"/>
                <a:cs typeface="Garamond"/>
              </a:rPr>
              <a:t>Park</a:t>
            </a:r>
            <a:r>
              <a:rPr dirty="0" sz="750" spc="155">
                <a:latin typeface="Garamond"/>
                <a:cs typeface="Garamond"/>
              </a:rPr>
              <a:t> </a:t>
            </a:r>
            <a:r>
              <a:rPr dirty="0" sz="750" spc="-10">
                <a:latin typeface="Garamond"/>
                <a:cs typeface="Garamond"/>
              </a:rPr>
              <a:t>Control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22896" y="2351227"/>
            <a:ext cx="3505835" cy="19748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395"/>
              </a:spcBef>
            </a:pPr>
            <a:r>
              <a:rPr dirty="0" sz="750">
                <a:latin typeface="Garamond"/>
                <a:cs typeface="Garamond"/>
              </a:rPr>
              <a:t>Network</a:t>
            </a:r>
            <a:r>
              <a:rPr dirty="0" sz="750" spc="110">
                <a:latin typeface="Garamond"/>
                <a:cs typeface="Garamond"/>
              </a:rPr>
              <a:t> </a:t>
            </a:r>
            <a:r>
              <a:rPr dirty="0" sz="750">
                <a:latin typeface="Garamond"/>
                <a:cs typeface="Garamond"/>
              </a:rPr>
              <a:t>1</a:t>
            </a:r>
            <a:r>
              <a:rPr dirty="0" sz="750" spc="135">
                <a:latin typeface="Garamond"/>
                <a:cs typeface="Garamond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100">
                <a:latin typeface="Arial"/>
                <a:cs typeface="Arial"/>
              </a:rPr>
              <a:t> </a:t>
            </a:r>
            <a:r>
              <a:rPr dirty="0" sz="750">
                <a:latin typeface="Garamond"/>
                <a:cs typeface="Garamond"/>
              </a:rPr>
              <a:t>Car</a:t>
            </a:r>
            <a:r>
              <a:rPr dirty="0" sz="750" spc="120">
                <a:latin typeface="Garamond"/>
                <a:cs typeface="Garamond"/>
              </a:rPr>
              <a:t> </a:t>
            </a:r>
            <a:r>
              <a:rPr dirty="0" sz="750" spc="-25">
                <a:latin typeface="Garamond"/>
                <a:cs typeface="Garamond"/>
              </a:rPr>
              <a:t>in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618103" y="1619174"/>
            <a:ext cx="92075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10">
                <a:latin typeface="Georgia"/>
                <a:cs typeface="Georgia"/>
              </a:rPr>
              <a:t>Mnemonic</a:t>
            </a:r>
            <a:r>
              <a:rPr dirty="0" sz="950" spc="10">
                <a:latin typeface="Georgia"/>
                <a:cs typeface="Georgia"/>
              </a:rPr>
              <a:t> </a:t>
            </a:r>
            <a:r>
              <a:rPr dirty="0" sz="950" spc="-10">
                <a:latin typeface="Georgia"/>
                <a:cs typeface="Georgia"/>
              </a:rPr>
              <a:t>codes</a:t>
            </a:r>
            <a:endParaRPr sz="950">
              <a:latin typeface="Georgia"/>
              <a:cs typeface="Georg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62583" y="2577228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Garamond"/>
                <a:cs typeface="Garamond"/>
              </a:rPr>
              <a:t>000.00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624801" y="2695575"/>
            <a:ext cx="639445" cy="180340"/>
          </a:xfrm>
          <a:custGeom>
            <a:avLst/>
            <a:gdLst/>
            <a:ahLst/>
            <a:cxnLst/>
            <a:rect l="l" t="t" r="r" b="b"/>
            <a:pathLst>
              <a:path w="639444" h="180339">
                <a:moveTo>
                  <a:pt x="639318" y="0"/>
                </a:moveTo>
                <a:lnTo>
                  <a:pt x="639318" y="179946"/>
                </a:lnTo>
              </a:path>
              <a:path w="639444" h="180339">
                <a:moveTo>
                  <a:pt x="639318" y="88442"/>
                </a:moveTo>
                <a:lnTo>
                  <a:pt x="0" y="8844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354086" y="2695575"/>
            <a:ext cx="1332865" cy="180340"/>
          </a:xfrm>
          <a:custGeom>
            <a:avLst/>
            <a:gdLst/>
            <a:ahLst/>
            <a:cxnLst/>
            <a:rect l="l" t="t" r="r" b="b"/>
            <a:pathLst>
              <a:path w="1332864" h="180339">
                <a:moveTo>
                  <a:pt x="0" y="0"/>
                </a:moveTo>
                <a:lnTo>
                  <a:pt x="0" y="179946"/>
                </a:lnTo>
              </a:path>
              <a:path w="1332864" h="180339">
                <a:moveTo>
                  <a:pt x="0" y="88442"/>
                </a:moveTo>
                <a:lnTo>
                  <a:pt x="1332547" y="8844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240030" y="2871071"/>
            <a:ext cx="12890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Garamond"/>
                <a:cs typeface="Garamond"/>
              </a:rPr>
              <a:t>S1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2675254" y="2642425"/>
            <a:ext cx="900430" cy="516255"/>
          </a:xfrm>
          <a:custGeom>
            <a:avLst/>
            <a:gdLst/>
            <a:ahLst/>
            <a:cxnLst/>
            <a:rect l="l" t="t" r="r" b="b"/>
            <a:pathLst>
              <a:path w="900429" h="516255">
                <a:moveTo>
                  <a:pt x="0" y="0"/>
                </a:moveTo>
                <a:lnTo>
                  <a:pt x="900150" y="0"/>
                </a:lnTo>
                <a:lnTo>
                  <a:pt x="900150" y="515950"/>
                </a:lnTo>
                <a:lnTo>
                  <a:pt x="0" y="515950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2758226" y="2675555"/>
            <a:ext cx="429259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Garamond"/>
                <a:cs typeface="Garamond"/>
              </a:rPr>
              <a:t>DIFU(13)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758226" y="2840700"/>
            <a:ext cx="306070" cy="2647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Garamond"/>
                <a:cs typeface="Garamond"/>
              </a:rPr>
              <a:t>200.00</a:t>
            </a:r>
            <a:endParaRPr sz="7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750" spc="-20">
                <a:latin typeface="Garamond"/>
                <a:cs typeface="Garamond"/>
              </a:rPr>
              <a:t>Carin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2675254" y="2824645"/>
            <a:ext cx="899794" cy="0"/>
          </a:xfrm>
          <a:custGeom>
            <a:avLst/>
            <a:gdLst/>
            <a:ahLst/>
            <a:cxnLst/>
            <a:rect l="l" t="t" r="r" b="b"/>
            <a:pathLst>
              <a:path w="899795" h="0">
                <a:moveTo>
                  <a:pt x="0" y="0"/>
                </a:moveTo>
                <a:lnTo>
                  <a:pt x="899756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622896" y="2572931"/>
            <a:ext cx="371475" cy="600075"/>
          </a:xfrm>
          <a:custGeom>
            <a:avLst/>
            <a:gdLst/>
            <a:ahLst/>
            <a:cxnLst/>
            <a:rect l="l" t="t" r="r" b="b"/>
            <a:pathLst>
              <a:path w="371475" h="600075">
                <a:moveTo>
                  <a:pt x="11010" y="493166"/>
                </a:moveTo>
                <a:lnTo>
                  <a:pt x="370916" y="493166"/>
                </a:lnTo>
              </a:path>
              <a:path w="371475" h="600075">
                <a:moveTo>
                  <a:pt x="0" y="0"/>
                </a:moveTo>
                <a:lnTo>
                  <a:pt x="0" y="59984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613409" y="3235413"/>
            <a:ext cx="3505835" cy="19748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395"/>
              </a:spcBef>
            </a:pPr>
            <a:r>
              <a:rPr dirty="0" sz="750">
                <a:latin typeface="Garamond"/>
                <a:cs typeface="Garamond"/>
              </a:rPr>
              <a:t>Network</a:t>
            </a:r>
            <a:r>
              <a:rPr dirty="0" sz="750" spc="95">
                <a:latin typeface="Garamond"/>
                <a:cs typeface="Garamond"/>
              </a:rPr>
              <a:t> </a:t>
            </a:r>
            <a:r>
              <a:rPr dirty="0" sz="750">
                <a:latin typeface="Garamond"/>
                <a:cs typeface="Garamond"/>
              </a:rPr>
              <a:t>2</a:t>
            </a:r>
            <a:r>
              <a:rPr dirty="0" sz="750" spc="120">
                <a:latin typeface="Garamond"/>
                <a:cs typeface="Garamond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>
                <a:latin typeface="Garamond"/>
                <a:cs typeface="Garamond"/>
              </a:rPr>
              <a:t>Add</a:t>
            </a:r>
            <a:r>
              <a:rPr dirty="0" sz="750" spc="100">
                <a:latin typeface="Garamond"/>
                <a:cs typeface="Garamond"/>
              </a:rPr>
              <a:t> </a:t>
            </a:r>
            <a:r>
              <a:rPr dirty="0" sz="750" spc="-50">
                <a:latin typeface="Garamond"/>
                <a:cs typeface="Garamond"/>
              </a:rPr>
              <a:t>1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615302" y="3473843"/>
            <a:ext cx="629920" cy="1123315"/>
          </a:xfrm>
          <a:custGeom>
            <a:avLst/>
            <a:gdLst/>
            <a:ahLst/>
            <a:cxnLst/>
            <a:rect l="l" t="t" r="r" b="b"/>
            <a:pathLst>
              <a:path w="629919" h="1123314">
                <a:moveTo>
                  <a:pt x="0" y="0"/>
                </a:moveTo>
                <a:lnTo>
                  <a:pt x="0" y="1122972"/>
                </a:lnTo>
              </a:path>
              <a:path w="629919" h="1123314">
                <a:moveTo>
                  <a:pt x="629831" y="137807"/>
                </a:moveTo>
                <a:lnTo>
                  <a:pt x="629831" y="317373"/>
                </a:lnTo>
              </a:path>
              <a:path w="629919" h="1123314">
                <a:moveTo>
                  <a:pt x="629831" y="226263"/>
                </a:moveTo>
                <a:lnTo>
                  <a:pt x="0" y="226263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144360" y="3474327"/>
            <a:ext cx="306070" cy="4775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Garamond"/>
                <a:cs typeface="Garamond"/>
              </a:rPr>
              <a:t>200.00</a:t>
            </a:r>
            <a:endParaRPr sz="750">
              <a:latin typeface="Garamond"/>
              <a:cs typeface="Garamond"/>
            </a:endParaRPr>
          </a:p>
          <a:p>
            <a:pPr>
              <a:lnSpc>
                <a:spcPct val="100000"/>
              </a:lnSpc>
            </a:pPr>
            <a:endParaRPr sz="7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750">
              <a:latin typeface="Garamond"/>
              <a:cs typeface="Garamond"/>
            </a:endParaRPr>
          </a:p>
          <a:p>
            <a:pPr marL="32384">
              <a:lnSpc>
                <a:spcPct val="100000"/>
              </a:lnSpc>
            </a:pPr>
            <a:r>
              <a:rPr dirty="0" sz="750" spc="-25">
                <a:latin typeface="Garamond"/>
                <a:cs typeface="Garamond"/>
              </a:rPr>
              <a:t>Ca</a:t>
            </a:r>
            <a:endParaRPr sz="750">
              <a:latin typeface="Garamond"/>
              <a:cs typeface="Garamond"/>
            </a:endParaRPr>
          </a:p>
        </p:txBody>
      </p:sp>
      <p:graphicFrame>
        <p:nvGraphicFramePr>
          <p:cNvPr id="25" name="object 25" descr=""/>
          <p:cNvGraphicFramePr>
            <a:graphicFrameLocks noGrp="1"/>
          </p:cNvGraphicFramePr>
          <p:nvPr/>
        </p:nvGraphicFramePr>
        <p:xfrm>
          <a:off x="1330559" y="3573684"/>
          <a:ext cx="2335530" cy="993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9655"/>
                <a:gridCol w="299719"/>
                <a:gridCol w="899794"/>
              </a:tblGrid>
              <a:tr h="12128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750" spc="35">
                          <a:latin typeface="Garamond"/>
                          <a:cs typeface="Garamond"/>
                        </a:rPr>
                        <a:t>CLC(41)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501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445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750" spc="-25">
                          <a:latin typeface="Garamond"/>
                          <a:cs typeface="Garamond"/>
                        </a:rPr>
                        <a:t>rin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1333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01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413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33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98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33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10">
                          <a:latin typeface="Garamond"/>
                          <a:cs typeface="Garamond"/>
                        </a:rPr>
                        <a:t>ADD(30)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508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1285">
                <a:tc gridSpan="2"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4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08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0020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50" spc="-20">
                          <a:latin typeface="Garamond"/>
                          <a:cs typeface="Garamond"/>
                        </a:rPr>
                        <a:t>HR00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234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480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750" spc="-10">
                          <a:latin typeface="Garamond"/>
                          <a:cs typeface="Garamond"/>
                        </a:rPr>
                        <a:t>#0001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2794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4625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750" spc="-20">
                          <a:latin typeface="Garamond"/>
                          <a:cs typeface="Garamond"/>
                        </a:rPr>
                        <a:t>HR00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6" name="object 26" descr=""/>
          <p:cNvSpPr/>
          <p:nvPr/>
        </p:nvSpPr>
        <p:spPr>
          <a:xfrm>
            <a:off x="615302" y="4019384"/>
            <a:ext cx="369570" cy="473075"/>
          </a:xfrm>
          <a:custGeom>
            <a:avLst/>
            <a:gdLst/>
            <a:ahLst/>
            <a:cxnLst/>
            <a:rect l="l" t="t" r="r" b="b"/>
            <a:pathLst>
              <a:path w="369569" h="473075">
                <a:moveTo>
                  <a:pt x="0" y="0"/>
                </a:moveTo>
                <a:lnTo>
                  <a:pt x="359905" y="0"/>
                </a:lnTo>
              </a:path>
              <a:path w="369569" h="473075">
                <a:moveTo>
                  <a:pt x="0" y="247523"/>
                </a:moveTo>
                <a:lnTo>
                  <a:pt x="359905" y="247523"/>
                </a:lnTo>
              </a:path>
              <a:path w="369569" h="473075">
                <a:moveTo>
                  <a:pt x="9499" y="473036"/>
                </a:moveTo>
                <a:lnTo>
                  <a:pt x="369404" y="47303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603923" y="4660595"/>
            <a:ext cx="3505835" cy="197485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00"/>
              </a:spcBef>
            </a:pPr>
            <a:r>
              <a:rPr dirty="0" sz="750">
                <a:latin typeface="Garamond"/>
                <a:cs typeface="Garamond"/>
              </a:rPr>
              <a:t>Network</a:t>
            </a:r>
            <a:r>
              <a:rPr dirty="0" sz="750" spc="110">
                <a:latin typeface="Garamond"/>
                <a:cs typeface="Garamond"/>
              </a:rPr>
              <a:t> </a:t>
            </a:r>
            <a:r>
              <a:rPr dirty="0" sz="750">
                <a:latin typeface="Garamond"/>
                <a:cs typeface="Garamond"/>
              </a:rPr>
              <a:t>3</a:t>
            </a:r>
            <a:r>
              <a:rPr dirty="0" sz="750" spc="135">
                <a:latin typeface="Garamond"/>
                <a:cs typeface="Garamond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100">
                <a:latin typeface="Arial"/>
                <a:cs typeface="Arial"/>
              </a:rPr>
              <a:t> </a:t>
            </a:r>
            <a:r>
              <a:rPr dirty="0" sz="750">
                <a:latin typeface="Garamond"/>
                <a:cs typeface="Garamond"/>
              </a:rPr>
              <a:t>Car</a:t>
            </a:r>
            <a:r>
              <a:rPr dirty="0" sz="750" spc="114">
                <a:latin typeface="Garamond"/>
                <a:cs typeface="Garamond"/>
              </a:rPr>
              <a:t> </a:t>
            </a:r>
            <a:r>
              <a:rPr dirty="0" sz="750" spc="-25">
                <a:latin typeface="Garamond"/>
                <a:cs typeface="Garamond"/>
              </a:rPr>
              <a:t>out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144360" y="4911279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Garamond"/>
                <a:cs typeface="Garamond"/>
              </a:rPr>
              <a:t>000.01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605815" y="5029987"/>
            <a:ext cx="639445" cy="180340"/>
          </a:xfrm>
          <a:custGeom>
            <a:avLst/>
            <a:gdLst/>
            <a:ahLst/>
            <a:cxnLst/>
            <a:rect l="l" t="t" r="r" b="b"/>
            <a:pathLst>
              <a:path w="639444" h="180339">
                <a:moveTo>
                  <a:pt x="639318" y="0"/>
                </a:moveTo>
                <a:lnTo>
                  <a:pt x="639318" y="179959"/>
                </a:lnTo>
              </a:path>
              <a:path w="639444" h="180339">
                <a:moveTo>
                  <a:pt x="639318" y="88468"/>
                </a:moveTo>
                <a:lnTo>
                  <a:pt x="0" y="8846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1335112" y="5029987"/>
            <a:ext cx="1332865" cy="180340"/>
          </a:xfrm>
          <a:custGeom>
            <a:avLst/>
            <a:gdLst/>
            <a:ahLst/>
            <a:cxnLst/>
            <a:rect l="l" t="t" r="r" b="b"/>
            <a:pathLst>
              <a:path w="1332864" h="180339">
                <a:moveTo>
                  <a:pt x="0" y="0"/>
                </a:moveTo>
                <a:lnTo>
                  <a:pt x="0" y="179959"/>
                </a:lnTo>
              </a:path>
              <a:path w="1332864" h="180339">
                <a:moveTo>
                  <a:pt x="0" y="88468"/>
                </a:moveTo>
                <a:lnTo>
                  <a:pt x="1332547" y="88468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1221428" y="5206262"/>
            <a:ext cx="12890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Garamond"/>
                <a:cs typeface="Garamond"/>
              </a:rPr>
              <a:t>S2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2656649" y="4976850"/>
            <a:ext cx="900430" cy="516255"/>
          </a:xfrm>
          <a:custGeom>
            <a:avLst/>
            <a:gdLst/>
            <a:ahLst/>
            <a:cxnLst/>
            <a:rect l="l" t="t" r="r" b="b"/>
            <a:pathLst>
              <a:path w="900429" h="516254">
                <a:moveTo>
                  <a:pt x="0" y="0"/>
                </a:moveTo>
                <a:lnTo>
                  <a:pt x="900150" y="0"/>
                </a:lnTo>
                <a:lnTo>
                  <a:pt x="900150" y="515950"/>
                </a:lnTo>
                <a:lnTo>
                  <a:pt x="0" y="515950"/>
                </a:lnTo>
                <a:lnTo>
                  <a:pt x="0" y="0"/>
                </a:lnTo>
                <a:close/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2739245" y="5009984"/>
            <a:ext cx="429259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Garamond"/>
                <a:cs typeface="Garamond"/>
              </a:rPr>
              <a:t>DIFU(13)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2739245" y="5175130"/>
            <a:ext cx="306070" cy="2647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Garamond"/>
                <a:cs typeface="Garamond"/>
              </a:rPr>
              <a:t>200.01</a:t>
            </a:r>
            <a:endParaRPr sz="7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750" spc="-10">
                <a:latin typeface="Garamond"/>
                <a:cs typeface="Garamond"/>
              </a:rPr>
              <a:t>Carout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2656649" y="5169318"/>
            <a:ext cx="899794" cy="0"/>
          </a:xfrm>
          <a:custGeom>
            <a:avLst/>
            <a:gdLst/>
            <a:ahLst/>
            <a:cxnLst/>
            <a:rect l="l" t="t" r="r" b="b"/>
            <a:pathLst>
              <a:path w="899795" h="0">
                <a:moveTo>
                  <a:pt x="0" y="0"/>
                </a:moveTo>
                <a:lnTo>
                  <a:pt x="899769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603923" y="4907369"/>
            <a:ext cx="371475" cy="600075"/>
          </a:xfrm>
          <a:custGeom>
            <a:avLst/>
            <a:gdLst/>
            <a:ahLst/>
            <a:cxnLst/>
            <a:rect l="l" t="t" r="r" b="b"/>
            <a:pathLst>
              <a:path w="371475" h="600075">
                <a:moveTo>
                  <a:pt x="11379" y="493915"/>
                </a:moveTo>
                <a:lnTo>
                  <a:pt x="371284" y="493915"/>
                </a:lnTo>
              </a:path>
              <a:path w="371475" h="600075">
                <a:moveTo>
                  <a:pt x="0" y="0"/>
                </a:moveTo>
                <a:lnTo>
                  <a:pt x="0" y="59984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603923" y="5551627"/>
            <a:ext cx="3496945" cy="18796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395"/>
              </a:spcBef>
            </a:pPr>
            <a:r>
              <a:rPr dirty="0" sz="750">
                <a:latin typeface="Garamond"/>
                <a:cs typeface="Garamond"/>
              </a:rPr>
              <a:t>Network</a:t>
            </a:r>
            <a:r>
              <a:rPr dirty="0" sz="750" spc="125">
                <a:latin typeface="Garamond"/>
                <a:cs typeface="Garamond"/>
              </a:rPr>
              <a:t> </a:t>
            </a:r>
            <a:r>
              <a:rPr dirty="0" sz="750">
                <a:latin typeface="Garamond"/>
                <a:cs typeface="Garamond"/>
              </a:rPr>
              <a:t>4</a:t>
            </a:r>
            <a:r>
              <a:rPr dirty="0" sz="750" spc="145">
                <a:latin typeface="Garamond"/>
                <a:cs typeface="Garamond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>
                <a:latin typeface="Garamond"/>
                <a:cs typeface="Garamond"/>
              </a:rPr>
              <a:t>Subtract</a:t>
            </a:r>
            <a:r>
              <a:rPr dirty="0" sz="750" spc="130">
                <a:latin typeface="Garamond"/>
                <a:cs typeface="Garamond"/>
              </a:rPr>
              <a:t> </a:t>
            </a:r>
            <a:r>
              <a:rPr dirty="0" sz="750" spc="-50">
                <a:latin typeface="Garamond"/>
                <a:cs typeface="Garamond"/>
              </a:rPr>
              <a:t>1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596709" y="5789663"/>
            <a:ext cx="629920" cy="1132840"/>
          </a:xfrm>
          <a:custGeom>
            <a:avLst/>
            <a:gdLst/>
            <a:ahLst/>
            <a:cxnLst/>
            <a:rect l="l" t="t" r="r" b="b"/>
            <a:pathLst>
              <a:path w="629919" h="1132840">
                <a:moveTo>
                  <a:pt x="0" y="0"/>
                </a:moveTo>
                <a:lnTo>
                  <a:pt x="0" y="1132484"/>
                </a:lnTo>
              </a:path>
              <a:path w="629919" h="1132840">
                <a:moveTo>
                  <a:pt x="629437" y="102882"/>
                </a:moveTo>
                <a:lnTo>
                  <a:pt x="629437" y="283222"/>
                </a:lnTo>
              </a:path>
              <a:path w="629919" h="1132840">
                <a:moveTo>
                  <a:pt x="629437" y="197802"/>
                </a:moveTo>
                <a:lnTo>
                  <a:pt x="0" y="19780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 txBox="1"/>
          <p:nvPr/>
        </p:nvSpPr>
        <p:spPr>
          <a:xfrm>
            <a:off x="1125378" y="5774209"/>
            <a:ext cx="306070" cy="4400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Garamond"/>
                <a:cs typeface="Garamond"/>
              </a:rPr>
              <a:t>200.01</a:t>
            </a:r>
            <a:endParaRPr sz="7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750">
              <a:latin typeface="Garamond"/>
              <a:cs typeface="Garamond"/>
            </a:endParaRPr>
          </a:p>
          <a:p>
            <a:pPr algn="ctr" marR="15240">
              <a:lnSpc>
                <a:spcPct val="100000"/>
              </a:lnSpc>
            </a:pPr>
            <a:r>
              <a:rPr dirty="0" sz="750" spc="-25">
                <a:latin typeface="Garamond"/>
                <a:cs typeface="Garamond"/>
              </a:rPr>
              <a:t>S2</a:t>
            </a:r>
            <a:endParaRPr sz="750">
              <a:latin typeface="Garamond"/>
              <a:cs typeface="Garamond"/>
            </a:endParaRPr>
          </a:p>
        </p:txBody>
      </p:sp>
      <p:graphicFrame>
        <p:nvGraphicFramePr>
          <p:cNvPr id="40" name="object 40" descr=""/>
          <p:cNvGraphicFramePr>
            <a:graphicFrameLocks noGrp="1"/>
          </p:cNvGraphicFramePr>
          <p:nvPr/>
        </p:nvGraphicFramePr>
        <p:xfrm>
          <a:off x="1311954" y="5861411"/>
          <a:ext cx="2335530" cy="992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9655"/>
                <a:gridCol w="300355"/>
                <a:gridCol w="900430"/>
              </a:tblGrid>
              <a:tr h="12128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35">
                          <a:latin typeface="Garamond"/>
                          <a:cs typeface="Garamond"/>
                        </a:rPr>
                        <a:t>CLC(41)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508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445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08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413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3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10">
                          <a:latin typeface="Garamond"/>
                          <a:cs typeface="Garamond"/>
                        </a:rPr>
                        <a:t>SUB(31)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508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1285">
                <a:tc gridSpan="2"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4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08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9545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750" spc="-20">
                          <a:latin typeface="Garamond"/>
                          <a:cs typeface="Garamond"/>
                        </a:rPr>
                        <a:t>HR00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29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750" spc="-10">
                          <a:latin typeface="Garamond"/>
                          <a:cs typeface="Garamond"/>
                        </a:rPr>
                        <a:t>#0001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247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750" spc="-20">
                          <a:latin typeface="Garamond"/>
                          <a:cs typeface="Garamond"/>
                        </a:rPr>
                        <a:t>HR00</a:t>
                      </a:r>
                      <a:endParaRPr sz="750">
                        <a:latin typeface="Garamond"/>
                        <a:cs typeface="Garamond"/>
                      </a:endParaRPr>
                    </a:p>
                  </a:txBody>
                  <a:tcPr marL="0" marR="0" marB="0" marT="3301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41" name="object 41" descr=""/>
          <p:cNvGrpSpPr/>
          <p:nvPr/>
        </p:nvGrpSpPr>
        <p:grpSpPr>
          <a:xfrm>
            <a:off x="580555" y="6302362"/>
            <a:ext cx="3515360" cy="857250"/>
            <a:chOff x="580555" y="6302362"/>
            <a:chExt cx="3515360" cy="857250"/>
          </a:xfrm>
        </p:grpSpPr>
        <p:sp>
          <p:nvSpPr>
            <p:cNvPr id="42" name="object 42" descr=""/>
            <p:cNvSpPr/>
            <p:nvPr/>
          </p:nvSpPr>
          <p:spPr>
            <a:xfrm>
              <a:off x="596709" y="6307124"/>
              <a:ext cx="369570" cy="513715"/>
            </a:xfrm>
            <a:custGeom>
              <a:avLst/>
              <a:gdLst/>
              <a:ahLst/>
              <a:cxnLst/>
              <a:rect l="l" t="t" r="r" b="b"/>
              <a:pathLst>
                <a:path w="369569" h="513715">
                  <a:moveTo>
                    <a:pt x="0" y="0"/>
                  </a:moveTo>
                  <a:lnTo>
                    <a:pt x="359905" y="0"/>
                  </a:lnTo>
                </a:path>
                <a:path w="369569" h="513715">
                  <a:moveTo>
                    <a:pt x="0" y="241071"/>
                  </a:moveTo>
                  <a:lnTo>
                    <a:pt x="359905" y="241071"/>
                  </a:lnTo>
                </a:path>
                <a:path w="369569" h="513715">
                  <a:moveTo>
                    <a:pt x="9105" y="513270"/>
                  </a:moveTo>
                  <a:lnTo>
                    <a:pt x="369011" y="51327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585317" y="6948334"/>
              <a:ext cx="3505835" cy="206375"/>
            </a:xfrm>
            <a:custGeom>
              <a:avLst/>
              <a:gdLst/>
              <a:ahLst/>
              <a:cxnLst/>
              <a:rect l="l" t="t" r="r" b="b"/>
              <a:pathLst>
                <a:path w="3505835" h="206375">
                  <a:moveTo>
                    <a:pt x="0" y="0"/>
                  </a:moveTo>
                  <a:lnTo>
                    <a:pt x="3505631" y="0"/>
                  </a:lnTo>
                  <a:lnTo>
                    <a:pt x="3505631" y="206159"/>
                  </a:lnTo>
                  <a:lnTo>
                    <a:pt x="0" y="206159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667906" y="6981476"/>
            <a:ext cx="93535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>
                <a:latin typeface="Garamond"/>
                <a:cs typeface="Garamond"/>
              </a:rPr>
              <a:t>Network</a:t>
            </a:r>
            <a:r>
              <a:rPr dirty="0" sz="750" spc="90">
                <a:latin typeface="Garamond"/>
                <a:cs typeface="Garamond"/>
              </a:rPr>
              <a:t> </a:t>
            </a:r>
            <a:r>
              <a:rPr dirty="0" sz="750">
                <a:latin typeface="Garamond"/>
                <a:cs typeface="Garamond"/>
              </a:rPr>
              <a:t>5</a:t>
            </a:r>
            <a:r>
              <a:rPr dirty="0" sz="750" spc="114">
                <a:latin typeface="Garamond"/>
                <a:cs typeface="Garamond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 spc="-10">
                <a:latin typeface="Garamond"/>
                <a:cs typeface="Garamond"/>
              </a:rPr>
              <a:t>Compare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45" name="object 45" descr=""/>
          <p:cNvSpPr/>
          <p:nvPr/>
        </p:nvSpPr>
        <p:spPr>
          <a:xfrm>
            <a:off x="587209" y="7198906"/>
            <a:ext cx="0" cy="1666875"/>
          </a:xfrm>
          <a:custGeom>
            <a:avLst/>
            <a:gdLst/>
            <a:ahLst/>
            <a:cxnLst/>
            <a:rect l="l" t="t" r="r" b="b"/>
            <a:pathLst>
              <a:path w="0" h="1666875">
                <a:moveTo>
                  <a:pt x="0" y="0"/>
                </a:moveTo>
                <a:lnTo>
                  <a:pt x="0" y="1666252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 txBox="1"/>
          <p:nvPr/>
        </p:nvSpPr>
        <p:spPr>
          <a:xfrm>
            <a:off x="1115887" y="7173958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Garamond"/>
                <a:cs typeface="Garamond"/>
              </a:rPr>
              <a:t>253.13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1976540" y="7833397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Garamond"/>
                <a:cs typeface="Garamond"/>
              </a:rPr>
              <a:t>255.06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48" name="object 48" descr=""/>
          <p:cNvSpPr/>
          <p:nvPr/>
        </p:nvSpPr>
        <p:spPr>
          <a:xfrm>
            <a:off x="587209" y="7317346"/>
            <a:ext cx="2425700" cy="833755"/>
          </a:xfrm>
          <a:custGeom>
            <a:avLst/>
            <a:gdLst/>
            <a:ahLst/>
            <a:cxnLst/>
            <a:rect l="l" t="t" r="r" b="b"/>
            <a:pathLst>
              <a:path w="2425700" h="833754">
                <a:moveTo>
                  <a:pt x="629831" y="0"/>
                </a:moveTo>
                <a:lnTo>
                  <a:pt x="629831" y="179959"/>
                </a:lnTo>
              </a:path>
              <a:path w="2425700" h="833754">
                <a:moveTo>
                  <a:pt x="719810" y="0"/>
                </a:moveTo>
                <a:lnTo>
                  <a:pt x="719810" y="179959"/>
                </a:lnTo>
              </a:path>
              <a:path w="2425700" h="833754">
                <a:moveTo>
                  <a:pt x="1490103" y="653376"/>
                </a:moveTo>
                <a:lnTo>
                  <a:pt x="1490103" y="833704"/>
                </a:lnTo>
              </a:path>
              <a:path w="2425700" h="833754">
                <a:moveTo>
                  <a:pt x="1580083" y="653376"/>
                </a:moveTo>
                <a:lnTo>
                  <a:pt x="1580083" y="833704"/>
                </a:lnTo>
              </a:path>
              <a:path w="2425700" h="833754">
                <a:moveTo>
                  <a:pt x="629831" y="88849"/>
                </a:moveTo>
                <a:lnTo>
                  <a:pt x="0" y="88849"/>
                </a:lnTo>
              </a:path>
              <a:path w="2425700" h="833754">
                <a:moveTo>
                  <a:pt x="719810" y="88849"/>
                </a:moveTo>
                <a:lnTo>
                  <a:pt x="2052751" y="88849"/>
                </a:lnTo>
              </a:path>
              <a:path w="2425700" h="833754">
                <a:moveTo>
                  <a:pt x="1589570" y="748665"/>
                </a:moveTo>
                <a:lnTo>
                  <a:pt x="2425560" y="748665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 txBox="1"/>
          <p:nvPr/>
        </p:nvSpPr>
        <p:spPr>
          <a:xfrm>
            <a:off x="1178531" y="7512598"/>
            <a:ext cx="16700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25">
                <a:latin typeface="Garamond"/>
                <a:cs typeface="Garamond"/>
              </a:rPr>
              <a:t>NC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50" name="object 50" descr=""/>
          <p:cNvSpPr/>
          <p:nvPr/>
        </p:nvSpPr>
        <p:spPr>
          <a:xfrm>
            <a:off x="2628188" y="7264196"/>
            <a:ext cx="900430" cy="516255"/>
          </a:xfrm>
          <a:custGeom>
            <a:avLst/>
            <a:gdLst/>
            <a:ahLst/>
            <a:cxnLst/>
            <a:rect l="l" t="t" r="r" b="b"/>
            <a:pathLst>
              <a:path w="900429" h="516254">
                <a:moveTo>
                  <a:pt x="900150" y="0"/>
                </a:moveTo>
                <a:lnTo>
                  <a:pt x="0" y="0"/>
                </a:lnTo>
                <a:lnTo>
                  <a:pt x="0" y="515950"/>
                </a:lnTo>
                <a:lnTo>
                  <a:pt x="900150" y="515950"/>
                </a:lnTo>
                <a:lnTo>
                  <a:pt x="9001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 txBox="1"/>
          <p:nvPr/>
        </p:nvSpPr>
        <p:spPr>
          <a:xfrm>
            <a:off x="2628188" y="7264196"/>
            <a:ext cx="900430" cy="19558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00"/>
              </a:spcBef>
            </a:pPr>
            <a:r>
              <a:rPr dirty="0" sz="750" spc="-10">
                <a:latin typeface="Garamond"/>
                <a:cs typeface="Garamond"/>
              </a:rPr>
              <a:t>CPM(20)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2628188" y="7459344"/>
            <a:ext cx="900430" cy="16891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160"/>
              </a:spcBef>
            </a:pPr>
            <a:r>
              <a:rPr dirty="0" sz="750" spc="-20">
                <a:latin typeface="Garamond"/>
                <a:cs typeface="Garamond"/>
              </a:rPr>
              <a:t>HR00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2628188" y="7627899"/>
            <a:ext cx="900430" cy="152400"/>
          </a:xfrm>
          <a:prstGeom prst="rect">
            <a:avLst/>
          </a:prstGeom>
          <a:ln w="910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Garamond"/>
                <a:cs typeface="Garamond"/>
              </a:rPr>
              <a:t>#0100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54" name="object 54" descr=""/>
          <p:cNvSpPr/>
          <p:nvPr/>
        </p:nvSpPr>
        <p:spPr>
          <a:xfrm>
            <a:off x="587209" y="7916811"/>
            <a:ext cx="1479550" cy="523240"/>
          </a:xfrm>
          <a:custGeom>
            <a:avLst/>
            <a:gdLst/>
            <a:ahLst/>
            <a:cxnLst/>
            <a:rect l="l" t="t" r="r" b="b"/>
            <a:pathLst>
              <a:path w="1479550" h="523240">
                <a:moveTo>
                  <a:pt x="0" y="0"/>
                </a:moveTo>
                <a:lnTo>
                  <a:pt x="359524" y="0"/>
                </a:lnTo>
              </a:path>
              <a:path w="1479550" h="523240">
                <a:moveTo>
                  <a:pt x="0" y="269163"/>
                </a:moveTo>
                <a:lnTo>
                  <a:pt x="359524" y="269163"/>
                </a:lnTo>
              </a:path>
              <a:path w="1479550" h="523240">
                <a:moveTo>
                  <a:pt x="0" y="522770"/>
                </a:moveTo>
                <a:lnTo>
                  <a:pt x="359524" y="522770"/>
                </a:lnTo>
              </a:path>
              <a:path w="1479550" h="523240">
                <a:moveTo>
                  <a:pt x="1479092" y="150329"/>
                </a:moveTo>
                <a:lnTo>
                  <a:pt x="1104011" y="150329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 txBox="1"/>
          <p:nvPr/>
        </p:nvSpPr>
        <p:spPr>
          <a:xfrm>
            <a:off x="1975782" y="8095580"/>
            <a:ext cx="306705" cy="3860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3335" marR="5080" indent="-1270">
              <a:lnSpc>
                <a:spcPct val="157800"/>
              </a:lnSpc>
              <a:spcBef>
                <a:spcPts val="90"/>
              </a:spcBef>
            </a:pPr>
            <a:r>
              <a:rPr dirty="0" sz="750" spc="60">
                <a:latin typeface="Garamond"/>
                <a:cs typeface="Garamond"/>
              </a:rPr>
              <a:t>=Flag </a:t>
            </a:r>
            <a:r>
              <a:rPr dirty="0" sz="750" spc="-10">
                <a:latin typeface="Garamond"/>
                <a:cs typeface="Garamond"/>
              </a:rPr>
              <a:t>255.05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56" name="object 56" descr=""/>
          <p:cNvSpPr/>
          <p:nvPr/>
        </p:nvSpPr>
        <p:spPr>
          <a:xfrm>
            <a:off x="1691220" y="7990840"/>
            <a:ext cx="1580515" cy="663575"/>
          </a:xfrm>
          <a:custGeom>
            <a:avLst/>
            <a:gdLst/>
            <a:ahLst/>
            <a:cxnLst/>
            <a:rect l="l" t="t" r="r" b="b"/>
            <a:pathLst>
              <a:path w="1580514" h="663575">
                <a:moveTo>
                  <a:pt x="386092" y="482904"/>
                </a:moveTo>
                <a:lnTo>
                  <a:pt x="386854" y="663232"/>
                </a:lnTo>
              </a:path>
              <a:path w="1580514" h="663575">
                <a:moveTo>
                  <a:pt x="476072" y="482904"/>
                </a:moveTo>
                <a:lnTo>
                  <a:pt x="476834" y="663232"/>
                </a:lnTo>
              </a:path>
              <a:path w="1580514" h="663575">
                <a:moveTo>
                  <a:pt x="476072" y="577811"/>
                </a:moveTo>
                <a:lnTo>
                  <a:pt x="750163" y="578573"/>
                </a:lnTo>
              </a:path>
              <a:path w="1580514" h="663575">
                <a:moveTo>
                  <a:pt x="375081" y="579335"/>
                </a:moveTo>
                <a:lnTo>
                  <a:pt x="0" y="580097"/>
                </a:lnTo>
              </a:path>
              <a:path w="1580514" h="663575">
                <a:moveTo>
                  <a:pt x="1490484" y="77444"/>
                </a:moveTo>
                <a:lnTo>
                  <a:pt x="1580451" y="77444"/>
                </a:lnTo>
              </a:path>
              <a:path w="1580514" h="663575">
                <a:moveTo>
                  <a:pt x="1580451" y="0"/>
                </a:moveTo>
                <a:lnTo>
                  <a:pt x="1580451" y="179946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 txBox="1"/>
          <p:nvPr/>
        </p:nvSpPr>
        <p:spPr>
          <a:xfrm>
            <a:off x="2945391" y="7829601"/>
            <a:ext cx="30607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Garamond"/>
                <a:cs typeface="Garamond"/>
              </a:rPr>
              <a:t>010.00</a:t>
            </a:r>
            <a:endParaRPr sz="750">
              <a:latin typeface="Garamond"/>
              <a:cs typeface="Garamond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580555" y="7402563"/>
            <a:ext cx="3515360" cy="1991360"/>
            <a:chOff x="580555" y="7402563"/>
            <a:chExt cx="3515360" cy="1991360"/>
          </a:xfrm>
        </p:grpSpPr>
        <p:sp>
          <p:nvSpPr>
            <p:cNvPr id="59" name="object 59" descr=""/>
            <p:cNvSpPr/>
            <p:nvPr/>
          </p:nvSpPr>
          <p:spPr>
            <a:xfrm>
              <a:off x="596709" y="7407326"/>
              <a:ext cx="1844675" cy="1298575"/>
            </a:xfrm>
            <a:custGeom>
              <a:avLst/>
              <a:gdLst/>
              <a:ahLst/>
              <a:cxnLst/>
              <a:rect l="l" t="t" r="r" b="b"/>
              <a:pathLst>
                <a:path w="1844675" h="1298575">
                  <a:moveTo>
                    <a:pt x="1104011" y="0"/>
                  </a:moveTo>
                  <a:lnTo>
                    <a:pt x="1104011" y="1162088"/>
                  </a:lnTo>
                </a:path>
                <a:path w="1844675" h="1298575">
                  <a:moveTo>
                    <a:pt x="0" y="1298003"/>
                  </a:moveTo>
                  <a:lnTo>
                    <a:pt x="359905" y="1298003"/>
                  </a:lnTo>
                </a:path>
                <a:path w="1844675" h="1298575">
                  <a:moveTo>
                    <a:pt x="1844675" y="1156779"/>
                  </a:moveTo>
                  <a:lnTo>
                    <a:pt x="1844675" y="659815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585317" y="8901227"/>
              <a:ext cx="3505835" cy="187960"/>
            </a:xfrm>
            <a:custGeom>
              <a:avLst/>
              <a:gdLst/>
              <a:ahLst/>
              <a:cxnLst/>
              <a:rect l="l" t="t" r="r" b="b"/>
              <a:pathLst>
                <a:path w="3505835" h="187959">
                  <a:moveTo>
                    <a:pt x="0" y="0"/>
                  </a:moveTo>
                  <a:lnTo>
                    <a:pt x="3505631" y="0"/>
                  </a:lnTo>
                  <a:lnTo>
                    <a:pt x="3505631" y="187909"/>
                  </a:lnTo>
                  <a:lnTo>
                    <a:pt x="0" y="187909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587209" y="9137370"/>
              <a:ext cx="0" cy="251460"/>
            </a:xfrm>
            <a:custGeom>
              <a:avLst/>
              <a:gdLst/>
              <a:ahLst/>
              <a:cxnLst/>
              <a:rect l="l" t="t" r="r" b="b"/>
              <a:pathLst>
                <a:path w="0" h="251459">
                  <a:moveTo>
                    <a:pt x="0" y="0"/>
                  </a:moveTo>
                  <a:lnTo>
                    <a:pt x="0" y="251307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217041" y="9161665"/>
              <a:ext cx="676910" cy="199390"/>
            </a:xfrm>
            <a:custGeom>
              <a:avLst/>
              <a:gdLst/>
              <a:ahLst/>
              <a:cxnLst/>
              <a:rect l="l" t="t" r="r" b="b"/>
              <a:pathLst>
                <a:path w="676910" h="199390">
                  <a:moveTo>
                    <a:pt x="0" y="0"/>
                  </a:moveTo>
                  <a:lnTo>
                    <a:pt x="676910" y="0"/>
                  </a:lnTo>
                  <a:lnTo>
                    <a:pt x="676910" y="199301"/>
                  </a:lnTo>
                  <a:lnTo>
                    <a:pt x="0" y="199301"/>
                  </a:lnTo>
                  <a:lnTo>
                    <a:pt x="0" y="0"/>
                  </a:lnTo>
                  <a:close/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 txBox="1"/>
          <p:nvPr/>
        </p:nvSpPr>
        <p:spPr>
          <a:xfrm>
            <a:off x="2818590" y="8171661"/>
            <a:ext cx="49022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latin typeface="Garamond"/>
                <a:cs typeface="Garamond"/>
              </a:rPr>
              <a:t>Carparkfull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667906" y="8659125"/>
            <a:ext cx="1602105" cy="6813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35"/>
              </a:spcBef>
            </a:pPr>
            <a:r>
              <a:rPr dirty="0" sz="750" spc="75">
                <a:latin typeface="Garamond"/>
                <a:cs typeface="Garamond"/>
              </a:rPr>
              <a:t>&gt;Flag</a:t>
            </a:r>
            <a:endParaRPr sz="7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7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Garamond"/>
                <a:cs typeface="Garamond"/>
              </a:rPr>
              <a:t>Network</a:t>
            </a:r>
            <a:r>
              <a:rPr dirty="0" sz="750" spc="90">
                <a:latin typeface="Garamond"/>
                <a:cs typeface="Garamond"/>
              </a:rPr>
              <a:t> </a:t>
            </a:r>
            <a:r>
              <a:rPr dirty="0" sz="750">
                <a:latin typeface="Garamond"/>
                <a:cs typeface="Garamond"/>
              </a:rPr>
              <a:t>6</a:t>
            </a:r>
            <a:r>
              <a:rPr dirty="0" sz="750" spc="114">
                <a:latin typeface="Garamond"/>
                <a:cs typeface="Garamond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 spc="-25">
                <a:latin typeface="Garamond"/>
                <a:cs typeface="Garamond"/>
              </a:rPr>
              <a:t>End</a:t>
            </a:r>
            <a:endParaRPr sz="7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750">
              <a:latin typeface="Garamond"/>
              <a:cs typeface="Garamond"/>
            </a:endParaRPr>
          </a:p>
          <a:p>
            <a:pPr algn="ctr" marL="42545">
              <a:lnSpc>
                <a:spcPct val="100000"/>
              </a:lnSpc>
              <a:spcBef>
                <a:spcPts val="5"/>
              </a:spcBef>
            </a:pPr>
            <a:r>
              <a:rPr dirty="0" sz="750">
                <a:latin typeface="Garamond"/>
                <a:cs typeface="Garamond"/>
              </a:rPr>
              <a:t>End</a:t>
            </a:r>
            <a:r>
              <a:rPr dirty="0" sz="750" spc="65">
                <a:latin typeface="Garamond"/>
                <a:cs typeface="Garamond"/>
              </a:rPr>
              <a:t> </a:t>
            </a:r>
            <a:r>
              <a:rPr dirty="0" sz="750" spc="-20">
                <a:latin typeface="Garamond"/>
                <a:cs typeface="Garamond"/>
              </a:rPr>
              <a:t>(01)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65" name="object 65" descr=""/>
          <p:cNvSpPr/>
          <p:nvPr/>
        </p:nvSpPr>
        <p:spPr>
          <a:xfrm>
            <a:off x="587209" y="9252013"/>
            <a:ext cx="629920" cy="0"/>
          </a:xfrm>
          <a:custGeom>
            <a:avLst/>
            <a:gdLst/>
            <a:ahLst/>
            <a:cxnLst/>
            <a:rect l="l" t="t" r="r" b="b"/>
            <a:pathLst>
              <a:path w="629919" h="0">
                <a:moveTo>
                  <a:pt x="629831" y="0"/>
                </a:moveTo>
                <a:lnTo>
                  <a:pt x="0" y="0"/>
                </a:lnTo>
              </a:path>
            </a:pathLst>
          </a:custGeom>
          <a:ln w="9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82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563" y="953376"/>
            <a:ext cx="6425565" cy="12065"/>
          </a:xfrm>
          <a:custGeom>
            <a:avLst/>
            <a:gdLst/>
            <a:ahLst/>
            <a:cxnLst/>
            <a:rect l="l" t="t" r="r" b="b"/>
            <a:pathLst>
              <a:path w="6425565" h="12065">
                <a:moveTo>
                  <a:pt x="0" y="0"/>
                </a:moveTo>
                <a:lnTo>
                  <a:pt x="6425095" y="0"/>
                </a:lnTo>
              </a:path>
              <a:path w="6425565" h="12065">
                <a:moveTo>
                  <a:pt x="0" y="11772"/>
                </a:moveTo>
                <a:lnTo>
                  <a:pt x="6425095" y="11772"/>
                </a:lnTo>
              </a:path>
            </a:pathLst>
          </a:custGeom>
          <a:ln w="6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5563" y="1234687"/>
            <a:ext cx="6425565" cy="74930"/>
            <a:chOff x="625563" y="1234687"/>
            <a:chExt cx="6425565" cy="74930"/>
          </a:xfrm>
        </p:grpSpPr>
        <p:sp>
          <p:nvSpPr>
            <p:cNvPr id="4" name="object 4" descr=""/>
            <p:cNvSpPr/>
            <p:nvPr/>
          </p:nvSpPr>
          <p:spPr>
            <a:xfrm>
              <a:off x="625563" y="1304543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563" y="1271892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37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5563" y="1239431"/>
              <a:ext cx="6425565" cy="0"/>
            </a:xfrm>
            <a:custGeom>
              <a:avLst/>
              <a:gdLst/>
              <a:ahLst/>
              <a:cxnLst/>
              <a:rect l="l" t="t" r="r" b="b"/>
              <a:pathLst>
                <a:path w="6425565" h="0">
                  <a:moveTo>
                    <a:pt x="0" y="0"/>
                  </a:moveTo>
                  <a:lnTo>
                    <a:pt x="6425095" y="0"/>
                  </a:lnTo>
                </a:path>
              </a:pathLst>
            </a:custGeom>
            <a:ln w="9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31082" y="5933054"/>
            <a:ext cx="6409055" cy="1255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362075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Segoe UI Symbol"/>
                <a:cs typeface="Segoe UI Symbol"/>
              </a:rPr>
              <a:t>In</a:t>
            </a:r>
            <a:r>
              <a:rPr dirty="0" sz="950" spc="-20">
                <a:latin typeface="Segoe UI Symbol"/>
                <a:cs typeface="Segoe UI Symbol"/>
              </a:rPr>
              <a:t> </a:t>
            </a:r>
            <a:r>
              <a:rPr dirty="0" sz="950" spc="-10">
                <a:latin typeface="Segoe UI Symbol"/>
                <a:cs typeface="Segoe UI Symbol"/>
              </a:rPr>
              <a:t>thiz application,</a:t>
            </a:r>
            <a:r>
              <a:rPr dirty="0" sz="950" spc="-15">
                <a:latin typeface="Segoe UI Symbol"/>
                <a:cs typeface="Segoe UI Symbol"/>
              </a:rPr>
              <a:t> </a:t>
            </a:r>
            <a:r>
              <a:rPr dirty="0" sz="950" spc="-45">
                <a:latin typeface="Segoe UI Symbol"/>
                <a:cs typeface="Segoe UI Symbol"/>
              </a:rPr>
              <a:t>the</a:t>
            </a:r>
            <a:r>
              <a:rPr dirty="0" sz="950" spc="-15">
                <a:latin typeface="Segoe UI Symbol"/>
                <a:cs typeface="Segoe UI Symbol"/>
              </a:rPr>
              <a:t> </a:t>
            </a:r>
            <a:r>
              <a:rPr dirty="0" sz="950" spc="-35">
                <a:latin typeface="Segoe UI Symbol"/>
                <a:cs typeface="Segoe UI Symbol"/>
              </a:rPr>
              <a:t>zyztem</a:t>
            </a:r>
            <a:r>
              <a:rPr dirty="0" sz="950" spc="-20">
                <a:latin typeface="Segoe UI Symbol"/>
                <a:cs typeface="Segoe UI Symbol"/>
              </a:rPr>
              <a:t> </a:t>
            </a:r>
            <a:r>
              <a:rPr dirty="0" sz="950">
                <a:latin typeface="Segoe UI Symbol"/>
                <a:cs typeface="Segoe UI Symbol"/>
              </a:rPr>
              <a:t>iz</a:t>
            </a:r>
            <a:r>
              <a:rPr dirty="0" sz="950" spc="-10">
                <a:latin typeface="Segoe UI Symbol"/>
                <a:cs typeface="Segoe UI Symbol"/>
              </a:rPr>
              <a:t> </a:t>
            </a:r>
            <a:r>
              <a:rPr dirty="0" sz="950" spc="-35">
                <a:latin typeface="Segoe UI Symbol"/>
                <a:cs typeface="Segoe UI Symbol"/>
              </a:rPr>
              <a:t>to</a:t>
            </a:r>
            <a:r>
              <a:rPr dirty="0" sz="950" spc="-15">
                <a:latin typeface="Segoe UI Symbol"/>
                <a:cs typeface="Segoe UI Symbol"/>
              </a:rPr>
              <a:t> </a:t>
            </a:r>
            <a:r>
              <a:rPr dirty="0" sz="950" spc="-20">
                <a:latin typeface="Segoe UI Symbol"/>
                <a:cs typeface="Segoe UI Symbol"/>
              </a:rPr>
              <a:t>zort </a:t>
            </a:r>
            <a:r>
              <a:rPr dirty="0" sz="950" spc="-50">
                <a:latin typeface="Segoe UI Symbol"/>
                <a:cs typeface="Segoe UI Symbol"/>
              </a:rPr>
              <a:t>out</a:t>
            </a:r>
            <a:r>
              <a:rPr dirty="0" sz="950" spc="-15">
                <a:latin typeface="Segoe UI Symbol"/>
                <a:cs typeface="Segoe UI Symbol"/>
              </a:rPr>
              <a:t> </a:t>
            </a:r>
            <a:r>
              <a:rPr dirty="0" sz="950" spc="-45">
                <a:latin typeface="Segoe UI Symbol"/>
                <a:cs typeface="Segoe UI Symbol"/>
              </a:rPr>
              <a:t>the</a:t>
            </a:r>
            <a:r>
              <a:rPr dirty="0" sz="950" spc="-15">
                <a:latin typeface="Segoe UI Symbol"/>
                <a:cs typeface="Segoe UI Symbol"/>
              </a:rPr>
              <a:t> </a:t>
            </a:r>
            <a:r>
              <a:rPr dirty="0" sz="950">
                <a:latin typeface="Segoe UI Symbol"/>
                <a:cs typeface="Segoe UI Symbol"/>
              </a:rPr>
              <a:t>black</a:t>
            </a:r>
            <a:r>
              <a:rPr dirty="0" sz="950" spc="-15">
                <a:latin typeface="Segoe UI Symbol"/>
                <a:cs typeface="Segoe UI Symbol"/>
              </a:rPr>
              <a:t> </a:t>
            </a:r>
            <a:r>
              <a:rPr dirty="0" sz="950">
                <a:latin typeface="Segoe UI Symbol"/>
                <a:cs typeface="Segoe UI Symbol"/>
              </a:rPr>
              <a:t>&amp;</a:t>
            </a:r>
            <a:r>
              <a:rPr dirty="0" sz="950" spc="-15">
                <a:latin typeface="Segoe UI Symbol"/>
                <a:cs typeface="Segoe UI Symbol"/>
              </a:rPr>
              <a:t> </a:t>
            </a:r>
            <a:r>
              <a:rPr dirty="0" sz="950" spc="-20">
                <a:latin typeface="Segoe UI Symbol"/>
                <a:cs typeface="Segoe UI Symbol"/>
              </a:rPr>
              <a:t>white </a:t>
            </a:r>
            <a:r>
              <a:rPr dirty="0" sz="950" spc="-10">
                <a:latin typeface="Segoe UI Symbol"/>
                <a:cs typeface="Segoe UI Symbol"/>
              </a:rPr>
              <a:t>ballz</a:t>
            </a:r>
            <a:r>
              <a:rPr dirty="0" sz="950" spc="-15">
                <a:latin typeface="Segoe UI Symbol"/>
                <a:cs typeface="Segoe UI Symbol"/>
              </a:rPr>
              <a:t> </a:t>
            </a:r>
            <a:r>
              <a:rPr dirty="0" sz="950" spc="-20">
                <a:latin typeface="Segoe UI Symbol"/>
                <a:cs typeface="Segoe UI Symbol"/>
              </a:rPr>
              <a:t>into</a:t>
            </a:r>
            <a:r>
              <a:rPr dirty="0" sz="950" spc="-10">
                <a:latin typeface="Segoe UI Symbol"/>
                <a:cs typeface="Segoe UI Symbol"/>
              </a:rPr>
              <a:t> </a:t>
            </a:r>
            <a:r>
              <a:rPr dirty="0" sz="950">
                <a:latin typeface="Segoe UI Symbol"/>
                <a:cs typeface="Segoe UI Symbol"/>
              </a:rPr>
              <a:t>2</a:t>
            </a:r>
            <a:r>
              <a:rPr dirty="0" sz="950" spc="-15">
                <a:latin typeface="Segoe UI Symbol"/>
                <a:cs typeface="Segoe UI Symbol"/>
              </a:rPr>
              <a:t> </a:t>
            </a:r>
            <a:r>
              <a:rPr dirty="0" sz="950" spc="-20">
                <a:latin typeface="Segoe UI Symbol"/>
                <a:cs typeface="Segoe UI Symbol"/>
              </a:rPr>
              <a:t>different</a:t>
            </a:r>
            <a:r>
              <a:rPr dirty="0" sz="950" spc="-15">
                <a:latin typeface="Segoe UI Symbol"/>
                <a:cs typeface="Segoe UI Symbol"/>
              </a:rPr>
              <a:t> </a:t>
            </a:r>
            <a:r>
              <a:rPr dirty="0" sz="950" spc="-10">
                <a:latin typeface="Segoe UI Symbol"/>
                <a:cs typeface="Segoe UI Symbol"/>
              </a:rPr>
              <a:t>container.</a:t>
            </a:r>
            <a:endParaRPr sz="950">
              <a:latin typeface="Segoe UI Symbol"/>
              <a:cs typeface="Segoe UI Symbol"/>
            </a:endParaRPr>
          </a:p>
          <a:p>
            <a:pPr algn="just" marL="1362075" marR="5080">
              <a:lnSpc>
                <a:spcPct val="103699"/>
              </a:lnSpc>
              <a:spcBef>
                <a:spcPts val="1180"/>
              </a:spcBef>
            </a:pPr>
            <a:r>
              <a:rPr dirty="0" sz="950">
                <a:latin typeface="Segoe UI Symbol"/>
                <a:cs typeface="Segoe UI Symbol"/>
              </a:rPr>
              <a:t>The</a:t>
            </a:r>
            <a:r>
              <a:rPr dirty="0" sz="950" spc="30">
                <a:latin typeface="Segoe UI Symbol"/>
                <a:cs typeface="Segoe UI Symbol"/>
              </a:rPr>
              <a:t> </a:t>
            </a:r>
            <a:r>
              <a:rPr dirty="0" sz="950" spc="-20">
                <a:latin typeface="Segoe UI Symbol"/>
                <a:cs typeface="Segoe UI Symbol"/>
              </a:rPr>
              <a:t>ztart</a:t>
            </a:r>
            <a:r>
              <a:rPr dirty="0" sz="950" spc="35">
                <a:latin typeface="Segoe UI Symbol"/>
                <a:cs typeface="Segoe UI Symbol"/>
              </a:rPr>
              <a:t> </a:t>
            </a:r>
            <a:r>
              <a:rPr dirty="0" sz="950" spc="-50">
                <a:latin typeface="Segoe UI Symbol"/>
                <a:cs typeface="Segoe UI Symbol"/>
              </a:rPr>
              <a:t>button</a:t>
            </a:r>
            <a:r>
              <a:rPr dirty="0" sz="950" spc="35">
                <a:latin typeface="Segoe UI Symbol"/>
                <a:cs typeface="Segoe UI Symbol"/>
              </a:rPr>
              <a:t> </a:t>
            </a:r>
            <a:r>
              <a:rPr dirty="0" sz="950">
                <a:latin typeface="Segoe UI Symbol"/>
                <a:cs typeface="Segoe UI Symbol"/>
              </a:rPr>
              <a:t>will</a:t>
            </a:r>
            <a:r>
              <a:rPr dirty="0" sz="950" spc="30">
                <a:latin typeface="Segoe UI Symbol"/>
                <a:cs typeface="Segoe UI Symbol"/>
              </a:rPr>
              <a:t> </a:t>
            </a:r>
            <a:r>
              <a:rPr dirty="0" sz="950" spc="-20">
                <a:latin typeface="Segoe UI Symbol"/>
                <a:cs typeface="Segoe UI Symbol"/>
              </a:rPr>
              <a:t>ztart</a:t>
            </a:r>
            <a:r>
              <a:rPr dirty="0" sz="950" spc="35">
                <a:latin typeface="Segoe UI Symbol"/>
                <a:cs typeface="Segoe UI Symbol"/>
              </a:rPr>
              <a:t> </a:t>
            </a:r>
            <a:r>
              <a:rPr dirty="0" sz="950" spc="-35">
                <a:latin typeface="Segoe UI Symbol"/>
                <a:cs typeface="Segoe UI Symbol"/>
              </a:rPr>
              <a:t>the</a:t>
            </a:r>
            <a:r>
              <a:rPr dirty="0" sz="950" spc="35">
                <a:latin typeface="Segoe UI Symbol"/>
                <a:cs typeface="Segoe UI Symbol"/>
              </a:rPr>
              <a:t> </a:t>
            </a:r>
            <a:r>
              <a:rPr dirty="0" sz="950" spc="-20">
                <a:latin typeface="Segoe UI Symbol"/>
                <a:cs typeface="Segoe UI Symbol"/>
              </a:rPr>
              <a:t>operation,</a:t>
            </a:r>
            <a:r>
              <a:rPr dirty="0" sz="950" spc="35">
                <a:latin typeface="Segoe UI Symbol"/>
                <a:cs typeface="Segoe UI Symbol"/>
              </a:rPr>
              <a:t> </a:t>
            </a:r>
            <a:r>
              <a:rPr dirty="0" sz="950">
                <a:latin typeface="Segoe UI Symbol"/>
                <a:cs typeface="Segoe UI Symbol"/>
              </a:rPr>
              <a:t>Ball</a:t>
            </a:r>
            <a:r>
              <a:rPr dirty="0" sz="950" spc="30">
                <a:latin typeface="Segoe UI Symbol"/>
                <a:cs typeface="Segoe UI Symbol"/>
              </a:rPr>
              <a:t> </a:t>
            </a:r>
            <a:r>
              <a:rPr dirty="0" sz="950" spc="-35">
                <a:latin typeface="Segoe UI Symbol"/>
                <a:cs typeface="Segoe UI Symbol"/>
              </a:rPr>
              <a:t>zenzor</a:t>
            </a:r>
            <a:r>
              <a:rPr dirty="0" sz="950" spc="35">
                <a:latin typeface="Segoe UI Symbol"/>
                <a:cs typeface="Segoe UI Symbol"/>
              </a:rPr>
              <a:t> </a:t>
            </a:r>
            <a:r>
              <a:rPr dirty="0" sz="950" spc="85">
                <a:latin typeface="Segoe UI Symbol"/>
                <a:cs typeface="Segoe UI Symbol"/>
              </a:rPr>
              <a:t>(Sl)</a:t>
            </a:r>
            <a:r>
              <a:rPr dirty="0" sz="950" spc="35">
                <a:latin typeface="Segoe UI Symbol"/>
                <a:cs typeface="Segoe UI Symbol"/>
              </a:rPr>
              <a:t> </a:t>
            </a:r>
            <a:r>
              <a:rPr dirty="0" sz="950">
                <a:latin typeface="Segoe UI Symbol"/>
                <a:cs typeface="Segoe UI Symbol"/>
              </a:rPr>
              <a:t>will</a:t>
            </a:r>
            <a:r>
              <a:rPr dirty="0" sz="950" spc="35">
                <a:latin typeface="Segoe UI Symbol"/>
                <a:cs typeface="Segoe UI Symbol"/>
              </a:rPr>
              <a:t> </a:t>
            </a:r>
            <a:r>
              <a:rPr dirty="0" sz="950" spc="-50">
                <a:latin typeface="Segoe UI Symbol"/>
                <a:cs typeface="Segoe UI Symbol"/>
              </a:rPr>
              <a:t>zenze</a:t>
            </a:r>
            <a:r>
              <a:rPr dirty="0" sz="950" spc="30">
                <a:latin typeface="Segoe UI Symbol"/>
                <a:cs typeface="Segoe UI Symbol"/>
              </a:rPr>
              <a:t> </a:t>
            </a:r>
            <a:r>
              <a:rPr dirty="0" sz="950" spc="-35">
                <a:latin typeface="Segoe UI Symbol"/>
                <a:cs typeface="Segoe UI Symbol"/>
              </a:rPr>
              <a:t>the</a:t>
            </a:r>
            <a:r>
              <a:rPr dirty="0" sz="950" spc="35">
                <a:latin typeface="Segoe UI Symbol"/>
                <a:cs typeface="Segoe UI Symbol"/>
              </a:rPr>
              <a:t> </a:t>
            </a:r>
            <a:r>
              <a:rPr dirty="0" sz="950" spc="-40">
                <a:latin typeface="Segoe UI Symbol"/>
                <a:cs typeface="Segoe UI Symbol"/>
              </a:rPr>
              <a:t>prezence</a:t>
            </a:r>
            <a:r>
              <a:rPr dirty="0" sz="950" spc="35">
                <a:latin typeface="Segoe UI Symbol"/>
                <a:cs typeface="Segoe UI Symbol"/>
              </a:rPr>
              <a:t> </a:t>
            </a:r>
            <a:r>
              <a:rPr dirty="0" sz="950">
                <a:latin typeface="Segoe UI Symbol"/>
                <a:cs typeface="Segoe UI Symbol"/>
              </a:rPr>
              <a:t>of</a:t>
            </a:r>
            <a:r>
              <a:rPr dirty="0" sz="950" spc="30">
                <a:latin typeface="Segoe UI Symbol"/>
                <a:cs typeface="Segoe UI Symbol"/>
              </a:rPr>
              <a:t> </a:t>
            </a:r>
            <a:r>
              <a:rPr dirty="0" sz="950" spc="-35">
                <a:latin typeface="Segoe UI Symbol"/>
                <a:cs typeface="Segoe UI Symbol"/>
              </a:rPr>
              <a:t>the</a:t>
            </a:r>
            <a:r>
              <a:rPr dirty="0" sz="950" spc="35">
                <a:latin typeface="Segoe UI Symbol"/>
                <a:cs typeface="Segoe UI Symbol"/>
              </a:rPr>
              <a:t> </a:t>
            </a:r>
            <a:r>
              <a:rPr dirty="0" sz="950">
                <a:latin typeface="Segoe UI Symbol"/>
                <a:cs typeface="Segoe UI Symbol"/>
              </a:rPr>
              <a:t>ball</a:t>
            </a:r>
            <a:r>
              <a:rPr dirty="0" sz="950" spc="35">
                <a:latin typeface="Segoe UI Symbol"/>
                <a:cs typeface="Segoe UI Symbol"/>
              </a:rPr>
              <a:t> </a:t>
            </a:r>
            <a:r>
              <a:rPr dirty="0" sz="950">
                <a:latin typeface="Segoe UI Symbol"/>
                <a:cs typeface="Segoe UI Symbol"/>
              </a:rPr>
              <a:t>in</a:t>
            </a:r>
            <a:r>
              <a:rPr dirty="0" sz="950" spc="35">
                <a:latin typeface="Segoe UI Symbol"/>
                <a:cs typeface="Segoe UI Symbol"/>
              </a:rPr>
              <a:t> </a:t>
            </a:r>
            <a:r>
              <a:rPr dirty="0" sz="950" spc="-25">
                <a:latin typeface="Segoe UI Symbol"/>
                <a:cs typeface="Segoe UI Symbol"/>
              </a:rPr>
              <a:t>the </a:t>
            </a:r>
            <a:r>
              <a:rPr dirty="0" sz="950" spc="-20">
                <a:latin typeface="Segoe UI Symbol"/>
                <a:cs typeface="Segoe UI Symbol"/>
              </a:rPr>
              <a:t>hopper.</a:t>
            </a:r>
            <a:r>
              <a:rPr dirty="0" sz="950" spc="15">
                <a:latin typeface="Segoe UI Symbol"/>
                <a:cs typeface="Segoe UI Symbol"/>
              </a:rPr>
              <a:t> </a:t>
            </a:r>
            <a:r>
              <a:rPr dirty="0" sz="950">
                <a:latin typeface="Segoe UI Symbol"/>
                <a:cs typeface="Segoe UI Symbol"/>
              </a:rPr>
              <a:t>The</a:t>
            </a:r>
            <a:r>
              <a:rPr dirty="0" sz="950" spc="15">
                <a:latin typeface="Segoe UI Symbol"/>
                <a:cs typeface="Segoe UI Symbol"/>
              </a:rPr>
              <a:t> </a:t>
            </a:r>
            <a:r>
              <a:rPr dirty="0" sz="950" spc="-50">
                <a:latin typeface="Segoe UI Symbol"/>
                <a:cs typeface="Segoe UI Symbol"/>
              </a:rPr>
              <a:t>top</a:t>
            </a:r>
            <a:r>
              <a:rPr dirty="0" sz="950" spc="20">
                <a:latin typeface="Segoe UI Symbol"/>
                <a:cs typeface="Segoe UI Symbol"/>
              </a:rPr>
              <a:t> </a:t>
            </a:r>
            <a:r>
              <a:rPr dirty="0" sz="950" spc="-35">
                <a:latin typeface="Segoe UI Symbol"/>
                <a:cs typeface="Segoe UI Symbol"/>
              </a:rPr>
              <a:t>zolenoid</a:t>
            </a:r>
            <a:r>
              <a:rPr dirty="0" sz="950" spc="15">
                <a:latin typeface="Segoe UI Symbol"/>
                <a:cs typeface="Segoe UI Symbol"/>
              </a:rPr>
              <a:t> </a:t>
            </a:r>
            <a:r>
              <a:rPr dirty="0" sz="950">
                <a:latin typeface="Segoe UI Symbol"/>
                <a:cs typeface="Segoe UI Symbol"/>
              </a:rPr>
              <a:t>will</a:t>
            </a:r>
            <a:r>
              <a:rPr dirty="0" sz="950" spc="20">
                <a:latin typeface="Segoe UI Symbol"/>
                <a:cs typeface="Segoe UI Symbol"/>
              </a:rPr>
              <a:t> </a:t>
            </a:r>
            <a:r>
              <a:rPr dirty="0" sz="950" spc="-25">
                <a:latin typeface="Segoe UI Symbol"/>
                <a:cs typeface="Segoe UI Symbol"/>
              </a:rPr>
              <a:t>releaze</a:t>
            </a:r>
            <a:r>
              <a:rPr dirty="0" sz="950" spc="15">
                <a:latin typeface="Segoe UI Symbol"/>
                <a:cs typeface="Segoe UI Symbol"/>
              </a:rPr>
              <a:t> </a:t>
            </a:r>
            <a:r>
              <a:rPr dirty="0" sz="950" spc="-35">
                <a:latin typeface="Segoe UI Symbol"/>
                <a:cs typeface="Segoe UI Symbol"/>
              </a:rPr>
              <a:t>the</a:t>
            </a:r>
            <a:r>
              <a:rPr dirty="0" sz="950" spc="20">
                <a:latin typeface="Segoe UI Symbol"/>
                <a:cs typeface="Segoe UI Symbol"/>
              </a:rPr>
              <a:t> </a:t>
            </a:r>
            <a:r>
              <a:rPr dirty="0" sz="950">
                <a:latin typeface="Segoe UI Symbol"/>
                <a:cs typeface="Segoe UI Symbol"/>
              </a:rPr>
              <a:t>ball</a:t>
            </a:r>
            <a:r>
              <a:rPr dirty="0" sz="950" spc="15">
                <a:latin typeface="Segoe UI Symbol"/>
                <a:cs typeface="Segoe UI Symbol"/>
              </a:rPr>
              <a:t> </a:t>
            </a:r>
            <a:r>
              <a:rPr dirty="0" sz="950">
                <a:latin typeface="Segoe UI Symbol"/>
                <a:cs typeface="Segoe UI Symbol"/>
              </a:rPr>
              <a:t>for</a:t>
            </a:r>
            <a:r>
              <a:rPr dirty="0" sz="950" spc="20">
                <a:latin typeface="Segoe UI Symbol"/>
                <a:cs typeface="Segoe UI Symbol"/>
              </a:rPr>
              <a:t> </a:t>
            </a:r>
            <a:r>
              <a:rPr dirty="0" sz="950" spc="-40">
                <a:latin typeface="Segoe UI Symbol"/>
                <a:cs typeface="Segoe UI Symbol"/>
              </a:rPr>
              <a:t>the</a:t>
            </a:r>
            <a:r>
              <a:rPr dirty="0" sz="950" spc="15">
                <a:latin typeface="Segoe UI Symbol"/>
                <a:cs typeface="Segoe UI Symbol"/>
              </a:rPr>
              <a:t> </a:t>
            </a:r>
            <a:r>
              <a:rPr dirty="0" sz="950" spc="-10">
                <a:latin typeface="Segoe UI Symbol"/>
                <a:cs typeface="Segoe UI Symbol"/>
              </a:rPr>
              <a:t>colour</a:t>
            </a:r>
            <a:r>
              <a:rPr dirty="0" sz="950" spc="20">
                <a:latin typeface="Segoe UI Symbol"/>
                <a:cs typeface="Segoe UI Symbol"/>
              </a:rPr>
              <a:t> </a:t>
            </a:r>
            <a:r>
              <a:rPr dirty="0" sz="950" spc="-25">
                <a:latin typeface="Segoe UI Symbol"/>
                <a:cs typeface="Segoe UI Symbol"/>
              </a:rPr>
              <a:t>zenzor</a:t>
            </a:r>
            <a:r>
              <a:rPr dirty="0" sz="950" spc="15">
                <a:latin typeface="Segoe UI Symbol"/>
                <a:cs typeface="Segoe UI Symbol"/>
              </a:rPr>
              <a:t> </a:t>
            </a:r>
            <a:r>
              <a:rPr dirty="0" sz="950">
                <a:latin typeface="Segoe UI Symbol"/>
                <a:cs typeface="Segoe UI Symbol"/>
              </a:rPr>
              <a:t>(S2)</a:t>
            </a:r>
            <a:r>
              <a:rPr dirty="0" sz="950" spc="20">
                <a:latin typeface="Segoe UI Symbol"/>
                <a:cs typeface="Segoe UI Symbol"/>
              </a:rPr>
              <a:t> </a:t>
            </a:r>
            <a:r>
              <a:rPr dirty="0" sz="950" spc="-20">
                <a:latin typeface="Segoe UI Symbol"/>
                <a:cs typeface="Segoe UI Symbol"/>
              </a:rPr>
              <a:t>to</a:t>
            </a:r>
            <a:r>
              <a:rPr dirty="0" sz="950" spc="10">
                <a:latin typeface="Segoe UI Symbol"/>
                <a:cs typeface="Segoe UI Symbol"/>
              </a:rPr>
              <a:t> </a:t>
            </a:r>
            <a:r>
              <a:rPr dirty="0" sz="950" spc="-25">
                <a:latin typeface="Segoe UI Symbol"/>
                <a:cs typeface="Segoe UI Symbol"/>
              </a:rPr>
              <a:t>differentiate</a:t>
            </a:r>
            <a:r>
              <a:rPr dirty="0" sz="950" spc="15">
                <a:latin typeface="Segoe UI Symbol"/>
                <a:cs typeface="Segoe UI Symbol"/>
              </a:rPr>
              <a:t> </a:t>
            </a:r>
            <a:r>
              <a:rPr dirty="0" sz="950" spc="-40">
                <a:latin typeface="Segoe UI Symbol"/>
                <a:cs typeface="Segoe UI Symbol"/>
              </a:rPr>
              <a:t>the</a:t>
            </a:r>
            <a:r>
              <a:rPr dirty="0" sz="950" spc="15">
                <a:latin typeface="Segoe UI Symbol"/>
                <a:cs typeface="Segoe UI Symbol"/>
              </a:rPr>
              <a:t> </a:t>
            </a:r>
            <a:r>
              <a:rPr dirty="0" sz="950" spc="-10">
                <a:latin typeface="Segoe UI Symbol"/>
                <a:cs typeface="Segoe UI Symbol"/>
              </a:rPr>
              <a:t>colour </a:t>
            </a:r>
            <a:r>
              <a:rPr dirty="0" sz="950" spc="-30">
                <a:latin typeface="Segoe UI Symbol"/>
                <a:cs typeface="Segoe UI Symbol"/>
              </a:rPr>
              <a:t>before</a:t>
            </a:r>
            <a:r>
              <a:rPr dirty="0" sz="950" spc="-25">
                <a:latin typeface="Segoe UI Symbol"/>
                <a:cs typeface="Segoe UI Symbol"/>
              </a:rPr>
              <a:t> </a:t>
            </a:r>
            <a:r>
              <a:rPr dirty="0" sz="950" spc="-35">
                <a:latin typeface="Segoe UI Symbol"/>
                <a:cs typeface="Segoe UI Symbol"/>
              </a:rPr>
              <a:t>being</a:t>
            </a:r>
            <a:r>
              <a:rPr dirty="0" sz="950" spc="-20">
                <a:latin typeface="Segoe UI Symbol"/>
                <a:cs typeface="Segoe UI Symbol"/>
              </a:rPr>
              <a:t> </a:t>
            </a:r>
            <a:r>
              <a:rPr dirty="0" sz="950" spc="-30">
                <a:latin typeface="Segoe UI Symbol"/>
                <a:cs typeface="Segoe UI Symbol"/>
              </a:rPr>
              <a:t>releaze</a:t>
            </a:r>
            <a:r>
              <a:rPr dirty="0" sz="950" spc="-25">
                <a:latin typeface="Segoe UI Symbol"/>
                <a:cs typeface="Segoe UI Symbol"/>
              </a:rPr>
              <a:t> </a:t>
            </a:r>
            <a:r>
              <a:rPr dirty="0" sz="950" spc="-20">
                <a:latin typeface="Segoe UI Symbol"/>
                <a:cs typeface="Segoe UI Symbol"/>
              </a:rPr>
              <a:t>into </a:t>
            </a:r>
            <a:r>
              <a:rPr dirty="0" sz="950" spc="-45">
                <a:latin typeface="Segoe UI Symbol"/>
                <a:cs typeface="Segoe UI Symbol"/>
              </a:rPr>
              <a:t>the</a:t>
            </a:r>
            <a:r>
              <a:rPr dirty="0" sz="950" spc="-20">
                <a:latin typeface="Segoe UI Symbol"/>
                <a:cs typeface="Segoe UI Symbol"/>
              </a:rPr>
              <a:t> </a:t>
            </a:r>
            <a:r>
              <a:rPr dirty="0" sz="950" spc="-10">
                <a:latin typeface="Segoe UI Symbol"/>
                <a:cs typeface="Segoe UI Symbol"/>
              </a:rPr>
              <a:t>container.</a:t>
            </a:r>
            <a:endParaRPr sz="9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950">
              <a:latin typeface="Segoe UI Symbol"/>
              <a:cs typeface="Segoe UI Symbol"/>
            </a:endParaRPr>
          </a:p>
          <a:p>
            <a:pPr marL="237490" indent="-224790">
              <a:lnSpc>
                <a:spcPct val="100000"/>
              </a:lnSpc>
              <a:buFont typeface="Symbol"/>
              <a:buChar char=""/>
              <a:tabLst>
                <a:tab pos="237490" algn="l"/>
              </a:tabLst>
            </a:pPr>
            <a:r>
              <a:rPr dirty="0" sz="1150" b="1">
                <a:latin typeface="Times New Roman"/>
                <a:cs typeface="Times New Roman"/>
              </a:rPr>
              <a:t>I/O</a:t>
            </a:r>
            <a:r>
              <a:rPr dirty="0" sz="1150" spc="20" b="1">
                <a:latin typeface="Times New Roman"/>
                <a:cs typeface="Times New Roman"/>
              </a:rPr>
              <a:t> </a:t>
            </a:r>
            <a:r>
              <a:rPr dirty="0" sz="1150" spc="-10" b="1">
                <a:latin typeface="Times New Roman"/>
                <a:cs typeface="Times New Roman"/>
              </a:rPr>
              <a:t>Assignment</a:t>
            </a:r>
            <a:endParaRPr sz="1150">
              <a:latin typeface="Times New Roman"/>
              <a:cs typeface="Times New Roman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2265629" y="7321537"/>
          <a:ext cx="1961514" cy="817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6435"/>
                <a:gridCol w="1181100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45">
                          <a:latin typeface="Garamond"/>
                          <a:cs typeface="Garamond"/>
                        </a:rPr>
                        <a:t>Input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Device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Segoe UI Symbol"/>
                          <a:cs typeface="Segoe UI Symbol"/>
                        </a:rPr>
                        <a:t>00000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Segoe UI Symbol"/>
                          <a:cs typeface="Segoe UI Symbol"/>
                        </a:rPr>
                        <a:t>Start</a:t>
                      </a:r>
                      <a:r>
                        <a:rPr dirty="0" sz="950" spc="-4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dirty="0" sz="950" spc="-25">
                          <a:latin typeface="Segoe UI Symbol"/>
                          <a:cs typeface="Segoe UI Symbol"/>
                        </a:rPr>
                        <a:t>PB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Segoe UI Symbol"/>
                          <a:cs typeface="Segoe UI Symbol"/>
                        </a:rPr>
                        <a:t>0000l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5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Segoe UI Symbol"/>
                          <a:cs typeface="Segoe UI Symbol"/>
                        </a:rPr>
                        <a:t>Ball</a:t>
                      </a:r>
                      <a:r>
                        <a:rPr dirty="0" sz="950" spc="5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dirty="0" sz="950" spc="-35">
                          <a:latin typeface="Segoe UI Symbol"/>
                          <a:cs typeface="Segoe UI Symbol"/>
                        </a:rPr>
                        <a:t>zenzor</a:t>
                      </a:r>
                      <a:r>
                        <a:rPr dirty="0" sz="950" spc="55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dirty="0" sz="950" spc="65">
                          <a:latin typeface="Segoe UI Symbol"/>
                          <a:cs typeface="Segoe UI Symbol"/>
                        </a:rPr>
                        <a:t>(Sl)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Segoe UI Symbol"/>
                          <a:cs typeface="Segoe UI Symbol"/>
                        </a:rPr>
                        <a:t>00002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Segoe UI Symbol"/>
                          <a:cs typeface="Segoe UI Symbol"/>
                        </a:rPr>
                        <a:t>Colour</a:t>
                      </a:r>
                      <a:r>
                        <a:rPr dirty="0" sz="950" spc="-5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dirty="0" sz="950" spc="-35">
                          <a:latin typeface="Segoe UI Symbol"/>
                          <a:cs typeface="Segoe UI Symbol"/>
                        </a:rPr>
                        <a:t>zenzor</a:t>
                      </a:r>
                      <a:r>
                        <a:rPr dirty="0" sz="950" spc="-5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dirty="0" sz="950" spc="-20">
                          <a:latin typeface="Segoe UI Symbol"/>
                          <a:cs typeface="Segoe UI Symbol"/>
                        </a:rPr>
                        <a:t>(S2)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950" spc="-10">
                          <a:latin typeface="Segoe UI Symbol"/>
                          <a:cs typeface="Segoe UI Symbol"/>
                        </a:rPr>
                        <a:t>00003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950" spc="-40">
                          <a:latin typeface="Segoe UI Symbol"/>
                          <a:cs typeface="Segoe UI Symbol"/>
                        </a:rPr>
                        <a:t>Stop</a:t>
                      </a:r>
                      <a:r>
                        <a:rPr dirty="0" sz="950" spc="-5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dirty="0" sz="950" spc="-25">
                          <a:latin typeface="Segoe UI Symbol"/>
                          <a:cs typeface="Segoe UI Symbol"/>
                        </a:rPr>
                        <a:t>PB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4301274" y="7321537"/>
          <a:ext cx="1950720" cy="648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0885"/>
                <a:gridCol w="1124585"/>
              </a:tblGrid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45">
                          <a:latin typeface="Garamond"/>
                          <a:cs typeface="Garamond"/>
                        </a:rPr>
                        <a:t>Output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50" spc="-10">
                          <a:latin typeface="Garamond"/>
                          <a:cs typeface="Garamond"/>
                        </a:rPr>
                        <a:t>Device</a:t>
                      </a:r>
                      <a:endParaRPr sz="950">
                        <a:latin typeface="Garamond"/>
                        <a:cs typeface="Garamond"/>
                      </a:endParaRPr>
                    </a:p>
                  </a:txBody>
                  <a:tcPr marL="0" marR="0" marB="0" marT="88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 spc="-10">
                          <a:latin typeface="Segoe UI Symbol"/>
                          <a:cs typeface="Segoe UI Symbol"/>
                        </a:rPr>
                        <a:t>0l000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10"/>
                        </a:lnSpc>
                        <a:spcBef>
                          <a:spcPts val="65"/>
                        </a:spcBef>
                      </a:pPr>
                      <a:r>
                        <a:rPr dirty="0" sz="950">
                          <a:latin typeface="Segoe UI Symbol"/>
                          <a:cs typeface="Segoe UI Symbol"/>
                        </a:rPr>
                        <a:t>Top</a:t>
                      </a:r>
                      <a:r>
                        <a:rPr dirty="0" sz="950" spc="-5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dirty="0" sz="950" spc="-10">
                          <a:latin typeface="Segoe UI Symbol"/>
                          <a:cs typeface="Segoe UI Symbol"/>
                        </a:rPr>
                        <a:t>cylinder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  <a:spcBef>
                          <a:spcPts val="15"/>
                        </a:spcBef>
                      </a:pPr>
                      <a:r>
                        <a:rPr dirty="0" sz="950" spc="75">
                          <a:latin typeface="Segoe UI Symbol"/>
                          <a:cs typeface="Segoe UI Symbol"/>
                        </a:rPr>
                        <a:t>0l00l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15"/>
                        </a:lnSpc>
                        <a:spcBef>
                          <a:spcPts val="15"/>
                        </a:spcBef>
                      </a:pPr>
                      <a:r>
                        <a:rPr dirty="0" sz="950" spc="-40">
                          <a:latin typeface="Segoe UI Symbol"/>
                          <a:cs typeface="Segoe UI Symbol"/>
                        </a:rPr>
                        <a:t>Bottom</a:t>
                      </a:r>
                      <a:r>
                        <a:rPr dirty="0" sz="950" spc="-10">
                          <a:latin typeface="Segoe UI Symbol"/>
                          <a:cs typeface="Segoe UI Symbol"/>
                        </a:rPr>
                        <a:t> cylinder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Segoe UI Symbol"/>
                          <a:cs typeface="Segoe UI Symbol"/>
                        </a:rPr>
                        <a:t>0l002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950" spc="-10">
                          <a:latin typeface="Segoe UI Symbol"/>
                          <a:cs typeface="Segoe UI Symbol"/>
                        </a:rPr>
                        <a:t>Puzher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0" name="object 10" descr=""/>
          <p:cNvGrpSpPr/>
          <p:nvPr/>
        </p:nvGrpSpPr>
        <p:grpSpPr>
          <a:xfrm>
            <a:off x="2262479" y="2100198"/>
            <a:ext cx="2414270" cy="2620010"/>
            <a:chOff x="2262479" y="2100198"/>
            <a:chExt cx="2414270" cy="2620010"/>
          </a:xfrm>
        </p:grpSpPr>
        <p:sp>
          <p:nvSpPr>
            <p:cNvPr id="11" name="object 11" descr=""/>
            <p:cNvSpPr/>
            <p:nvPr/>
          </p:nvSpPr>
          <p:spPr>
            <a:xfrm>
              <a:off x="2271687" y="2109406"/>
              <a:ext cx="2395220" cy="2601595"/>
            </a:xfrm>
            <a:custGeom>
              <a:avLst/>
              <a:gdLst/>
              <a:ahLst/>
              <a:cxnLst/>
              <a:rect l="l" t="t" r="r" b="b"/>
              <a:pathLst>
                <a:path w="2395220" h="2601595">
                  <a:moveTo>
                    <a:pt x="914565" y="0"/>
                  </a:moveTo>
                  <a:lnTo>
                    <a:pt x="914565" y="455561"/>
                  </a:lnTo>
                  <a:lnTo>
                    <a:pt x="1294599" y="771029"/>
                  </a:lnTo>
                  <a:lnTo>
                    <a:pt x="1294599" y="1528432"/>
                  </a:lnTo>
                  <a:lnTo>
                    <a:pt x="0" y="2601315"/>
                  </a:lnTo>
                </a:path>
                <a:path w="2395220" h="2601595">
                  <a:moveTo>
                    <a:pt x="2028825" y="0"/>
                  </a:moveTo>
                  <a:lnTo>
                    <a:pt x="2028825" y="455561"/>
                  </a:lnTo>
                  <a:lnTo>
                    <a:pt x="1662836" y="771029"/>
                  </a:lnTo>
                  <a:lnTo>
                    <a:pt x="1662836" y="1528432"/>
                  </a:lnTo>
                  <a:lnTo>
                    <a:pt x="2394813" y="1528432"/>
                  </a:lnTo>
                  <a:lnTo>
                    <a:pt x="2394813" y="1843544"/>
                  </a:lnTo>
                  <a:lnTo>
                    <a:pt x="1662836" y="1843544"/>
                  </a:lnTo>
                  <a:lnTo>
                    <a:pt x="1662836" y="2146490"/>
                  </a:lnTo>
                  <a:lnTo>
                    <a:pt x="2211819" y="2601315"/>
                  </a:lnTo>
                </a:path>
                <a:path w="2395220" h="2601595">
                  <a:moveTo>
                    <a:pt x="380034" y="2601315"/>
                  </a:moveTo>
                  <a:lnTo>
                    <a:pt x="1294599" y="1843925"/>
                  </a:lnTo>
                  <a:lnTo>
                    <a:pt x="1294599" y="2146871"/>
                  </a:lnTo>
                  <a:lnTo>
                    <a:pt x="1844306" y="2601315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3206" y="2206790"/>
              <a:ext cx="191300" cy="159791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01491" y="2402090"/>
              <a:ext cx="189433" cy="160210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3546932" y="2164448"/>
              <a:ext cx="173355" cy="142875"/>
            </a:xfrm>
            <a:custGeom>
              <a:avLst/>
              <a:gdLst/>
              <a:ahLst/>
              <a:cxnLst/>
              <a:rect l="l" t="t" r="r" b="b"/>
              <a:pathLst>
                <a:path w="173354" h="142875">
                  <a:moveTo>
                    <a:pt x="86563" y="0"/>
                  </a:moveTo>
                  <a:lnTo>
                    <a:pt x="52870" y="5610"/>
                  </a:lnTo>
                  <a:lnTo>
                    <a:pt x="25355" y="20908"/>
                  </a:lnTo>
                  <a:lnTo>
                    <a:pt x="6803" y="43596"/>
                  </a:lnTo>
                  <a:lnTo>
                    <a:pt x="0" y="71374"/>
                  </a:lnTo>
                  <a:lnTo>
                    <a:pt x="6803" y="99138"/>
                  </a:lnTo>
                  <a:lnTo>
                    <a:pt x="25355" y="121823"/>
                  </a:lnTo>
                  <a:lnTo>
                    <a:pt x="52870" y="137123"/>
                  </a:lnTo>
                  <a:lnTo>
                    <a:pt x="86563" y="142735"/>
                  </a:lnTo>
                  <a:lnTo>
                    <a:pt x="120233" y="137123"/>
                  </a:lnTo>
                  <a:lnTo>
                    <a:pt x="147737" y="121823"/>
                  </a:lnTo>
                  <a:lnTo>
                    <a:pt x="166285" y="99138"/>
                  </a:lnTo>
                  <a:lnTo>
                    <a:pt x="173088" y="71374"/>
                  </a:lnTo>
                  <a:lnTo>
                    <a:pt x="166285" y="43596"/>
                  </a:lnTo>
                  <a:lnTo>
                    <a:pt x="147737" y="20908"/>
                  </a:lnTo>
                  <a:lnTo>
                    <a:pt x="120233" y="5610"/>
                  </a:lnTo>
                  <a:lnTo>
                    <a:pt x="865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46932" y="2164448"/>
              <a:ext cx="173355" cy="142875"/>
            </a:xfrm>
            <a:custGeom>
              <a:avLst/>
              <a:gdLst/>
              <a:ahLst/>
              <a:cxnLst/>
              <a:rect l="l" t="t" r="r" b="b"/>
              <a:pathLst>
                <a:path w="173354" h="142875">
                  <a:moveTo>
                    <a:pt x="173088" y="71374"/>
                  </a:moveTo>
                  <a:lnTo>
                    <a:pt x="166285" y="43596"/>
                  </a:lnTo>
                  <a:lnTo>
                    <a:pt x="147737" y="20908"/>
                  </a:lnTo>
                  <a:lnTo>
                    <a:pt x="120233" y="5610"/>
                  </a:lnTo>
                  <a:lnTo>
                    <a:pt x="86563" y="0"/>
                  </a:lnTo>
                  <a:lnTo>
                    <a:pt x="52870" y="5610"/>
                  </a:lnTo>
                  <a:lnTo>
                    <a:pt x="25355" y="20908"/>
                  </a:lnTo>
                  <a:lnTo>
                    <a:pt x="6803" y="43596"/>
                  </a:lnTo>
                  <a:lnTo>
                    <a:pt x="0" y="71374"/>
                  </a:lnTo>
                  <a:lnTo>
                    <a:pt x="6803" y="99138"/>
                  </a:lnTo>
                  <a:lnTo>
                    <a:pt x="25355" y="121823"/>
                  </a:lnTo>
                  <a:lnTo>
                    <a:pt x="52870" y="137123"/>
                  </a:lnTo>
                  <a:lnTo>
                    <a:pt x="86563" y="142735"/>
                  </a:lnTo>
                  <a:lnTo>
                    <a:pt x="120233" y="137123"/>
                  </a:lnTo>
                  <a:lnTo>
                    <a:pt x="147737" y="121823"/>
                  </a:lnTo>
                  <a:lnTo>
                    <a:pt x="166285" y="99138"/>
                  </a:lnTo>
                  <a:lnTo>
                    <a:pt x="173088" y="71374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635552" y="2330538"/>
              <a:ext cx="171450" cy="143510"/>
            </a:xfrm>
            <a:custGeom>
              <a:avLst/>
              <a:gdLst/>
              <a:ahLst/>
              <a:cxnLst/>
              <a:rect l="l" t="t" r="r" b="b"/>
              <a:pathLst>
                <a:path w="171450" h="143510">
                  <a:moveTo>
                    <a:pt x="85610" y="0"/>
                  </a:moveTo>
                  <a:lnTo>
                    <a:pt x="52308" y="5625"/>
                  </a:lnTo>
                  <a:lnTo>
                    <a:pt x="25093" y="20964"/>
                  </a:lnTo>
                  <a:lnTo>
                    <a:pt x="6734" y="43709"/>
                  </a:lnTo>
                  <a:lnTo>
                    <a:pt x="0" y="71551"/>
                  </a:lnTo>
                  <a:lnTo>
                    <a:pt x="6734" y="99401"/>
                  </a:lnTo>
                  <a:lnTo>
                    <a:pt x="25093" y="122150"/>
                  </a:lnTo>
                  <a:lnTo>
                    <a:pt x="52308" y="137490"/>
                  </a:lnTo>
                  <a:lnTo>
                    <a:pt x="85610" y="143116"/>
                  </a:lnTo>
                  <a:lnTo>
                    <a:pt x="118929" y="137490"/>
                  </a:lnTo>
                  <a:lnTo>
                    <a:pt x="146142" y="122150"/>
                  </a:lnTo>
                  <a:lnTo>
                    <a:pt x="164491" y="99401"/>
                  </a:lnTo>
                  <a:lnTo>
                    <a:pt x="171221" y="71551"/>
                  </a:lnTo>
                  <a:lnTo>
                    <a:pt x="164491" y="43709"/>
                  </a:lnTo>
                  <a:lnTo>
                    <a:pt x="146142" y="20964"/>
                  </a:lnTo>
                  <a:lnTo>
                    <a:pt x="118929" y="5625"/>
                  </a:lnTo>
                  <a:lnTo>
                    <a:pt x="856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635552" y="2330538"/>
              <a:ext cx="171450" cy="143510"/>
            </a:xfrm>
            <a:custGeom>
              <a:avLst/>
              <a:gdLst/>
              <a:ahLst/>
              <a:cxnLst/>
              <a:rect l="l" t="t" r="r" b="b"/>
              <a:pathLst>
                <a:path w="171450" h="143510">
                  <a:moveTo>
                    <a:pt x="171221" y="71551"/>
                  </a:moveTo>
                  <a:lnTo>
                    <a:pt x="164491" y="43709"/>
                  </a:lnTo>
                  <a:lnTo>
                    <a:pt x="146142" y="20964"/>
                  </a:lnTo>
                  <a:lnTo>
                    <a:pt x="118929" y="5625"/>
                  </a:lnTo>
                  <a:lnTo>
                    <a:pt x="85610" y="0"/>
                  </a:lnTo>
                  <a:lnTo>
                    <a:pt x="52308" y="5625"/>
                  </a:lnTo>
                  <a:lnTo>
                    <a:pt x="25093" y="20964"/>
                  </a:lnTo>
                  <a:lnTo>
                    <a:pt x="6734" y="43709"/>
                  </a:lnTo>
                  <a:lnTo>
                    <a:pt x="0" y="71551"/>
                  </a:lnTo>
                  <a:lnTo>
                    <a:pt x="6734" y="99401"/>
                  </a:lnTo>
                  <a:lnTo>
                    <a:pt x="25093" y="122150"/>
                  </a:lnTo>
                  <a:lnTo>
                    <a:pt x="52308" y="137490"/>
                  </a:lnTo>
                  <a:lnTo>
                    <a:pt x="85610" y="143116"/>
                  </a:lnTo>
                  <a:lnTo>
                    <a:pt x="118929" y="137490"/>
                  </a:lnTo>
                  <a:lnTo>
                    <a:pt x="146142" y="122150"/>
                  </a:lnTo>
                  <a:lnTo>
                    <a:pt x="164491" y="99401"/>
                  </a:lnTo>
                  <a:lnTo>
                    <a:pt x="171221" y="71551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916121" y="2541231"/>
              <a:ext cx="173990" cy="140970"/>
            </a:xfrm>
            <a:custGeom>
              <a:avLst/>
              <a:gdLst/>
              <a:ahLst/>
              <a:cxnLst/>
              <a:rect l="l" t="t" r="r" b="b"/>
              <a:pathLst>
                <a:path w="173989" h="140969">
                  <a:moveTo>
                    <a:pt x="86753" y="0"/>
                  </a:moveTo>
                  <a:lnTo>
                    <a:pt x="52988" y="5536"/>
                  </a:lnTo>
                  <a:lnTo>
                    <a:pt x="25412" y="20634"/>
                  </a:lnTo>
                  <a:lnTo>
                    <a:pt x="6818" y="43023"/>
                  </a:lnTo>
                  <a:lnTo>
                    <a:pt x="0" y="70434"/>
                  </a:lnTo>
                  <a:lnTo>
                    <a:pt x="6818" y="97837"/>
                  </a:lnTo>
                  <a:lnTo>
                    <a:pt x="25412" y="120222"/>
                  </a:lnTo>
                  <a:lnTo>
                    <a:pt x="52988" y="135319"/>
                  </a:lnTo>
                  <a:lnTo>
                    <a:pt x="86753" y="140855"/>
                  </a:lnTo>
                  <a:lnTo>
                    <a:pt x="120502" y="135319"/>
                  </a:lnTo>
                  <a:lnTo>
                    <a:pt x="148080" y="120222"/>
                  </a:lnTo>
                  <a:lnTo>
                    <a:pt x="166683" y="97837"/>
                  </a:lnTo>
                  <a:lnTo>
                    <a:pt x="173507" y="70434"/>
                  </a:lnTo>
                  <a:lnTo>
                    <a:pt x="166683" y="43023"/>
                  </a:lnTo>
                  <a:lnTo>
                    <a:pt x="148080" y="20634"/>
                  </a:lnTo>
                  <a:lnTo>
                    <a:pt x="120502" y="5536"/>
                  </a:lnTo>
                  <a:lnTo>
                    <a:pt x="867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916121" y="2541231"/>
              <a:ext cx="173990" cy="140970"/>
            </a:xfrm>
            <a:custGeom>
              <a:avLst/>
              <a:gdLst/>
              <a:ahLst/>
              <a:cxnLst/>
              <a:rect l="l" t="t" r="r" b="b"/>
              <a:pathLst>
                <a:path w="173989" h="140969">
                  <a:moveTo>
                    <a:pt x="173507" y="70434"/>
                  </a:moveTo>
                  <a:lnTo>
                    <a:pt x="166683" y="43023"/>
                  </a:lnTo>
                  <a:lnTo>
                    <a:pt x="148080" y="20634"/>
                  </a:lnTo>
                  <a:lnTo>
                    <a:pt x="120502" y="5536"/>
                  </a:lnTo>
                  <a:lnTo>
                    <a:pt x="86753" y="0"/>
                  </a:lnTo>
                  <a:lnTo>
                    <a:pt x="52988" y="5536"/>
                  </a:lnTo>
                  <a:lnTo>
                    <a:pt x="25412" y="20634"/>
                  </a:lnTo>
                  <a:lnTo>
                    <a:pt x="6818" y="43023"/>
                  </a:lnTo>
                  <a:lnTo>
                    <a:pt x="0" y="70434"/>
                  </a:lnTo>
                  <a:lnTo>
                    <a:pt x="6818" y="97837"/>
                  </a:lnTo>
                  <a:lnTo>
                    <a:pt x="25412" y="120222"/>
                  </a:lnTo>
                  <a:lnTo>
                    <a:pt x="52988" y="135319"/>
                  </a:lnTo>
                  <a:lnTo>
                    <a:pt x="86753" y="140855"/>
                  </a:lnTo>
                  <a:lnTo>
                    <a:pt x="120502" y="135319"/>
                  </a:lnTo>
                  <a:lnTo>
                    <a:pt x="148080" y="120222"/>
                  </a:lnTo>
                  <a:lnTo>
                    <a:pt x="166683" y="97837"/>
                  </a:lnTo>
                  <a:lnTo>
                    <a:pt x="173507" y="70434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523386" y="2490368"/>
              <a:ext cx="182245" cy="143510"/>
            </a:xfrm>
            <a:custGeom>
              <a:avLst/>
              <a:gdLst/>
              <a:ahLst/>
              <a:cxnLst/>
              <a:rect l="l" t="t" r="r" b="b"/>
              <a:pathLst>
                <a:path w="182245" h="143510">
                  <a:moveTo>
                    <a:pt x="91097" y="0"/>
                  </a:moveTo>
                  <a:lnTo>
                    <a:pt x="55651" y="5625"/>
                  </a:lnTo>
                  <a:lnTo>
                    <a:pt x="26693" y="20964"/>
                  </a:lnTo>
                  <a:lnTo>
                    <a:pt x="7163" y="43709"/>
                  </a:lnTo>
                  <a:lnTo>
                    <a:pt x="0" y="71551"/>
                  </a:lnTo>
                  <a:lnTo>
                    <a:pt x="7163" y="99401"/>
                  </a:lnTo>
                  <a:lnTo>
                    <a:pt x="26693" y="122150"/>
                  </a:lnTo>
                  <a:lnTo>
                    <a:pt x="55651" y="137490"/>
                  </a:lnTo>
                  <a:lnTo>
                    <a:pt x="91097" y="143116"/>
                  </a:lnTo>
                  <a:lnTo>
                    <a:pt x="126564" y="137490"/>
                  </a:lnTo>
                  <a:lnTo>
                    <a:pt x="155533" y="122150"/>
                  </a:lnTo>
                  <a:lnTo>
                    <a:pt x="175068" y="99401"/>
                  </a:lnTo>
                  <a:lnTo>
                    <a:pt x="182232" y="71551"/>
                  </a:lnTo>
                  <a:lnTo>
                    <a:pt x="175068" y="43709"/>
                  </a:lnTo>
                  <a:lnTo>
                    <a:pt x="155533" y="20964"/>
                  </a:lnTo>
                  <a:lnTo>
                    <a:pt x="126564" y="5625"/>
                  </a:lnTo>
                  <a:lnTo>
                    <a:pt x="910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523386" y="2490368"/>
              <a:ext cx="182245" cy="143510"/>
            </a:xfrm>
            <a:custGeom>
              <a:avLst/>
              <a:gdLst/>
              <a:ahLst/>
              <a:cxnLst/>
              <a:rect l="l" t="t" r="r" b="b"/>
              <a:pathLst>
                <a:path w="182245" h="143510">
                  <a:moveTo>
                    <a:pt x="182232" y="71551"/>
                  </a:moveTo>
                  <a:lnTo>
                    <a:pt x="175068" y="43709"/>
                  </a:lnTo>
                  <a:lnTo>
                    <a:pt x="155533" y="20964"/>
                  </a:lnTo>
                  <a:lnTo>
                    <a:pt x="126564" y="5625"/>
                  </a:lnTo>
                  <a:lnTo>
                    <a:pt x="91097" y="0"/>
                  </a:lnTo>
                  <a:lnTo>
                    <a:pt x="55651" y="5625"/>
                  </a:lnTo>
                  <a:lnTo>
                    <a:pt x="26693" y="20964"/>
                  </a:lnTo>
                  <a:lnTo>
                    <a:pt x="7163" y="43709"/>
                  </a:lnTo>
                  <a:lnTo>
                    <a:pt x="0" y="71551"/>
                  </a:lnTo>
                  <a:lnTo>
                    <a:pt x="7163" y="99401"/>
                  </a:lnTo>
                  <a:lnTo>
                    <a:pt x="26693" y="122150"/>
                  </a:lnTo>
                  <a:lnTo>
                    <a:pt x="55651" y="137490"/>
                  </a:lnTo>
                  <a:lnTo>
                    <a:pt x="91097" y="143116"/>
                  </a:lnTo>
                  <a:lnTo>
                    <a:pt x="126564" y="137490"/>
                  </a:lnTo>
                  <a:lnTo>
                    <a:pt x="155533" y="122150"/>
                  </a:lnTo>
                  <a:lnTo>
                    <a:pt x="175068" y="99401"/>
                  </a:lnTo>
                  <a:lnTo>
                    <a:pt x="182232" y="71551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869410" y="2361095"/>
              <a:ext cx="171450" cy="142240"/>
            </a:xfrm>
            <a:custGeom>
              <a:avLst/>
              <a:gdLst/>
              <a:ahLst/>
              <a:cxnLst/>
              <a:rect l="l" t="t" r="r" b="b"/>
              <a:pathLst>
                <a:path w="171450" h="142239">
                  <a:moveTo>
                    <a:pt x="85610" y="0"/>
                  </a:moveTo>
                  <a:lnTo>
                    <a:pt x="52308" y="5581"/>
                  </a:lnTo>
                  <a:lnTo>
                    <a:pt x="25093" y="20797"/>
                  </a:lnTo>
                  <a:lnTo>
                    <a:pt x="6734" y="43360"/>
                  </a:lnTo>
                  <a:lnTo>
                    <a:pt x="0" y="70980"/>
                  </a:lnTo>
                  <a:lnTo>
                    <a:pt x="6734" y="98621"/>
                  </a:lnTo>
                  <a:lnTo>
                    <a:pt x="25093" y="121196"/>
                  </a:lnTo>
                  <a:lnTo>
                    <a:pt x="52308" y="136417"/>
                  </a:lnTo>
                  <a:lnTo>
                    <a:pt x="85610" y="141998"/>
                  </a:lnTo>
                  <a:lnTo>
                    <a:pt x="118929" y="136417"/>
                  </a:lnTo>
                  <a:lnTo>
                    <a:pt x="146142" y="121196"/>
                  </a:lnTo>
                  <a:lnTo>
                    <a:pt x="164491" y="98621"/>
                  </a:lnTo>
                  <a:lnTo>
                    <a:pt x="171221" y="70980"/>
                  </a:lnTo>
                  <a:lnTo>
                    <a:pt x="164491" y="43360"/>
                  </a:lnTo>
                  <a:lnTo>
                    <a:pt x="146142" y="20797"/>
                  </a:lnTo>
                  <a:lnTo>
                    <a:pt x="118929" y="5581"/>
                  </a:lnTo>
                  <a:lnTo>
                    <a:pt x="856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869410" y="2361095"/>
              <a:ext cx="171450" cy="142240"/>
            </a:xfrm>
            <a:custGeom>
              <a:avLst/>
              <a:gdLst/>
              <a:ahLst/>
              <a:cxnLst/>
              <a:rect l="l" t="t" r="r" b="b"/>
              <a:pathLst>
                <a:path w="171450" h="142239">
                  <a:moveTo>
                    <a:pt x="171221" y="70980"/>
                  </a:moveTo>
                  <a:lnTo>
                    <a:pt x="164491" y="43360"/>
                  </a:lnTo>
                  <a:lnTo>
                    <a:pt x="146142" y="20797"/>
                  </a:lnTo>
                  <a:lnTo>
                    <a:pt x="118929" y="5581"/>
                  </a:lnTo>
                  <a:lnTo>
                    <a:pt x="85610" y="0"/>
                  </a:lnTo>
                  <a:lnTo>
                    <a:pt x="52308" y="5581"/>
                  </a:lnTo>
                  <a:lnTo>
                    <a:pt x="25093" y="20797"/>
                  </a:lnTo>
                  <a:lnTo>
                    <a:pt x="6734" y="43360"/>
                  </a:lnTo>
                  <a:lnTo>
                    <a:pt x="0" y="70980"/>
                  </a:lnTo>
                  <a:lnTo>
                    <a:pt x="6734" y="98621"/>
                  </a:lnTo>
                  <a:lnTo>
                    <a:pt x="25093" y="121196"/>
                  </a:lnTo>
                  <a:lnTo>
                    <a:pt x="52308" y="136417"/>
                  </a:lnTo>
                  <a:lnTo>
                    <a:pt x="85610" y="141998"/>
                  </a:lnTo>
                  <a:lnTo>
                    <a:pt x="118929" y="136417"/>
                  </a:lnTo>
                  <a:lnTo>
                    <a:pt x="146142" y="121196"/>
                  </a:lnTo>
                  <a:lnTo>
                    <a:pt x="164491" y="98621"/>
                  </a:lnTo>
                  <a:lnTo>
                    <a:pt x="171221" y="70980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801097" y="2141867"/>
              <a:ext cx="171450" cy="141605"/>
            </a:xfrm>
            <a:custGeom>
              <a:avLst/>
              <a:gdLst/>
              <a:ahLst/>
              <a:cxnLst/>
              <a:rect l="l" t="t" r="r" b="b"/>
              <a:pathLst>
                <a:path w="171450" h="141605">
                  <a:moveTo>
                    <a:pt x="85610" y="0"/>
                  </a:moveTo>
                  <a:lnTo>
                    <a:pt x="52292" y="5567"/>
                  </a:lnTo>
                  <a:lnTo>
                    <a:pt x="25079" y="20745"/>
                  </a:lnTo>
                  <a:lnTo>
                    <a:pt x="6729" y="43248"/>
                  </a:lnTo>
                  <a:lnTo>
                    <a:pt x="0" y="70789"/>
                  </a:lnTo>
                  <a:lnTo>
                    <a:pt x="6729" y="98331"/>
                  </a:lnTo>
                  <a:lnTo>
                    <a:pt x="25079" y="120834"/>
                  </a:lnTo>
                  <a:lnTo>
                    <a:pt x="52292" y="136012"/>
                  </a:lnTo>
                  <a:lnTo>
                    <a:pt x="85610" y="141579"/>
                  </a:lnTo>
                  <a:lnTo>
                    <a:pt x="118913" y="136012"/>
                  </a:lnTo>
                  <a:lnTo>
                    <a:pt x="146127" y="120834"/>
                  </a:lnTo>
                  <a:lnTo>
                    <a:pt x="164486" y="98331"/>
                  </a:lnTo>
                  <a:lnTo>
                    <a:pt x="171221" y="70789"/>
                  </a:lnTo>
                  <a:lnTo>
                    <a:pt x="164486" y="43248"/>
                  </a:lnTo>
                  <a:lnTo>
                    <a:pt x="146127" y="20745"/>
                  </a:lnTo>
                  <a:lnTo>
                    <a:pt x="118913" y="5567"/>
                  </a:lnTo>
                  <a:lnTo>
                    <a:pt x="856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801097" y="2141867"/>
              <a:ext cx="171450" cy="141605"/>
            </a:xfrm>
            <a:custGeom>
              <a:avLst/>
              <a:gdLst/>
              <a:ahLst/>
              <a:cxnLst/>
              <a:rect l="l" t="t" r="r" b="b"/>
              <a:pathLst>
                <a:path w="171450" h="141605">
                  <a:moveTo>
                    <a:pt x="171221" y="70789"/>
                  </a:moveTo>
                  <a:lnTo>
                    <a:pt x="164486" y="43248"/>
                  </a:lnTo>
                  <a:lnTo>
                    <a:pt x="146127" y="20745"/>
                  </a:lnTo>
                  <a:lnTo>
                    <a:pt x="118913" y="5567"/>
                  </a:lnTo>
                  <a:lnTo>
                    <a:pt x="85610" y="0"/>
                  </a:lnTo>
                  <a:lnTo>
                    <a:pt x="52292" y="5567"/>
                  </a:lnTo>
                  <a:lnTo>
                    <a:pt x="25079" y="20745"/>
                  </a:lnTo>
                  <a:lnTo>
                    <a:pt x="6729" y="43248"/>
                  </a:lnTo>
                  <a:lnTo>
                    <a:pt x="0" y="70789"/>
                  </a:lnTo>
                  <a:lnTo>
                    <a:pt x="6729" y="98331"/>
                  </a:lnTo>
                  <a:lnTo>
                    <a:pt x="25079" y="120834"/>
                  </a:lnTo>
                  <a:lnTo>
                    <a:pt x="52292" y="136012"/>
                  </a:lnTo>
                  <a:lnTo>
                    <a:pt x="85610" y="141579"/>
                  </a:lnTo>
                  <a:lnTo>
                    <a:pt x="118913" y="136012"/>
                  </a:lnTo>
                  <a:lnTo>
                    <a:pt x="146127" y="120834"/>
                  </a:lnTo>
                  <a:lnTo>
                    <a:pt x="164486" y="98331"/>
                  </a:lnTo>
                  <a:lnTo>
                    <a:pt x="171221" y="70789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58691" y="2119464"/>
              <a:ext cx="190576" cy="161315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4039146" y="2372867"/>
              <a:ext cx="171450" cy="142240"/>
            </a:xfrm>
            <a:custGeom>
              <a:avLst/>
              <a:gdLst/>
              <a:ahLst/>
              <a:cxnLst/>
              <a:rect l="l" t="t" r="r" b="b"/>
              <a:pathLst>
                <a:path w="171450" h="142239">
                  <a:moveTo>
                    <a:pt x="85598" y="0"/>
                  </a:moveTo>
                  <a:lnTo>
                    <a:pt x="52286" y="5581"/>
                  </a:lnTo>
                  <a:lnTo>
                    <a:pt x="25077" y="20797"/>
                  </a:lnTo>
                  <a:lnTo>
                    <a:pt x="6729" y="43360"/>
                  </a:lnTo>
                  <a:lnTo>
                    <a:pt x="0" y="70980"/>
                  </a:lnTo>
                  <a:lnTo>
                    <a:pt x="6729" y="98621"/>
                  </a:lnTo>
                  <a:lnTo>
                    <a:pt x="25077" y="121196"/>
                  </a:lnTo>
                  <a:lnTo>
                    <a:pt x="52286" y="136417"/>
                  </a:lnTo>
                  <a:lnTo>
                    <a:pt x="85598" y="141998"/>
                  </a:lnTo>
                  <a:lnTo>
                    <a:pt x="118905" y="136417"/>
                  </a:lnTo>
                  <a:lnTo>
                    <a:pt x="146119" y="121196"/>
                  </a:lnTo>
                  <a:lnTo>
                    <a:pt x="164475" y="98621"/>
                  </a:lnTo>
                  <a:lnTo>
                    <a:pt x="171208" y="70980"/>
                  </a:lnTo>
                  <a:lnTo>
                    <a:pt x="164475" y="43360"/>
                  </a:lnTo>
                  <a:lnTo>
                    <a:pt x="146119" y="20797"/>
                  </a:lnTo>
                  <a:lnTo>
                    <a:pt x="118905" y="5581"/>
                  </a:lnTo>
                  <a:lnTo>
                    <a:pt x="85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039146" y="2372867"/>
              <a:ext cx="171450" cy="142240"/>
            </a:xfrm>
            <a:custGeom>
              <a:avLst/>
              <a:gdLst/>
              <a:ahLst/>
              <a:cxnLst/>
              <a:rect l="l" t="t" r="r" b="b"/>
              <a:pathLst>
                <a:path w="171450" h="142239">
                  <a:moveTo>
                    <a:pt x="171208" y="70980"/>
                  </a:moveTo>
                  <a:lnTo>
                    <a:pt x="164475" y="43360"/>
                  </a:lnTo>
                  <a:lnTo>
                    <a:pt x="146119" y="20797"/>
                  </a:lnTo>
                  <a:lnTo>
                    <a:pt x="118905" y="5581"/>
                  </a:lnTo>
                  <a:lnTo>
                    <a:pt x="85598" y="0"/>
                  </a:lnTo>
                  <a:lnTo>
                    <a:pt x="52286" y="5581"/>
                  </a:lnTo>
                  <a:lnTo>
                    <a:pt x="25077" y="20797"/>
                  </a:lnTo>
                  <a:lnTo>
                    <a:pt x="6729" y="43360"/>
                  </a:lnTo>
                  <a:lnTo>
                    <a:pt x="0" y="70980"/>
                  </a:lnTo>
                  <a:lnTo>
                    <a:pt x="6729" y="98621"/>
                  </a:lnTo>
                  <a:lnTo>
                    <a:pt x="25077" y="121196"/>
                  </a:lnTo>
                  <a:lnTo>
                    <a:pt x="52286" y="136417"/>
                  </a:lnTo>
                  <a:lnTo>
                    <a:pt x="85598" y="141998"/>
                  </a:lnTo>
                  <a:lnTo>
                    <a:pt x="118905" y="136417"/>
                  </a:lnTo>
                  <a:lnTo>
                    <a:pt x="146119" y="121196"/>
                  </a:lnTo>
                  <a:lnTo>
                    <a:pt x="164475" y="98621"/>
                  </a:lnTo>
                  <a:lnTo>
                    <a:pt x="171208" y="70980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563048" y="2691002"/>
              <a:ext cx="171450" cy="142240"/>
            </a:xfrm>
            <a:custGeom>
              <a:avLst/>
              <a:gdLst/>
              <a:ahLst/>
              <a:cxnLst/>
              <a:rect l="l" t="t" r="r" b="b"/>
              <a:pathLst>
                <a:path w="171450" h="142239">
                  <a:moveTo>
                    <a:pt x="85610" y="0"/>
                  </a:moveTo>
                  <a:lnTo>
                    <a:pt x="52308" y="5581"/>
                  </a:lnTo>
                  <a:lnTo>
                    <a:pt x="25093" y="20799"/>
                  </a:lnTo>
                  <a:lnTo>
                    <a:pt x="6734" y="43366"/>
                  </a:lnTo>
                  <a:lnTo>
                    <a:pt x="0" y="70993"/>
                  </a:lnTo>
                  <a:lnTo>
                    <a:pt x="6734" y="98627"/>
                  </a:lnTo>
                  <a:lnTo>
                    <a:pt x="25093" y="121197"/>
                  </a:lnTo>
                  <a:lnTo>
                    <a:pt x="52308" y="136417"/>
                  </a:lnTo>
                  <a:lnTo>
                    <a:pt x="85610" y="141998"/>
                  </a:lnTo>
                  <a:lnTo>
                    <a:pt x="118929" y="136417"/>
                  </a:lnTo>
                  <a:lnTo>
                    <a:pt x="146142" y="121197"/>
                  </a:lnTo>
                  <a:lnTo>
                    <a:pt x="164491" y="98627"/>
                  </a:lnTo>
                  <a:lnTo>
                    <a:pt x="171221" y="70993"/>
                  </a:lnTo>
                  <a:lnTo>
                    <a:pt x="164491" y="43366"/>
                  </a:lnTo>
                  <a:lnTo>
                    <a:pt x="146142" y="20799"/>
                  </a:lnTo>
                  <a:lnTo>
                    <a:pt x="118929" y="5581"/>
                  </a:lnTo>
                  <a:lnTo>
                    <a:pt x="856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563048" y="2691002"/>
              <a:ext cx="171450" cy="142240"/>
            </a:xfrm>
            <a:custGeom>
              <a:avLst/>
              <a:gdLst/>
              <a:ahLst/>
              <a:cxnLst/>
              <a:rect l="l" t="t" r="r" b="b"/>
              <a:pathLst>
                <a:path w="171450" h="142239">
                  <a:moveTo>
                    <a:pt x="171221" y="70993"/>
                  </a:moveTo>
                  <a:lnTo>
                    <a:pt x="164491" y="43366"/>
                  </a:lnTo>
                  <a:lnTo>
                    <a:pt x="146142" y="20799"/>
                  </a:lnTo>
                  <a:lnTo>
                    <a:pt x="118929" y="5581"/>
                  </a:lnTo>
                  <a:lnTo>
                    <a:pt x="85610" y="0"/>
                  </a:lnTo>
                  <a:lnTo>
                    <a:pt x="52308" y="5581"/>
                  </a:lnTo>
                  <a:lnTo>
                    <a:pt x="25093" y="20799"/>
                  </a:lnTo>
                  <a:lnTo>
                    <a:pt x="6734" y="43366"/>
                  </a:lnTo>
                  <a:lnTo>
                    <a:pt x="0" y="70993"/>
                  </a:lnTo>
                  <a:lnTo>
                    <a:pt x="6734" y="98627"/>
                  </a:lnTo>
                  <a:lnTo>
                    <a:pt x="25093" y="121197"/>
                  </a:lnTo>
                  <a:lnTo>
                    <a:pt x="52308" y="136417"/>
                  </a:lnTo>
                  <a:lnTo>
                    <a:pt x="85610" y="141998"/>
                  </a:lnTo>
                  <a:lnTo>
                    <a:pt x="118929" y="136417"/>
                  </a:lnTo>
                  <a:lnTo>
                    <a:pt x="146142" y="121197"/>
                  </a:lnTo>
                  <a:lnTo>
                    <a:pt x="164491" y="98627"/>
                  </a:lnTo>
                  <a:lnTo>
                    <a:pt x="171221" y="70993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714343" y="2582036"/>
              <a:ext cx="172720" cy="142875"/>
            </a:xfrm>
            <a:custGeom>
              <a:avLst/>
              <a:gdLst/>
              <a:ahLst/>
              <a:cxnLst/>
              <a:rect l="l" t="t" r="r" b="b"/>
              <a:pathLst>
                <a:path w="172720" h="142875">
                  <a:moveTo>
                    <a:pt x="86182" y="0"/>
                  </a:moveTo>
                  <a:lnTo>
                    <a:pt x="52640" y="5612"/>
                  </a:lnTo>
                  <a:lnTo>
                    <a:pt x="25246" y="20916"/>
                  </a:lnTo>
                  <a:lnTo>
                    <a:pt x="6774" y="43612"/>
                  </a:lnTo>
                  <a:lnTo>
                    <a:pt x="0" y="71399"/>
                  </a:lnTo>
                  <a:lnTo>
                    <a:pt x="6774" y="99164"/>
                  </a:lnTo>
                  <a:lnTo>
                    <a:pt x="25246" y="121848"/>
                  </a:lnTo>
                  <a:lnTo>
                    <a:pt x="52640" y="137148"/>
                  </a:lnTo>
                  <a:lnTo>
                    <a:pt x="86182" y="142760"/>
                  </a:lnTo>
                  <a:lnTo>
                    <a:pt x="119707" y="137148"/>
                  </a:lnTo>
                  <a:lnTo>
                    <a:pt x="147104" y="121848"/>
                  </a:lnTo>
                  <a:lnTo>
                    <a:pt x="165584" y="99164"/>
                  </a:lnTo>
                  <a:lnTo>
                    <a:pt x="172364" y="71399"/>
                  </a:lnTo>
                  <a:lnTo>
                    <a:pt x="165584" y="43612"/>
                  </a:lnTo>
                  <a:lnTo>
                    <a:pt x="147104" y="20916"/>
                  </a:lnTo>
                  <a:lnTo>
                    <a:pt x="119707" y="5612"/>
                  </a:lnTo>
                  <a:lnTo>
                    <a:pt x="861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714343" y="2582036"/>
              <a:ext cx="172720" cy="142875"/>
            </a:xfrm>
            <a:custGeom>
              <a:avLst/>
              <a:gdLst/>
              <a:ahLst/>
              <a:cxnLst/>
              <a:rect l="l" t="t" r="r" b="b"/>
              <a:pathLst>
                <a:path w="172720" h="142875">
                  <a:moveTo>
                    <a:pt x="172364" y="71399"/>
                  </a:moveTo>
                  <a:lnTo>
                    <a:pt x="165584" y="43612"/>
                  </a:lnTo>
                  <a:lnTo>
                    <a:pt x="147104" y="20916"/>
                  </a:lnTo>
                  <a:lnTo>
                    <a:pt x="119707" y="5612"/>
                  </a:lnTo>
                  <a:lnTo>
                    <a:pt x="86182" y="0"/>
                  </a:lnTo>
                  <a:lnTo>
                    <a:pt x="52640" y="5612"/>
                  </a:lnTo>
                  <a:lnTo>
                    <a:pt x="25246" y="20916"/>
                  </a:lnTo>
                  <a:lnTo>
                    <a:pt x="6774" y="43612"/>
                  </a:lnTo>
                  <a:lnTo>
                    <a:pt x="0" y="71399"/>
                  </a:lnTo>
                  <a:lnTo>
                    <a:pt x="6774" y="99164"/>
                  </a:lnTo>
                  <a:lnTo>
                    <a:pt x="25246" y="121848"/>
                  </a:lnTo>
                  <a:lnTo>
                    <a:pt x="52640" y="137148"/>
                  </a:lnTo>
                  <a:lnTo>
                    <a:pt x="86182" y="142760"/>
                  </a:lnTo>
                  <a:lnTo>
                    <a:pt x="119707" y="137148"/>
                  </a:lnTo>
                  <a:lnTo>
                    <a:pt x="147104" y="121848"/>
                  </a:lnTo>
                  <a:lnTo>
                    <a:pt x="165584" y="99164"/>
                  </a:lnTo>
                  <a:lnTo>
                    <a:pt x="172364" y="71399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768636" y="2743390"/>
              <a:ext cx="173355" cy="144145"/>
            </a:xfrm>
            <a:custGeom>
              <a:avLst/>
              <a:gdLst/>
              <a:ahLst/>
              <a:cxnLst/>
              <a:rect l="l" t="t" r="r" b="b"/>
              <a:pathLst>
                <a:path w="173354" h="144144">
                  <a:moveTo>
                    <a:pt x="86563" y="0"/>
                  </a:moveTo>
                  <a:lnTo>
                    <a:pt x="52870" y="5641"/>
                  </a:lnTo>
                  <a:lnTo>
                    <a:pt x="25355" y="21023"/>
                  </a:lnTo>
                  <a:lnTo>
                    <a:pt x="6803" y="43832"/>
                  </a:lnTo>
                  <a:lnTo>
                    <a:pt x="0" y="71754"/>
                  </a:lnTo>
                  <a:lnTo>
                    <a:pt x="6803" y="99685"/>
                  </a:lnTo>
                  <a:lnTo>
                    <a:pt x="25355" y="122497"/>
                  </a:lnTo>
                  <a:lnTo>
                    <a:pt x="52870" y="137881"/>
                  </a:lnTo>
                  <a:lnTo>
                    <a:pt x="86563" y="143522"/>
                  </a:lnTo>
                  <a:lnTo>
                    <a:pt x="120239" y="137881"/>
                  </a:lnTo>
                  <a:lnTo>
                    <a:pt x="147756" y="122497"/>
                  </a:lnTo>
                  <a:lnTo>
                    <a:pt x="166317" y="99685"/>
                  </a:lnTo>
                  <a:lnTo>
                    <a:pt x="173126" y="71754"/>
                  </a:lnTo>
                  <a:lnTo>
                    <a:pt x="166317" y="43832"/>
                  </a:lnTo>
                  <a:lnTo>
                    <a:pt x="147756" y="21023"/>
                  </a:lnTo>
                  <a:lnTo>
                    <a:pt x="120239" y="5641"/>
                  </a:lnTo>
                  <a:lnTo>
                    <a:pt x="865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768636" y="2743390"/>
              <a:ext cx="173355" cy="144145"/>
            </a:xfrm>
            <a:custGeom>
              <a:avLst/>
              <a:gdLst/>
              <a:ahLst/>
              <a:cxnLst/>
              <a:rect l="l" t="t" r="r" b="b"/>
              <a:pathLst>
                <a:path w="173354" h="144144">
                  <a:moveTo>
                    <a:pt x="173126" y="71754"/>
                  </a:moveTo>
                  <a:lnTo>
                    <a:pt x="166317" y="43832"/>
                  </a:lnTo>
                  <a:lnTo>
                    <a:pt x="147756" y="21023"/>
                  </a:lnTo>
                  <a:lnTo>
                    <a:pt x="120239" y="5641"/>
                  </a:lnTo>
                  <a:lnTo>
                    <a:pt x="86563" y="0"/>
                  </a:lnTo>
                  <a:lnTo>
                    <a:pt x="52870" y="5641"/>
                  </a:lnTo>
                  <a:lnTo>
                    <a:pt x="25355" y="21023"/>
                  </a:lnTo>
                  <a:lnTo>
                    <a:pt x="6803" y="43832"/>
                  </a:lnTo>
                  <a:lnTo>
                    <a:pt x="0" y="71754"/>
                  </a:lnTo>
                  <a:lnTo>
                    <a:pt x="6803" y="99685"/>
                  </a:lnTo>
                  <a:lnTo>
                    <a:pt x="25355" y="122497"/>
                  </a:lnTo>
                  <a:lnTo>
                    <a:pt x="52870" y="137881"/>
                  </a:lnTo>
                  <a:lnTo>
                    <a:pt x="86563" y="143522"/>
                  </a:lnTo>
                  <a:lnTo>
                    <a:pt x="120239" y="137881"/>
                  </a:lnTo>
                  <a:lnTo>
                    <a:pt x="147756" y="122497"/>
                  </a:lnTo>
                  <a:lnTo>
                    <a:pt x="166317" y="99685"/>
                  </a:lnTo>
                  <a:lnTo>
                    <a:pt x="173126" y="71754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035922" y="2914992"/>
              <a:ext cx="1631950" cy="5080"/>
            </a:xfrm>
            <a:custGeom>
              <a:avLst/>
              <a:gdLst/>
              <a:ahLst/>
              <a:cxnLst/>
              <a:rect l="l" t="t" r="r" b="b"/>
              <a:pathLst>
                <a:path w="1631950" h="5080">
                  <a:moveTo>
                    <a:pt x="903935" y="0"/>
                  </a:moveTo>
                  <a:lnTo>
                    <a:pt x="0" y="0"/>
                  </a:lnTo>
                </a:path>
                <a:path w="1631950" h="5080">
                  <a:moveTo>
                    <a:pt x="1631340" y="4952"/>
                  </a:moveTo>
                  <a:lnTo>
                    <a:pt x="1185608" y="4952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102734" y="2860319"/>
              <a:ext cx="120014" cy="120014"/>
            </a:xfrm>
            <a:custGeom>
              <a:avLst/>
              <a:gdLst/>
              <a:ahLst/>
              <a:cxnLst/>
              <a:rect l="l" t="t" r="r" b="b"/>
              <a:pathLst>
                <a:path w="120014" h="120014">
                  <a:moveTo>
                    <a:pt x="119938" y="0"/>
                  </a:moveTo>
                  <a:lnTo>
                    <a:pt x="0" y="59626"/>
                  </a:lnTo>
                  <a:lnTo>
                    <a:pt x="119938" y="119976"/>
                  </a:lnTo>
                  <a:lnTo>
                    <a:pt x="1199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971366" y="3074441"/>
              <a:ext cx="57785" cy="120014"/>
            </a:xfrm>
            <a:custGeom>
              <a:avLst/>
              <a:gdLst/>
              <a:ahLst/>
              <a:cxnLst/>
              <a:rect l="l" t="t" r="r" b="b"/>
              <a:pathLst>
                <a:path w="57785" h="120014">
                  <a:moveTo>
                    <a:pt x="57708" y="0"/>
                  </a:moveTo>
                  <a:lnTo>
                    <a:pt x="0" y="0"/>
                  </a:lnTo>
                  <a:lnTo>
                    <a:pt x="0" y="119595"/>
                  </a:lnTo>
                  <a:lnTo>
                    <a:pt x="57708" y="119595"/>
                  </a:lnTo>
                  <a:lnTo>
                    <a:pt x="57708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971366" y="3074441"/>
              <a:ext cx="57785" cy="120014"/>
            </a:xfrm>
            <a:custGeom>
              <a:avLst/>
              <a:gdLst/>
              <a:ahLst/>
              <a:cxnLst/>
              <a:rect l="l" t="t" r="r" b="b"/>
              <a:pathLst>
                <a:path w="57785" h="120014">
                  <a:moveTo>
                    <a:pt x="0" y="0"/>
                  </a:moveTo>
                  <a:lnTo>
                    <a:pt x="57708" y="0"/>
                  </a:lnTo>
                  <a:lnTo>
                    <a:pt x="57708" y="119595"/>
                  </a:lnTo>
                  <a:lnTo>
                    <a:pt x="0" y="119595"/>
                  </a:lnTo>
                  <a:lnTo>
                    <a:pt x="0" y="0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221530" y="3191751"/>
              <a:ext cx="445770" cy="0"/>
            </a:xfrm>
            <a:custGeom>
              <a:avLst/>
              <a:gdLst/>
              <a:ahLst/>
              <a:cxnLst/>
              <a:rect l="l" t="t" r="r" b="b"/>
              <a:pathLst>
                <a:path w="445770" h="0">
                  <a:moveTo>
                    <a:pt x="445731" y="0"/>
                  </a:moveTo>
                  <a:lnTo>
                    <a:pt x="0" y="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102734" y="3131781"/>
              <a:ext cx="120014" cy="120014"/>
            </a:xfrm>
            <a:custGeom>
              <a:avLst/>
              <a:gdLst/>
              <a:ahLst/>
              <a:cxnLst/>
              <a:rect l="l" t="t" r="r" b="b"/>
              <a:pathLst>
                <a:path w="120014" h="120014">
                  <a:moveTo>
                    <a:pt x="119938" y="0"/>
                  </a:moveTo>
                  <a:lnTo>
                    <a:pt x="0" y="59969"/>
                  </a:lnTo>
                  <a:lnTo>
                    <a:pt x="119938" y="119964"/>
                  </a:lnTo>
                  <a:lnTo>
                    <a:pt x="1199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59098" y="3082239"/>
              <a:ext cx="189433" cy="161328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2734487" y="2809836"/>
              <a:ext cx="577850" cy="209550"/>
            </a:xfrm>
            <a:custGeom>
              <a:avLst/>
              <a:gdLst/>
              <a:ahLst/>
              <a:cxnLst/>
              <a:rect l="l" t="t" r="r" b="b"/>
              <a:pathLst>
                <a:path w="577850" h="209550">
                  <a:moveTo>
                    <a:pt x="0" y="0"/>
                  </a:moveTo>
                  <a:lnTo>
                    <a:pt x="577824" y="0"/>
                  </a:lnTo>
                  <a:lnTo>
                    <a:pt x="577824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032886" y="2814015"/>
              <a:ext cx="901700" cy="443230"/>
            </a:xfrm>
            <a:custGeom>
              <a:avLst/>
              <a:gdLst/>
              <a:ahLst/>
              <a:cxnLst/>
              <a:rect l="l" t="t" r="r" b="b"/>
              <a:pathLst>
                <a:path w="901700" h="443229">
                  <a:moveTo>
                    <a:pt x="3035" y="0"/>
                  </a:moveTo>
                  <a:lnTo>
                    <a:pt x="3035" y="199313"/>
                  </a:lnTo>
                </a:path>
                <a:path w="901700" h="443229">
                  <a:moveTo>
                    <a:pt x="901636" y="442658"/>
                  </a:moveTo>
                  <a:lnTo>
                    <a:pt x="0" y="442658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734487" y="3151136"/>
              <a:ext cx="577850" cy="210820"/>
            </a:xfrm>
            <a:custGeom>
              <a:avLst/>
              <a:gdLst/>
              <a:ahLst/>
              <a:cxnLst/>
              <a:rect l="l" t="t" r="r" b="b"/>
              <a:pathLst>
                <a:path w="577850" h="210820">
                  <a:moveTo>
                    <a:pt x="0" y="0"/>
                  </a:moveTo>
                  <a:lnTo>
                    <a:pt x="577824" y="0"/>
                  </a:lnTo>
                  <a:lnTo>
                    <a:pt x="577824" y="210693"/>
                  </a:lnTo>
                  <a:lnTo>
                    <a:pt x="0" y="210693"/>
                  </a:lnTo>
                  <a:lnTo>
                    <a:pt x="0" y="0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3035922" y="3155314"/>
              <a:ext cx="0" cy="200660"/>
            </a:xfrm>
            <a:custGeom>
              <a:avLst/>
              <a:gdLst/>
              <a:ahLst/>
              <a:cxnLst/>
              <a:rect l="l" t="t" r="r" b="b"/>
              <a:pathLst>
                <a:path w="0" h="200660">
                  <a:moveTo>
                    <a:pt x="0" y="0"/>
                  </a:moveTo>
                  <a:lnTo>
                    <a:pt x="0" y="200075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" name="object 46" descr=""/>
          <p:cNvGrpSpPr/>
          <p:nvPr/>
        </p:nvGrpSpPr>
        <p:grpSpPr>
          <a:xfrm>
            <a:off x="3962260" y="2864129"/>
            <a:ext cx="76200" cy="134620"/>
            <a:chOff x="3962260" y="2864129"/>
            <a:chExt cx="76200" cy="134620"/>
          </a:xfrm>
        </p:grpSpPr>
        <p:sp>
          <p:nvSpPr>
            <p:cNvPr id="47" name="object 47" descr=""/>
            <p:cNvSpPr/>
            <p:nvPr/>
          </p:nvSpPr>
          <p:spPr>
            <a:xfrm>
              <a:off x="3971366" y="2873235"/>
              <a:ext cx="57785" cy="116205"/>
            </a:xfrm>
            <a:custGeom>
              <a:avLst/>
              <a:gdLst/>
              <a:ahLst/>
              <a:cxnLst/>
              <a:rect l="l" t="t" r="r" b="b"/>
              <a:pathLst>
                <a:path w="57785" h="116205">
                  <a:moveTo>
                    <a:pt x="57708" y="0"/>
                  </a:moveTo>
                  <a:lnTo>
                    <a:pt x="0" y="0"/>
                  </a:lnTo>
                  <a:lnTo>
                    <a:pt x="0" y="115798"/>
                  </a:lnTo>
                  <a:lnTo>
                    <a:pt x="57708" y="115798"/>
                  </a:lnTo>
                  <a:lnTo>
                    <a:pt x="57708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3971366" y="2873235"/>
              <a:ext cx="57785" cy="116205"/>
            </a:xfrm>
            <a:custGeom>
              <a:avLst/>
              <a:gdLst/>
              <a:ahLst/>
              <a:cxnLst/>
              <a:rect l="l" t="t" r="r" b="b"/>
              <a:pathLst>
                <a:path w="57785" h="116205">
                  <a:moveTo>
                    <a:pt x="0" y="0"/>
                  </a:moveTo>
                  <a:lnTo>
                    <a:pt x="57708" y="0"/>
                  </a:lnTo>
                  <a:lnTo>
                    <a:pt x="57708" y="115798"/>
                  </a:lnTo>
                  <a:lnTo>
                    <a:pt x="0" y="115798"/>
                  </a:lnTo>
                  <a:lnTo>
                    <a:pt x="0" y="0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631082" y="961543"/>
            <a:ext cx="5476240" cy="25044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32130" indent="-519430">
              <a:lnSpc>
                <a:spcPct val="100000"/>
              </a:lnSpc>
              <a:spcBef>
                <a:spcPts val="125"/>
              </a:spcBef>
              <a:buAutoNum type="arabicPeriod" startAt="6"/>
              <a:tabLst>
                <a:tab pos="532130" algn="l"/>
              </a:tabLst>
            </a:pPr>
            <a:r>
              <a:rPr dirty="0" sz="1550" spc="60">
                <a:latin typeface="Garamond"/>
                <a:cs typeface="Garamond"/>
              </a:rPr>
              <a:t>APPLICATION</a:t>
            </a:r>
            <a:r>
              <a:rPr dirty="0" sz="1550" spc="110">
                <a:latin typeface="Garamond"/>
                <a:cs typeface="Garamond"/>
              </a:rPr>
              <a:t> </a:t>
            </a:r>
            <a:r>
              <a:rPr dirty="0" sz="1550" spc="85">
                <a:latin typeface="Garamond"/>
                <a:cs typeface="Garamond"/>
              </a:rPr>
              <a:t>EXAMPLES</a:t>
            </a:r>
            <a:r>
              <a:rPr dirty="0" sz="1550" spc="105">
                <a:latin typeface="Garamond"/>
                <a:cs typeface="Garamond"/>
              </a:rPr>
              <a:t> </a:t>
            </a:r>
            <a:r>
              <a:rPr dirty="0" sz="1550">
                <a:latin typeface="Garamond"/>
                <a:cs typeface="Garamond"/>
              </a:rPr>
              <a:t>OF</a:t>
            </a:r>
            <a:r>
              <a:rPr dirty="0" sz="1550" spc="100">
                <a:latin typeface="Garamond"/>
                <a:cs typeface="Garamond"/>
              </a:rPr>
              <a:t> </a:t>
            </a:r>
            <a:r>
              <a:rPr dirty="0" sz="1550" spc="95">
                <a:latin typeface="Garamond"/>
                <a:cs typeface="Garamond"/>
              </a:rPr>
              <a:t>BASIC</a:t>
            </a:r>
            <a:r>
              <a:rPr dirty="0" sz="1550" spc="105">
                <a:latin typeface="Garamond"/>
                <a:cs typeface="Garamond"/>
              </a:rPr>
              <a:t> </a:t>
            </a:r>
            <a:r>
              <a:rPr dirty="0" sz="1550" spc="50">
                <a:latin typeface="Garamond"/>
                <a:cs typeface="Garamond"/>
              </a:rPr>
              <a:t>COMMANDS</a:t>
            </a:r>
            <a:endParaRPr sz="15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815"/>
              </a:spcBef>
              <a:buFont typeface="Garamond"/>
              <a:buAutoNum type="arabicPeriod" startAt="6"/>
            </a:pPr>
            <a:endParaRPr sz="1550">
              <a:latin typeface="Garamond"/>
              <a:cs typeface="Garamond"/>
            </a:endParaRPr>
          </a:p>
          <a:p>
            <a:pPr lvl="1" marL="237490" indent="-224790">
              <a:lnSpc>
                <a:spcPct val="100000"/>
              </a:lnSpc>
              <a:buSzPct val="48387"/>
              <a:buFont typeface="Segoe UI Symbol"/>
              <a:buChar char="❑"/>
              <a:tabLst>
                <a:tab pos="237490" algn="l"/>
              </a:tabLst>
            </a:pPr>
            <a:r>
              <a:rPr dirty="0" sz="1550" spc="85">
                <a:latin typeface="Garamond"/>
                <a:cs typeface="Garamond"/>
              </a:rPr>
              <a:t>Example:</a:t>
            </a:r>
            <a:r>
              <a:rPr dirty="0" sz="1550" spc="95">
                <a:latin typeface="Garamond"/>
                <a:cs typeface="Garamond"/>
              </a:rPr>
              <a:t> Ball </a:t>
            </a:r>
            <a:r>
              <a:rPr dirty="0" sz="1550" spc="90">
                <a:latin typeface="Garamond"/>
                <a:cs typeface="Garamond"/>
              </a:rPr>
              <a:t>Sorter</a:t>
            </a:r>
            <a:r>
              <a:rPr dirty="0" sz="1550" spc="100">
                <a:latin typeface="Garamond"/>
                <a:cs typeface="Garamond"/>
              </a:rPr>
              <a:t> </a:t>
            </a:r>
            <a:r>
              <a:rPr dirty="0" sz="1550" spc="75">
                <a:latin typeface="Garamond"/>
                <a:cs typeface="Garamond"/>
              </a:rPr>
              <a:t>Mechanism</a:t>
            </a:r>
            <a:endParaRPr sz="15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550">
              <a:latin typeface="Garamond"/>
              <a:cs typeface="Garamond"/>
            </a:endParaRPr>
          </a:p>
          <a:p>
            <a:pPr marL="3987800" marR="5080">
              <a:lnSpc>
                <a:spcPts val="1240"/>
              </a:lnSpc>
            </a:pPr>
            <a:r>
              <a:rPr dirty="0" sz="1050">
                <a:latin typeface="Times New Roman"/>
                <a:cs typeface="Times New Roman"/>
              </a:rPr>
              <a:t>Hopper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with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2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colour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balls </a:t>
            </a:r>
            <a:r>
              <a:rPr dirty="0" sz="1050">
                <a:latin typeface="Times New Roman"/>
                <a:cs typeface="Times New Roman"/>
              </a:rPr>
              <a:t>(black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&amp;white)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050">
              <a:latin typeface="Times New Roman"/>
              <a:cs typeface="Times New Roman"/>
            </a:endParaRPr>
          </a:p>
          <a:p>
            <a:pPr marL="1341755" marR="3644900">
              <a:lnSpc>
                <a:spcPts val="1240"/>
              </a:lnSpc>
              <a:spcBef>
                <a:spcPts val="5"/>
              </a:spcBef>
            </a:pPr>
            <a:r>
              <a:rPr dirty="0" sz="1050" spc="-25">
                <a:latin typeface="Times New Roman"/>
                <a:cs typeface="Times New Roman"/>
              </a:rPr>
              <a:t>Top </a:t>
            </a:r>
            <a:r>
              <a:rPr dirty="0" sz="1050" spc="-10">
                <a:latin typeface="Times New Roman"/>
                <a:cs typeface="Times New Roman"/>
              </a:rPr>
              <a:t>Cylinder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050">
              <a:latin typeface="Times New Roman"/>
              <a:cs typeface="Times New Roman"/>
            </a:endParaRPr>
          </a:p>
          <a:p>
            <a:pPr marL="1341755" marR="3644900">
              <a:lnSpc>
                <a:spcPts val="1240"/>
              </a:lnSpc>
            </a:pPr>
            <a:r>
              <a:rPr dirty="0" sz="1050" spc="-10">
                <a:latin typeface="Times New Roman"/>
                <a:cs typeface="Times New Roman"/>
              </a:rPr>
              <a:t>Bottom Cylinder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1729943" y="3628732"/>
            <a:ext cx="3877310" cy="1987550"/>
            <a:chOff x="1729943" y="3628732"/>
            <a:chExt cx="3877310" cy="1987550"/>
          </a:xfrm>
        </p:grpSpPr>
        <p:sp>
          <p:nvSpPr>
            <p:cNvPr id="51" name="object 51" descr=""/>
            <p:cNvSpPr/>
            <p:nvPr/>
          </p:nvSpPr>
          <p:spPr>
            <a:xfrm>
              <a:off x="4220044" y="3637838"/>
              <a:ext cx="447040" cy="314960"/>
            </a:xfrm>
            <a:custGeom>
              <a:avLst/>
              <a:gdLst/>
              <a:ahLst/>
              <a:cxnLst/>
              <a:rect l="l" t="t" r="r" b="b"/>
              <a:pathLst>
                <a:path w="447039" h="314960">
                  <a:moveTo>
                    <a:pt x="446455" y="0"/>
                  </a:moveTo>
                  <a:lnTo>
                    <a:pt x="226999" y="0"/>
                  </a:lnTo>
                  <a:lnTo>
                    <a:pt x="0" y="314350"/>
                  </a:lnTo>
                  <a:lnTo>
                    <a:pt x="446455" y="314350"/>
                  </a:lnTo>
                  <a:lnTo>
                    <a:pt x="44645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4220044" y="3637838"/>
              <a:ext cx="447040" cy="314960"/>
            </a:xfrm>
            <a:custGeom>
              <a:avLst/>
              <a:gdLst/>
              <a:ahLst/>
              <a:cxnLst/>
              <a:rect l="l" t="t" r="r" b="b"/>
              <a:pathLst>
                <a:path w="447039" h="314960">
                  <a:moveTo>
                    <a:pt x="0" y="314350"/>
                  </a:moveTo>
                  <a:lnTo>
                    <a:pt x="226999" y="0"/>
                  </a:lnTo>
                  <a:lnTo>
                    <a:pt x="446455" y="0"/>
                  </a:lnTo>
                  <a:lnTo>
                    <a:pt x="446455" y="314350"/>
                  </a:lnTo>
                  <a:lnTo>
                    <a:pt x="0" y="314350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4649393" y="3637838"/>
              <a:ext cx="948690" cy="306070"/>
            </a:xfrm>
            <a:custGeom>
              <a:avLst/>
              <a:gdLst/>
              <a:ahLst/>
              <a:cxnLst/>
              <a:rect l="l" t="t" r="r" b="b"/>
              <a:pathLst>
                <a:path w="948689" h="306070">
                  <a:moveTo>
                    <a:pt x="388391" y="0"/>
                  </a:moveTo>
                  <a:lnTo>
                    <a:pt x="948359" y="0"/>
                  </a:lnTo>
                  <a:lnTo>
                    <a:pt x="948359" y="305600"/>
                  </a:lnTo>
                  <a:lnTo>
                    <a:pt x="388391" y="305600"/>
                  </a:lnTo>
                  <a:lnTo>
                    <a:pt x="388391" y="0"/>
                  </a:lnTo>
                  <a:close/>
                </a:path>
                <a:path w="948689" h="306070">
                  <a:moveTo>
                    <a:pt x="0" y="124523"/>
                  </a:moveTo>
                  <a:lnTo>
                    <a:pt x="693229" y="124523"/>
                  </a:lnTo>
                  <a:lnTo>
                    <a:pt x="693229" y="175016"/>
                  </a:lnTo>
                  <a:lnTo>
                    <a:pt x="0" y="175016"/>
                  </a:lnTo>
                  <a:lnTo>
                    <a:pt x="0" y="124523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5332006" y="3676941"/>
              <a:ext cx="48895" cy="227965"/>
            </a:xfrm>
            <a:custGeom>
              <a:avLst/>
              <a:gdLst/>
              <a:ahLst/>
              <a:cxnLst/>
              <a:rect l="l" t="t" r="r" b="b"/>
              <a:pathLst>
                <a:path w="48895" h="227964">
                  <a:moveTo>
                    <a:pt x="48592" y="0"/>
                  </a:moveTo>
                  <a:lnTo>
                    <a:pt x="0" y="0"/>
                  </a:lnTo>
                  <a:lnTo>
                    <a:pt x="0" y="227799"/>
                  </a:lnTo>
                  <a:lnTo>
                    <a:pt x="48592" y="227799"/>
                  </a:lnTo>
                  <a:lnTo>
                    <a:pt x="485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5332006" y="3676941"/>
              <a:ext cx="48895" cy="227965"/>
            </a:xfrm>
            <a:custGeom>
              <a:avLst/>
              <a:gdLst/>
              <a:ahLst/>
              <a:cxnLst/>
              <a:rect l="l" t="t" r="r" b="b"/>
              <a:pathLst>
                <a:path w="48895" h="227964">
                  <a:moveTo>
                    <a:pt x="0" y="0"/>
                  </a:moveTo>
                  <a:lnTo>
                    <a:pt x="48592" y="0"/>
                  </a:lnTo>
                  <a:lnTo>
                    <a:pt x="48592" y="227799"/>
                  </a:lnTo>
                  <a:lnTo>
                    <a:pt x="0" y="227799"/>
                  </a:lnTo>
                  <a:lnTo>
                    <a:pt x="0" y="0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739049" y="4690592"/>
              <a:ext cx="1495425" cy="916940"/>
            </a:xfrm>
            <a:custGeom>
              <a:avLst/>
              <a:gdLst/>
              <a:ahLst/>
              <a:cxnLst/>
              <a:rect l="l" t="t" r="r" b="b"/>
              <a:pathLst>
                <a:path w="1495425" h="916939">
                  <a:moveTo>
                    <a:pt x="0" y="64541"/>
                  </a:moveTo>
                  <a:lnTo>
                    <a:pt x="208051" y="0"/>
                  </a:lnTo>
                  <a:lnTo>
                    <a:pt x="208051" y="916457"/>
                  </a:lnTo>
                  <a:lnTo>
                    <a:pt x="1307884" y="916457"/>
                  </a:lnTo>
                  <a:lnTo>
                    <a:pt x="1307884" y="0"/>
                  </a:lnTo>
                  <a:lnTo>
                    <a:pt x="1495425" y="64541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018284" y="5300116"/>
              <a:ext cx="171450" cy="143510"/>
            </a:xfrm>
            <a:custGeom>
              <a:avLst/>
              <a:gdLst/>
              <a:ahLst/>
              <a:cxnLst/>
              <a:rect l="l" t="t" r="r" b="b"/>
              <a:pathLst>
                <a:path w="171450" h="143510">
                  <a:moveTo>
                    <a:pt x="85610" y="0"/>
                  </a:moveTo>
                  <a:lnTo>
                    <a:pt x="52297" y="5625"/>
                  </a:lnTo>
                  <a:lnTo>
                    <a:pt x="25084" y="20964"/>
                  </a:lnTo>
                  <a:lnTo>
                    <a:pt x="6731" y="43709"/>
                  </a:lnTo>
                  <a:lnTo>
                    <a:pt x="0" y="71551"/>
                  </a:lnTo>
                  <a:lnTo>
                    <a:pt x="6731" y="99409"/>
                  </a:lnTo>
                  <a:lnTo>
                    <a:pt x="25084" y="122161"/>
                  </a:lnTo>
                  <a:lnTo>
                    <a:pt x="52297" y="137502"/>
                  </a:lnTo>
                  <a:lnTo>
                    <a:pt x="85610" y="143128"/>
                  </a:lnTo>
                  <a:lnTo>
                    <a:pt x="118923" y="137502"/>
                  </a:lnTo>
                  <a:lnTo>
                    <a:pt x="146137" y="122161"/>
                  </a:lnTo>
                  <a:lnTo>
                    <a:pt x="164490" y="99409"/>
                  </a:lnTo>
                  <a:lnTo>
                    <a:pt x="171221" y="71551"/>
                  </a:lnTo>
                  <a:lnTo>
                    <a:pt x="164490" y="43709"/>
                  </a:lnTo>
                  <a:lnTo>
                    <a:pt x="146137" y="20964"/>
                  </a:lnTo>
                  <a:lnTo>
                    <a:pt x="118923" y="5625"/>
                  </a:lnTo>
                  <a:lnTo>
                    <a:pt x="856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2018284" y="5300116"/>
              <a:ext cx="171450" cy="143510"/>
            </a:xfrm>
            <a:custGeom>
              <a:avLst/>
              <a:gdLst/>
              <a:ahLst/>
              <a:cxnLst/>
              <a:rect l="l" t="t" r="r" b="b"/>
              <a:pathLst>
                <a:path w="171450" h="143510">
                  <a:moveTo>
                    <a:pt x="171221" y="71551"/>
                  </a:moveTo>
                  <a:lnTo>
                    <a:pt x="164490" y="43709"/>
                  </a:lnTo>
                  <a:lnTo>
                    <a:pt x="146137" y="20964"/>
                  </a:lnTo>
                  <a:lnTo>
                    <a:pt x="118923" y="5625"/>
                  </a:lnTo>
                  <a:lnTo>
                    <a:pt x="85610" y="0"/>
                  </a:lnTo>
                  <a:lnTo>
                    <a:pt x="52297" y="5625"/>
                  </a:lnTo>
                  <a:lnTo>
                    <a:pt x="25084" y="20964"/>
                  </a:lnTo>
                  <a:lnTo>
                    <a:pt x="6731" y="43709"/>
                  </a:lnTo>
                  <a:lnTo>
                    <a:pt x="0" y="71551"/>
                  </a:lnTo>
                  <a:lnTo>
                    <a:pt x="6731" y="99409"/>
                  </a:lnTo>
                  <a:lnTo>
                    <a:pt x="25084" y="122161"/>
                  </a:lnTo>
                  <a:lnTo>
                    <a:pt x="52297" y="137502"/>
                  </a:lnTo>
                  <a:lnTo>
                    <a:pt x="85610" y="143128"/>
                  </a:lnTo>
                  <a:lnTo>
                    <a:pt x="118923" y="137502"/>
                  </a:lnTo>
                  <a:lnTo>
                    <a:pt x="146137" y="122161"/>
                  </a:lnTo>
                  <a:lnTo>
                    <a:pt x="164490" y="99409"/>
                  </a:lnTo>
                  <a:lnTo>
                    <a:pt x="171221" y="71551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2378176" y="5458993"/>
              <a:ext cx="172085" cy="142240"/>
            </a:xfrm>
            <a:custGeom>
              <a:avLst/>
              <a:gdLst/>
              <a:ahLst/>
              <a:cxnLst/>
              <a:rect l="l" t="t" r="r" b="b"/>
              <a:pathLst>
                <a:path w="172085" h="142239">
                  <a:moveTo>
                    <a:pt x="85991" y="0"/>
                  </a:moveTo>
                  <a:lnTo>
                    <a:pt x="52533" y="5581"/>
                  </a:lnTo>
                  <a:lnTo>
                    <a:pt x="25198" y="20799"/>
                  </a:lnTo>
                  <a:lnTo>
                    <a:pt x="6762" y="43366"/>
                  </a:lnTo>
                  <a:lnTo>
                    <a:pt x="0" y="70993"/>
                  </a:lnTo>
                  <a:lnTo>
                    <a:pt x="6762" y="98619"/>
                  </a:lnTo>
                  <a:lnTo>
                    <a:pt x="25198" y="121186"/>
                  </a:lnTo>
                  <a:lnTo>
                    <a:pt x="52533" y="136404"/>
                  </a:lnTo>
                  <a:lnTo>
                    <a:pt x="85991" y="141986"/>
                  </a:lnTo>
                  <a:lnTo>
                    <a:pt x="119460" y="136404"/>
                  </a:lnTo>
                  <a:lnTo>
                    <a:pt x="146794" y="121186"/>
                  </a:lnTo>
                  <a:lnTo>
                    <a:pt x="165224" y="98619"/>
                  </a:lnTo>
                  <a:lnTo>
                    <a:pt x="171983" y="70993"/>
                  </a:lnTo>
                  <a:lnTo>
                    <a:pt x="165224" y="43366"/>
                  </a:lnTo>
                  <a:lnTo>
                    <a:pt x="146794" y="20799"/>
                  </a:lnTo>
                  <a:lnTo>
                    <a:pt x="119460" y="5581"/>
                  </a:lnTo>
                  <a:lnTo>
                    <a:pt x="859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2378176" y="5458993"/>
              <a:ext cx="172085" cy="142240"/>
            </a:xfrm>
            <a:custGeom>
              <a:avLst/>
              <a:gdLst/>
              <a:ahLst/>
              <a:cxnLst/>
              <a:rect l="l" t="t" r="r" b="b"/>
              <a:pathLst>
                <a:path w="172085" h="142239">
                  <a:moveTo>
                    <a:pt x="171983" y="70993"/>
                  </a:moveTo>
                  <a:lnTo>
                    <a:pt x="165224" y="43366"/>
                  </a:lnTo>
                  <a:lnTo>
                    <a:pt x="146794" y="20799"/>
                  </a:lnTo>
                  <a:lnTo>
                    <a:pt x="119460" y="5581"/>
                  </a:lnTo>
                  <a:lnTo>
                    <a:pt x="85991" y="0"/>
                  </a:lnTo>
                  <a:lnTo>
                    <a:pt x="52533" y="5581"/>
                  </a:lnTo>
                  <a:lnTo>
                    <a:pt x="25198" y="20799"/>
                  </a:lnTo>
                  <a:lnTo>
                    <a:pt x="6762" y="43366"/>
                  </a:lnTo>
                  <a:lnTo>
                    <a:pt x="0" y="70993"/>
                  </a:lnTo>
                  <a:lnTo>
                    <a:pt x="6762" y="98619"/>
                  </a:lnTo>
                  <a:lnTo>
                    <a:pt x="25198" y="121186"/>
                  </a:lnTo>
                  <a:lnTo>
                    <a:pt x="52533" y="136404"/>
                  </a:lnTo>
                  <a:lnTo>
                    <a:pt x="85991" y="141986"/>
                  </a:lnTo>
                  <a:lnTo>
                    <a:pt x="119460" y="136404"/>
                  </a:lnTo>
                  <a:lnTo>
                    <a:pt x="146794" y="121186"/>
                  </a:lnTo>
                  <a:lnTo>
                    <a:pt x="165224" y="98619"/>
                  </a:lnTo>
                  <a:lnTo>
                    <a:pt x="171983" y="70993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986775" y="5440959"/>
              <a:ext cx="173990" cy="142240"/>
            </a:xfrm>
            <a:custGeom>
              <a:avLst/>
              <a:gdLst/>
              <a:ahLst/>
              <a:cxnLst/>
              <a:rect l="l" t="t" r="r" b="b"/>
              <a:pathLst>
                <a:path w="173989" h="142239">
                  <a:moveTo>
                    <a:pt x="86753" y="0"/>
                  </a:moveTo>
                  <a:lnTo>
                    <a:pt x="52988" y="5567"/>
                  </a:lnTo>
                  <a:lnTo>
                    <a:pt x="25412" y="20747"/>
                  </a:lnTo>
                  <a:lnTo>
                    <a:pt x="6818" y="43253"/>
                  </a:lnTo>
                  <a:lnTo>
                    <a:pt x="0" y="70802"/>
                  </a:lnTo>
                  <a:lnTo>
                    <a:pt x="6818" y="98353"/>
                  </a:lnTo>
                  <a:lnTo>
                    <a:pt x="25412" y="120864"/>
                  </a:lnTo>
                  <a:lnTo>
                    <a:pt x="52988" y="136048"/>
                  </a:lnTo>
                  <a:lnTo>
                    <a:pt x="86753" y="141617"/>
                  </a:lnTo>
                  <a:lnTo>
                    <a:pt x="120500" y="136048"/>
                  </a:lnTo>
                  <a:lnTo>
                    <a:pt x="148074" y="120864"/>
                  </a:lnTo>
                  <a:lnTo>
                    <a:pt x="166672" y="98353"/>
                  </a:lnTo>
                  <a:lnTo>
                    <a:pt x="173494" y="70802"/>
                  </a:lnTo>
                  <a:lnTo>
                    <a:pt x="166672" y="43253"/>
                  </a:lnTo>
                  <a:lnTo>
                    <a:pt x="148074" y="20747"/>
                  </a:lnTo>
                  <a:lnTo>
                    <a:pt x="120500" y="5567"/>
                  </a:lnTo>
                  <a:lnTo>
                    <a:pt x="867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986775" y="5440959"/>
              <a:ext cx="173990" cy="142240"/>
            </a:xfrm>
            <a:custGeom>
              <a:avLst/>
              <a:gdLst/>
              <a:ahLst/>
              <a:cxnLst/>
              <a:rect l="l" t="t" r="r" b="b"/>
              <a:pathLst>
                <a:path w="173989" h="142239">
                  <a:moveTo>
                    <a:pt x="173494" y="70802"/>
                  </a:moveTo>
                  <a:lnTo>
                    <a:pt x="166672" y="43253"/>
                  </a:lnTo>
                  <a:lnTo>
                    <a:pt x="148074" y="20747"/>
                  </a:lnTo>
                  <a:lnTo>
                    <a:pt x="120500" y="5567"/>
                  </a:lnTo>
                  <a:lnTo>
                    <a:pt x="86753" y="0"/>
                  </a:lnTo>
                  <a:lnTo>
                    <a:pt x="52988" y="5567"/>
                  </a:lnTo>
                  <a:lnTo>
                    <a:pt x="25412" y="20747"/>
                  </a:lnTo>
                  <a:lnTo>
                    <a:pt x="6818" y="43253"/>
                  </a:lnTo>
                  <a:lnTo>
                    <a:pt x="0" y="70802"/>
                  </a:lnTo>
                  <a:lnTo>
                    <a:pt x="6818" y="98353"/>
                  </a:lnTo>
                  <a:lnTo>
                    <a:pt x="25412" y="120864"/>
                  </a:lnTo>
                  <a:lnTo>
                    <a:pt x="52988" y="136048"/>
                  </a:lnTo>
                  <a:lnTo>
                    <a:pt x="86753" y="141617"/>
                  </a:lnTo>
                  <a:lnTo>
                    <a:pt x="120500" y="136048"/>
                  </a:lnTo>
                  <a:lnTo>
                    <a:pt x="148074" y="120864"/>
                  </a:lnTo>
                  <a:lnTo>
                    <a:pt x="166672" y="98353"/>
                  </a:lnTo>
                  <a:lnTo>
                    <a:pt x="173494" y="70802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762377" y="5434698"/>
              <a:ext cx="172085" cy="143510"/>
            </a:xfrm>
            <a:custGeom>
              <a:avLst/>
              <a:gdLst/>
              <a:ahLst/>
              <a:cxnLst/>
              <a:rect l="l" t="t" r="r" b="b"/>
              <a:pathLst>
                <a:path w="172085" h="143510">
                  <a:moveTo>
                    <a:pt x="85991" y="0"/>
                  </a:moveTo>
                  <a:lnTo>
                    <a:pt x="52533" y="5641"/>
                  </a:lnTo>
                  <a:lnTo>
                    <a:pt x="25198" y="21023"/>
                  </a:lnTo>
                  <a:lnTo>
                    <a:pt x="6762" y="43832"/>
                  </a:lnTo>
                  <a:lnTo>
                    <a:pt x="0" y="71755"/>
                  </a:lnTo>
                  <a:lnTo>
                    <a:pt x="6762" y="99672"/>
                  </a:lnTo>
                  <a:lnTo>
                    <a:pt x="25198" y="122481"/>
                  </a:lnTo>
                  <a:lnTo>
                    <a:pt x="52533" y="137866"/>
                  </a:lnTo>
                  <a:lnTo>
                    <a:pt x="85991" y="143510"/>
                  </a:lnTo>
                  <a:lnTo>
                    <a:pt x="119460" y="137866"/>
                  </a:lnTo>
                  <a:lnTo>
                    <a:pt x="146794" y="122481"/>
                  </a:lnTo>
                  <a:lnTo>
                    <a:pt x="165224" y="99672"/>
                  </a:lnTo>
                  <a:lnTo>
                    <a:pt x="171983" y="71755"/>
                  </a:lnTo>
                  <a:lnTo>
                    <a:pt x="165224" y="43832"/>
                  </a:lnTo>
                  <a:lnTo>
                    <a:pt x="146794" y="21023"/>
                  </a:lnTo>
                  <a:lnTo>
                    <a:pt x="119460" y="5641"/>
                  </a:lnTo>
                  <a:lnTo>
                    <a:pt x="859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2762377" y="5434698"/>
              <a:ext cx="172085" cy="143510"/>
            </a:xfrm>
            <a:custGeom>
              <a:avLst/>
              <a:gdLst/>
              <a:ahLst/>
              <a:cxnLst/>
              <a:rect l="l" t="t" r="r" b="b"/>
              <a:pathLst>
                <a:path w="172085" h="143510">
                  <a:moveTo>
                    <a:pt x="171983" y="71755"/>
                  </a:moveTo>
                  <a:lnTo>
                    <a:pt x="165224" y="43832"/>
                  </a:lnTo>
                  <a:lnTo>
                    <a:pt x="146794" y="21023"/>
                  </a:lnTo>
                  <a:lnTo>
                    <a:pt x="119460" y="5641"/>
                  </a:lnTo>
                  <a:lnTo>
                    <a:pt x="85991" y="0"/>
                  </a:lnTo>
                  <a:lnTo>
                    <a:pt x="52533" y="5641"/>
                  </a:lnTo>
                  <a:lnTo>
                    <a:pt x="25198" y="21023"/>
                  </a:lnTo>
                  <a:lnTo>
                    <a:pt x="6762" y="43832"/>
                  </a:lnTo>
                  <a:lnTo>
                    <a:pt x="0" y="71755"/>
                  </a:lnTo>
                  <a:lnTo>
                    <a:pt x="6762" y="99672"/>
                  </a:lnTo>
                  <a:lnTo>
                    <a:pt x="25198" y="122481"/>
                  </a:lnTo>
                  <a:lnTo>
                    <a:pt x="52533" y="137866"/>
                  </a:lnTo>
                  <a:lnTo>
                    <a:pt x="85991" y="143510"/>
                  </a:lnTo>
                  <a:lnTo>
                    <a:pt x="119460" y="137866"/>
                  </a:lnTo>
                  <a:lnTo>
                    <a:pt x="146794" y="122481"/>
                  </a:lnTo>
                  <a:lnTo>
                    <a:pt x="165224" y="99672"/>
                  </a:lnTo>
                  <a:lnTo>
                    <a:pt x="171983" y="71755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2193302" y="5447029"/>
              <a:ext cx="172085" cy="143510"/>
            </a:xfrm>
            <a:custGeom>
              <a:avLst/>
              <a:gdLst/>
              <a:ahLst/>
              <a:cxnLst/>
              <a:rect l="l" t="t" r="r" b="b"/>
              <a:pathLst>
                <a:path w="172085" h="143510">
                  <a:moveTo>
                    <a:pt x="85991" y="0"/>
                  </a:moveTo>
                  <a:lnTo>
                    <a:pt x="52527" y="5625"/>
                  </a:lnTo>
                  <a:lnTo>
                    <a:pt x="25193" y="20966"/>
                  </a:lnTo>
                  <a:lnTo>
                    <a:pt x="6760" y="43714"/>
                  </a:lnTo>
                  <a:lnTo>
                    <a:pt x="0" y="71564"/>
                  </a:lnTo>
                  <a:lnTo>
                    <a:pt x="6760" y="99414"/>
                  </a:lnTo>
                  <a:lnTo>
                    <a:pt x="25193" y="122162"/>
                  </a:lnTo>
                  <a:lnTo>
                    <a:pt x="52527" y="137503"/>
                  </a:lnTo>
                  <a:lnTo>
                    <a:pt x="85991" y="143129"/>
                  </a:lnTo>
                  <a:lnTo>
                    <a:pt x="119448" y="137503"/>
                  </a:lnTo>
                  <a:lnTo>
                    <a:pt x="146778" y="122162"/>
                  </a:lnTo>
                  <a:lnTo>
                    <a:pt x="165210" y="99414"/>
                  </a:lnTo>
                  <a:lnTo>
                    <a:pt x="171970" y="71564"/>
                  </a:lnTo>
                  <a:lnTo>
                    <a:pt x="165210" y="43714"/>
                  </a:lnTo>
                  <a:lnTo>
                    <a:pt x="146778" y="20966"/>
                  </a:lnTo>
                  <a:lnTo>
                    <a:pt x="119448" y="5625"/>
                  </a:lnTo>
                  <a:lnTo>
                    <a:pt x="859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2193302" y="5447029"/>
              <a:ext cx="172085" cy="143510"/>
            </a:xfrm>
            <a:custGeom>
              <a:avLst/>
              <a:gdLst/>
              <a:ahLst/>
              <a:cxnLst/>
              <a:rect l="l" t="t" r="r" b="b"/>
              <a:pathLst>
                <a:path w="172085" h="143510">
                  <a:moveTo>
                    <a:pt x="171970" y="71564"/>
                  </a:moveTo>
                  <a:lnTo>
                    <a:pt x="165210" y="43714"/>
                  </a:lnTo>
                  <a:lnTo>
                    <a:pt x="146778" y="20966"/>
                  </a:lnTo>
                  <a:lnTo>
                    <a:pt x="119448" y="5625"/>
                  </a:lnTo>
                  <a:lnTo>
                    <a:pt x="85991" y="0"/>
                  </a:lnTo>
                  <a:lnTo>
                    <a:pt x="52527" y="5625"/>
                  </a:lnTo>
                  <a:lnTo>
                    <a:pt x="25193" y="20966"/>
                  </a:lnTo>
                  <a:lnTo>
                    <a:pt x="6760" y="43714"/>
                  </a:lnTo>
                  <a:lnTo>
                    <a:pt x="0" y="71564"/>
                  </a:lnTo>
                  <a:lnTo>
                    <a:pt x="6760" y="99414"/>
                  </a:lnTo>
                  <a:lnTo>
                    <a:pt x="25193" y="122162"/>
                  </a:lnTo>
                  <a:lnTo>
                    <a:pt x="52527" y="137503"/>
                  </a:lnTo>
                  <a:lnTo>
                    <a:pt x="85991" y="143129"/>
                  </a:lnTo>
                  <a:lnTo>
                    <a:pt x="119448" y="137503"/>
                  </a:lnTo>
                  <a:lnTo>
                    <a:pt x="146778" y="122162"/>
                  </a:lnTo>
                  <a:lnTo>
                    <a:pt x="165210" y="99414"/>
                  </a:lnTo>
                  <a:lnTo>
                    <a:pt x="171970" y="71564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2269985" y="5156606"/>
              <a:ext cx="172085" cy="140970"/>
            </a:xfrm>
            <a:custGeom>
              <a:avLst/>
              <a:gdLst/>
              <a:ahLst/>
              <a:cxnLst/>
              <a:rect l="l" t="t" r="r" b="b"/>
              <a:pathLst>
                <a:path w="172085" h="140970">
                  <a:moveTo>
                    <a:pt x="85978" y="0"/>
                  </a:moveTo>
                  <a:lnTo>
                    <a:pt x="52527" y="5536"/>
                  </a:lnTo>
                  <a:lnTo>
                    <a:pt x="25196" y="20632"/>
                  </a:lnTo>
                  <a:lnTo>
                    <a:pt x="6761" y="43017"/>
                  </a:lnTo>
                  <a:lnTo>
                    <a:pt x="0" y="70421"/>
                  </a:lnTo>
                  <a:lnTo>
                    <a:pt x="6761" y="97825"/>
                  </a:lnTo>
                  <a:lnTo>
                    <a:pt x="25196" y="120210"/>
                  </a:lnTo>
                  <a:lnTo>
                    <a:pt x="52527" y="135306"/>
                  </a:lnTo>
                  <a:lnTo>
                    <a:pt x="85978" y="140843"/>
                  </a:lnTo>
                  <a:lnTo>
                    <a:pt x="119448" y="135306"/>
                  </a:lnTo>
                  <a:lnTo>
                    <a:pt x="146781" y="120210"/>
                  </a:lnTo>
                  <a:lnTo>
                    <a:pt x="165212" y="97825"/>
                  </a:lnTo>
                  <a:lnTo>
                    <a:pt x="171970" y="70421"/>
                  </a:lnTo>
                  <a:lnTo>
                    <a:pt x="165212" y="43017"/>
                  </a:lnTo>
                  <a:lnTo>
                    <a:pt x="146781" y="20632"/>
                  </a:lnTo>
                  <a:lnTo>
                    <a:pt x="119448" y="5536"/>
                  </a:lnTo>
                  <a:lnTo>
                    <a:pt x="859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2269985" y="5156606"/>
              <a:ext cx="172085" cy="140970"/>
            </a:xfrm>
            <a:custGeom>
              <a:avLst/>
              <a:gdLst/>
              <a:ahLst/>
              <a:cxnLst/>
              <a:rect l="l" t="t" r="r" b="b"/>
              <a:pathLst>
                <a:path w="172085" h="140970">
                  <a:moveTo>
                    <a:pt x="171970" y="70421"/>
                  </a:moveTo>
                  <a:lnTo>
                    <a:pt x="165212" y="43017"/>
                  </a:lnTo>
                  <a:lnTo>
                    <a:pt x="146781" y="20632"/>
                  </a:lnTo>
                  <a:lnTo>
                    <a:pt x="119448" y="5536"/>
                  </a:lnTo>
                  <a:lnTo>
                    <a:pt x="85978" y="0"/>
                  </a:lnTo>
                  <a:lnTo>
                    <a:pt x="52527" y="5536"/>
                  </a:lnTo>
                  <a:lnTo>
                    <a:pt x="25196" y="20632"/>
                  </a:lnTo>
                  <a:lnTo>
                    <a:pt x="6761" y="43017"/>
                  </a:lnTo>
                  <a:lnTo>
                    <a:pt x="0" y="70421"/>
                  </a:lnTo>
                  <a:lnTo>
                    <a:pt x="6761" y="97825"/>
                  </a:lnTo>
                  <a:lnTo>
                    <a:pt x="25196" y="120210"/>
                  </a:lnTo>
                  <a:lnTo>
                    <a:pt x="52527" y="135306"/>
                  </a:lnTo>
                  <a:lnTo>
                    <a:pt x="85978" y="140843"/>
                  </a:lnTo>
                  <a:lnTo>
                    <a:pt x="119448" y="135306"/>
                  </a:lnTo>
                  <a:lnTo>
                    <a:pt x="146781" y="120210"/>
                  </a:lnTo>
                  <a:lnTo>
                    <a:pt x="165212" y="97825"/>
                  </a:lnTo>
                  <a:lnTo>
                    <a:pt x="171970" y="70421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2630652" y="5315305"/>
              <a:ext cx="172085" cy="141605"/>
            </a:xfrm>
            <a:custGeom>
              <a:avLst/>
              <a:gdLst/>
              <a:ahLst/>
              <a:cxnLst/>
              <a:rect l="l" t="t" r="r" b="b"/>
              <a:pathLst>
                <a:path w="172085" h="141604">
                  <a:moveTo>
                    <a:pt x="85978" y="0"/>
                  </a:moveTo>
                  <a:lnTo>
                    <a:pt x="52522" y="5567"/>
                  </a:lnTo>
                  <a:lnTo>
                    <a:pt x="25192" y="20745"/>
                  </a:lnTo>
                  <a:lnTo>
                    <a:pt x="6760" y="43248"/>
                  </a:lnTo>
                  <a:lnTo>
                    <a:pt x="0" y="70789"/>
                  </a:lnTo>
                  <a:lnTo>
                    <a:pt x="6760" y="98338"/>
                  </a:lnTo>
                  <a:lnTo>
                    <a:pt x="25192" y="120845"/>
                  </a:lnTo>
                  <a:lnTo>
                    <a:pt x="52522" y="136024"/>
                  </a:lnTo>
                  <a:lnTo>
                    <a:pt x="85978" y="141592"/>
                  </a:lnTo>
                  <a:lnTo>
                    <a:pt x="119442" y="136024"/>
                  </a:lnTo>
                  <a:lnTo>
                    <a:pt x="146777" y="120845"/>
                  </a:lnTo>
                  <a:lnTo>
                    <a:pt x="165210" y="98338"/>
                  </a:lnTo>
                  <a:lnTo>
                    <a:pt x="171970" y="70789"/>
                  </a:lnTo>
                  <a:lnTo>
                    <a:pt x="165210" y="43248"/>
                  </a:lnTo>
                  <a:lnTo>
                    <a:pt x="146777" y="20745"/>
                  </a:lnTo>
                  <a:lnTo>
                    <a:pt x="119442" y="5567"/>
                  </a:lnTo>
                  <a:lnTo>
                    <a:pt x="859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2630652" y="5315305"/>
              <a:ext cx="172085" cy="141605"/>
            </a:xfrm>
            <a:custGeom>
              <a:avLst/>
              <a:gdLst/>
              <a:ahLst/>
              <a:cxnLst/>
              <a:rect l="l" t="t" r="r" b="b"/>
              <a:pathLst>
                <a:path w="172085" h="141604">
                  <a:moveTo>
                    <a:pt x="171970" y="70789"/>
                  </a:moveTo>
                  <a:lnTo>
                    <a:pt x="165210" y="43248"/>
                  </a:lnTo>
                  <a:lnTo>
                    <a:pt x="146777" y="20745"/>
                  </a:lnTo>
                  <a:lnTo>
                    <a:pt x="119442" y="5567"/>
                  </a:lnTo>
                  <a:lnTo>
                    <a:pt x="85978" y="0"/>
                  </a:lnTo>
                  <a:lnTo>
                    <a:pt x="52522" y="5567"/>
                  </a:lnTo>
                  <a:lnTo>
                    <a:pt x="25192" y="20745"/>
                  </a:lnTo>
                  <a:lnTo>
                    <a:pt x="6760" y="43248"/>
                  </a:lnTo>
                  <a:lnTo>
                    <a:pt x="0" y="70789"/>
                  </a:lnTo>
                  <a:lnTo>
                    <a:pt x="6760" y="98338"/>
                  </a:lnTo>
                  <a:lnTo>
                    <a:pt x="25192" y="120845"/>
                  </a:lnTo>
                  <a:lnTo>
                    <a:pt x="52522" y="136024"/>
                  </a:lnTo>
                  <a:lnTo>
                    <a:pt x="85978" y="141592"/>
                  </a:lnTo>
                  <a:lnTo>
                    <a:pt x="119442" y="136024"/>
                  </a:lnTo>
                  <a:lnTo>
                    <a:pt x="146777" y="120845"/>
                  </a:lnTo>
                  <a:lnTo>
                    <a:pt x="165210" y="98338"/>
                  </a:lnTo>
                  <a:lnTo>
                    <a:pt x="171970" y="70789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2239606" y="5295747"/>
              <a:ext cx="172085" cy="142875"/>
            </a:xfrm>
            <a:custGeom>
              <a:avLst/>
              <a:gdLst/>
              <a:ahLst/>
              <a:cxnLst/>
              <a:rect l="l" t="t" r="r" b="b"/>
              <a:pathLst>
                <a:path w="172085" h="142875">
                  <a:moveTo>
                    <a:pt x="85991" y="0"/>
                  </a:moveTo>
                  <a:lnTo>
                    <a:pt x="52533" y="5612"/>
                  </a:lnTo>
                  <a:lnTo>
                    <a:pt x="25198" y="20913"/>
                  </a:lnTo>
                  <a:lnTo>
                    <a:pt x="6762" y="43601"/>
                  </a:lnTo>
                  <a:lnTo>
                    <a:pt x="0" y="71374"/>
                  </a:lnTo>
                  <a:lnTo>
                    <a:pt x="6762" y="99146"/>
                  </a:lnTo>
                  <a:lnTo>
                    <a:pt x="25198" y="121834"/>
                  </a:lnTo>
                  <a:lnTo>
                    <a:pt x="52533" y="137135"/>
                  </a:lnTo>
                  <a:lnTo>
                    <a:pt x="85991" y="142748"/>
                  </a:lnTo>
                  <a:lnTo>
                    <a:pt x="119460" y="137135"/>
                  </a:lnTo>
                  <a:lnTo>
                    <a:pt x="146794" y="121834"/>
                  </a:lnTo>
                  <a:lnTo>
                    <a:pt x="165224" y="99146"/>
                  </a:lnTo>
                  <a:lnTo>
                    <a:pt x="171983" y="71374"/>
                  </a:lnTo>
                  <a:lnTo>
                    <a:pt x="165224" y="43601"/>
                  </a:lnTo>
                  <a:lnTo>
                    <a:pt x="146794" y="20913"/>
                  </a:lnTo>
                  <a:lnTo>
                    <a:pt x="119460" y="5612"/>
                  </a:lnTo>
                  <a:lnTo>
                    <a:pt x="859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2239606" y="5295747"/>
              <a:ext cx="172085" cy="142875"/>
            </a:xfrm>
            <a:custGeom>
              <a:avLst/>
              <a:gdLst/>
              <a:ahLst/>
              <a:cxnLst/>
              <a:rect l="l" t="t" r="r" b="b"/>
              <a:pathLst>
                <a:path w="172085" h="142875">
                  <a:moveTo>
                    <a:pt x="171983" y="71374"/>
                  </a:moveTo>
                  <a:lnTo>
                    <a:pt x="165224" y="43601"/>
                  </a:lnTo>
                  <a:lnTo>
                    <a:pt x="146794" y="20913"/>
                  </a:lnTo>
                  <a:lnTo>
                    <a:pt x="119460" y="5612"/>
                  </a:lnTo>
                  <a:lnTo>
                    <a:pt x="85991" y="0"/>
                  </a:lnTo>
                  <a:lnTo>
                    <a:pt x="52533" y="5612"/>
                  </a:lnTo>
                  <a:lnTo>
                    <a:pt x="25198" y="20913"/>
                  </a:lnTo>
                  <a:lnTo>
                    <a:pt x="6762" y="43601"/>
                  </a:lnTo>
                  <a:lnTo>
                    <a:pt x="0" y="71374"/>
                  </a:lnTo>
                  <a:lnTo>
                    <a:pt x="6762" y="99146"/>
                  </a:lnTo>
                  <a:lnTo>
                    <a:pt x="25198" y="121834"/>
                  </a:lnTo>
                  <a:lnTo>
                    <a:pt x="52533" y="137135"/>
                  </a:lnTo>
                  <a:lnTo>
                    <a:pt x="85991" y="142748"/>
                  </a:lnTo>
                  <a:lnTo>
                    <a:pt x="119460" y="137135"/>
                  </a:lnTo>
                  <a:lnTo>
                    <a:pt x="146794" y="121834"/>
                  </a:lnTo>
                  <a:lnTo>
                    <a:pt x="165224" y="99146"/>
                  </a:lnTo>
                  <a:lnTo>
                    <a:pt x="171983" y="71374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2445766" y="5302770"/>
              <a:ext cx="172085" cy="141605"/>
            </a:xfrm>
            <a:custGeom>
              <a:avLst/>
              <a:gdLst/>
              <a:ahLst/>
              <a:cxnLst/>
              <a:rect l="l" t="t" r="r" b="b"/>
              <a:pathLst>
                <a:path w="172085" h="141604">
                  <a:moveTo>
                    <a:pt x="85991" y="0"/>
                  </a:moveTo>
                  <a:lnTo>
                    <a:pt x="52522" y="5567"/>
                  </a:lnTo>
                  <a:lnTo>
                    <a:pt x="25188" y="20747"/>
                  </a:lnTo>
                  <a:lnTo>
                    <a:pt x="6758" y="43253"/>
                  </a:lnTo>
                  <a:lnTo>
                    <a:pt x="0" y="70802"/>
                  </a:lnTo>
                  <a:lnTo>
                    <a:pt x="6758" y="98351"/>
                  </a:lnTo>
                  <a:lnTo>
                    <a:pt x="25188" y="120857"/>
                  </a:lnTo>
                  <a:lnTo>
                    <a:pt x="52522" y="136037"/>
                  </a:lnTo>
                  <a:lnTo>
                    <a:pt x="85991" y="141604"/>
                  </a:lnTo>
                  <a:lnTo>
                    <a:pt x="119450" y="136037"/>
                  </a:lnTo>
                  <a:lnTo>
                    <a:pt x="146785" y="120857"/>
                  </a:lnTo>
                  <a:lnTo>
                    <a:pt x="165221" y="98351"/>
                  </a:lnTo>
                  <a:lnTo>
                    <a:pt x="171983" y="70802"/>
                  </a:lnTo>
                  <a:lnTo>
                    <a:pt x="165221" y="43253"/>
                  </a:lnTo>
                  <a:lnTo>
                    <a:pt x="146785" y="20747"/>
                  </a:lnTo>
                  <a:lnTo>
                    <a:pt x="119450" y="5567"/>
                  </a:lnTo>
                  <a:lnTo>
                    <a:pt x="859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2445766" y="5302770"/>
              <a:ext cx="172085" cy="141605"/>
            </a:xfrm>
            <a:custGeom>
              <a:avLst/>
              <a:gdLst/>
              <a:ahLst/>
              <a:cxnLst/>
              <a:rect l="l" t="t" r="r" b="b"/>
              <a:pathLst>
                <a:path w="172085" h="141604">
                  <a:moveTo>
                    <a:pt x="171983" y="70802"/>
                  </a:moveTo>
                  <a:lnTo>
                    <a:pt x="165221" y="43253"/>
                  </a:lnTo>
                  <a:lnTo>
                    <a:pt x="146785" y="20747"/>
                  </a:lnTo>
                  <a:lnTo>
                    <a:pt x="119450" y="5567"/>
                  </a:lnTo>
                  <a:lnTo>
                    <a:pt x="85991" y="0"/>
                  </a:lnTo>
                  <a:lnTo>
                    <a:pt x="52522" y="5567"/>
                  </a:lnTo>
                  <a:lnTo>
                    <a:pt x="25188" y="20747"/>
                  </a:lnTo>
                  <a:lnTo>
                    <a:pt x="6758" y="43253"/>
                  </a:lnTo>
                  <a:lnTo>
                    <a:pt x="0" y="70802"/>
                  </a:lnTo>
                  <a:lnTo>
                    <a:pt x="6758" y="98351"/>
                  </a:lnTo>
                  <a:lnTo>
                    <a:pt x="25188" y="120857"/>
                  </a:lnTo>
                  <a:lnTo>
                    <a:pt x="52522" y="136037"/>
                  </a:lnTo>
                  <a:lnTo>
                    <a:pt x="85991" y="141604"/>
                  </a:lnTo>
                  <a:lnTo>
                    <a:pt x="119450" y="136037"/>
                  </a:lnTo>
                  <a:lnTo>
                    <a:pt x="146785" y="120857"/>
                  </a:lnTo>
                  <a:lnTo>
                    <a:pt x="165221" y="98351"/>
                  </a:lnTo>
                  <a:lnTo>
                    <a:pt x="171983" y="70802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2576563" y="5459945"/>
              <a:ext cx="173355" cy="143510"/>
            </a:xfrm>
            <a:custGeom>
              <a:avLst/>
              <a:gdLst/>
              <a:ahLst/>
              <a:cxnLst/>
              <a:rect l="l" t="t" r="r" b="b"/>
              <a:pathLst>
                <a:path w="173355" h="143510">
                  <a:moveTo>
                    <a:pt x="86550" y="0"/>
                  </a:moveTo>
                  <a:lnTo>
                    <a:pt x="52865" y="5625"/>
                  </a:lnTo>
                  <a:lnTo>
                    <a:pt x="25353" y="20964"/>
                  </a:lnTo>
                  <a:lnTo>
                    <a:pt x="6803" y="43709"/>
                  </a:lnTo>
                  <a:lnTo>
                    <a:pt x="0" y="71551"/>
                  </a:lnTo>
                  <a:lnTo>
                    <a:pt x="6803" y="99409"/>
                  </a:lnTo>
                  <a:lnTo>
                    <a:pt x="25353" y="122161"/>
                  </a:lnTo>
                  <a:lnTo>
                    <a:pt x="52865" y="137502"/>
                  </a:lnTo>
                  <a:lnTo>
                    <a:pt x="86550" y="143129"/>
                  </a:lnTo>
                  <a:lnTo>
                    <a:pt x="120230" y="137502"/>
                  </a:lnTo>
                  <a:lnTo>
                    <a:pt x="147742" y="122161"/>
                  </a:lnTo>
                  <a:lnTo>
                    <a:pt x="166296" y="99409"/>
                  </a:lnTo>
                  <a:lnTo>
                    <a:pt x="173100" y="71551"/>
                  </a:lnTo>
                  <a:lnTo>
                    <a:pt x="166296" y="43709"/>
                  </a:lnTo>
                  <a:lnTo>
                    <a:pt x="147742" y="20964"/>
                  </a:lnTo>
                  <a:lnTo>
                    <a:pt x="120230" y="5625"/>
                  </a:lnTo>
                  <a:lnTo>
                    <a:pt x="865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2576563" y="5459945"/>
              <a:ext cx="173355" cy="143510"/>
            </a:xfrm>
            <a:custGeom>
              <a:avLst/>
              <a:gdLst/>
              <a:ahLst/>
              <a:cxnLst/>
              <a:rect l="l" t="t" r="r" b="b"/>
              <a:pathLst>
                <a:path w="173355" h="143510">
                  <a:moveTo>
                    <a:pt x="173100" y="71551"/>
                  </a:moveTo>
                  <a:lnTo>
                    <a:pt x="166296" y="43709"/>
                  </a:lnTo>
                  <a:lnTo>
                    <a:pt x="147742" y="20964"/>
                  </a:lnTo>
                  <a:lnTo>
                    <a:pt x="120230" y="5625"/>
                  </a:lnTo>
                  <a:lnTo>
                    <a:pt x="86550" y="0"/>
                  </a:lnTo>
                  <a:lnTo>
                    <a:pt x="52865" y="5625"/>
                  </a:lnTo>
                  <a:lnTo>
                    <a:pt x="25353" y="20964"/>
                  </a:lnTo>
                  <a:lnTo>
                    <a:pt x="6803" y="43709"/>
                  </a:lnTo>
                  <a:lnTo>
                    <a:pt x="0" y="71551"/>
                  </a:lnTo>
                  <a:lnTo>
                    <a:pt x="6803" y="99409"/>
                  </a:lnTo>
                  <a:lnTo>
                    <a:pt x="25353" y="122161"/>
                  </a:lnTo>
                  <a:lnTo>
                    <a:pt x="52865" y="137502"/>
                  </a:lnTo>
                  <a:lnTo>
                    <a:pt x="86550" y="143129"/>
                  </a:lnTo>
                  <a:lnTo>
                    <a:pt x="120230" y="137502"/>
                  </a:lnTo>
                  <a:lnTo>
                    <a:pt x="147742" y="122161"/>
                  </a:lnTo>
                  <a:lnTo>
                    <a:pt x="166296" y="99409"/>
                  </a:lnTo>
                  <a:lnTo>
                    <a:pt x="173100" y="71551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3545789" y="4690592"/>
              <a:ext cx="1495425" cy="916940"/>
            </a:xfrm>
            <a:custGeom>
              <a:avLst/>
              <a:gdLst/>
              <a:ahLst/>
              <a:cxnLst/>
              <a:rect l="l" t="t" r="r" b="b"/>
              <a:pathLst>
                <a:path w="1495425" h="916939">
                  <a:moveTo>
                    <a:pt x="0" y="64541"/>
                  </a:moveTo>
                  <a:lnTo>
                    <a:pt x="208025" y="0"/>
                  </a:lnTo>
                  <a:lnTo>
                    <a:pt x="208025" y="916457"/>
                  </a:lnTo>
                  <a:lnTo>
                    <a:pt x="1307096" y="916457"/>
                  </a:lnTo>
                  <a:lnTo>
                    <a:pt x="1307096" y="0"/>
                  </a:lnTo>
                  <a:lnTo>
                    <a:pt x="1495031" y="64541"/>
                  </a:lnTo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3823500" y="5300116"/>
              <a:ext cx="173355" cy="143510"/>
            </a:xfrm>
            <a:custGeom>
              <a:avLst/>
              <a:gdLst/>
              <a:ahLst/>
              <a:cxnLst/>
              <a:rect l="l" t="t" r="r" b="b"/>
              <a:pathLst>
                <a:path w="173354" h="143510">
                  <a:moveTo>
                    <a:pt x="86372" y="0"/>
                  </a:moveTo>
                  <a:lnTo>
                    <a:pt x="52758" y="5625"/>
                  </a:lnTo>
                  <a:lnTo>
                    <a:pt x="25303" y="20964"/>
                  </a:lnTo>
                  <a:lnTo>
                    <a:pt x="6789" y="43709"/>
                  </a:lnTo>
                  <a:lnTo>
                    <a:pt x="0" y="71551"/>
                  </a:lnTo>
                  <a:lnTo>
                    <a:pt x="6789" y="99409"/>
                  </a:lnTo>
                  <a:lnTo>
                    <a:pt x="25303" y="122161"/>
                  </a:lnTo>
                  <a:lnTo>
                    <a:pt x="52758" y="137502"/>
                  </a:lnTo>
                  <a:lnTo>
                    <a:pt x="86372" y="143128"/>
                  </a:lnTo>
                  <a:lnTo>
                    <a:pt x="119970" y="137502"/>
                  </a:lnTo>
                  <a:lnTo>
                    <a:pt x="147427" y="122161"/>
                  </a:lnTo>
                  <a:lnTo>
                    <a:pt x="165950" y="99409"/>
                  </a:lnTo>
                  <a:lnTo>
                    <a:pt x="172745" y="71551"/>
                  </a:lnTo>
                  <a:lnTo>
                    <a:pt x="165950" y="43709"/>
                  </a:lnTo>
                  <a:lnTo>
                    <a:pt x="147427" y="20964"/>
                  </a:lnTo>
                  <a:lnTo>
                    <a:pt x="119970" y="5625"/>
                  </a:lnTo>
                  <a:lnTo>
                    <a:pt x="86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3823500" y="5300116"/>
              <a:ext cx="173355" cy="143510"/>
            </a:xfrm>
            <a:custGeom>
              <a:avLst/>
              <a:gdLst/>
              <a:ahLst/>
              <a:cxnLst/>
              <a:rect l="l" t="t" r="r" b="b"/>
              <a:pathLst>
                <a:path w="173354" h="143510">
                  <a:moveTo>
                    <a:pt x="172745" y="71551"/>
                  </a:moveTo>
                  <a:lnTo>
                    <a:pt x="165950" y="43709"/>
                  </a:lnTo>
                  <a:lnTo>
                    <a:pt x="147427" y="20964"/>
                  </a:lnTo>
                  <a:lnTo>
                    <a:pt x="119970" y="5625"/>
                  </a:lnTo>
                  <a:lnTo>
                    <a:pt x="86372" y="0"/>
                  </a:lnTo>
                  <a:lnTo>
                    <a:pt x="52758" y="5625"/>
                  </a:lnTo>
                  <a:lnTo>
                    <a:pt x="25303" y="20964"/>
                  </a:lnTo>
                  <a:lnTo>
                    <a:pt x="6789" y="43709"/>
                  </a:lnTo>
                  <a:lnTo>
                    <a:pt x="0" y="71551"/>
                  </a:lnTo>
                  <a:lnTo>
                    <a:pt x="6789" y="99409"/>
                  </a:lnTo>
                  <a:lnTo>
                    <a:pt x="25303" y="122161"/>
                  </a:lnTo>
                  <a:lnTo>
                    <a:pt x="52758" y="137502"/>
                  </a:lnTo>
                  <a:lnTo>
                    <a:pt x="86372" y="143128"/>
                  </a:lnTo>
                  <a:lnTo>
                    <a:pt x="119970" y="137502"/>
                  </a:lnTo>
                  <a:lnTo>
                    <a:pt x="147427" y="122161"/>
                  </a:lnTo>
                  <a:lnTo>
                    <a:pt x="165950" y="99409"/>
                  </a:lnTo>
                  <a:lnTo>
                    <a:pt x="172745" y="71551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4185869" y="5458993"/>
              <a:ext cx="171450" cy="142240"/>
            </a:xfrm>
            <a:custGeom>
              <a:avLst/>
              <a:gdLst/>
              <a:ahLst/>
              <a:cxnLst/>
              <a:rect l="l" t="t" r="r" b="b"/>
              <a:pathLst>
                <a:path w="171450" h="142239">
                  <a:moveTo>
                    <a:pt x="85420" y="0"/>
                  </a:moveTo>
                  <a:lnTo>
                    <a:pt x="52174" y="5581"/>
                  </a:lnTo>
                  <a:lnTo>
                    <a:pt x="25022" y="20799"/>
                  </a:lnTo>
                  <a:lnTo>
                    <a:pt x="6713" y="43366"/>
                  </a:lnTo>
                  <a:lnTo>
                    <a:pt x="0" y="70993"/>
                  </a:lnTo>
                  <a:lnTo>
                    <a:pt x="6713" y="98619"/>
                  </a:lnTo>
                  <a:lnTo>
                    <a:pt x="25022" y="121186"/>
                  </a:lnTo>
                  <a:lnTo>
                    <a:pt x="52174" y="136404"/>
                  </a:lnTo>
                  <a:lnTo>
                    <a:pt x="85420" y="141986"/>
                  </a:lnTo>
                  <a:lnTo>
                    <a:pt x="118649" y="136404"/>
                  </a:lnTo>
                  <a:lnTo>
                    <a:pt x="145803" y="121186"/>
                  </a:lnTo>
                  <a:lnTo>
                    <a:pt x="164121" y="98619"/>
                  </a:lnTo>
                  <a:lnTo>
                    <a:pt x="170840" y="70993"/>
                  </a:lnTo>
                  <a:lnTo>
                    <a:pt x="164121" y="43366"/>
                  </a:lnTo>
                  <a:lnTo>
                    <a:pt x="145803" y="20799"/>
                  </a:lnTo>
                  <a:lnTo>
                    <a:pt x="118649" y="5581"/>
                  </a:lnTo>
                  <a:lnTo>
                    <a:pt x="854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4185869" y="5458993"/>
              <a:ext cx="171450" cy="142240"/>
            </a:xfrm>
            <a:custGeom>
              <a:avLst/>
              <a:gdLst/>
              <a:ahLst/>
              <a:cxnLst/>
              <a:rect l="l" t="t" r="r" b="b"/>
              <a:pathLst>
                <a:path w="171450" h="142239">
                  <a:moveTo>
                    <a:pt x="170840" y="70993"/>
                  </a:moveTo>
                  <a:lnTo>
                    <a:pt x="164121" y="43366"/>
                  </a:lnTo>
                  <a:lnTo>
                    <a:pt x="145803" y="20799"/>
                  </a:lnTo>
                  <a:lnTo>
                    <a:pt x="118649" y="5581"/>
                  </a:lnTo>
                  <a:lnTo>
                    <a:pt x="85420" y="0"/>
                  </a:lnTo>
                  <a:lnTo>
                    <a:pt x="52174" y="5581"/>
                  </a:lnTo>
                  <a:lnTo>
                    <a:pt x="25022" y="20799"/>
                  </a:lnTo>
                  <a:lnTo>
                    <a:pt x="6713" y="43366"/>
                  </a:lnTo>
                  <a:lnTo>
                    <a:pt x="0" y="70993"/>
                  </a:lnTo>
                  <a:lnTo>
                    <a:pt x="6713" y="98619"/>
                  </a:lnTo>
                  <a:lnTo>
                    <a:pt x="25022" y="121186"/>
                  </a:lnTo>
                  <a:lnTo>
                    <a:pt x="52174" y="136404"/>
                  </a:lnTo>
                  <a:lnTo>
                    <a:pt x="85420" y="141986"/>
                  </a:lnTo>
                  <a:lnTo>
                    <a:pt x="118649" y="136404"/>
                  </a:lnTo>
                  <a:lnTo>
                    <a:pt x="145803" y="121186"/>
                  </a:lnTo>
                  <a:lnTo>
                    <a:pt x="164121" y="98619"/>
                  </a:lnTo>
                  <a:lnTo>
                    <a:pt x="170840" y="70993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3794429" y="5440959"/>
              <a:ext cx="172720" cy="142240"/>
            </a:xfrm>
            <a:custGeom>
              <a:avLst/>
              <a:gdLst/>
              <a:ahLst/>
              <a:cxnLst/>
              <a:rect l="l" t="t" r="r" b="b"/>
              <a:pathLst>
                <a:path w="172720" h="142239">
                  <a:moveTo>
                    <a:pt x="86182" y="0"/>
                  </a:moveTo>
                  <a:lnTo>
                    <a:pt x="52656" y="5567"/>
                  </a:lnTo>
                  <a:lnTo>
                    <a:pt x="25260" y="20747"/>
                  </a:lnTo>
                  <a:lnTo>
                    <a:pt x="6779" y="43253"/>
                  </a:lnTo>
                  <a:lnTo>
                    <a:pt x="0" y="70802"/>
                  </a:lnTo>
                  <a:lnTo>
                    <a:pt x="6779" y="98353"/>
                  </a:lnTo>
                  <a:lnTo>
                    <a:pt x="25260" y="120864"/>
                  </a:lnTo>
                  <a:lnTo>
                    <a:pt x="52656" y="136048"/>
                  </a:lnTo>
                  <a:lnTo>
                    <a:pt x="86182" y="141617"/>
                  </a:lnTo>
                  <a:lnTo>
                    <a:pt x="119723" y="136048"/>
                  </a:lnTo>
                  <a:lnTo>
                    <a:pt x="147118" y="120864"/>
                  </a:lnTo>
                  <a:lnTo>
                    <a:pt x="165590" y="98353"/>
                  </a:lnTo>
                  <a:lnTo>
                    <a:pt x="172364" y="70802"/>
                  </a:lnTo>
                  <a:lnTo>
                    <a:pt x="165590" y="43253"/>
                  </a:lnTo>
                  <a:lnTo>
                    <a:pt x="147118" y="20747"/>
                  </a:lnTo>
                  <a:lnTo>
                    <a:pt x="119723" y="5567"/>
                  </a:lnTo>
                  <a:lnTo>
                    <a:pt x="861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3794429" y="5440959"/>
              <a:ext cx="172720" cy="142240"/>
            </a:xfrm>
            <a:custGeom>
              <a:avLst/>
              <a:gdLst/>
              <a:ahLst/>
              <a:cxnLst/>
              <a:rect l="l" t="t" r="r" b="b"/>
              <a:pathLst>
                <a:path w="172720" h="142239">
                  <a:moveTo>
                    <a:pt x="172364" y="70802"/>
                  </a:moveTo>
                  <a:lnTo>
                    <a:pt x="165590" y="43253"/>
                  </a:lnTo>
                  <a:lnTo>
                    <a:pt x="147118" y="20747"/>
                  </a:lnTo>
                  <a:lnTo>
                    <a:pt x="119723" y="5567"/>
                  </a:lnTo>
                  <a:lnTo>
                    <a:pt x="86182" y="0"/>
                  </a:lnTo>
                  <a:lnTo>
                    <a:pt x="52656" y="5567"/>
                  </a:lnTo>
                  <a:lnTo>
                    <a:pt x="25260" y="20747"/>
                  </a:lnTo>
                  <a:lnTo>
                    <a:pt x="6779" y="43253"/>
                  </a:lnTo>
                  <a:lnTo>
                    <a:pt x="0" y="70802"/>
                  </a:lnTo>
                  <a:lnTo>
                    <a:pt x="6779" y="98353"/>
                  </a:lnTo>
                  <a:lnTo>
                    <a:pt x="25260" y="120864"/>
                  </a:lnTo>
                  <a:lnTo>
                    <a:pt x="52656" y="136048"/>
                  </a:lnTo>
                  <a:lnTo>
                    <a:pt x="86182" y="141617"/>
                  </a:lnTo>
                  <a:lnTo>
                    <a:pt x="119723" y="136048"/>
                  </a:lnTo>
                  <a:lnTo>
                    <a:pt x="147118" y="120864"/>
                  </a:lnTo>
                  <a:lnTo>
                    <a:pt x="165590" y="98353"/>
                  </a:lnTo>
                  <a:lnTo>
                    <a:pt x="172364" y="70802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4569879" y="5434698"/>
              <a:ext cx="171450" cy="143510"/>
            </a:xfrm>
            <a:custGeom>
              <a:avLst/>
              <a:gdLst/>
              <a:ahLst/>
              <a:cxnLst/>
              <a:rect l="l" t="t" r="r" b="b"/>
              <a:pathLst>
                <a:path w="171450" h="143510">
                  <a:moveTo>
                    <a:pt x="85610" y="0"/>
                  </a:moveTo>
                  <a:lnTo>
                    <a:pt x="52292" y="5641"/>
                  </a:lnTo>
                  <a:lnTo>
                    <a:pt x="25079" y="21023"/>
                  </a:lnTo>
                  <a:lnTo>
                    <a:pt x="6729" y="43832"/>
                  </a:lnTo>
                  <a:lnTo>
                    <a:pt x="0" y="71755"/>
                  </a:lnTo>
                  <a:lnTo>
                    <a:pt x="6729" y="99672"/>
                  </a:lnTo>
                  <a:lnTo>
                    <a:pt x="25079" y="122481"/>
                  </a:lnTo>
                  <a:lnTo>
                    <a:pt x="52292" y="137866"/>
                  </a:lnTo>
                  <a:lnTo>
                    <a:pt x="85610" y="143510"/>
                  </a:lnTo>
                  <a:lnTo>
                    <a:pt x="118913" y="137866"/>
                  </a:lnTo>
                  <a:lnTo>
                    <a:pt x="146127" y="122481"/>
                  </a:lnTo>
                  <a:lnTo>
                    <a:pt x="164486" y="99672"/>
                  </a:lnTo>
                  <a:lnTo>
                    <a:pt x="171221" y="71755"/>
                  </a:lnTo>
                  <a:lnTo>
                    <a:pt x="164486" y="43832"/>
                  </a:lnTo>
                  <a:lnTo>
                    <a:pt x="146127" y="21023"/>
                  </a:lnTo>
                  <a:lnTo>
                    <a:pt x="118913" y="5641"/>
                  </a:lnTo>
                  <a:lnTo>
                    <a:pt x="856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4569879" y="5434698"/>
              <a:ext cx="171450" cy="143510"/>
            </a:xfrm>
            <a:custGeom>
              <a:avLst/>
              <a:gdLst/>
              <a:ahLst/>
              <a:cxnLst/>
              <a:rect l="l" t="t" r="r" b="b"/>
              <a:pathLst>
                <a:path w="171450" h="143510">
                  <a:moveTo>
                    <a:pt x="171221" y="71755"/>
                  </a:moveTo>
                  <a:lnTo>
                    <a:pt x="164486" y="43832"/>
                  </a:lnTo>
                  <a:lnTo>
                    <a:pt x="146127" y="21023"/>
                  </a:lnTo>
                  <a:lnTo>
                    <a:pt x="118913" y="5641"/>
                  </a:lnTo>
                  <a:lnTo>
                    <a:pt x="85610" y="0"/>
                  </a:lnTo>
                  <a:lnTo>
                    <a:pt x="52292" y="5641"/>
                  </a:lnTo>
                  <a:lnTo>
                    <a:pt x="25079" y="21023"/>
                  </a:lnTo>
                  <a:lnTo>
                    <a:pt x="6729" y="43832"/>
                  </a:lnTo>
                  <a:lnTo>
                    <a:pt x="0" y="71755"/>
                  </a:lnTo>
                  <a:lnTo>
                    <a:pt x="6729" y="99672"/>
                  </a:lnTo>
                  <a:lnTo>
                    <a:pt x="25079" y="122481"/>
                  </a:lnTo>
                  <a:lnTo>
                    <a:pt x="52292" y="137866"/>
                  </a:lnTo>
                  <a:lnTo>
                    <a:pt x="85610" y="143510"/>
                  </a:lnTo>
                  <a:lnTo>
                    <a:pt x="118913" y="137866"/>
                  </a:lnTo>
                  <a:lnTo>
                    <a:pt x="146127" y="122481"/>
                  </a:lnTo>
                  <a:lnTo>
                    <a:pt x="164486" y="99672"/>
                  </a:lnTo>
                  <a:lnTo>
                    <a:pt x="171221" y="71755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4000398" y="5447029"/>
              <a:ext cx="172085" cy="143510"/>
            </a:xfrm>
            <a:custGeom>
              <a:avLst/>
              <a:gdLst/>
              <a:ahLst/>
              <a:cxnLst/>
              <a:rect l="l" t="t" r="r" b="b"/>
              <a:pathLst>
                <a:path w="172085" h="143510">
                  <a:moveTo>
                    <a:pt x="85991" y="0"/>
                  </a:moveTo>
                  <a:lnTo>
                    <a:pt x="52538" y="5625"/>
                  </a:lnTo>
                  <a:lnTo>
                    <a:pt x="25203" y="20966"/>
                  </a:lnTo>
                  <a:lnTo>
                    <a:pt x="6763" y="43714"/>
                  </a:lnTo>
                  <a:lnTo>
                    <a:pt x="0" y="71564"/>
                  </a:lnTo>
                  <a:lnTo>
                    <a:pt x="6763" y="99414"/>
                  </a:lnTo>
                  <a:lnTo>
                    <a:pt x="25203" y="122162"/>
                  </a:lnTo>
                  <a:lnTo>
                    <a:pt x="52538" y="137503"/>
                  </a:lnTo>
                  <a:lnTo>
                    <a:pt x="85991" y="143129"/>
                  </a:lnTo>
                  <a:lnTo>
                    <a:pt x="119460" y="137503"/>
                  </a:lnTo>
                  <a:lnTo>
                    <a:pt x="146794" y="122162"/>
                  </a:lnTo>
                  <a:lnTo>
                    <a:pt x="165224" y="99414"/>
                  </a:lnTo>
                  <a:lnTo>
                    <a:pt x="171983" y="71564"/>
                  </a:lnTo>
                  <a:lnTo>
                    <a:pt x="165224" y="43714"/>
                  </a:lnTo>
                  <a:lnTo>
                    <a:pt x="146794" y="20966"/>
                  </a:lnTo>
                  <a:lnTo>
                    <a:pt x="119460" y="5625"/>
                  </a:lnTo>
                  <a:lnTo>
                    <a:pt x="85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4000398" y="5447029"/>
              <a:ext cx="172085" cy="143510"/>
            </a:xfrm>
            <a:custGeom>
              <a:avLst/>
              <a:gdLst/>
              <a:ahLst/>
              <a:cxnLst/>
              <a:rect l="l" t="t" r="r" b="b"/>
              <a:pathLst>
                <a:path w="172085" h="143510">
                  <a:moveTo>
                    <a:pt x="171983" y="71564"/>
                  </a:moveTo>
                  <a:lnTo>
                    <a:pt x="165224" y="43714"/>
                  </a:lnTo>
                  <a:lnTo>
                    <a:pt x="146794" y="20966"/>
                  </a:lnTo>
                  <a:lnTo>
                    <a:pt x="119460" y="5625"/>
                  </a:lnTo>
                  <a:lnTo>
                    <a:pt x="85991" y="0"/>
                  </a:lnTo>
                  <a:lnTo>
                    <a:pt x="52538" y="5625"/>
                  </a:lnTo>
                  <a:lnTo>
                    <a:pt x="25203" y="20966"/>
                  </a:lnTo>
                  <a:lnTo>
                    <a:pt x="6763" y="43714"/>
                  </a:lnTo>
                  <a:lnTo>
                    <a:pt x="0" y="71564"/>
                  </a:lnTo>
                  <a:lnTo>
                    <a:pt x="6763" y="99414"/>
                  </a:lnTo>
                  <a:lnTo>
                    <a:pt x="25203" y="122162"/>
                  </a:lnTo>
                  <a:lnTo>
                    <a:pt x="52538" y="137503"/>
                  </a:lnTo>
                  <a:lnTo>
                    <a:pt x="85991" y="143129"/>
                  </a:lnTo>
                  <a:lnTo>
                    <a:pt x="119460" y="137503"/>
                  </a:lnTo>
                  <a:lnTo>
                    <a:pt x="146794" y="122162"/>
                  </a:lnTo>
                  <a:lnTo>
                    <a:pt x="165224" y="99414"/>
                  </a:lnTo>
                  <a:lnTo>
                    <a:pt x="171983" y="71564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4077855" y="5156606"/>
              <a:ext cx="171450" cy="140970"/>
            </a:xfrm>
            <a:custGeom>
              <a:avLst/>
              <a:gdLst/>
              <a:ahLst/>
              <a:cxnLst/>
              <a:rect l="l" t="t" r="r" b="b"/>
              <a:pathLst>
                <a:path w="171450" h="140970">
                  <a:moveTo>
                    <a:pt x="85610" y="0"/>
                  </a:moveTo>
                  <a:lnTo>
                    <a:pt x="52292" y="5536"/>
                  </a:lnTo>
                  <a:lnTo>
                    <a:pt x="25079" y="20632"/>
                  </a:lnTo>
                  <a:lnTo>
                    <a:pt x="6729" y="43017"/>
                  </a:lnTo>
                  <a:lnTo>
                    <a:pt x="0" y="70421"/>
                  </a:lnTo>
                  <a:lnTo>
                    <a:pt x="6729" y="97825"/>
                  </a:lnTo>
                  <a:lnTo>
                    <a:pt x="25079" y="120210"/>
                  </a:lnTo>
                  <a:lnTo>
                    <a:pt x="52292" y="135306"/>
                  </a:lnTo>
                  <a:lnTo>
                    <a:pt x="85610" y="140843"/>
                  </a:lnTo>
                  <a:lnTo>
                    <a:pt x="118918" y="135306"/>
                  </a:lnTo>
                  <a:lnTo>
                    <a:pt x="146132" y="120210"/>
                  </a:lnTo>
                  <a:lnTo>
                    <a:pt x="164488" y="97825"/>
                  </a:lnTo>
                  <a:lnTo>
                    <a:pt x="171221" y="70421"/>
                  </a:lnTo>
                  <a:lnTo>
                    <a:pt x="164488" y="43017"/>
                  </a:lnTo>
                  <a:lnTo>
                    <a:pt x="146132" y="20632"/>
                  </a:lnTo>
                  <a:lnTo>
                    <a:pt x="118918" y="5536"/>
                  </a:lnTo>
                  <a:lnTo>
                    <a:pt x="856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4077855" y="5156606"/>
              <a:ext cx="171450" cy="140970"/>
            </a:xfrm>
            <a:custGeom>
              <a:avLst/>
              <a:gdLst/>
              <a:ahLst/>
              <a:cxnLst/>
              <a:rect l="l" t="t" r="r" b="b"/>
              <a:pathLst>
                <a:path w="171450" h="140970">
                  <a:moveTo>
                    <a:pt x="171221" y="70421"/>
                  </a:moveTo>
                  <a:lnTo>
                    <a:pt x="164488" y="43017"/>
                  </a:lnTo>
                  <a:lnTo>
                    <a:pt x="146132" y="20632"/>
                  </a:lnTo>
                  <a:lnTo>
                    <a:pt x="118918" y="5536"/>
                  </a:lnTo>
                  <a:lnTo>
                    <a:pt x="85610" y="0"/>
                  </a:lnTo>
                  <a:lnTo>
                    <a:pt x="52292" y="5536"/>
                  </a:lnTo>
                  <a:lnTo>
                    <a:pt x="25079" y="20632"/>
                  </a:lnTo>
                  <a:lnTo>
                    <a:pt x="6729" y="43017"/>
                  </a:lnTo>
                  <a:lnTo>
                    <a:pt x="0" y="70421"/>
                  </a:lnTo>
                  <a:lnTo>
                    <a:pt x="6729" y="97825"/>
                  </a:lnTo>
                  <a:lnTo>
                    <a:pt x="25079" y="120210"/>
                  </a:lnTo>
                  <a:lnTo>
                    <a:pt x="52292" y="135306"/>
                  </a:lnTo>
                  <a:lnTo>
                    <a:pt x="85610" y="140843"/>
                  </a:lnTo>
                  <a:lnTo>
                    <a:pt x="118918" y="135306"/>
                  </a:lnTo>
                  <a:lnTo>
                    <a:pt x="146132" y="120210"/>
                  </a:lnTo>
                  <a:lnTo>
                    <a:pt x="164488" y="97825"/>
                  </a:lnTo>
                  <a:lnTo>
                    <a:pt x="171221" y="70421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4438510" y="5315305"/>
              <a:ext cx="171450" cy="141605"/>
            </a:xfrm>
            <a:custGeom>
              <a:avLst/>
              <a:gdLst/>
              <a:ahLst/>
              <a:cxnLst/>
              <a:rect l="l" t="t" r="r" b="b"/>
              <a:pathLst>
                <a:path w="171450" h="141604">
                  <a:moveTo>
                    <a:pt x="85610" y="0"/>
                  </a:moveTo>
                  <a:lnTo>
                    <a:pt x="52297" y="5567"/>
                  </a:lnTo>
                  <a:lnTo>
                    <a:pt x="25084" y="20745"/>
                  </a:lnTo>
                  <a:lnTo>
                    <a:pt x="6731" y="43248"/>
                  </a:lnTo>
                  <a:lnTo>
                    <a:pt x="0" y="70789"/>
                  </a:lnTo>
                  <a:lnTo>
                    <a:pt x="6731" y="98338"/>
                  </a:lnTo>
                  <a:lnTo>
                    <a:pt x="25084" y="120845"/>
                  </a:lnTo>
                  <a:lnTo>
                    <a:pt x="52297" y="136024"/>
                  </a:lnTo>
                  <a:lnTo>
                    <a:pt x="85610" y="141592"/>
                  </a:lnTo>
                  <a:lnTo>
                    <a:pt x="118929" y="136024"/>
                  </a:lnTo>
                  <a:lnTo>
                    <a:pt x="146142" y="120845"/>
                  </a:lnTo>
                  <a:lnTo>
                    <a:pt x="164491" y="98338"/>
                  </a:lnTo>
                  <a:lnTo>
                    <a:pt x="171221" y="70789"/>
                  </a:lnTo>
                  <a:lnTo>
                    <a:pt x="164491" y="43248"/>
                  </a:lnTo>
                  <a:lnTo>
                    <a:pt x="146142" y="20745"/>
                  </a:lnTo>
                  <a:lnTo>
                    <a:pt x="118929" y="5567"/>
                  </a:lnTo>
                  <a:lnTo>
                    <a:pt x="856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4438510" y="5315305"/>
              <a:ext cx="171450" cy="141605"/>
            </a:xfrm>
            <a:custGeom>
              <a:avLst/>
              <a:gdLst/>
              <a:ahLst/>
              <a:cxnLst/>
              <a:rect l="l" t="t" r="r" b="b"/>
              <a:pathLst>
                <a:path w="171450" h="141604">
                  <a:moveTo>
                    <a:pt x="171221" y="70789"/>
                  </a:moveTo>
                  <a:lnTo>
                    <a:pt x="164491" y="43248"/>
                  </a:lnTo>
                  <a:lnTo>
                    <a:pt x="146142" y="20745"/>
                  </a:lnTo>
                  <a:lnTo>
                    <a:pt x="118929" y="5567"/>
                  </a:lnTo>
                  <a:lnTo>
                    <a:pt x="85610" y="0"/>
                  </a:lnTo>
                  <a:lnTo>
                    <a:pt x="52297" y="5567"/>
                  </a:lnTo>
                  <a:lnTo>
                    <a:pt x="25084" y="20745"/>
                  </a:lnTo>
                  <a:lnTo>
                    <a:pt x="6731" y="43248"/>
                  </a:lnTo>
                  <a:lnTo>
                    <a:pt x="0" y="70789"/>
                  </a:lnTo>
                  <a:lnTo>
                    <a:pt x="6731" y="98338"/>
                  </a:lnTo>
                  <a:lnTo>
                    <a:pt x="25084" y="120845"/>
                  </a:lnTo>
                  <a:lnTo>
                    <a:pt x="52297" y="136024"/>
                  </a:lnTo>
                  <a:lnTo>
                    <a:pt x="85610" y="141592"/>
                  </a:lnTo>
                  <a:lnTo>
                    <a:pt x="118929" y="136024"/>
                  </a:lnTo>
                  <a:lnTo>
                    <a:pt x="146142" y="120845"/>
                  </a:lnTo>
                  <a:lnTo>
                    <a:pt x="164491" y="98338"/>
                  </a:lnTo>
                  <a:lnTo>
                    <a:pt x="171221" y="70789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4046727" y="5295747"/>
              <a:ext cx="171450" cy="142875"/>
            </a:xfrm>
            <a:custGeom>
              <a:avLst/>
              <a:gdLst/>
              <a:ahLst/>
              <a:cxnLst/>
              <a:rect l="l" t="t" r="r" b="b"/>
              <a:pathLst>
                <a:path w="171450" h="142875">
                  <a:moveTo>
                    <a:pt x="85610" y="0"/>
                  </a:moveTo>
                  <a:lnTo>
                    <a:pt x="52292" y="5612"/>
                  </a:lnTo>
                  <a:lnTo>
                    <a:pt x="25079" y="20913"/>
                  </a:lnTo>
                  <a:lnTo>
                    <a:pt x="6729" y="43601"/>
                  </a:lnTo>
                  <a:lnTo>
                    <a:pt x="0" y="71374"/>
                  </a:lnTo>
                  <a:lnTo>
                    <a:pt x="6729" y="99146"/>
                  </a:lnTo>
                  <a:lnTo>
                    <a:pt x="25079" y="121834"/>
                  </a:lnTo>
                  <a:lnTo>
                    <a:pt x="52292" y="137135"/>
                  </a:lnTo>
                  <a:lnTo>
                    <a:pt x="85610" y="142748"/>
                  </a:lnTo>
                  <a:lnTo>
                    <a:pt x="118913" y="137135"/>
                  </a:lnTo>
                  <a:lnTo>
                    <a:pt x="146127" y="121834"/>
                  </a:lnTo>
                  <a:lnTo>
                    <a:pt x="164486" y="99146"/>
                  </a:lnTo>
                  <a:lnTo>
                    <a:pt x="171221" y="71374"/>
                  </a:lnTo>
                  <a:lnTo>
                    <a:pt x="164486" y="43601"/>
                  </a:lnTo>
                  <a:lnTo>
                    <a:pt x="146127" y="20913"/>
                  </a:lnTo>
                  <a:lnTo>
                    <a:pt x="118913" y="5612"/>
                  </a:lnTo>
                  <a:lnTo>
                    <a:pt x="856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4046727" y="5295747"/>
              <a:ext cx="171450" cy="142875"/>
            </a:xfrm>
            <a:custGeom>
              <a:avLst/>
              <a:gdLst/>
              <a:ahLst/>
              <a:cxnLst/>
              <a:rect l="l" t="t" r="r" b="b"/>
              <a:pathLst>
                <a:path w="171450" h="142875">
                  <a:moveTo>
                    <a:pt x="171221" y="71374"/>
                  </a:moveTo>
                  <a:lnTo>
                    <a:pt x="164486" y="43601"/>
                  </a:lnTo>
                  <a:lnTo>
                    <a:pt x="146127" y="20913"/>
                  </a:lnTo>
                  <a:lnTo>
                    <a:pt x="118913" y="5612"/>
                  </a:lnTo>
                  <a:lnTo>
                    <a:pt x="85610" y="0"/>
                  </a:lnTo>
                  <a:lnTo>
                    <a:pt x="52292" y="5612"/>
                  </a:lnTo>
                  <a:lnTo>
                    <a:pt x="25079" y="20913"/>
                  </a:lnTo>
                  <a:lnTo>
                    <a:pt x="6729" y="43601"/>
                  </a:lnTo>
                  <a:lnTo>
                    <a:pt x="0" y="71374"/>
                  </a:lnTo>
                  <a:lnTo>
                    <a:pt x="6729" y="99146"/>
                  </a:lnTo>
                  <a:lnTo>
                    <a:pt x="25079" y="121834"/>
                  </a:lnTo>
                  <a:lnTo>
                    <a:pt x="52292" y="137135"/>
                  </a:lnTo>
                  <a:lnTo>
                    <a:pt x="85610" y="142748"/>
                  </a:lnTo>
                  <a:lnTo>
                    <a:pt x="118913" y="137135"/>
                  </a:lnTo>
                  <a:lnTo>
                    <a:pt x="146127" y="121834"/>
                  </a:lnTo>
                  <a:lnTo>
                    <a:pt x="164486" y="99146"/>
                  </a:lnTo>
                  <a:lnTo>
                    <a:pt x="171221" y="71374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4253623" y="5302770"/>
              <a:ext cx="171450" cy="141605"/>
            </a:xfrm>
            <a:custGeom>
              <a:avLst/>
              <a:gdLst/>
              <a:ahLst/>
              <a:cxnLst/>
              <a:rect l="l" t="t" r="r" b="b"/>
              <a:pathLst>
                <a:path w="171450" h="141604">
                  <a:moveTo>
                    <a:pt x="85610" y="0"/>
                  </a:moveTo>
                  <a:lnTo>
                    <a:pt x="52302" y="5567"/>
                  </a:lnTo>
                  <a:lnTo>
                    <a:pt x="25088" y="20747"/>
                  </a:lnTo>
                  <a:lnTo>
                    <a:pt x="6732" y="43253"/>
                  </a:lnTo>
                  <a:lnTo>
                    <a:pt x="0" y="70802"/>
                  </a:lnTo>
                  <a:lnTo>
                    <a:pt x="6732" y="98351"/>
                  </a:lnTo>
                  <a:lnTo>
                    <a:pt x="25088" y="120857"/>
                  </a:lnTo>
                  <a:lnTo>
                    <a:pt x="52302" y="136037"/>
                  </a:lnTo>
                  <a:lnTo>
                    <a:pt x="85610" y="141604"/>
                  </a:lnTo>
                  <a:lnTo>
                    <a:pt x="118921" y="136037"/>
                  </a:lnTo>
                  <a:lnTo>
                    <a:pt x="146130" y="120857"/>
                  </a:lnTo>
                  <a:lnTo>
                    <a:pt x="164479" y="98351"/>
                  </a:lnTo>
                  <a:lnTo>
                    <a:pt x="171208" y="70802"/>
                  </a:lnTo>
                  <a:lnTo>
                    <a:pt x="164479" y="43253"/>
                  </a:lnTo>
                  <a:lnTo>
                    <a:pt x="146130" y="20747"/>
                  </a:lnTo>
                  <a:lnTo>
                    <a:pt x="118921" y="5567"/>
                  </a:lnTo>
                  <a:lnTo>
                    <a:pt x="856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4253623" y="5302770"/>
              <a:ext cx="171450" cy="141605"/>
            </a:xfrm>
            <a:custGeom>
              <a:avLst/>
              <a:gdLst/>
              <a:ahLst/>
              <a:cxnLst/>
              <a:rect l="l" t="t" r="r" b="b"/>
              <a:pathLst>
                <a:path w="171450" h="141604">
                  <a:moveTo>
                    <a:pt x="171208" y="70802"/>
                  </a:moveTo>
                  <a:lnTo>
                    <a:pt x="164479" y="43253"/>
                  </a:lnTo>
                  <a:lnTo>
                    <a:pt x="146130" y="20747"/>
                  </a:lnTo>
                  <a:lnTo>
                    <a:pt x="118921" y="5567"/>
                  </a:lnTo>
                  <a:lnTo>
                    <a:pt x="85610" y="0"/>
                  </a:lnTo>
                  <a:lnTo>
                    <a:pt x="52302" y="5567"/>
                  </a:lnTo>
                  <a:lnTo>
                    <a:pt x="25088" y="20747"/>
                  </a:lnTo>
                  <a:lnTo>
                    <a:pt x="6732" y="43253"/>
                  </a:lnTo>
                  <a:lnTo>
                    <a:pt x="0" y="70802"/>
                  </a:lnTo>
                  <a:lnTo>
                    <a:pt x="6732" y="98351"/>
                  </a:lnTo>
                  <a:lnTo>
                    <a:pt x="25088" y="120857"/>
                  </a:lnTo>
                  <a:lnTo>
                    <a:pt x="52302" y="136037"/>
                  </a:lnTo>
                  <a:lnTo>
                    <a:pt x="85610" y="141604"/>
                  </a:lnTo>
                  <a:lnTo>
                    <a:pt x="118921" y="136037"/>
                  </a:lnTo>
                  <a:lnTo>
                    <a:pt x="146130" y="120857"/>
                  </a:lnTo>
                  <a:lnTo>
                    <a:pt x="164479" y="98351"/>
                  </a:lnTo>
                  <a:lnTo>
                    <a:pt x="171208" y="70802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4383646" y="5459945"/>
              <a:ext cx="173355" cy="143510"/>
            </a:xfrm>
            <a:custGeom>
              <a:avLst/>
              <a:gdLst/>
              <a:ahLst/>
              <a:cxnLst/>
              <a:rect l="l" t="t" r="r" b="b"/>
              <a:pathLst>
                <a:path w="173354" h="143510">
                  <a:moveTo>
                    <a:pt x="86563" y="0"/>
                  </a:moveTo>
                  <a:lnTo>
                    <a:pt x="52886" y="5625"/>
                  </a:lnTo>
                  <a:lnTo>
                    <a:pt x="25369" y="20964"/>
                  </a:lnTo>
                  <a:lnTo>
                    <a:pt x="6808" y="43709"/>
                  </a:lnTo>
                  <a:lnTo>
                    <a:pt x="0" y="71551"/>
                  </a:lnTo>
                  <a:lnTo>
                    <a:pt x="6808" y="99409"/>
                  </a:lnTo>
                  <a:lnTo>
                    <a:pt x="25369" y="122161"/>
                  </a:lnTo>
                  <a:lnTo>
                    <a:pt x="52886" y="137502"/>
                  </a:lnTo>
                  <a:lnTo>
                    <a:pt x="86563" y="143129"/>
                  </a:lnTo>
                  <a:lnTo>
                    <a:pt x="120255" y="137502"/>
                  </a:lnTo>
                  <a:lnTo>
                    <a:pt x="147770" y="122161"/>
                  </a:lnTo>
                  <a:lnTo>
                    <a:pt x="166323" y="99409"/>
                  </a:lnTo>
                  <a:lnTo>
                    <a:pt x="173126" y="71551"/>
                  </a:lnTo>
                  <a:lnTo>
                    <a:pt x="166323" y="43709"/>
                  </a:lnTo>
                  <a:lnTo>
                    <a:pt x="147770" y="20964"/>
                  </a:lnTo>
                  <a:lnTo>
                    <a:pt x="120255" y="5625"/>
                  </a:lnTo>
                  <a:lnTo>
                    <a:pt x="865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4383646" y="5459945"/>
              <a:ext cx="173355" cy="143510"/>
            </a:xfrm>
            <a:custGeom>
              <a:avLst/>
              <a:gdLst/>
              <a:ahLst/>
              <a:cxnLst/>
              <a:rect l="l" t="t" r="r" b="b"/>
              <a:pathLst>
                <a:path w="173354" h="143510">
                  <a:moveTo>
                    <a:pt x="173126" y="71551"/>
                  </a:moveTo>
                  <a:lnTo>
                    <a:pt x="166323" y="43709"/>
                  </a:lnTo>
                  <a:lnTo>
                    <a:pt x="147770" y="20964"/>
                  </a:lnTo>
                  <a:lnTo>
                    <a:pt x="120255" y="5625"/>
                  </a:lnTo>
                  <a:lnTo>
                    <a:pt x="86563" y="0"/>
                  </a:lnTo>
                  <a:lnTo>
                    <a:pt x="52886" y="5625"/>
                  </a:lnTo>
                  <a:lnTo>
                    <a:pt x="25369" y="20964"/>
                  </a:lnTo>
                  <a:lnTo>
                    <a:pt x="6808" y="43709"/>
                  </a:lnTo>
                  <a:lnTo>
                    <a:pt x="0" y="71551"/>
                  </a:lnTo>
                  <a:lnTo>
                    <a:pt x="6808" y="99409"/>
                  </a:lnTo>
                  <a:lnTo>
                    <a:pt x="25369" y="122161"/>
                  </a:lnTo>
                  <a:lnTo>
                    <a:pt x="52886" y="137502"/>
                  </a:lnTo>
                  <a:lnTo>
                    <a:pt x="86563" y="143129"/>
                  </a:lnTo>
                  <a:lnTo>
                    <a:pt x="120255" y="137502"/>
                  </a:lnTo>
                  <a:lnTo>
                    <a:pt x="147770" y="122161"/>
                  </a:lnTo>
                  <a:lnTo>
                    <a:pt x="166323" y="99409"/>
                  </a:lnTo>
                  <a:lnTo>
                    <a:pt x="173126" y="71551"/>
                  </a:lnTo>
                  <a:close/>
                </a:path>
              </a:pathLst>
            </a:custGeom>
            <a:ln w="18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8" name="object 98" descr=""/>
          <p:cNvSpPr/>
          <p:nvPr/>
        </p:nvSpPr>
        <p:spPr>
          <a:xfrm>
            <a:off x="6172923" y="2712262"/>
            <a:ext cx="539115" cy="118110"/>
          </a:xfrm>
          <a:custGeom>
            <a:avLst/>
            <a:gdLst/>
            <a:ahLst/>
            <a:cxnLst/>
            <a:rect l="l" t="t" r="r" b="b"/>
            <a:pathLst>
              <a:path w="539115" h="118110">
                <a:moveTo>
                  <a:pt x="0" y="117690"/>
                </a:moveTo>
                <a:lnTo>
                  <a:pt x="174625" y="117690"/>
                </a:lnTo>
              </a:path>
              <a:path w="539115" h="118110">
                <a:moveTo>
                  <a:pt x="539089" y="117690"/>
                </a:moveTo>
                <a:lnTo>
                  <a:pt x="364451" y="117690"/>
                </a:lnTo>
              </a:path>
              <a:path w="539115" h="118110">
                <a:moveTo>
                  <a:pt x="160578" y="64922"/>
                </a:moveTo>
                <a:lnTo>
                  <a:pt x="369011" y="64922"/>
                </a:lnTo>
              </a:path>
              <a:path w="539115" h="118110">
                <a:moveTo>
                  <a:pt x="265747" y="0"/>
                </a:moveTo>
                <a:lnTo>
                  <a:pt x="265747" y="64922"/>
                </a:lnTo>
              </a:path>
            </a:pathLst>
          </a:custGeom>
          <a:ln w="182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 descr=""/>
          <p:cNvSpPr/>
          <p:nvPr/>
        </p:nvSpPr>
        <p:spPr>
          <a:xfrm>
            <a:off x="6172923" y="3129114"/>
            <a:ext cx="539115" cy="116839"/>
          </a:xfrm>
          <a:custGeom>
            <a:avLst/>
            <a:gdLst/>
            <a:ahLst/>
            <a:cxnLst/>
            <a:rect l="l" t="t" r="r" b="b"/>
            <a:pathLst>
              <a:path w="539115" h="116839">
                <a:moveTo>
                  <a:pt x="0" y="116547"/>
                </a:moveTo>
                <a:lnTo>
                  <a:pt x="174625" y="116547"/>
                </a:lnTo>
              </a:path>
              <a:path w="539115" h="116839">
                <a:moveTo>
                  <a:pt x="539089" y="116547"/>
                </a:moveTo>
                <a:lnTo>
                  <a:pt x="364451" y="116547"/>
                </a:lnTo>
              </a:path>
              <a:path w="539115" h="116839">
                <a:moveTo>
                  <a:pt x="160578" y="64922"/>
                </a:moveTo>
                <a:lnTo>
                  <a:pt x="369011" y="64922"/>
                </a:lnTo>
              </a:path>
              <a:path w="539115" h="116839">
                <a:moveTo>
                  <a:pt x="265747" y="0"/>
                </a:moveTo>
                <a:lnTo>
                  <a:pt x="265747" y="64922"/>
                </a:lnTo>
              </a:path>
            </a:pathLst>
          </a:custGeom>
          <a:ln w="182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0" name="object 10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39484" y="9372333"/>
            <a:ext cx="252222" cy="227456"/>
          </a:xfrm>
          <a:prstGeom prst="rect">
            <a:avLst/>
          </a:prstGeom>
        </p:spPr>
      </p:pic>
      <p:sp>
        <p:nvSpPr>
          <p:cNvPr id="101" name="object 101" descr=""/>
          <p:cNvSpPr txBox="1"/>
          <p:nvPr/>
        </p:nvSpPr>
        <p:spPr>
          <a:xfrm>
            <a:off x="1638722" y="9371444"/>
            <a:ext cx="3686175" cy="4953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spc="-10" b="1" i="1">
                <a:latin typeface="Arial"/>
                <a:cs typeface="Arial"/>
              </a:rPr>
              <a:t>ing_ahmed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2008-03-</a:t>
            </a:r>
            <a:r>
              <a:rPr dirty="0" sz="800" i="1">
                <a:latin typeface="Arial"/>
                <a:cs typeface="Arial"/>
              </a:rPr>
              <a:t>25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19:22:04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Arial"/>
                <a:cs typeface="Arial"/>
              </a:rPr>
              <a:t>-------------------------------------------</a:t>
            </a:r>
            <a:r>
              <a:rPr dirty="0" sz="1000" spc="-50">
                <a:latin typeface="Arial"/>
                <a:cs typeface="Arial"/>
              </a:rPr>
              <a:t>-</a:t>
            </a:r>
            <a:endParaRPr sz="1000">
              <a:latin typeface="Arial"/>
              <a:cs typeface="Arial"/>
            </a:endParaRPr>
          </a:p>
          <a:p>
            <a:pPr marL="25400" marR="1527810">
              <a:lnSpc>
                <a:spcPct val="100000"/>
              </a:lnSpc>
            </a:pPr>
            <a:r>
              <a:rPr dirty="0" sz="1000">
                <a:latin typeface="Arial"/>
                <a:cs typeface="Arial"/>
              </a:rPr>
              <a:t>Design By: Ing_Ahmed Abdel-</a:t>
            </a:r>
            <a:r>
              <a:rPr dirty="0" sz="1000" spc="-10">
                <a:latin typeface="Arial"/>
                <a:cs typeface="Arial"/>
              </a:rPr>
              <a:t>Fadeel </a:t>
            </a:r>
            <a:r>
              <a:rPr dirty="0" sz="1000" spc="-10">
                <a:latin typeface="Arial"/>
                <a:cs typeface="Arial"/>
                <a:hlinkClick r:id="rId7"/>
              </a:rPr>
              <a:t>Ing_0100@yahoo.co.uk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2" name="object 10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6-</a:t>
            </a:r>
            <a:r>
              <a:rPr dirty="0" spc="-25"/>
              <a:t>83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2025-05-28T12:09:54Z</dcterms:created>
  <dcterms:modified xsi:type="dcterms:W3CDTF">2025-05-28T12:09:54Z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2025-05-28T00:00:00Z</vt:filetime>
  </property>
  <property fmtid="{D5CDD505-2E9C-101B-9397-08002B2CF9AE}" pid="3" name="LastSaved">
    <vt:filetime>2025-05-28T00:00:00Z</vt:filetime>
  </property>
</Properties>
</file>
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8288000" cy="10287000"/>
  <p:notesSz cx="6858000" cy="9144000"/>
  <p:embeddedFontLst>
    <p:embeddedFont>
      <p:font typeface="Arial MT Pro" panose="020B0604020202020204" charset="0"/>
      <p:regular r:id="rId12"/>
    </p:embeddedFont>
    <p:embeddedFont>
      <p:font typeface="Public Sans Bold" panose="020B0604020202020204" charset="0"/>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69" d="100"/>
          <a:sy n="69" d="100"/>
        </p:scale>
        <p:origin x="834"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jpeg"/><Relationship Id="rId5" Type="http://schemas.openxmlformats.org/officeDocument/2006/relationships/image" Target="../media/image4.sv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6.jpeg"/><Relationship Id="rId5" Type="http://schemas.openxmlformats.org/officeDocument/2006/relationships/image" Target="../media/image4.sv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4.sv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8" Type="http://schemas.openxmlformats.org/officeDocument/2006/relationships/image" Target="../media/image11.jpeg"/><Relationship Id="rId3" Type="http://schemas.openxmlformats.org/officeDocument/2006/relationships/image" Target="../media/image2.svg"/><Relationship Id="rId7" Type="http://schemas.openxmlformats.org/officeDocument/2006/relationships/image" Target="../media/image10.jpe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9.jpe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12.jpeg"/></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3.jpeg"/><Relationship Id="rId5" Type="http://schemas.openxmlformats.org/officeDocument/2006/relationships/image" Target="../media/image4.sv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53746"/>
        </a:solidFill>
        <a:effectLst/>
      </p:bgPr>
    </p:bg>
    <p:spTree>
      <p:nvGrpSpPr>
        <p:cNvPr id="1" name=""/>
        <p:cNvGrpSpPr/>
        <p:nvPr/>
      </p:nvGrpSpPr>
      <p:grpSpPr>
        <a:xfrm>
          <a:off x="0" y="0"/>
          <a:ext cx="0" cy="0"/>
          <a:chOff x="0" y="0"/>
          <a:chExt cx="0" cy="0"/>
        </a:xfrm>
      </p:grpSpPr>
      <p:sp>
        <p:nvSpPr>
          <p:cNvPr id="2" name="Freeform 2"/>
          <p:cNvSpPr/>
          <p:nvPr/>
        </p:nvSpPr>
        <p:spPr>
          <a:xfrm flipV="1">
            <a:off x="-3561080" y="773441"/>
            <a:ext cx="5961182" cy="1605625"/>
          </a:xfrm>
          <a:custGeom>
            <a:avLst/>
            <a:gdLst/>
            <a:ahLst/>
            <a:cxnLst/>
            <a:rect l="l" t="t" r="r" b="b"/>
            <a:pathLst>
              <a:path w="5961182" h="1605625">
                <a:moveTo>
                  <a:pt x="0" y="1605625"/>
                </a:moveTo>
                <a:lnTo>
                  <a:pt x="5961182" y="1605625"/>
                </a:lnTo>
                <a:lnTo>
                  <a:pt x="5961182" y="0"/>
                </a:lnTo>
                <a:lnTo>
                  <a:pt x="0" y="0"/>
                </a:lnTo>
                <a:lnTo>
                  <a:pt x="0" y="1605625"/>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flipH="1">
            <a:off x="15887898" y="7907934"/>
            <a:ext cx="5961182" cy="1605625"/>
          </a:xfrm>
          <a:custGeom>
            <a:avLst/>
            <a:gdLst/>
            <a:ahLst/>
            <a:cxnLst/>
            <a:rect l="l" t="t" r="r" b="b"/>
            <a:pathLst>
              <a:path w="5961182" h="1605625">
                <a:moveTo>
                  <a:pt x="5961182" y="0"/>
                </a:moveTo>
                <a:lnTo>
                  <a:pt x="0" y="0"/>
                </a:lnTo>
                <a:lnTo>
                  <a:pt x="0" y="1605625"/>
                </a:lnTo>
                <a:lnTo>
                  <a:pt x="5961182" y="1605625"/>
                </a:lnTo>
                <a:lnTo>
                  <a:pt x="5961182"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Freeform 4"/>
          <p:cNvSpPr/>
          <p:nvPr/>
        </p:nvSpPr>
        <p:spPr>
          <a:xfrm flipV="1">
            <a:off x="-323757" y="-304247"/>
            <a:ext cx="5961182" cy="1605625"/>
          </a:xfrm>
          <a:custGeom>
            <a:avLst/>
            <a:gdLst/>
            <a:ahLst/>
            <a:cxnLst/>
            <a:rect l="l" t="t" r="r" b="b"/>
            <a:pathLst>
              <a:path w="5961182" h="1605625">
                <a:moveTo>
                  <a:pt x="0" y="1605625"/>
                </a:moveTo>
                <a:lnTo>
                  <a:pt x="5961182" y="1605625"/>
                </a:lnTo>
                <a:lnTo>
                  <a:pt x="5961182" y="0"/>
                </a:lnTo>
                <a:lnTo>
                  <a:pt x="0" y="0"/>
                </a:lnTo>
                <a:lnTo>
                  <a:pt x="0" y="1605625"/>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5" name="Freeform 5"/>
          <p:cNvSpPr/>
          <p:nvPr/>
        </p:nvSpPr>
        <p:spPr>
          <a:xfrm flipH="1">
            <a:off x="12650575" y="8985622"/>
            <a:ext cx="5961182" cy="1605625"/>
          </a:xfrm>
          <a:custGeom>
            <a:avLst/>
            <a:gdLst/>
            <a:ahLst/>
            <a:cxnLst/>
            <a:rect l="l" t="t" r="r" b="b"/>
            <a:pathLst>
              <a:path w="5961182" h="1605625">
                <a:moveTo>
                  <a:pt x="5961182" y="0"/>
                </a:moveTo>
                <a:lnTo>
                  <a:pt x="0" y="0"/>
                </a:lnTo>
                <a:lnTo>
                  <a:pt x="0" y="1605625"/>
                </a:lnTo>
                <a:lnTo>
                  <a:pt x="5961182" y="1605625"/>
                </a:lnTo>
                <a:lnTo>
                  <a:pt x="5961182"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grpSp>
        <p:nvGrpSpPr>
          <p:cNvPr id="6" name="Group 6"/>
          <p:cNvGrpSpPr/>
          <p:nvPr/>
        </p:nvGrpSpPr>
        <p:grpSpPr>
          <a:xfrm>
            <a:off x="5588174" y="5594334"/>
            <a:ext cx="7111653" cy="2313600"/>
            <a:chOff x="0" y="0"/>
            <a:chExt cx="1873028" cy="264528"/>
          </a:xfrm>
        </p:grpSpPr>
        <p:sp>
          <p:nvSpPr>
            <p:cNvPr id="7" name="Freeform 7"/>
            <p:cNvSpPr/>
            <p:nvPr/>
          </p:nvSpPr>
          <p:spPr>
            <a:xfrm>
              <a:off x="0" y="0"/>
              <a:ext cx="1873028" cy="264528"/>
            </a:xfrm>
            <a:custGeom>
              <a:avLst/>
              <a:gdLst/>
              <a:ahLst/>
              <a:cxnLst/>
              <a:rect l="l" t="t" r="r" b="b"/>
              <a:pathLst>
                <a:path w="1873028" h="264528">
                  <a:moveTo>
                    <a:pt x="55520" y="0"/>
                  </a:moveTo>
                  <a:lnTo>
                    <a:pt x="1817508" y="0"/>
                  </a:lnTo>
                  <a:cubicBezTo>
                    <a:pt x="1832233" y="0"/>
                    <a:pt x="1846355" y="5849"/>
                    <a:pt x="1856767" y="16261"/>
                  </a:cubicBezTo>
                  <a:cubicBezTo>
                    <a:pt x="1867178" y="26673"/>
                    <a:pt x="1873028" y="40795"/>
                    <a:pt x="1873028" y="55520"/>
                  </a:cubicBezTo>
                  <a:lnTo>
                    <a:pt x="1873028" y="209009"/>
                  </a:lnTo>
                  <a:cubicBezTo>
                    <a:pt x="1873028" y="239671"/>
                    <a:pt x="1848171" y="264528"/>
                    <a:pt x="1817508" y="264528"/>
                  </a:cubicBezTo>
                  <a:lnTo>
                    <a:pt x="55520" y="264528"/>
                  </a:lnTo>
                  <a:cubicBezTo>
                    <a:pt x="40795" y="264528"/>
                    <a:pt x="26673" y="258679"/>
                    <a:pt x="16261" y="248267"/>
                  </a:cubicBezTo>
                  <a:cubicBezTo>
                    <a:pt x="5849" y="237855"/>
                    <a:pt x="0" y="223733"/>
                    <a:pt x="0" y="209009"/>
                  </a:cubicBezTo>
                  <a:lnTo>
                    <a:pt x="0" y="55520"/>
                  </a:lnTo>
                  <a:cubicBezTo>
                    <a:pt x="0" y="40795"/>
                    <a:pt x="5849" y="26673"/>
                    <a:pt x="16261" y="16261"/>
                  </a:cubicBezTo>
                  <a:cubicBezTo>
                    <a:pt x="26673" y="5849"/>
                    <a:pt x="40795" y="0"/>
                    <a:pt x="55520" y="0"/>
                  </a:cubicBezTo>
                  <a:close/>
                </a:path>
              </a:pathLst>
            </a:custGeom>
            <a:ln w="28575" cap="rnd">
              <a:solidFill>
                <a:srgbClr val="000000"/>
              </a:solidFill>
              <a:prstDash val="solid"/>
              <a:round/>
            </a:ln>
          </p:spPr>
          <p:txBody>
            <a:bodyPr/>
            <a:lstStyle/>
            <a:p>
              <a:endParaRPr lang="en-IN"/>
            </a:p>
          </p:txBody>
        </p:sp>
        <p:sp>
          <p:nvSpPr>
            <p:cNvPr id="8" name="TextBox 8"/>
            <p:cNvSpPr txBox="1"/>
            <p:nvPr/>
          </p:nvSpPr>
          <p:spPr>
            <a:xfrm>
              <a:off x="0" y="-38100"/>
              <a:ext cx="1873028" cy="302628"/>
            </a:xfrm>
            <a:prstGeom prst="rect">
              <a:avLst/>
            </a:prstGeom>
          </p:spPr>
          <p:txBody>
            <a:bodyPr lIns="50800" tIns="50800" rIns="50800" bIns="50800" rtlCol="0" anchor="ctr"/>
            <a:lstStyle/>
            <a:p>
              <a:pPr algn="ctr">
                <a:lnSpc>
                  <a:spcPts val="2659"/>
                </a:lnSpc>
              </a:pPr>
              <a:endParaRPr/>
            </a:p>
          </p:txBody>
        </p:sp>
      </p:grpSp>
      <p:sp>
        <p:nvSpPr>
          <p:cNvPr id="9" name="TextBox 9"/>
          <p:cNvSpPr txBox="1"/>
          <p:nvPr/>
        </p:nvSpPr>
        <p:spPr>
          <a:xfrm>
            <a:off x="2016235" y="3477399"/>
            <a:ext cx="13614931" cy="1899944"/>
          </a:xfrm>
          <a:prstGeom prst="rect">
            <a:avLst/>
          </a:prstGeom>
        </p:spPr>
        <p:txBody>
          <a:bodyPr wrap="square" lIns="0" tIns="0" rIns="0" bIns="0" rtlCol="0" anchor="t">
            <a:spAutoFit/>
          </a:bodyPr>
          <a:lstStyle/>
          <a:p>
            <a:pPr algn="ctr">
              <a:lnSpc>
                <a:spcPts val="16239"/>
              </a:lnSpc>
            </a:pPr>
            <a:r>
              <a:rPr lang="en-US" sz="11599" b="1" dirty="0">
                <a:solidFill>
                  <a:srgbClr val="FFFFFF"/>
                </a:solidFill>
                <a:latin typeface="Public Sans Bold"/>
                <a:ea typeface="Public Sans Bold"/>
                <a:cs typeface="Public Sans Bold"/>
                <a:sym typeface="Public Sans Bold"/>
              </a:rPr>
              <a:t>PLC, HMI &amp; SKADA</a:t>
            </a:r>
          </a:p>
        </p:txBody>
      </p:sp>
      <p:sp>
        <p:nvSpPr>
          <p:cNvPr id="10" name="TextBox 10"/>
          <p:cNvSpPr txBox="1"/>
          <p:nvPr/>
        </p:nvSpPr>
        <p:spPr>
          <a:xfrm>
            <a:off x="6245186" y="5664078"/>
            <a:ext cx="5797628" cy="1471685"/>
          </a:xfrm>
          <a:prstGeom prst="rect">
            <a:avLst/>
          </a:prstGeom>
        </p:spPr>
        <p:txBody>
          <a:bodyPr lIns="0" tIns="0" rIns="0" bIns="0" rtlCol="0" anchor="t">
            <a:spAutoFit/>
          </a:bodyPr>
          <a:lstStyle/>
          <a:p>
            <a:pPr algn="ctr">
              <a:lnSpc>
                <a:spcPts val="5880"/>
              </a:lnSpc>
            </a:pPr>
            <a:r>
              <a:rPr lang="en-US" sz="4200" dirty="0">
                <a:solidFill>
                  <a:srgbClr val="FFFFFF"/>
                </a:solidFill>
                <a:latin typeface="Arial MT Pro"/>
                <a:ea typeface="Arial MT Pro"/>
                <a:cs typeface="Arial MT Pro"/>
                <a:sym typeface="Arial MT Pro"/>
              </a:rPr>
              <a:t>BABU CHANDRANNA</a:t>
            </a:r>
          </a:p>
          <a:p>
            <a:pPr algn="ctr">
              <a:lnSpc>
                <a:spcPts val="5880"/>
              </a:lnSpc>
            </a:pPr>
            <a:r>
              <a:rPr lang="en-US" sz="4200" dirty="0" err="1">
                <a:solidFill>
                  <a:srgbClr val="FFFFFF"/>
                </a:solidFill>
                <a:latin typeface="Arial MT Pro"/>
                <a:ea typeface="Arial MT Pro"/>
                <a:cs typeface="Arial MT Pro"/>
                <a:sym typeface="Arial MT Pro"/>
              </a:rPr>
              <a:t>incanto</a:t>
            </a:r>
            <a:r>
              <a:rPr lang="en-US" sz="4200">
                <a:solidFill>
                  <a:srgbClr val="FFFFFF"/>
                </a:solidFill>
                <a:latin typeface="Arial MT Pro"/>
                <a:ea typeface="Arial MT Pro"/>
                <a:cs typeface="Arial MT Pro"/>
                <a:sym typeface="Arial MT Pro"/>
              </a:rPr>
              <a:t> dynamics</a:t>
            </a:r>
            <a:endParaRPr lang="en-US" sz="4200" dirty="0">
              <a:solidFill>
                <a:srgbClr val="FFFFFF"/>
              </a:solidFill>
              <a:latin typeface="Arial MT Pro"/>
              <a:ea typeface="Arial MT Pro"/>
              <a:cs typeface="Arial MT Pro"/>
              <a:sym typeface="Arial MT Pro"/>
            </a:endParaRPr>
          </a:p>
        </p:txBody>
      </p:sp>
      <p:sp>
        <p:nvSpPr>
          <p:cNvPr id="11" name="Freeform 11"/>
          <p:cNvSpPr/>
          <p:nvPr/>
        </p:nvSpPr>
        <p:spPr>
          <a:xfrm>
            <a:off x="-1753329" y="8980601"/>
            <a:ext cx="5961182" cy="1605625"/>
          </a:xfrm>
          <a:custGeom>
            <a:avLst/>
            <a:gdLst/>
            <a:ahLst/>
            <a:cxnLst/>
            <a:rect l="l" t="t" r="r" b="b"/>
            <a:pathLst>
              <a:path w="5961182" h="1605625">
                <a:moveTo>
                  <a:pt x="0" y="0"/>
                </a:moveTo>
                <a:lnTo>
                  <a:pt x="5961182" y="0"/>
                </a:lnTo>
                <a:lnTo>
                  <a:pt x="5961182" y="1605625"/>
                </a:lnTo>
                <a:lnTo>
                  <a:pt x="0" y="160562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12" name="Freeform 12"/>
          <p:cNvSpPr/>
          <p:nvPr/>
        </p:nvSpPr>
        <p:spPr>
          <a:xfrm flipH="1" flipV="1">
            <a:off x="14080147" y="-299226"/>
            <a:ext cx="5961182" cy="1605625"/>
          </a:xfrm>
          <a:custGeom>
            <a:avLst/>
            <a:gdLst/>
            <a:ahLst/>
            <a:cxnLst/>
            <a:rect l="l" t="t" r="r" b="b"/>
            <a:pathLst>
              <a:path w="5961182" h="1605625">
                <a:moveTo>
                  <a:pt x="5961182" y="1605625"/>
                </a:moveTo>
                <a:lnTo>
                  <a:pt x="0" y="1605625"/>
                </a:lnTo>
                <a:lnTo>
                  <a:pt x="0" y="0"/>
                </a:lnTo>
                <a:lnTo>
                  <a:pt x="5961182" y="0"/>
                </a:lnTo>
                <a:lnTo>
                  <a:pt x="5961182" y="1605625"/>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253746"/>
        </a:solidFill>
        <a:effectLst/>
      </p:bgPr>
    </p:bg>
    <p:spTree>
      <p:nvGrpSpPr>
        <p:cNvPr id="1" name=""/>
        <p:cNvGrpSpPr/>
        <p:nvPr/>
      </p:nvGrpSpPr>
      <p:grpSpPr>
        <a:xfrm>
          <a:off x="0" y="0"/>
          <a:ext cx="0" cy="0"/>
          <a:chOff x="0" y="0"/>
          <a:chExt cx="0" cy="0"/>
        </a:xfrm>
      </p:grpSpPr>
      <p:sp>
        <p:nvSpPr>
          <p:cNvPr id="2" name="Freeform 2"/>
          <p:cNvSpPr/>
          <p:nvPr/>
        </p:nvSpPr>
        <p:spPr>
          <a:xfrm flipV="1">
            <a:off x="-3561080" y="773441"/>
            <a:ext cx="5961182" cy="1605625"/>
          </a:xfrm>
          <a:custGeom>
            <a:avLst/>
            <a:gdLst/>
            <a:ahLst/>
            <a:cxnLst/>
            <a:rect l="l" t="t" r="r" b="b"/>
            <a:pathLst>
              <a:path w="5961182" h="1605625">
                <a:moveTo>
                  <a:pt x="0" y="1605625"/>
                </a:moveTo>
                <a:lnTo>
                  <a:pt x="5961182" y="1605625"/>
                </a:lnTo>
                <a:lnTo>
                  <a:pt x="5961182" y="0"/>
                </a:lnTo>
                <a:lnTo>
                  <a:pt x="0" y="0"/>
                </a:lnTo>
                <a:lnTo>
                  <a:pt x="0" y="1605625"/>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flipV="1">
            <a:off x="-323757" y="-304247"/>
            <a:ext cx="5961182" cy="1605625"/>
          </a:xfrm>
          <a:custGeom>
            <a:avLst/>
            <a:gdLst/>
            <a:ahLst/>
            <a:cxnLst/>
            <a:rect l="l" t="t" r="r" b="b"/>
            <a:pathLst>
              <a:path w="5961182" h="1605625">
                <a:moveTo>
                  <a:pt x="0" y="1605625"/>
                </a:moveTo>
                <a:lnTo>
                  <a:pt x="5961182" y="1605625"/>
                </a:lnTo>
                <a:lnTo>
                  <a:pt x="5961182" y="0"/>
                </a:lnTo>
                <a:lnTo>
                  <a:pt x="0" y="0"/>
                </a:lnTo>
                <a:lnTo>
                  <a:pt x="0" y="1605625"/>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4" name="TextBox 4"/>
          <p:cNvSpPr txBox="1"/>
          <p:nvPr/>
        </p:nvSpPr>
        <p:spPr>
          <a:xfrm>
            <a:off x="4508288" y="1668448"/>
            <a:ext cx="9271423" cy="1458837"/>
          </a:xfrm>
          <a:prstGeom prst="rect">
            <a:avLst/>
          </a:prstGeom>
        </p:spPr>
        <p:txBody>
          <a:bodyPr lIns="0" tIns="0" rIns="0" bIns="0" rtlCol="0" anchor="t">
            <a:spAutoFit/>
          </a:bodyPr>
          <a:lstStyle/>
          <a:p>
            <a:pPr algn="ctr">
              <a:lnSpc>
                <a:spcPts val="11992"/>
              </a:lnSpc>
            </a:pPr>
            <a:r>
              <a:rPr lang="en-US" sz="8565" b="1">
                <a:solidFill>
                  <a:srgbClr val="FFFFFF"/>
                </a:solidFill>
                <a:latin typeface="Public Sans Bold"/>
                <a:ea typeface="Public Sans Bold"/>
                <a:cs typeface="Public Sans Bold"/>
                <a:sym typeface="Public Sans Bold"/>
              </a:rPr>
              <a:t>BACKGROUND</a:t>
            </a:r>
          </a:p>
        </p:txBody>
      </p:sp>
      <p:grpSp>
        <p:nvGrpSpPr>
          <p:cNvPr id="5" name="Group 5"/>
          <p:cNvGrpSpPr/>
          <p:nvPr/>
        </p:nvGrpSpPr>
        <p:grpSpPr>
          <a:xfrm>
            <a:off x="2562179" y="3446975"/>
            <a:ext cx="5009652" cy="5009652"/>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6"/>
              <a:stretch>
                <a:fillRect l="-24931" r="-24931"/>
              </a:stretch>
            </a:blipFill>
          </p:spPr>
          <p:txBody>
            <a:bodyPr/>
            <a:lstStyle/>
            <a:p>
              <a:endParaRPr lang="en-IN"/>
            </a:p>
          </p:txBody>
        </p:sp>
      </p:grpSp>
      <p:sp>
        <p:nvSpPr>
          <p:cNvPr id="7" name="TextBox 7"/>
          <p:cNvSpPr txBox="1"/>
          <p:nvPr/>
        </p:nvSpPr>
        <p:spPr>
          <a:xfrm>
            <a:off x="8334136" y="3361250"/>
            <a:ext cx="7391685" cy="2428626"/>
          </a:xfrm>
          <a:prstGeom prst="rect">
            <a:avLst/>
          </a:prstGeom>
        </p:spPr>
        <p:txBody>
          <a:bodyPr lIns="0" tIns="0" rIns="0" bIns="0" rtlCol="0" anchor="t">
            <a:spAutoFit/>
          </a:bodyPr>
          <a:lstStyle/>
          <a:p>
            <a:pPr algn="l">
              <a:lnSpc>
                <a:spcPts val="3155"/>
              </a:lnSpc>
            </a:pPr>
            <a:r>
              <a:rPr lang="en-US" sz="2253">
                <a:solidFill>
                  <a:srgbClr val="FFFFFF"/>
                </a:solidFill>
                <a:latin typeface="Arial MT Pro"/>
                <a:ea typeface="Arial MT Pro"/>
                <a:cs typeface="Arial MT Pro"/>
                <a:sym typeface="Arial MT Pro"/>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a:t>
            </a:r>
          </a:p>
        </p:txBody>
      </p:sp>
      <p:sp>
        <p:nvSpPr>
          <p:cNvPr id="8" name="TextBox 8"/>
          <p:cNvSpPr txBox="1"/>
          <p:nvPr/>
        </p:nvSpPr>
        <p:spPr>
          <a:xfrm>
            <a:off x="8334136" y="6028001"/>
            <a:ext cx="7391685" cy="2428626"/>
          </a:xfrm>
          <a:prstGeom prst="rect">
            <a:avLst/>
          </a:prstGeom>
        </p:spPr>
        <p:txBody>
          <a:bodyPr lIns="0" tIns="0" rIns="0" bIns="0" rtlCol="0" anchor="t">
            <a:spAutoFit/>
          </a:bodyPr>
          <a:lstStyle/>
          <a:p>
            <a:pPr algn="l">
              <a:lnSpc>
                <a:spcPts val="3155"/>
              </a:lnSpc>
            </a:pPr>
            <a:r>
              <a:rPr lang="en-US" sz="2253">
                <a:solidFill>
                  <a:srgbClr val="FFFFFF"/>
                </a:solidFill>
                <a:latin typeface="Arial MT Pro"/>
                <a:ea typeface="Arial MT Pro"/>
                <a:cs typeface="Arial MT Pro"/>
                <a:sym typeface="Arial MT Pro"/>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a:t>
            </a:r>
          </a:p>
        </p:txBody>
      </p:sp>
      <p:grpSp>
        <p:nvGrpSpPr>
          <p:cNvPr id="9" name="Group 9"/>
          <p:cNvGrpSpPr/>
          <p:nvPr/>
        </p:nvGrpSpPr>
        <p:grpSpPr>
          <a:xfrm>
            <a:off x="16512448" y="8815731"/>
            <a:ext cx="1037538" cy="1037538"/>
            <a:chOff x="0" y="0"/>
            <a:chExt cx="273261" cy="273261"/>
          </a:xfrm>
        </p:grpSpPr>
        <p:sp>
          <p:nvSpPr>
            <p:cNvPr id="10" name="Freeform 10"/>
            <p:cNvSpPr/>
            <p:nvPr/>
          </p:nvSpPr>
          <p:spPr>
            <a:xfrm>
              <a:off x="0" y="0"/>
              <a:ext cx="273261" cy="273261"/>
            </a:xfrm>
            <a:custGeom>
              <a:avLst/>
              <a:gdLst/>
              <a:ahLst/>
              <a:cxnLst/>
              <a:rect l="l" t="t" r="r" b="b"/>
              <a:pathLst>
                <a:path w="273261" h="273261">
                  <a:moveTo>
                    <a:pt x="0" y="0"/>
                  </a:moveTo>
                  <a:lnTo>
                    <a:pt x="273261" y="0"/>
                  </a:lnTo>
                  <a:lnTo>
                    <a:pt x="273261" y="273261"/>
                  </a:lnTo>
                  <a:lnTo>
                    <a:pt x="0" y="273261"/>
                  </a:lnTo>
                  <a:close/>
                </a:path>
              </a:pathLst>
            </a:custGeom>
            <a:solidFill>
              <a:srgbClr val="5D7085"/>
            </a:solidFill>
          </p:spPr>
          <p:txBody>
            <a:bodyPr/>
            <a:lstStyle/>
            <a:p>
              <a:endParaRPr lang="en-IN"/>
            </a:p>
          </p:txBody>
        </p:sp>
        <p:sp>
          <p:nvSpPr>
            <p:cNvPr id="11" name="TextBox 11"/>
            <p:cNvSpPr txBox="1"/>
            <p:nvPr/>
          </p:nvSpPr>
          <p:spPr>
            <a:xfrm>
              <a:off x="0" y="-38100"/>
              <a:ext cx="273261" cy="311361"/>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16360048" y="8663331"/>
            <a:ext cx="1037538" cy="1037538"/>
            <a:chOff x="0" y="0"/>
            <a:chExt cx="273261" cy="273261"/>
          </a:xfrm>
        </p:grpSpPr>
        <p:sp>
          <p:nvSpPr>
            <p:cNvPr id="13" name="Freeform 13"/>
            <p:cNvSpPr/>
            <p:nvPr/>
          </p:nvSpPr>
          <p:spPr>
            <a:xfrm>
              <a:off x="0" y="0"/>
              <a:ext cx="273261" cy="273261"/>
            </a:xfrm>
            <a:custGeom>
              <a:avLst/>
              <a:gdLst/>
              <a:ahLst/>
              <a:cxnLst/>
              <a:rect l="l" t="t" r="r" b="b"/>
              <a:pathLst>
                <a:path w="273261" h="273261">
                  <a:moveTo>
                    <a:pt x="0" y="0"/>
                  </a:moveTo>
                  <a:lnTo>
                    <a:pt x="273261" y="0"/>
                  </a:lnTo>
                  <a:lnTo>
                    <a:pt x="273261" y="273261"/>
                  </a:lnTo>
                  <a:lnTo>
                    <a:pt x="0" y="273261"/>
                  </a:lnTo>
                  <a:close/>
                </a:path>
              </a:pathLst>
            </a:custGeom>
            <a:solidFill>
              <a:srgbClr val="15222F"/>
            </a:solidFill>
          </p:spPr>
          <p:txBody>
            <a:bodyPr/>
            <a:lstStyle/>
            <a:p>
              <a:endParaRPr lang="en-IN"/>
            </a:p>
          </p:txBody>
        </p:sp>
        <p:sp>
          <p:nvSpPr>
            <p:cNvPr id="14" name="TextBox 14"/>
            <p:cNvSpPr txBox="1"/>
            <p:nvPr/>
          </p:nvSpPr>
          <p:spPr>
            <a:xfrm>
              <a:off x="0" y="-38100"/>
              <a:ext cx="273261" cy="311361"/>
            </a:xfrm>
            <a:prstGeom prst="rect">
              <a:avLst/>
            </a:prstGeom>
          </p:spPr>
          <p:txBody>
            <a:bodyPr lIns="50800" tIns="50800" rIns="50800" bIns="50800" rtlCol="0" anchor="ctr"/>
            <a:lstStyle/>
            <a:p>
              <a:pPr algn="ctr">
                <a:lnSpc>
                  <a:spcPts val="2659"/>
                </a:lnSpc>
              </a:pPr>
              <a:endParaRPr/>
            </a:p>
          </p:txBody>
        </p:sp>
      </p:grpSp>
      <p:sp>
        <p:nvSpPr>
          <p:cNvPr id="15" name="TextBox 15"/>
          <p:cNvSpPr txBox="1"/>
          <p:nvPr/>
        </p:nvSpPr>
        <p:spPr>
          <a:xfrm>
            <a:off x="16233333" y="8710069"/>
            <a:ext cx="1290969" cy="839287"/>
          </a:xfrm>
          <a:prstGeom prst="rect">
            <a:avLst/>
          </a:prstGeom>
        </p:spPr>
        <p:txBody>
          <a:bodyPr lIns="0" tIns="0" rIns="0" bIns="0" rtlCol="0" anchor="t">
            <a:spAutoFit/>
          </a:bodyPr>
          <a:lstStyle/>
          <a:p>
            <a:pPr algn="ctr">
              <a:lnSpc>
                <a:spcPts val="6765"/>
              </a:lnSpc>
            </a:pPr>
            <a:r>
              <a:rPr lang="en-US" sz="4832" b="1">
                <a:solidFill>
                  <a:srgbClr val="F7F7F7"/>
                </a:solidFill>
                <a:latin typeface="Public Sans Bold"/>
                <a:ea typeface="Public Sans Bold"/>
                <a:cs typeface="Public Sans Bold"/>
                <a:sym typeface="Public Sans Bold"/>
              </a:rPr>
              <a:t>01</a:t>
            </a:r>
          </a:p>
        </p:txBody>
      </p:sp>
      <p:sp>
        <p:nvSpPr>
          <p:cNvPr id="16" name="TextBox 16"/>
          <p:cNvSpPr txBox="1"/>
          <p:nvPr/>
        </p:nvSpPr>
        <p:spPr>
          <a:xfrm>
            <a:off x="13597305" y="9248775"/>
            <a:ext cx="2636028" cy="428502"/>
          </a:xfrm>
          <a:prstGeom prst="rect">
            <a:avLst/>
          </a:prstGeom>
        </p:spPr>
        <p:txBody>
          <a:bodyPr lIns="0" tIns="0" rIns="0" bIns="0" rtlCol="0" anchor="t">
            <a:spAutoFit/>
          </a:bodyPr>
          <a:lstStyle/>
          <a:p>
            <a:pPr algn="r">
              <a:lnSpc>
                <a:spcPts val="3155"/>
              </a:lnSpc>
            </a:pPr>
            <a:r>
              <a:rPr lang="en-US" sz="2253">
                <a:solidFill>
                  <a:srgbClr val="FFFFFF"/>
                </a:solidFill>
                <a:latin typeface="Arial MT Pro"/>
                <a:ea typeface="Arial MT Pro"/>
                <a:cs typeface="Arial MT Pro"/>
                <a:sym typeface="Arial MT Pro"/>
              </a:rPr>
              <a:t>Presentation</a:t>
            </a:r>
          </a:p>
        </p:txBody>
      </p:sp>
      <p:sp>
        <p:nvSpPr>
          <p:cNvPr id="17" name="TextBox 17"/>
          <p:cNvSpPr txBox="1"/>
          <p:nvPr/>
        </p:nvSpPr>
        <p:spPr>
          <a:xfrm>
            <a:off x="1028700" y="9248775"/>
            <a:ext cx="4227716" cy="428502"/>
          </a:xfrm>
          <a:prstGeom prst="rect">
            <a:avLst/>
          </a:prstGeom>
        </p:spPr>
        <p:txBody>
          <a:bodyPr lIns="0" tIns="0" rIns="0" bIns="0" rtlCol="0" anchor="t">
            <a:spAutoFit/>
          </a:bodyPr>
          <a:lstStyle/>
          <a:p>
            <a:pPr algn="l">
              <a:lnSpc>
                <a:spcPts val="3155"/>
              </a:lnSpc>
            </a:pPr>
            <a:r>
              <a:rPr lang="en-US" sz="2253">
                <a:solidFill>
                  <a:srgbClr val="FFFFFF"/>
                </a:solidFill>
                <a:latin typeface="Arial MT Pro"/>
                <a:ea typeface="Arial MT Pro"/>
                <a:cs typeface="Arial MT Pro"/>
                <a:sym typeface="Arial MT Pro"/>
              </a:rPr>
              <a:t>reallygreatsite.com</a:t>
            </a:r>
          </a:p>
        </p:txBody>
      </p:sp>
      <p:sp>
        <p:nvSpPr>
          <p:cNvPr id="18" name="TextBox 18"/>
          <p:cNvSpPr txBox="1"/>
          <p:nvPr/>
        </p:nvSpPr>
        <p:spPr>
          <a:xfrm>
            <a:off x="14623272" y="600198"/>
            <a:ext cx="2636028" cy="428502"/>
          </a:xfrm>
          <a:prstGeom prst="rect">
            <a:avLst/>
          </a:prstGeom>
        </p:spPr>
        <p:txBody>
          <a:bodyPr lIns="0" tIns="0" rIns="0" bIns="0" rtlCol="0" anchor="t">
            <a:spAutoFit/>
          </a:bodyPr>
          <a:lstStyle/>
          <a:p>
            <a:pPr algn="r">
              <a:lnSpc>
                <a:spcPts val="3155"/>
              </a:lnSpc>
            </a:pPr>
            <a:r>
              <a:rPr lang="en-US" sz="2253">
                <a:solidFill>
                  <a:srgbClr val="FFFFFF"/>
                </a:solidFill>
                <a:latin typeface="Arial MT Pro"/>
                <a:ea typeface="Arial MT Pro"/>
                <a:cs typeface="Arial MT Pro"/>
                <a:sym typeface="Arial MT Pro"/>
              </a:rPr>
              <a:t>02 May, 2026</a:t>
            </a:r>
          </a:p>
        </p:txBody>
      </p:sp>
      <p:sp>
        <p:nvSpPr>
          <p:cNvPr id="19" name="AutoShape 19"/>
          <p:cNvSpPr/>
          <p:nvPr/>
        </p:nvSpPr>
        <p:spPr>
          <a:xfrm flipV="1">
            <a:off x="14171815" y="1021556"/>
            <a:ext cx="3087485" cy="0"/>
          </a:xfrm>
          <a:prstGeom prst="line">
            <a:avLst/>
          </a:prstGeom>
          <a:ln w="9525" cap="flat">
            <a:solidFill>
              <a:srgbClr val="FFFFFF"/>
            </a:solidFill>
            <a:prstDash val="solid"/>
            <a:headEnd type="none" w="sm" len="sm"/>
            <a:tailEnd type="none" w="sm" len="sm"/>
          </a:ln>
        </p:spPr>
        <p:txBody>
          <a:bodyPr/>
          <a:lstStyle/>
          <a:p>
            <a:endParaRPr lang="en-IN"/>
          </a:p>
        </p:txBody>
      </p:sp>
      <p:sp>
        <p:nvSpPr>
          <p:cNvPr id="20" name="AutoShape 20"/>
          <p:cNvSpPr/>
          <p:nvPr/>
        </p:nvSpPr>
        <p:spPr>
          <a:xfrm>
            <a:off x="1028700" y="9265444"/>
            <a:ext cx="3087485" cy="0"/>
          </a:xfrm>
          <a:prstGeom prst="line">
            <a:avLst/>
          </a:prstGeom>
          <a:ln w="9525" cap="flat">
            <a:solidFill>
              <a:srgbClr val="FFFFFF"/>
            </a:solidFill>
            <a:prstDash val="solid"/>
            <a:headEnd type="none" w="sm" len="sm"/>
            <a:tailEnd type="none" w="sm" len="sm"/>
          </a:ln>
        </p:spPr>
        <p:txBody>
          <a:bodyPr/>
          <a:lstStyle/>
          <a:p>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53746"/>
        </a:solidFill>
        <a:effectLst/>
      </p:bgPr>
    </p:bg>
    <p:spTree>
      <p:nvGrpSpPr>
        <p:cNvPr id="1" name=""/>
        <p:cNvGrpSpPr/>
        <p:nvPr/>
      </p:nvGrpSpPr>
      <p:grpSpPr>
        <a:xfrm>
          <a:off x="0" y="0"/>
          <a:ext cx="0" cy="0"/>
          <a:chOff x="0" y="0"/>
          <a:chExt cx="0" cy="0"/>
        </a:xfrm>
      </p:grpSpPr>
      <p:sp>
        <p:nvSpPr>
          <p:cNvPr id="2" name="Freeform 2"/>
          <p:cNvSpPr/>
          <p:nvPr/>
        </p:nvSpPr>
        <p:spPr>
          <a:xfrm flipV="1">
            <a:off x="-3561080" y="773441"/>
            <a:ext cx="5961182" cy="1605625"/>
          </a:xfrm>
          <a:custGeom>
            <a:avLst/>
            <a:gdLst/>
            <a:ahLst/>
            <a:cxnLst/>
            <a:rect l="l" t="t" r="r" b="b"/>
            <a:pathLst>
              <a:path w="5961182" h="1605625">
                <a:moveTo>
                  <a:pt x="0" y="1605625"/>
                </a:moveTo>
                <a:lnTo>
                  <a:pt x="5961182" y="1605625"/>
                </a:lnTo>
                <a:lnTo>
                  <a:pt x="5961182" y="0"/>
                </a:lnTo>
                <a:lnTo>
                  <a:pt x="0" y="0"/>
                </a:lnTo>
                <a:lnTo>
                  <a:pt x="0" y="1605625"/>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flipV="1">
            <a:off x="-323757" y="-304247"/>
            <a:ext cx="5961182" cy="1605625"/>
          </a:xfrm>
          <a:custGeom>
            <a:avLst/>
            <a:gdLst/>
            <a:ahLst/>
            <a:cxnLst/>
            <a:rect l="l" t="t" r="r" b="b"/>
            <a:pathLst>
              <a:path w="5961182" h="1605625">
                <a:moveTo>
                  <a:pt x="0" y="1605625"/>
                </a:moveTo>
                <a:lnTo>
                  <a:pt x="5961182" y="1605625"/>
                </a:lnTo>
                <a:lnTo>
                  <a:pt x="5961182" y="0"/>
                </a:lnTo>
                <a:lnTo>
                  <a:pt x="0" y="0"/>
                </a:lnTo>
                <a:lnTo>
                  <a:pt x="0" y="1605625"/>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grpSp>
        <p:nvGrpSpPr>
          <p:cNvPr id="4" name="Group 4"/>
          <p:cNvGrpSpPr/>
          <p:nvPr/>
        </p:nvGrpSpPr>
        <p:grpSpPr>
          <a:xfrm>
            <a:off x="16512448" y="8815731"/>
            <a:ext cx="1037538" cy="1037538"/>
            <a:chOff x="0" y="0"/>
            <a:chExt cx="273261" cy="273261"/>
          </a:xfrm>
        </p:grpSpPr>
        <p:sp>
          <p:nvSpPr>
            <p:cNvPr id="5" name="Freeform 5"/>
            <p:cNvSpPr/>
            <p:nvPr/>
          </p:nvSpPr>
          <p:spPr>
            <a:xfrm>
              <a:off x="0" y="0"/>
              <a:ext cx="273261" cy="273261"/>
            </a:xfrm>
            <a:custGeom>
              <a:avLst/>
              <a:gdLst/>
              <a:ahLst/>
              <a:cxnLst/>
              <a:rect l="l" t="t" r="r" b="b"/>
              <a:pathLst>
                <a:path w="273261" h="273261">
                  <a:moveTo>
                    <a:pt x="0" y="0"/>
                  </a:moveTo>
                  <a:lnTo>
                    <a:pt x="273261" y="0"/>
                  </a:lnTo>
                  <a:lnTo>
                    <a:pt x="273261" y="273261"/>
                  </a:lnTo>
                  <a:lnTo>
                    <a:pt x="0" y="273261"/>
                  </a:lnTo>
                  <a:close/>
                </a:path>
              </a:pathLst>
            </a:custGeom>
            <a:solidFill>
              <a:srgbClr val="5D7085"/>
            </a:solidFill>
          </p:spPr>
          <p:txBody>
            <a:bodyPr/>
            <a:lstStyle/>
            <a:p>
              <a:endParaRPr lang="en-IN"/>
            </a:p>
          </p:txBody>
        </p:sp>
        <p:sp>
          <p:nvSpPr>
            <p:cNvPr id="6" name="TextBox 6"/>
            <p:cNvSpPr txBox="1"/>
            <p:nvPr/>
          </p:nvSpPr>
          <p:spPr>
            <a:xfrm>
              <a:off x="0" y="-38100"/>
              <a:ext cx="273261" cy="311361"/>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6360048" y="8663331"/>
            <a:ext cx="1037538" cy="1037538"/>
            <a:chOff x="0" y="0"/>
            <a:chExt cx="273261" cy="273261"/>
          </a:xfrm>
        </p:grpSpPr>
        <p:sp>
          <p:nvSpPr>
            <p:cNvPr id="8" name="Freeform 8"/>
            <p:cNvSpPr/>
            <p:nvPr/>
          </p:nvSpPr>
          <p:spPr>
            <a:xfrm>
              <a:off x="0" y="0"/>
              <a:ext cx="273261" cy="273261"/>
            </a:xfrm>
            <a:custGeom>
              <a:avLst/>
              <a:gdLst/>
              <a:ahLst/>
              <a:cxnLst/>
              <a:rect l="l" t="t" r="r" b="b"/>
              <a:pathLst>
                <a:path w="273261" h="273261">
                  <a:moveTo>
                    <a:pt x="0" y="0"/>
                  </a:moveTo>
                  <a:lnTo>
                    <a:pt x="273261" y="0"/>
                  </a:lnTo>
                  <a:lnTo>
                    <a:pt x="273261" y="273261"/>
                  </a:lnTo>
                  <a:lnTo>
                    <a:pt x="0" y="273261"/>
                  </a:lnTo>
                  <a:close/>
                </a:path>
              </a:pathLst>
            </a:custGeom>
            <a:solidFill>
              <a:srgbClr val="15222F"/>
            </a:solidFill>
          </p:spPr>
          <p:txBody>
            <a:bodyPr/>
            <a:lstStyle/>
            <a:p>
              <a:endParaRPr lang="en-IN"/>
            </a:p>
          </p:txBody>
        </p:sp>
        <p:sp>
          <p:nvSpPr>
            <p:cNvPr id="9" name="TextBox 9"/>
            <p:cNvSpPr txBox="1"/>
            <p:nvPr/>
          </p:nvSpPr>
          <p:spPr>
            <a:xfrm>
              <a:off x="0" y="-38100"/>
              <a:ext cx="273261" cy="311361"/>
            </a:xfrm>
            <a:prstGeom prst="rect">
              <a:avLst/>
            </a:prstGeom>
          </p:spPr>
          <p:txBody>
            <a:bodyPr lIns="50800" tIns="50800" rIns="50800" bIns="50800" rtlCol="0" anchor="ctr"/>
            <a:lstStyle/>
            <a:p>
              <a:pPr algn="ctr">
                <a:lnSpc>
                  <a:spcPts val="2659"/>
                </a:lnSpc>
              </a:pPr>
              <a:endParaRPr/>
            </a:p>
          </p:txBody>
        </p:sp>
      </p:grpSp>
      <p:sp>
        <p:nvSpPr>
          <p:cNvPr id="10" name="TextBox 10"/>
          <p:cNvSpPr txBox="1"/>
          <p:nvPr/>
        </p:nvSpPr>
        <p:spPr>
          <a:xfrm>
            <a:off x="16233333" y="8710069"/>
            <a:ext cx="1290969" cy="839287"/>
          </a:xfrm>
          <a:prstGeom prst="rect">
            <a:avLst/>
          </a:prstGeom>
        </p:spPr>
        <p:txBody>
          <a:bodyPr lIns="0" tIns="0" rIns="0" bIns="0" rtlCol="0" anchor="t">
            <a:spAutoFit/>
          </a:bodyPr>
          <a:lstStyle/>
          <a:p>
            <a:pPr algn="ctr">
              <a:lnSpc>
                <a:spcPts val="6765"/>
              </a:lnSpc>
            </a:pPr>
            <a:r>
              <a:rPr lang="en-US" sz="4832" b="1">
                <a:solidFill>
                  <a:srgbClr val="F7F7F7"/>
                </a:solidFill>
                <a:latin typeface="Public Sans Bold"/>
                <a:ea typeface="Public Sans Bold"/>
                <a:cs typeface="Public Sans Bold"/>
                <a:sym typeface="Public Sans Bold"/>
              </a:rPr>
              <a:t>02</a:t>
            </a:r>
          </a:p>
        </p:txBody>
      </p:sp>
      <p:sp>
        <p:nvSpPr>
          <p:cNvPr id="11" name="TextBox 11"/>
          <p:cNvSpPr txBox="1"/>
          <p:nvPr/>
        </p:nvSpPr>
        <p:spPr>
          <a:xfrm>
            <a:off x="4508288" y="1938105"/>
            <a:ext cx="9271423" cy="1458837"/>
          </a:xfrm>
          <a:prstGeom prst="rect">
            <a:avLst/>
          </a:prstGeom>
        </p:spPr>
        <p:txBody>
          <a:bodyPr lIns="0" tIns="0" rIns="0" bIns="0" rtlCol="0" anchor="t">
            <a:spAutoFit/>
          </a:bodyPr>
          <a:lstStyle/>
          <a:p>
            <a:pPr algn="ctr">
              <a:lnSpc>
                <a:spcPts val="11992"/>
              </a:lnSpc>
            </a:pPr>
            <a:r>
              <a:rPr lang="en-US" sz="8565" b="1">
                <a:solidFill>
                  <a:srgbClr val="FFFFFF"/>
                </a:solidFill>
                <a:latin typeface="Public Sans Bold"/>
                <a:ea typeface="Public Sans Bold"/>
                <a:cs typeface="Public Sans Bold"/>
                <a:sym typeface="Public Sans Bold"/>
              </a:rPr>
              <a:t>PROJECT GOALS</a:t>
            </a:r>
          </a:p>
        </p:txBody>
      </p:sp>
      <p:grpSp>
        <p:nvGrpSpPr>
          <p:cNvPr id="12" name="Group 12"/>
          <p:cNvGrpSpPr/>
          <p:nvPr/>
        </p:nvGrpSpPr>
        <p:grpSpPr>
          <a:xfrm>
            <a:off x="1653761" y="3697684"/>
            <a:ext cx="4284970" cy="4489287"/>
            <a:chOff x="0" y="0"/>
            <a:chExt cx="1128552" cy="1182364"/>
          </a:xfrm>
        </p:grpSpPr>
        <p:sp>
          <p:nvSpPr>
            <p:cNvPr id="13" name="Freeform 13"/>
            <p:cNvSpPr/>
            <p:nvPr/>
          </p:nvSpPr>
          <p:spPr>
            <a:xfrm>
              <a:off x="0" y="0"/>
              <a:ext cx="1128552" cy="1182364"/>
            </a:xfrm>
            <a:custGeom>
              <a:avLst/>
              <a:gdLst/>
              <a:ahLst/>
              <a:cxnLst/>
              <a:rect l="l" t="t" r="r" b="b"/>
              <a:pathLst>
                <a:path w="1128552" h="1182364">
                  <a:moveTo>
                    <a:pt x="92145" y="0"/>
                  </a:moveTo>
                  <a:lnTo>
                    <a:pt x="1036407" y="0"/>
                  </a:lnTo>
                  <a:cubicBezTo>
                    <a:pt x="1087297" y="0"/>
                    <a:pt x="1128552" y="41255"/>
                    <a:pt x="1128552" y="92145"/>
                  </a:cubicBezTo>
                  <a:lnTo>
                    <a:pt x="1128552" y="1090219"/>
                  </a:lnTo>
                  <a:cubicBezTo>
                    <a:pt x="1128552" y="1114657"/>
                    <a:pt x="1118844" y="1138094"/>
                    <a:pt x="1101563" y="1155375"/>
                  </a:cubicBezTo>
                  <a:cubicBezTo>
                    <a:pt x="1084283" y="1172655"/>
                    <a:pt x="1060845" y="1182364"/>
                    <a:pt x="1036407" y="1182364"/>
                  </a:cubicBezTo>
                  <a:lnTo>
                    <a:pt x="92145" y="1182364"/>
                  </a:lnTo>
                  <a:cubicBezTo>
                    <a:pt x="67707" y="1182364"/>
                    <a:pt x="44269" y="1172655"/>
                    <a:pt x="26989" y="1155375"/>
                  </a:cubicBezTo>
                  <a:cubicBezTo>
                    <a:pt x="9708" y="1138094"/>
                    <a:pt x="0" y="1114657"/>
                    <a:pt x="0" y="1090219"/>
                  </a:cubicBezTo>
                  <a:lnTo>
                    <a:pt x="0" y="92145"/>
                  </a:lnTo>
                  <a:cubicBezTo>
                    <a:pt x="0" y="67707"/>
                    <a:pt x="9708" y="44269"/>
                    <a:pt x="26989" y="26989"/>
                  </a:cubicBezTo>
                  <a:cubicBezTo>
                    <a:pt x="44269" y="9708"/>
                    <a:pt x="67707" y="0"/>
                    <a:pt x="92145" y="0"/>
                  </a:cubicBezTo>
                  <a:close/>
                </a:path>
              </a:pathLst>
            </a:custGeom>
            <a:ln w="28575" cap="rnd">
              <a:solidFill>
                <a:srgbClr val="000000"/>
              </a:solidFill>
              <a:prstDash val="solid"/>
              <a:round/>
            </a:ln>
          </p:spPr>
          <p:txBody>
            <a:bodyPr/>
            <a:lstStyle/>
            <a:p>
              <a:endParaRPr lang="en-IN"/>
            </a:p>
          </p:txBody>
        </p:sp>
        <p:sp>
          <p:nvSpPr>
            <p:cNvPr id="14" name="TextBox 14"/>
            <p:cNvSpPr txBox="1"/>
            <p:nvPr/>
          </p:nvSpPr>
          <p:spPr>
            <a:xfrm>
              <a:off x="0" y="-38100"/>
              <a:ext cx="1128552" cy="1220464"/>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1415090" y="3925422"/>
            <a:ext cx="3447790" cy="1018413"/>
            <a:chOff x="0" y="0"/>
            <a:chExt cx="709422" cy="209550"/>
          </a:xfrm>
        </p:grpSpPr>
        <p:sp>
          <p:nvSpPr>
            <p:cNvPr id="16" name="Freeform 16"/>
            <p:cNvSpPr/>
            <p:nvPr/>
          </p:nvSpPr>
          <p:spPr>
            <a:xfrm>
              <a:off x="0" y="0"/>
              <a:ext cx="709422" cy="209550"/>
            </a:xfrm>
            <a:custGeom>
              <a:avLst/>
              <a:gdLst/>
              <a:ahLst/>
              <a:cxnLst/>
              <a:rect l="l" t="t" r="r" b="b"/>
              <a:pathLst>
                <a:path w="709422" h="209550">
                  <a:moveTo>
                    <a:pt x="43857" y="0"/>
                  </a:moveTo>
                  <a:lnTo>
                    <a:pt x="665565" y="0"/>
                  </a:lnTo>
                  <a:cubicBezTo>
                    <a:pt x="689786" y="0"/>
                    <a:pt x="709422" y="19635"/>
                    <a:pt x="709422" y="43857"/>
                  </a:cubicBezTo>
                  <a:lnTo>
                    <a:pt x="709422" y="165693"/>
                  </a:lnTo>
                  <a:cubicBezTo>
                    <a:pt x="709422" y="177325"/>
                    <a:pt x="704801" y="188480"/>
                    <a:pt x="696576" y="196705"/>
                  </a:cubicBezTo>
                  <a:cubicBezTo>
                    <a:pt x="688352" y="204929"/>
                    <a:pt x="677196" y="209550"/>
                    <a:pt x="665565" y="209550"/>
                  </a:cubicBezTo>
                  <a:lnTo>
                    <a:pt x="43857" y="209550"/>
                  </a:lnTo>
                  <a:cubicBezTo>
                    <a:pt x="19635" y="209550"/>
                    <a:pt x="0" y="189915"/>
                    <a:pt x="0" y="165693"/>
                  </a:cubicBezTo>
                  <a:lnTo>
                    <a:pt x="0" y="43857"/>
                  </a:lnTo>
                  <a:cubicBezTo>
                    <a:pt x="0" y="19635"/>
                    <a:pt x="19635" y="0"/>
                    <a:pt x="43857" y="0"/>
                  </a:cubicBezTo>
                  <a:close/>
                </a:path>
              </a:pathLst>
            </a:custGeom>
            <a:solidFill>
              <a:srgbClr val="1B2D3B"/>
            </a:solidFill>
          </p:spPr>
          <p:txBody>
            <a:bodyPr/>
            <a:lstStyle/>
            <a:p>
              <a:endParaRPr lang="en-IN"/>
            </a:p>
          </p:txBody>
        </p:sp>
        <p:sp>
          <p:nvSpPr>
            <p:cNvPr id="17" name="TextBox 17"/>
            <p:cNvSpPr txBox="1"/>
            <p:nvPr/>
          </p:nvSpPr>
          <p:spPr>
            <a:xfrm>
              <a:off x="0" y="-38100"/>
              <a:ext cx="709422" cy="247650"/>
            </a:xfrm>
            <a:prstGeom prst="rect">
              <a:avLst/>
            </a:prstGeom>
          </p:spPr>
          <p:txBody>
            <a:bodyPr lIns="50800" tIns="50800" rIns="50800" bIns="50800" rtlCol="0" anchor="ctr"/>
            <a:lstStyle/>
            <a:p>
              <a:pPr algn="ctr">
                <a:lnSpc>
                  <a:spcPts val="2659"/>
                </a:lnSpc>
              </a:pPr>
              <a:endParaRPr/>
            </a:p>
          </p:txBody>
        </p:sp>
      </p:grpSp>
      <p:sp>
        <p:nvSpPr>
          <p:cNvPr id="18" name="TextBox 18"/>
          <p:cNvSpPr txBox="1"/>
          <p:nvPr/>
        </p:nvSpPr>
        <p:spPr>
          <a:xfrm>
            <a:off x="2063409" y="5095875"/>
            <a:ext cx="3465673" cy="2695410"/>
          </a:xfrm>
          <a:prstGeom prst="rect">
            <a:avLst/>
          </a:prstGeom>
        </p:spPr>
        <p:txBody>
          <a:bodyPr lIns="0" tIns="0" rIns="0" bIns="0" rtlCol="0" anchor="t">
            <a:spAutoFit/>
          </a:bodyPr>
          <a:lstStyle/>
          <a:p>
            <a:pPr algn="l">
              <a:lnSpc>
                <a:spcPts val="2634"/>
              </a:lnSpc>
            </a:pPr>
            <a:r>
              <a:rPr lang="en-US" sz="1881">
                <a:solidFill>
                  <a:srgbClr val="FFFFFF"/>
                </a:solidFill>
                <a:latin typeface="Arial MT Pro"/>
                <a:ea typeface="Arial MT Pro"/>
                <a:cs typeface="Arial MT Pro"/>
                <a:sym typeface="Arial MT Pro"/>
              </a:rPr>
              <a:t>Lorem ipsum dolor sit amet, consectetur adipiscing elit, sed do eiusmod tempor incididunt ut labore et dolore magna aliqua. Ut enim ad minim veniam, quis nostrud exercitation ullamco laboris nisi ut aliquip ex ea commodo consequat.</a:t>
            </a:r>
          </a:p>
        </p:txBody>
      </p:sp>
      <p:sp>
        <p:nvSpPr>
          <p:cNvPr id="19" name="TextBox 19"/>
          <p:cNvSpPr txBox="1"/>
          <p:nvPr/>
        </p:nvSpPr>
        <p:spPr>
          <a:xfrm>
            <a:off x="2063409" y="3987886"/>
            <a:ext cx="3446254" cy="798235"/>
          </a:xfrm>
          <a:prstGeom prst="rect">
            <a:avLst/>
          </a:prstGeom>
        </p:spPr>
        <p:txBody>
          <a:bodyPr lIns="0" tIns="0" rIns="0" bIns="0" rtlCol="0" anchor="t">
            <a:spAutoFit/>
          </a:bodyPr>
          <a:lstStyle/>
          <a:p>
            <a:pPr algn="l">
              <a:lnSpc>
                <a:spcPts val="6500"/>
              </a:lnSpc>
            </a:pPr>
            <a:r>
              <a:rPr lang="en-US" sz="4643" b="1">
                <a:solidFill>
                  <a:srgbClr val="F7F7F7"/>
                </a:solidFill>
                <a:latin typeface="Public Sans Bold"/>
                <a:ea typeface="Public Sans Bold"/>
                <a:cs typeface="Public Sans Bold"/>
                <a:sym typeface="Public Sans Bold"/>
              </a:rPr>
              <a:t>GOAL 1</a:t>
            </a:r>
          </a:p>
        </p:txBody>
      </p:sp>
      <p:grpSp>
        <p:nvGrpSpPr>
          <p:cNvPr id="20" name="Group 20"/>
          <p:cNvGrpSpPr/>
          <p:nvPr/>
        </p:nvGrpSpPr>
        <p:grpSpPr>
          <a:xfrm>
            <a:off x="7120850" y="3697684"/>
            <a:ext cx="4284970" cy="4489287"/>
            <a:chOff x="0" y="0"/>
            <a:chExt cx="1128552" cy="1182364"/>
          </a:xfrm>
        </p:grpSpPr>
        <p:sp>
          <p:nvSpPr>
            <p:cNvPr id="21" name="Freeform 21"/>
            <p:cNvSpPr/>
            <p:nvPr/>
          </p:nvSpPr>
          <p:spPr>
            <a:xfrm>
              <a:off x="0" y="0"/>
              <a:ext cx="1128552" cy="1182364"/>
            </a:xfrm>
            <a:custGeom>
              <a:avLst/>
              <a:gdLst/>
              <a:ahLst/>
              <a:cxnLst/>
              <a:rect l="l" t="t" r="r" b="b"/>
              <a:pathLst>
                <a:path w="1128552" h="1182364">
                  <a:moveTo>
                    <a:pt x="92145" y="0"/>
                  </a:moveTo>
                  <a:lnTo>
                    <a:pt x="1036407" y="0"/>
                  </a:lnTo>
                  <a:cubicBezTo>
                    <a:pt x="1087297" y="0"/>
                    <a:pt x="1128552" y="41255"/>
                    <a:pt x="1128552" y="92145"/>
                  </a:cubicBezTo>
                  <a:lnTo>
                    <a:pt x="1128552" y="1090219"/>
                  </a:lnTo>
                  <a:cubicBezTo>
                    <a:pt x="1128552" y="1114657"/>
                    <a:pt x="1118844" y="1138094"/>
                    <a:pt x="1101563" y="1155375"/>
                  </a:cubicBezTo>
                  <a:cubicBezTo>
                    <a:pt x="1084283" y="1172655"/>
                    <a:pt x="1060845" y="1182364"/>
                    <a:pt x="1036407" y="1182364"/>
                  </a:cubicBezTo>
                  <a:lnTo>
                    <a:pt x="92145" y="1182364"/>
                  </a:lnTo>
                  <a:cubicBezTo>
                    <a:pt x="67707" y="1182364"/>
                    <a:pt x="44269" y="1172655"/>
                    <a:pt x="26989" y="1155375"/>
                  </a:cubicBezTo>
                  <a:cubicBezTo>
                    <a:pt x="9708" y="1138094"/>
                    <a:pt x="0" y="1114657"/>
                    <a:pt x="0" y="1090219"/>
                  </a:cubicBezTo>
                  <a:lnTo>
                    <a:pt x="0" y="92145"/>
                  </a:lnTo>
                  <a:cubicBezTo>
                    <a:pt x="0" y="67707"/>
                    <a:pt x="9708" y="44269"/>
                    <a:pt x="26989" y="26989"/>
                  </a:cubicBezTo>
                  <a:cubicBezTo>
                    <a:pt x="44269" y="9708"/>
                    <a:pt x="67707" y="0"/>
                    <a:pt x="92145" y="0"/>
                  </a:cubicBezTo>
                  <a:close/>
                </a:path>
              </a:pathLst>
            </a:custGeom>
            <a:ln w="28575" cap="rnd">
              <a:solidFill>
                <a:srgbClr val="000000"/>
              </a:solidFill>
              <a:prstDash val="solid"/>
              <a:round/>
            </a:ln>
          </p:spPr>
          <p:txBody>
            <a:bodyPr/>
            <a:lstStyle/>
            <a:p>
              <a:endParaRPr lang="en-IN"/>
            </a:p>
          </p:txBody>
        </p:sp>
        <p:sp>
          <p:nvSpPr>
            <p:cNvPr id="22" name="TextBox 22"/>
            <p:cNvSpPr txBox="1"/>
            <p:nvPr/>
          </p:nvSpPr>
          <p:spPr>
            <a:xfrm>
              <a:off x="0" y="-38100"/>
              <a:ext cx="1128552" cy="1220464"/>
            </a:xfrm>
            <a:prstGeom prst="rect">
              <a:avLst/>
            </a:prstGeom>
          </p:spPr>
          <p:txBody>
            <a:bodyPr lIns="50800" tIns="50800" rIns="50800" bIns="50800" rtlCol="0" anchor="ctr"/>
            <a:lstStyle/>
            <a:p>
              <a:pPr algn="ctr">
                <a:lnSpc>
                  <a:spcPts val="2659"/>
                </a:lnSpc>
              </a:pPr>
              <a:endParaRPr/>
            </a:p>
          </p:txBody>
        </p:sp>
      </p:grpSp>
      <p:grpSp>
        <p:nvGrpSpPr>
          <p:cNvPr id="23" name="Group 23"/>
          <p:cNvGrpSpPr/>
          <p:nvPr/>
        </p:nvGrpSpPr>
        <p:grpSpPr>
          <a:xfrm>
            <a:off x="6882180" y="3925422"/>
            <a:ext cx="3447790" cy="1018413"/>
            <a:chOff x="0" y="0"/>
            <a:chExt cx="709422" cy="209550"/>
          </a:xfrm>
        </p:grpSpPr>
        <p:sp>
          <p:nvSpPr>
            <p:cNvPr id="24" name="Freeform 24"/>
            <p:cNvSpPr/>
            <p:nvPr/>
          </p:nvSpPr>
          <p:spPr>
            <a:xfrm>
              <a:off x="0" y="0"/>
              <a:ext cx="709422" cy="209550"/>
            </a:xfrm>
            <a:custGeom>
              <a:avLst/>
              <a:gdLst/>
              <a:ahLst/>
              <a:cxnLst/>
              <a:rect l="l" t="t" r="r" b="b"/>
              <a:pathLst>
                <a:path w="709422" h="209550">
                  <a:moveTo>
                    <a:pt x="43857" y="0"/>
                  </a:moveTo>
                  <a:lnTo>
                    <a:pt x="665565" y="0"/>
                  </a:lnTo>
                  <a:cubicBezTo>
                    <a:pt x="689786" y="0"/>
                    <a:pt x="709422" y="19635"/>
                    <a:pt x="709422" y="43857"/>
                  </a:cubicBezTo>
                  <a:lnTo>
                    <a:pt x="709422" y="165693"/>
                  </a:lnTo>
                  <a:cubicBezTo>
                    <a:pt x="709422" y="177325"/>
                    <a:pt x="704801" y="188480"/>
                    <a:pt x="696576" y="196705"/>
                  </a:cubicBezTo>
                  <a:cubicBezTo>
                    <a:pt x="688352" y="204929"/>
                    <a:pt x="677196" y="209550"/>
                    <a:pt x="665565" y="209550"/>
                  </a:cubicBezTo>
                  <a:lnTo>
                    <a:pt x="43857" y="209550"/>
                  </a:lnTo>
                  <a:cubicBezTo>
                    <a:pt x="19635" y="209550"/>
                    <a:pt x="0" y="189915"/>
                    <a:pt x="0" y="165693"/>
                  </a:cubicBezTo>
                  <a:lnTo>
                    <a:pt x="0" y="43857"/>
                  </a:lnTo>
                  <a:cubicBezTo>
                    <a:pt x="0" y="19635"/>
                    <a:pt x="19635" y="0"/>
                    <a:pt x="43857" y="0"/>
                  </a:cubicBezTo>
                  <a:close/>
                </a:path>
              </a:pathLst>
            </a:custGeom>
            <a:solidFill>
              <a:srgbClr val="1B2D3B"/>
            </a:solidFill>
          </p:spPr>
          <p:txBody>
            <a:bodyPr/>
            <a:lstStyle/>
            <a:p>
              <a:endParaRPr lang="en-IN"/>
            </a:p>
          </p:txBody>
        </p:sp>
        <p:sp>
          <p:nvSpPr>
            <p:cNvPr id="25" name="TextBox 25"/>
            <p:cNvSpPr txBox="1"/>
            <p:nvPr/>
          </p:nvSpPr>
          <p:spPr>
            <a:xfrm>
              <a:off x="0" y="-38100"/>
              <a:ext cx="709422" cy="247650"/>
            </a:xfrm>
            <a:prstGeom prst="rect">
              <a:avLst/>
            </a:prstGeom>
          </p:spPr>
          <p:txBody>
            <a:bodyPr lIns="50800" tIns="50800" rIns="50800" bIns="50800" rtlCol="0" anchor="ctr"/>
            <a:lstStyle/>
            <a:p>
              <a:pPr algn="ctr">
                <a:lnSpc>
                  <a:spcPts val="2659"/>
                </a:lnSpc>
              </a:pPr>
              <a:endParaRPr/>
            </a:p>
          </p:txBody>
        </p:sp>
      </p:grpSp>
      <p:sp>
        <p:nvSpPr>
          <p:cNvPr id="26" name="TextBox 26"/>
          <p:cNvSpPr txBox="1"/>
          <p:nvPr/>
        </p:nvSpPr>
        <p:spPr>
          <a:xfrm>
            <a:off x="7530499" y="5095875"/>
            <a:ext cx="3465673" cy="2695410"/>
          </a:xfrm>
          <a:prstGeom prst="rect">
            <a:avLst/>
          </a:prstGeom>
        </p:spPr>
        <p:txBody>
          <a:bodyPr lIns="0" tIns="0" rIns="0" bIns="0" rtlCol="0" anchor="t">
            <a:spAutoFit/>
          </a:bodyPr>
          <a:lstStyle/>
          <a:p>
            <a:pPr algn="l">
              <a:lnSpc>
                <a:spcPts val="2634"/>
              </a:lnSpc>
            </a:pPr>
            <a:r>
              <a:rPr lang="en-US" sz="1881">
                <a:solidFill>
                  <a:srgbClr val="FFFFFF"/>
                </a:solidFill>
                <a:latin typeface="Arial MT Pro"/>
                <a:ea typeface="Arial MT Pro"/>
                <a:cs typeface="Arial MT Pro"/>
                <a:sym typeface="Arial MT Pro"/>
              </a:rPr>
              <a:t>Lorem ipsum dolor sit amet, consectetur adipiscing elit, sed do eiusmod tempor incididunt ut labore et dolore magna aliqua. Ut enim ad minim veniam, quis nostrud exercitation ullamco laboris nisi ut aliquip ex ea commodo consequat.</a:t>
            </a:r>
          </a:p>
        </p:txBody>
      </p:sp>
      <p:sp>
        <p:nvSpPr>
          <p:cNvPr id="27" name="TextBox 27"/>
          <p:cNvSpPr txBox="1"/>
          <p:nvPr/>
        </p:nvSpPr>
        <p:spPr>
          <a:xfrm>
            <a:off x="7530499" y="3987886"/>
            <a:ext cx="3446254" cy="798235"/>
          </a:xfrm>
          <a:prstGeom prst="rect">
            <a:avLst/>
          </a:prstGeom>
        </p:spPr>
        <p:txBody>
          <a:bodyPr lIns="0" tIns="0" rIns="0" bIns="0" rtlCol="0" anchor="t">
            <a:spAutoFit/>
          </a:bodyPr>
          <a:lstStyle/>
          <a:p>
            <a:pPr algn="l">
              <a:lnSpc>
                <a:spcPts val="6500"/>
              </a:lnSpc>
            </a:pPr>
            <a:r>
              <a:rPr lang="en-US" sz="4643" b="1">
                <a:solidFill>
                  <a:srgbClr val="F7F7F7"/>
                </a:solidFill>
                <a:latin typeface="Public Sans Bold"/>
                <a:ea typeface="Public Sans Bold"/>
                <a:cs typeface="Public Sans Bold"/>
                <a:sym typeface="Public Sans Bold"/>
              </a:rPr>
              <a:t>GOAL 2</a:t>
            </a:r>
          </a:p>
        </p:txBody>
      </p:sp>
      <p:grpSp>
        <p:nvGrpSpPr>
          <p:cNvPr id="28" name="Group 28"/>
          <p:cNvGrpSpPr/>
          <p:nvPr/>
        </p:nvGrpSpPr>
        <p:grpSpPr>
          <a:xfrm>
            <a:off x="12587940" y="3697684"/>
            <a:ext cx="4284970" cy="4489287"/>
            <a:chOff x="0" y="0"/>
            <a:chExt cx="1128552" cy="1182364"/>
          </a:xfrm>
        </p:grpSpPr>
        <p:sp>
          <p:nvSpPr>
            <p:cNvPr id="29" name="Freeform 29"/>
            <p:cNvSpPr/>
            <p:nvPr/>
          </p:nvSpPr>
          <p:spPr>
            <a:xfrm>
              <a:off x="0" y="0"/>
              <a:ext cx="1128552" cy="1182364"/>
            </a:xfrm>
            <a:custGeom>
              <a:avLst/>
              <a:gdLst/>
              <a:ahLst/>
              <a:cxnLst/>
              <a:rect l="l" t="t" r="r" b="b"/>
              <a:pathLst>
                <a:path w="1128552" h="1182364">
                  <a:moveTo>
                    <a:pt x="92145" y="0"/>
                  </a:moveTo>
                  <a:lnTo>
                    <a:pt x="1036407" y="0"/>
                  </a:lnTo>
                  <a:cubicBezTo>
                    <a:pt x="1087297" y="0"/>
                    <a:pt x="1128552" y="41255"/>
                    <a:pt x="1128552" y="92145"/>
                  </a:cubicBezTo>
                  <a:lnTo>
                    <a:pt x="1128552" y="1090219"/>
                  </a:lnTo>
                  <a:cubicBezTo>
                    <a:pt x="1128552" y="1114657"/>
                    <a:pt x="1118844" y="1138094"/>
                    <a:pt x="1101563" y="1155375"/>
                  </a:cubicBezTo>
                  <a:cubicBezTo>
                    <a:pt x="1084283" y="1172655"/>
                    <a:pt x="1060845" y="1182364"/>
                    <a:pt x="1036407" y="1182364"/>
                  </a:cubicBezTo>
                  <a:lnTo>
                    <a:pt x="92145" y="1182364"/>
                  </a:lnTo>
                  <a:cubicBezTo>
                    <a:pt x="67707" y="1182364"/>
                    <a:pt x="44269" y="1172655"/>
                    <a:pt x="26989" y="1155375"/>
                  </a:cubicBezTo>
                  <a:cubicBezTo>
                    <a:pt x="9708" y="1138094"/>
                    <a:pt x="0" y="1114657"/>
                    <a:pt x="0" y="1090219"/>
                  </a:cubicBezTo>
                  <a:lnTo>
                    <a:pt x="0" y="92145"/>
                  </a:lnTo>
                  <a:cubicBezTo>
                    <a:pt x="0" y="67707"/>
                    <a:pt x="9708" y="44269"/>
                    <a:pt x="26989" y="26989"/>
                  </a:cubicBezTo>
                  <a:cubicBezTo>
                    <a:pt x="44269" y="9708"/>
                    <a:pt x="67707" y="0"/>
                    <a:pt x="92145" y="0"/>
                  </a:cubicBezTo>
                  <a:close/>
                </a:path>
              </a:pathLst>
            </a:custGeom>
            <a:ln w="28575" cap="rnd">
              <a:solidFill>
                <a:srgbClr val="000000"/>
              </a:solidFill>
              <a:prstDash val="solid"/>
              <a:round/>
            </a:ln>
          </p:spPr>
          <p:txBody>
            <a:bodyPr/>
            <a:lstStyle/>
            <a:p>
              <a:endParaRPr lang="en-IN"/>
            </a:p>
          </p:txBody>
        </p:sp>
        <p:sp>
          <p:nvSpPr>
            <p:cNvPr id="30" name="TextBox 30"/>
            <p:cNvSpPr txBox="1"/>
            <p:nvPr/>
          </p:nvSpPr>
          <p:spPr>
            <a:xfrm>
              <a:off x="0" y="-38100"/>
              <a:ext cx="1128552" cy="1220464"/>
            </a:xfrm>
            <a:prstGeom prst="rect">
              <a:avLst/>
            </a:prstGeom>
          </p:spPr>
          <p:txBody>
            <a:bodyPr lIns="50800" tIns="50800" rIns="50800" bIns="50800" rtlCol="0" anchor="ctr"/>
            <a:lstStyle/>
            <a:p>
              <a:pPr algn="ctr">
                <a:lnSpc>
                  <a:spcPts val="2659"/>
                </a:lnSpc>
              </a:pPr>
              <a:endParaRPr/>
            </a:p>
          </p:txBody>
        </p:sp>
      </p:grpSp>
      <p:grpSp>
        <p:nvGrpSpPr>
          <p:cNvPr id="31" name="Group 31"/>
          <p:cNvGrpSpPr/>
          <p:nvPr/>
        </p:nvGrpSpPr>
        <p:grpSpPr>
          <a:xfrm>
            <a:off x="12349269" y="3925422"/>
            <a:ext cx="3447790" cy="1018413"/>
            <a:chOff x="0" y="0"/>
            <a:chExt cx="709422" cy="209550"/>
          </a:xfrm>
        </p:grpSpPr>
        <p:sp>
          <p:nvSpPr>
            <p:cNvPr id="32" name="Freeform 32"/>
            <p:cNvSpPr/>
            <p:nvPr/>
          </p:nvSpPr>
          <p:spPr>
            <a:xfrm>
              <a:off x="0" y="0"/>
              <a:ext cx="709422" cy="209550"/>
            </a:xfrm>
            <a:custGeom>
              <a:avLst/>
              <a:gdLst/>
              <a:ahLst/>
              <a:cxnLst/>
              <a:rect l="l" t="t" r="r" b="b"/>
              <a:pathLst>
                <a:path w="709422" h="209550">
                  <a:moveTo>
                    <a:pt x="43857" y="0"/>
                  </a:moveTo>
                  <a:lnTo>
                    <a:pt x="665565" y="0"/>
                  </a:lnTo>
                  <a:cubicBezTo>
                    <a:pt x="689786" y="0"/>
                    <a:pt x="709422" y="19635"/>
                    <a:pt x="709422" y="43857"/>
                  </a:cubicBezTo>
                  <a:lnTo>
                    <a:pt x="709422" y="165693"/>
                  </a:lnTo>
                  <a:cubicBezTo>
                    <a:pt x="709422" y="177325"/>
                    <a:pt x="704801" y="188480"/>
                    <a:pt x="696576" y="196705"/>
                  </a:cubicBezTo>
                  <a:cubicBezTo>
                    <a:pt x="688352" y="204929"/>
                    <a:pt x="677196" y="209550"/>
                    <a:pt x="665565" y="209550"/>
                  </a:cubicBezTo>
                  <a:lnTo>
                    <a:pt x="43857" y="209550"/>
                  </a:lnTo>
                  <a:cubicBezTo>
                    <a:pt x="19635" y="209550"/>
                    <a:pt x="0" y="189915"/>
                    <a:pt x="0" y="165693"/>
                  </a:cubicBezTo>
                  <a:lnTo>
                    <a:pt x="0" y="43857"/>
                  </a:lnTo>
                  <a:cubicBezTo>
                    <a:pt x="0" y="19635"/>
                    <a:pt x="19635" y="0"/>
                    <a:pt x="43857" y="0"/>
                  </a:cubicBezTo>
                  <a:close/>
                </a:path>
              </a:pathLst>
            </a:custGeom>
            <a:solidFill>
              <a:srgbClr val="1B2D3B"/>
            </a:solidFill>
          </p:spPr>
          <p:txBody>
            <a:bodyPr/>
            <a:lstStyle/>
            <a:p>
              <a:endParaRPr lang="en-IN"/>
            </a:p>
          </p:txBody>
        </p:sp>
        <p:sp>
          <p:nvSpPr>
            <p:cNvPr id="33" name="TextBox 33"/>
            <p:cNvSpPr txBox="1"/>
            <p:nvPr/>
          </p:nvSpPr>
          <p:spPr>
            <a:xfrm>
              <a:off x="0" y="-38100"/>
              <a:ext cx="709422" cy="247650"/>
            </a:xfrm>
            <a:prstGeom prst="rect">
              <a:avLst/>
            </a:prstGeom>
          </p:spPr>
          <p:txBody>
            <a:bodyPr lIns="50800" tIns="50800" rIns="50800" bIns="50800" rtlCol="0" anchor="ctr"/>
            <a:lstStyle/>
            <a:p>
              <a:pPr algn="ctr">
                <a:lnSpc>
                  <a:spcPts val="2659"/>
                </a:lnSpc>
              </a:pPr>
              <a:endParaRPr/>
            </a:p>
          </p:txBody>
        </p:sp>
      </p:grpSp>
      <p:sp>
        <p:nvSpPr>
          <p:cNvPr id="34" name="TextBox 34"/>
          <p:cNvSpPr txBox="1"/>
          <p:nvPr/>
        </p:nvSpPr>
        <p:spPr>
          <a:xfrm>
            <a:off x="12997589" y="5095875"/>
            <a:ext cx="3465673" cy="2695410"/>
          </a:xfrm>
          <a:prstGeom prst="rect">
            <a:avLst/>
          </a:prstGeom>
        </p:spPr>
        <p:txBody>
          <a:bodyPr lIns="0" tIns="0" rIns="0" bIns="0" rtlCol="0" anchor="t">
            <a:spAutoFit/>
          </a:bodyPr>
          <a:lstStyle/>
          <a:p>
            <a:pPr algn="l">
              <a:lnSpc>
                <a:spcPts val="2634"/>
              </a:lnSpc>
            </a:pPr>
            <a:r>
              <a:rPr lang="en-US" sz="1881">
                <a:solidFill>
                  <a:srgbClr val="FFFFFF"/>
                </a:solidFill>
                <a:latin typeface="Arial MT Pro"/>
                <a:ea typeface="Arial MT Pro"/>
                <a:cs typeface="Arial MT Pro"/>
                <a:sym typeface="Arial MT Pro"/>
              </a:rPr>
              <a:t>Lorem ipsum dolor sit amet, consectetur adipiscing elit, sed do eiusmod tempor incididunt ut labore et dolore magna aliqua. Ut enim ad minim veniam, quis nostrud exercitation ullamco laboris nisi ut aliquip ex ea commodo consequat.</a:t>
            </a:r>
          </a:p>
        </p:txBody>
      </p:sp>
      <p:sp>
        <p:nvSpPr>
          <p:cNvPr id="35" name="TextBox 35"/>
          <p:cNvSpPr txBox="1"/>
          <p:nvPr/>
        </p:nvSpPr>
        <p:spPr>
          <a:xfrm>
            <a:off x="12997589" y="3987886"/>
            <a:ext cx="3446254" cy="798235"/>
          </a:xfrm>
          <a:prstGeom prst="rect">
            <a:avLst/>
          </a:prstGeom>
        </p:spPr>
        <p:txBody>
          <a:bodyPr lIns="0" tIns="0" rIns="0" bIns="0" rtlCol="0" anchor="t">
            <a:spAutoFit/>
          </a:bodyPr>
          <a:lstStyle/>
          <a:p>
            <a:pPr algn="l">
              <a:lnSpc>
                <a:spcPts val="6500"/>
              </a:lnSpc>
            </a:pPr>
            <a:r>
              <a:rPr lang="en-US" sz="4643" b="1">
                <a:solidFill>
                  <a:srgbClr val="F7F7F7"/>
                </a:solidFill>
                <a:latin typeface="Public Sans Bold"/>
                <a:ea typeface="Public Sans Bold"/>
                <a:cs typeface="Public Sans Bold"/>
                <a:sym typeface="Public Sans Bold"/>
              </a:rPr>
              <a:t>GOAL 3</a:t>
            </a:r>
          </a:p>
        </p:txBody>
      </p:sp>
      <p:sp>
        <p:nvSpPr>
          <p:cNvPr id="36" name="TextBox 36"/>
          <p:cNvSpPr txBox="1"/>
          <p:nvPr/>
        </p:nvSpPr>
        <p:spPr>
          <a:xfrm>
            <a:off x="13597305" y="9248775"/>
            <a:ext cx="2636028" cy="428502"/>
          </a:xfrm>
          <a:prstGeom prst="rect">
            <a:avLst/>
          </a:prstGeom>
        </p:spPr>
        <p:txBody>
          <a:bodyPr lIns="0" tIns="0" rIns="0" bIns="0" rtlCol="0" anchor="t">
            <a:spAutoFit/>
          </a:bodyPr>
          <a:lstStyle/>
          <a:p>
            <a:pPr algn="r">
              <a:lnSpc>
                <a:spcPts val="3155"/>
              </a:lnSpc>
            </a:pPr>
            <a:r>
              <a:rPr lang="en-US" sz="2253">
                <a:solidFill>
                  <a:srgbClr val="FFFFFF"/>
                </a:solidFill>
                <a:latin typeface="Arial MT Pro"/>
                <a:ea typeface="Arial MT Pro"/>
                <a:cs typeface="Arial MT Pro"/>
                <a:sym typeface="Arial MT Pro"/>
              </a:rPr>
              <a:t>Presentation</a:t>
            </a:r>
          </a:p>
        </p:txBody>
      </p:sp>
      <p:sp>
        <p:nvSpPr>
          <p:cNvPr id="37" name="TextBox 37"/>
          <p:cNvSpPr txBox="1"/>
          <p:nvPr/>
        </p:nvSpPr>
        <p:spPr>
          <a:xfrm>
            <a:off x="14623272" y="600198"/>
            <a:ext cx="2636028" cy="428502"/>
          </a:xfrm>
          <a:prstGeom prst="rect">
            <a:avLst/>
          </a:prstGeom>
        </p:spPr>
        <p:txBody>
          <a:bodyPr lIns="0" tIns="0" rIns="0" bIns="0" rtlCol="0" anchor="t">
            <a:spAutoFit/>
          </a:bodyPr>
          <a:lstStyle/>
          <a:p>
            <a:pPr algn="r">
              <a:lnSpc>
                <a:spcPts val="3155"/>
              </a:lnSpc>
            </a:pPr>
            <a:r>
              <a:rPr lang="en-US" sz="2253">
                <a:solidFill>
                  <a:srgbClr val="FFFFFF"/>
                </a:solidFill>
                <a:latin typeface="Arial MT Pro"/>
                <a:ea typeface="Arial MT Pro"/>
                <a:cs typeface="Arial MT Pro"/>
                <a:sym typeface="Arial MT Pro"/>
              </a:rPr>
              <a:t>02 May, 2026</a:t>
            </a:r>
          </a:p>
        </p:txBody>
      </p:sp>
      <p:sp>
        <p:nvSpPr>
          <p:cNvPr id="38" name="TextBox 38"/>
          <p:cNvSpPr txBox="1"/>
          <p:nvPr/>
        </p:nvSpPr>
        <p:spPr>
          <a:xfrm>
            <a:off x="1028700" y="9248775"/>
            <a:ext cx="4227716" cy="428502"/>
          </a:xfrm>
          <a:prstGeom prst="rect">
            <a:avLst/>
          </a:prstGeom>
        </p:spPr>
        <p:txBody>
          <a:bodyPr lIns="0" tIns="0" rIns="0" bIns="0" rtlCol="0" anchor="t">
            <a:spAutoFit/>
          </a:bodyPr>
          <a:lstStyle/>
          <a:p>
            <a:pPr algn="l">
              <a:lnSpc>
                <a:spcPts val="3155"/>
              </a:lnSpc>
            </a:pPr>
            <a:r>
              <a:rPr lang="en-US" sz="2253">
                <a:solidFill>
                  <a:srgbClr val="FFFFFF"/>
                </a:solidFill>
                <a:latin typeface="Arial MT Pro"/>
                <a:ea typeface="Arial MT Pro"/>
                <a:cs typeface="Arial MT Pro"/>
                <a:sym typeface="Arial MT Pro"/>
              </a:rPr>
              <a:t>reallygreatsite.com</a:t>
            </a:r>
          </a:p>
        </p:txBody>
      </p:sp>
      <p:sp>
        <p:nvSpPr>
          <p:cNvPr id="39" name="AutoShape 39"/>
          <p:cNvSpPr/>
          <p:nvPr/>
        </p:nvSpPr>
        <p:spPr>
          <a:xfrm flipV="1">
            <a:off x="14171815" y="1021556"/>
            <a:ext cx="3087485" cy="0"/>
          </a:xfrm>
          <a:prstGeom prst="line">
            <a:avLst/>
          </a:prstGeom>
          <a:ln w="9525" cap="flat">
            <a:solidFill>
              <a:srgbClr val="FFFFFF"/>
            </a:solidFill>
            <a:prstDash val="solid"/>
            <a:headEnd type="none" w="sm" len="sm"/>
            <a:tailEnd type="none" w="sm" len="sm"/>
          </a:ln>
        </p:spPr>
        <p:txBody>
          <a:bodyPr/>
          <a:lstStyle/>
          <a:p>
            <a:endParaRPr lang="en-IN"/>
          </a:p>
        </p:txBody>
      </p:sp>
      <p:sp>
        <p:nvSpPr>
          <p:cNvPr id="40" name="AutoShape 40"/>
          <p:cNvSpPr/>
          <p:nvPr/>
        </p:nvSpPr>
        <p:spPr>
          <a:xfrm>
            <a:off x="1028700" y="9265444"/>
            <a:ext cx="3087485" cy="0"/>
          </a:xfrm>
          <a:prstGeom prst="line">
            <a:avLst/>
          </a:prstGeom>
          <a:ln w="9525" cap="flat">
            <a:solidFill>
              <a:srgbClr val="FFFFFF"/>
            </a:solidFill>
            <a:prstDash val="solid"/>
            <a:headEnd type="none" w="sm" len="sm"/>
            <a:tailEnd type="none" w="sm" len="sm"/>
          </a:ln>
        </p:spPr>
        <p:txBody>
          <a:bodyPr/>
          <a:lstStyle/>
          <a:p>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253746"/>
        </a:solidFill>
        <a:effectLst/>
      </p:bgPr>
    </p:bg>
    <p:spTree>
      <p:nvGrpSpPr>
        <p:cNvPr id="1" name=""/>
        <p:cNvGrpSpPr/>
        <p:nvPr/>
      </p:nvGrpSpPr>
      <p:grpSpPr>
        <a:xfrm>
          <a:off x="0" y="0"/>
          <a:ext cx="0" cy="0"/>
          <a:chOff x="0" y="0"/>
          <a:chExt cx="0" cy="0"/>
        </a:xfrm>
      </p:grpSpPr>
      <p:sp>
        <p:nvSpPr>
          <p:cNvPr id="2" name="Freeform 2"/>
          <p:cNvSpPr/>
          <p:nvPr/>
        </p:nvSpPr>
        <p:spPr>
          <a:xfrm flipV="1">
            <a:off x="-3561080" y="773441"/>
            <a:ext cx="5961182" cy="1605625"/>
          </a:xfrm>
          <a:custGeom>
            <a:avLst/>
            <a:gdLst/>
            <a:ahLst/>
            <a:cxnLst/>
            <a:rect l="l" t="t" r="r" b="b"/>
            <a:pathLst>
              <a:path w="5961182" h="1605625">
                <a:moveTo>
                  <a:pt x="0" y="1605625"/>
                </a:moveTo>
                <a:lnTo>
                  <a:pt x="5961182" y="1605625"/>
                </a:lnTo>
                <a:lnTo>
                  <a:pt x="5961182" y="0"/>
                </a:lnTo>
                <a:lnTo>
                  <a:pt x="0" y="0"/>
                </a:lnTo>
                <a:lnTo>
                  <a:pt x="0" y="1605625"/>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flipV="1">
            <a:off x="-323757" y="-304247"/>
            <a:ext cx="5961182" cy="1605625"/>
          </a:xfrm>
          <a:custGeom>
            <a:avLst/>
            <a:gdLst/>
            <a:ahLst/>
            <a:cxnLst/>
            <a:rect l="l" t="t" r="r" b="b"/>
            <a:pathLst>
              <a:path w="5961182" h="1605625">
                <a:moveTo>
                  <a:pt x="0" y="1605625"/>
                </a:moveTo>
                <a:lnTo>
                  <a:pt x="5961182" y="1605625"/>
                </a:lnTo>
                <a:lnTo>
                  <a:pt x="5961182" y="0"/>
                </a:lnTo>
                <a:lnTo>
                  <a:pt x="0" y="0"/>
                </a:lnTo>
                <a:lnTo>
                  <a:pt x="0" y="1605625"/>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grpSp>
        <p:nvGrpSpPr>
          <p:cNvPr id="4" name="Group 4"/>
          <p:cNvGrpSpPr/>
          <p:nvPr/>
        </p:nvGrpSpPr>
        <p:grpSpPr>
          <a:xfrm>
            <a:off x="16512448" y="8815731"/>
            <a:ext cx="1037538" cy="1037538"/>
            <a:chOff x="0" y="0"/>
            <a:chExt cx="273261" cy="273261"/>
          </a:xfrm>
        </p:grpSpPr>
        <p:sp>
          <p:nvSpPr>
            <p:cNvPr id="5" name="Freeform 5"/>
            <p:cNvSpPr/>
            <p:nvPr/>
          </p:nvSpPr>
          <p:spPr>
            <a:xfrm>
              <a:off x="0" y="0"/>
              <a:ext cx="273261" cy="273261"/>
            </a:xfrm>
            <a:custGeom>
              <a:avLst/>
              <a:gdLst/>
              <a:ahLst/>
              <a:cxnLst/>
              <a:rect l="l" t="t" r="r" b="b"/>
              <a:pathLst>
                <a:path w="273261" h="273261">
                  <a:moveTo>
                    <a:pt x="0" y="0"/>
                  </a:moveTo>
                  <a:lnTo>
                    <a:pt x="273261" y="0"/>
                  </a:lnTo>
                  <a:lnTo>
                    <a:pt x="273261" y="273261"/>
                  </a:lnTo>
                  <a:lnTo>
                    <a:pt x="0" y="273261"/>
                  </a:lnTo>
                  <a:close/>
                </a:path>
              </a:pathLst>
            </a:custGeom>
            <a:solidFill>
              <a:srgbClr val="5D7085"/>
            </a:solidFill>
          </p:spPr>
          <p:txBody>
            <a:bodyPr/>
            <a:lstStyle/>
            <a:p>
              <a:endParaRPr lang="en-IN"/>
            </a:p>
          </p:txBody>
        </p:sp>
        <p:sp>
          <p:nvSpPr>
            <p:cNvPr id="6" name="TextBox 6"/>
            <p:cNvSpPr txBox="1"/>
            <p:nvPr/>
          </p:nvSpPr>
          <p:spPr>
            <a:xfrm>
              <a:off x="0" y="-38100"/>
              <a:ext cx="273261" cy="311361"/>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6360048" y="8663331"/>
            <a:ext cx="1037538" cy="1037538"/>
            <a:chOff x="0" y="0"/>
            <a:chExt cx="273261" cy="273261"/>
          </a:xfrm>
        </p:grpSpPr>
        <p:sp>
          <p:nvSpPr>
            <p:cNvPr id="8" name="Freeform 8"/>
            <p:cNvSpPr/>
            <p:nvPr/>
          </p:nvSpPr>
          <p:spPr>
            <a:xfrm>
              <a:off x="0" y="0"/>
              <a:ext cx="273261" cy="273261"/>
            </a:xfrm>
            <a:custGeom>
              <a:avLst/>
              <a:gdLst/>
              <a:ahLst/>
              <a:cxnLst/>
              <a:rect l="l" t="t" r="r" b="b"/>
              <a:pathLst>
                <a:path w="273261" h="273261">
                  <a:moveTo>
                    <a:pt x="0" y="0"/>
                  </a:moveTo>
                  <a:lnTo>
                    <a:pt x="273261" y="0"/>
                  </a:lnTo>
                  <a:lnTo>
                    <a:pt x="273261" y="273261"/>
                  </a:lnTo>
                  <a:lnTo>
                    <a:pt x="0" y="273261"/>
                  </a:lnTo>
                  <a:close/>
                </a:path>
              </a:pathLst>
            </a:custGeom>
            <a:solidFill>
              <a:srgbClr val="15222F"/>
            </a:solidFill>
          </p:spPr>
          <p:txBody>
            <a:bodyPr/>
            <a:lstStyle/>
            <a:p>
              <a:endParaRPr lang="en-IN"/>
            </a:p>
          </p:txBody>
        </p:sp>
        <p:sp>
          <p:nvSpPr>
            <p:cNvPr id="9" name="TextBox 9"/>
            <p:cNvSpPr txBox="1"/>
            <p:nvPr/>
          </p:nvSpPr>
          <p:spPr>
            <a:xfrm>
              <a:off x="0" y="-38100"/>
              <a:ext cx="273261" cy="311361"/>
            </a:xfrm>
            <a:prstGeom prst="rect">
              <a:avLst/>
            </a:prstGeom>
          </p:spPr>
          <p:txBody>
            <a:bodyPr lIns="50800" tIns="50800" rIns="50800" bIns="50800" rtlCol="0" anchor="ctr"/>
            <a:lstStyle/>
            <a:p>
              <a:pPr algn="ctr">
                <a:lnSpc>
                  <a:spcPts val="2659"/>
                </a:lnSpc>
              </a:pPr>
              <a:endParaRPr/>
            </a:p>
          </p:txBody>
        </p:sp>
      </p:grpSp>
      <p:sp>
        <p:nvSpPr>
          <p:cNvPr id="10" name="TextBox 10"/>
          <p:cNvSpPr txBox="1"/>
          <p:nvPr/>
        </p:nvSpPr>
        <p:spPr>
          <a:xfrm>
            <a:off x="16233333" y="8710069"/>
            <a:ext cx="1290969" cy="839287"/>
          </a:xfrm>
          <a:prstGeom prst="rect">
            <a:avLst/>
          </a:prstGeom>
        </p:spPr>
        <p:txBody>
          <a:bodyPr lIns="0" tIns="0" rIns="0" bIns="0" rtlCol="0" anchor="t">
            <a:spAutoFit/>
          </a:bodyPr>
          <a:lstStyle/>
          <a:p>
            <a:pPr algn="ctr">
              <a:lnSpc>
                <a:spcPts val="6765"/>
              </a:lnSpc>
            </a:pPr>
            <a:r>
              <a:rPr lang="en-US" sz="4832" b="1">
                <a:solidFill>
                  <a:srgbClr val="F7F7F7"/>
                </a:solidFill>
                <a:latin typeface="Public Sans Bold"/>
                <a:ea typeface="Public Sans Bold"/>
                <a:cs typeface="Public Sans Bold"/>
                <a:sym typeface="Public Sans Bold"/>
              </a:rPr>
              <a:t>03</a:t>
            </a:r>
          </a:p>
        </p:txBody>
      </p:sp>
      <p:sp>
        <p:nvSpPr>
          <p:cNvPr id="11" name="TextBox 11"/>
          <p:cNvSpPr txBox="1"/>
          <p:nvPr/>
        </p:nvSpPr>
        <p:spPr>
          <a:xfrm>
            <a:off x="4508288" y="1938105"/>
            <a:ext cx="9271423" cy="1458837"/>
          </a:xfrm>
          <a:prstGeom prst="rect">
            <a:avLst/>
          </a:prstGeom>
        </p:spPr>
        <p:txBody>
          <a:bodyPr lIns="0" tIns="0" rIns="0" bIns="0" rtlCol="0" anchor="t">
            <a:spAutoFit/>
          </a:bodyPr>
          <a:lstStyle/>
          <a:p>
            <a:pPr algn="ctr">
              <a:lnSpc>
                <a:spcPts val="11992"/>
              </a:lnSpc>
            </a:pPr>
            <a:r>
              <a:rPr lang="en-US" sz="8565" b="1">
                <a:solidFill>
                  <a:srgbClr val="FFFFFF"/>
                </a:solidFill>
                <a:latin typeface="Public Sans Bold"/>
                <a:ea typeface="Public Sans Bold"/>
                <a:cs typeface="Public Sans Bold"/>
                <a:sym typeface="Public Sans Bold"/>
              </a:rPr>
              <a:t>SUBJECT 1</a:t>
            </a:r>
          </a:p>
        </p:txBody>
      </p:sp>
      <p:sp>
        <p:nvSpPr>
          <p:cNvPr id="12" name="TextBox 12"/>
          <p:cNvSpPr txBox="1"/>
          <p:nvPr/>
        </p:nvSpPr>
        <p:spPr>
          <a:xfrm>
            <a:off x="1481232" y="3630906"/>
            <a:ext cx="7391685" cy="2428626"/>
          </a:xfrm>
          <a:prstGeom prst="rect">
            <a:avLst/>
          </a:prstGeom>
        </p:spPr>
        <p:txBody>
          <a:bodyPr lIns="0" tIns="0" rIns="0" bIns="0" rtlCol="0" anchor="t">
            <a:spAutoFit/>
          </a:bodyPr>
          <a:lstStyle/>
          <a:p>
            <a:pPr algn="l">
              <a:lnSpc>
                <a:spcPts val="3155"/>
              </a:lnSpc>
            </a:pPr>
            <a:r>
              <a:rPr lang="en-US" sz="2253">
                <a:solidFill>
                  <a:srgbClr val="FFFFFF"/>
                </a:solidFill>
                <a:latin typeface="Arial MT Pro"/>
                <a:ea typeface="Arial MT Pro"/>
                <a:cs typeface="Arial MT Pro"/>
                <a:sym typeface="Arial MT Pro"/>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a:t>
            </a:r>
          </a:p>
        </p:txBody>
      </p:sp>
      <p:sp>
        <p:nvSpPr>
          <p:cNvPr id="13" name="TextBox 13"/>
          <p:cNvSpPr txBox="1"/>
          <p:nvPr/>
        </p:nvSpPr>
        <p:spPr>
          <a:xfrm>
            <a:off x="2253708" y="6545332"/>
            <a:ext cx="4255276" cy="1641638"/>
          </a:xfrm>
          <a:prstGeom prst="rect">
            <a:avLst/>
          </a:prstGeom>
        </p:spPr>
        <p:txBody>
          <a:bodyPr lIns="0" tIns="0" rIns="0" bIns="0" rtlCol="0" anchor="t">
            <a:spAutoFit/>
          </a:bodyPr>
          <a:lstStyle/>
          <a:p>
            <a:pPr algn="l">
              <a:lnSpc>
                <a:spcPts val="3176"/>
              </a:lnSpc>
            </a:pPr>
            <a:r>
              <a:rPr lang="en-US" sz="2268">
                <a:solidFill>
                  <a:srgbClr val="FFFFFF"/>
                </a:solidFill>
                <a:latin typeface="Arial MT Pro"/>
                <a:ea typeface="Arial MT Pro"/>
                <a:cs typeface="Arial MT Pro"/>
                <a:sym typeface="Arial MT Pro"/>
              </a:rPr>
              <a:t>Lorem ipsum dolor sit amet, consectetur adipiscing elit, sed do eiusmod tempor incididunt ut labore et dolore magna aliqua.</a:t>
            </a:r>
          </a:p>
        </p:txBody>
      </p:sp>
      <p:grpSp>
        <p:nvGrpSpPr>
          <p:cNvPr id="14" name="Group 14"/>
          <p:cNvGrpSpPr/>
          <p:nvPr/>
        </p:nvGrpSpPr>
        <p:grpSpPr>
          <a:xfrm>
            <a:off x="1481232" y="6595830"/>
            <a:ext cx="501439" cy="501439"/>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B2D3B"/>
            </a:solidFill>
          </p:spPr>
          <p:txBody>
            <a:bodyPr/>
            <a:lstStyle/>
            <a:p>
              <a:endParaRPr lang="en-IN"/>
            </a:p>
          </p:txBody>
        </p:sp>
        <p:sp>
          <p:nvSpPr>
            <p:cNvPr id="16" name="TextBox 16"/>
            <p:cNvSpPr txBox="1"/>
            <p:nvPr/>
          </p:nvSpPr>
          <p:spPr>
            <a:xfrm>
              <a:off x="76200" y="38100"/>
              <a:ext cx="660400" cy="698500"/>
            </a:xfrm>
            <a:prstGeom prst="rect">
              <a:avLst/>
            </a:prstGeom>
          </p:spPr>
          <p:txBody>
            <a:bodyPr lIns="31884" tIns="31884" rIns="31884" bIns="31884" rtlCol="0" anchor="ctr"/>
            <a:lstStyle/>
            <a:p>
              <a:pPr algn="ctr">
                <a:lnSpc>
                  <a:spcPts val="2659"/>
                </a:lnSpc>
              </a:pPr>
              <a:endParaRPr/>
            </a:p>
          </p:txBody>
        </p:sp>
      </p:grpSp>
      <p:sp>
        <p:nvSpPr>
          <p:cNvPr id="17" name="TextBox 17"/>
          <p:cNvSpPr txBox="1"/>
          <p:nvPr/>
        </p:nvSpPr>
        <p:spPr>
          <a:xfrm>
            <a:off x="1558346" y="6641593"/>
            <a:ext cx="347210" cy="362288"/>
          </a:xfrm>
          <a:prstGeom prst="rect">
            <a:avLst/>
          </a:prstGeom>
        </p:spPr>
        <p:txBody>
          <a:bodyPr lIns="0" tIns="0" rIns="0" bIns="0" rtlCol="0" anchor="t">
            <a:spAutoFit/>
          </a:bodyPr>
          <a:lstStyle/>
          <a:p>
            <a:pPr algn="ctr">
              <a:lnSpc>
                <a:spcPts val="2898"/>
              </a:lnSpc>
            </a:pPr>
            <a:r>
              <a:rPr lang="en-US" sz="2070" b="1">
                <a:solidFill>
                  <a:srgbClr val="F7F7F7"/>
                </a:solidFill>
                <a:latin typeface="Public Sans Bold"/>
                <a:ea typeface="Public Sans Bold"/>
                <a:cs typeface="Public Sans Bold"/>
                <a:sym typeface="Public Sans Bold"/>
              </a:rPr>
              <a:t>1</a:t>
            </a:r>
          </a:p>
        </p:txBody>
      </p:sp>
      <p:sp>
        <p:nvSpPr>
          <p:cNvPr id="18" name="TextBox 18"/>
          <p:cNvSpPr txBox="1"/>
          <p:nvPr/>
        </p:nvSpPr>
        <p:spPr>
          <a:xfrm>
            <a:off x="7400444" y="6545332"/>
            <a:ext cx="4255276" cy="1641638"/>
          </a:xfrm>
          <a:prstGeom prst="rect">
            <a:avLst/>
          </a:prstGeom>
        </p:spPr>
        <p:txBody>
          <a:bodyPr lIns="0" tIns="0" rIns="0" bIns="0" rtlCol="0" anchor="t">
            <a:spAutoFit/>
          </a:bodyPr>
          <a:lstStyle/>
          <a:p>
            <a:pPr algn="l">
              <a:lnSpc>
                <a:spcPts val="3176"/>
              </a:lnSpc>
            </a:pPr>
            <a:r>
              <a:rPr lang="en-US" sz="2268">
                <a:solidFill>
                  <a:srgbClr val="FFFFFF"/>
                </a:solidFill>
                <a:latin typeface="Arial MT Pro"/>
                <a:ea typeface="Arial MT Pro"/>
                <a:cs typeface="Arial MT Pro"/>
                <a:sym typeface="Arial MT Pro"/>
              </a:rPr>
              <a:t>Lorem ipsum dolor sit amet, consectetur adipiscing elit, sed do eiusmod tempor incididunt ut labore et dolore magna aliqua.</a:t>
            </a:r>
          </a:p>
        </p:txBody>
      </p:sp>
      <p:grpSp>
        <p:nvGrpSpPr>
          <p:cNvPr id="19" name="Group 19"/>
          <p:cNvGrpSpPr/>
          <p:nvPr/>
        </p:nvGrpSpPr>
        <p:grpSpPr>
          <a:xfrm>
            <a:off x="6627968" y="6595830"/>
            <a:ext cx="501439" cy="501439"/>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B2D3B"/>
            </a:solidFill>
          </p:spPr>
          <p:txBody>
            <a:bodyPr/>
            <a:lstStyle/>
            <a:p>
              <a:endParaRPr lang="en-IN"/>
            </a:p>
          </p:txBody>
        </p:sp>
        <p:sp>
          <p:nvSpPr>
            <p:cNvPr id="21" name="TextBox 21"/>
            <p:cNvSpPr txBox="1"/>
            <p:nvPr/>
          </p:nvSpPr>
          <p:spPr>
            <a:xfrm>
              <a:off x="76200" y="38100"/>
              <a:ext cx="660400" cy="698500"/>
            </a:xfrm>
            <a:prstGeom prst="rect">
              <a:avLst/>
            </a:prstGeom>
          </p:spPr>
          <p:txBody>
            <a:bodyPr lIns="31884" tIns="31884" rIns="31884" bIns="31884" rtlCol="0" anchor="ctr"/>
            <a:lstStyle/>
            <a:p>
              <a:pPr algn="ctr">
                <a:lnSpc>
                  <a:spcPts val="2659"/>
                </a:lnSpc>
              </a:pPr>
              <a:endParaRPr/>
            </a:p>
          </p:txBody>
        </p:sp>
      </p:grpSp>
      <p:sp>
        <p:nvSpPr>
          <p:cNvPr id="22" name="TextBox 22"/>
          <p:cNvSpPr txBox="1"/>
          <p:nvPr/>
        </p:nvSpPr>
        <p:spPr>
          <a:xfrm>
            <a:off x="6705083" y="6641593"/>
            <a:ext cx="347210" cy="362288"/>
          </a:xfrm>
          <a:prstGeom prst="rect">
            <a:avLst/>
          </a:prstGeom>
        </p:spPr>
        <p:txBody>
          <a:bodyPr lIns="0" tIns="0" rIns="0" bIns="0" rtlCol="0" anchor="t">
            <a:spAutoFit/>
          </a:bodyPr>
          <a:lstStyle/>
          <a:p>
            <a:pPr algn="ctr">
              <a:lnSpc>
                <a:spcPts val="2898"/>
              </a:lnSpc>
            </a:pPr>
            <a:r>
              <a:rPr lang="en-US" sz="2070" b="1">
                <a:solidFill>
                  <a:srgbClr val="F7F7F7"/>
                </a:solidFill>
                <a:latin typeface="Public Sans Bold"/>
                <a:ea typeface="Public Sans Bold"/>
                <a:cs typeface="Public Sans Bold"/>
                <a:sym typeface="Public Sans Bold"/>
              </a:rPr>
              <a:t>2</a:t>
            </a:r>
          </a:p>
        </p:txBody>
      </p:sp>
      <p:sp>
        <p:nvSpPr>
          <p:cNvPr id="23" name="TextBox 23"/>
          <p:cNvSpPr txBox="1"/>
          <p:nvPr/>
        </p:nvSpPr>
        <p:spPr>
          <a:xfrm>
            <a:off x="12551492" y="6545332"/>
            <a:ext cx="4255276" cy="1641638"/>
          </a:xfrm>
          <a:prstGeom prst="rect">
            <a:avLst/>
          </a:prstGeom>
        </p:spPr>
        <p:txBody>
          <a:bodyPr lIns="0" tIns="0" rIns="0" bIns="0" rtlCol="0" anchor="t">
            <a:spAutoFit/>
          </a:bodyPr>
          <a:lstStyle/>
          <a:p>
            <a:pPr algn="l">
              <a:lnSpc>
                <a:spcPts val="3176"/>
              </a:lnSpc>
            </a:pPr>
            <a:r>
              <a:rPr lang="en-US" sz="2268">
                <a:solidFill>
                  <a:srgbClr val="FFFFFF"/>
                </a:solidFill>
                <a:latin typeface="Arial MT Pro"/>
                <a:ea typeface="Arial MT Pro"/>
                <a:cs typeface="Arial MT Pro"/>
                <a:sym typeface="Arial MT Pro"/>
              </a:rPr>
              <a:t>Lorem ipsum dolor sit amet, consectetur adipiscing elit, sed do eiusmod tempor incididunt ut labore et dolore magna aliqua.</a:t>
            </a:r>
          </a:p>
        </p:txBody>
      </p:sp>
      <p:grpSp>
        <p:nvGrpSpPr>
          <p:cNvPr id="24" name="Group 24"/>
          <p:cNvGrpSpPr/>
          <p:nvPr/>
        </p:nvGrpSpPr>
        <p:grpSpPr>
          <a:xfrm>
            <a:off x="11779016" y="6595830"/>
            <a:ext cx="501439" cy="501439"/>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B2D3B"/>
            </a:solidFill>
          </p:spPr>
          <p:txBody>
            <a:bodyPr/>
            <a:lstStyle/>
            <a:p>
              <a:endParaRPr lang="en-IN"/>
            </a:p>
          </p:txBody>
        </p:sp>
        <p:sp>
          <p:nvSpPr>
            <p:cNvPr id="26" name="TextBox 26"/>
            <p:cNvSpPr txBox="1"/>
            <p:nvPr/>
          </p:nvSpPr>
          <p:spPr>
            <a:xfrm>
              <a:off x="76200" y="38100"/>
              <a:ext cx="660400" cy="698500"/>
            </a:xfrm>
            <a:prstGeom prst="rect">
              <a:avLst/>
            </a:prstGeom>
          </p:spPr>
          <p:txBody>
            <a:bodyPr lIns="31884" tIns="31884" rIns="31884" bIns="31884" rtlCol="0" anchor="ctr"/>
            <a:lstStyle/>
            <a:p>
              <a:pPr algn="ctr">
                <a:lnSpc>
                  <a:spcPts val="2659"/>
                </a:lnSpc>
              </a:pPr>
              <a:endParaRPr/>
            </a:p>
          </p:txBody>
        </p:sp>
      </p:grpSp>
      <p:sp>
        <p:nvSpPr>
          <p:cNvPr id="27" name="TextBox 27"/>
          <p:cNvSpPr txBox="1"/>
          <p:nvPr/>
        </p:nvSpPr>
        <p:spPr>
          <a:xfrm>
            <a:off x="11856130" y="6641593"/>
            <a:ext cx="347210" cy="362288"/>
          </a:xfrm>
          <a:prstGeom prst="rect">
            <a:avLst/>
          </a:prstGeom>
        </p:spPr>
        <p:txBody>
          <a:bodyPr lIns="0" tIns="0" rIns="0" bIns="0" rtlCol="0" anchor="t">
            <a:spAutoFit/>
          </a:bodyPr>
          <a:lstStyle/>
          <a:p>
            <a:pPr algn="ctr">
              <a:lnSpc>
                <a:spcPts val="2898"/>
              </a:lnSpc>
            </a:pPr>
            <a:r>
              <a:rPr lang="en-US" sz="2070" b="1">
                <a:solidFill>
                  <a:srgbClr val="F7F7F7"/>
                </a:solidFill>
                <a:latin typeface="Public Sans Bold"/>
                <a:ea typeface="Public Sans Bold"/>
                <a:cs typeface="Public Sans Bold"/>
                <a:sym typeface="Public Sans Bold"/>
              </a:rPr>
              <a:t>3</a:t>
            </a:r>
          </a:p>
        </p:txBody>
      </p:sp>
      <p:sp>
        <p:nvSpPr>
          <p:cNvPr id="28" name="TextBox 28"/>
          <p:cNvSpPr txBox="1"/>
          <p:nvPr/>
        </p:nvSpPr>
        <p:spPr>
          <a:xfrm>
            <a:off x="9415083" y="3606491"/>
            <a:ext cx="7391685" cy="2428626"/>
          </a:xfrm>
          <a:prstGeom prst="rect">
            <a:avLst/>
          </a:prstGeom>
        </p:spPr>
        <p:txBody>
          <a:bodyPr lIns="0" tIns="0" rIns="0" bIns="0" rtlCol="0" anchor="t">
            <a:spAutoFit/>
          </a:bodyPr>
          <a:lstStyle/>
          <a:p>
            <a:pPr algn="l">
              <a:lnSpc>
                <a:spcPts val="3155"/>
              </a:lnSpc>
            </a:pPr>
            <a:r>
              <a:rPr lang="en-US" sz="2253">
                <a:solidFill>
                  <a:srgbClr val="FFFFFF"/>
                </a:solidFill>
                <a:latin typeface="Arial MT Pro"/>
                <a:ea typeface="Arial MT Pro"/>
                <a:cs typeface="Arial MT Pro"/>
                <a:sym typeface="Arial MT Pro"/>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a:t>
            </a:r>
          </a:p>
        </p:txBody>
      </p:sp>
      <p:sp>
        <p:nvSpPr>
          <p:cNvPr id="29" name="TextBox 29"/>
          <p:cNvSpPr txBox="1"/>
          <p:nvPr/>
        </p:nvSpPr>
        <p:spPr>
          <a:xfrm>
            <a:off x="13597305" y="9248775"/>
            <a:ext cx="2636028" cy="428502"/>
          </a:xfrm>
          <a:prstGeom prst="rect">
            <a:avLst/>
          </a:prstGeom>
        </p:spPr>
        <p:txBody>
          <a:bodyPr lIns="0" tIns="0" rIns="0" bIns="0" rtlCol="0" anchor="t">
            <a:spAutoFit/>
          </a:bodyPr>
          <a:lstStyle/>
          <a:p>
            <a:pPr algn="r">
              <a:lnSpc>
                <a:spcPts val="3155"/>
              </a:lnSpc>
            </a:pPr>
            <a:r>
              <a:rPr lang="en-US" sz="2253">
                <a:solidFill>
                  <a:srgbClr val="FFFFFF"/>
                </a:solidFill>
                <a:latin typeface="Arial MT Pro"/>
                <a:ea typeface="Arial MT Pro"/>
                <a:cs typeface="Arial MT Pro"/>
                <a:sym typeface="Arial MT Pro"/>
              </a:rPr>
              <a:t>Presentation</a:t>
            </a:r>
          </a:p>
        </p:txBody>
      </p:sp>
      <p:sp>
        <p:nvSpPr>
          <p:cNvPr id="30" name="TextBox 30"/>
          <p:cNvSpPr txBox="1"/>
          <p:nvPr/>
        </p:nvSpPr>
        <p:spPr>
          <a:xfrm>
            <a:off x="14623272" y="600198"/>
            <a:ext cx="2636028" cy="428502"/>
          </a:xfrm>
          <a:prstGeom prst="rect">
            <a:avLst/>
          </a:prstGeom>
        </p:spPr>
        <p:txBody>
          <a:bodyPr lIns="0" tIns="0" rIns="0" bIns="0" rtlCol="0" anchor="t">
            <a:spAutoFit/>
          </a:bodyPr>
          <a:lstStyle/>
          <a:p>
            <a:pPr algn="r">
              <a:lnSpc>
                <a:spcPts val="3155"/>
              </a:lnSpc>
            </a:pPr>
            <a:r>
              <a:rPr lang="en-US" sz="2253">
                <a:solidFill>
                  <a:srgbClr val="FFFFFF"/>
                </a:solidFill>
                <a:latin typeface="Arial MT Pro"/>
                <a:ea typeface="Arial MT Pro"/>
                <a:cs typeface="Arial MT Pro"/>
                <a:sym typeface="Arial MT Pro"/>
              </a:rPr>
              <a:t>02 May, 2026</a:t>
            </a:r>
          </a:p>
        </p:txBody>
      </p:sp>
      <p:sp>
        <p:nvSpPr>
          <p:cNvPr id="31" name="TextBox 31"/>
          <p:cNvSpPr txBox="1"/>
          <p:nvPr/>
        </p:nvSpPr>
        <p:spPr>
          <a:xfrm>
            <a:off x="1028700" y="9248775"/>
            <a:ext cx="4227716" cy="428502"/>
          </a:xfrm>
          <a:prstGeom prst="rect">
            <a:avLst/>
          </a:prstGeom>
        </p:spPr>
        <p:txBody>
          <a:bodyPr lIns="0" tIns="0" rIns="0" bIns="0" rtlCol="0" anchor="t">
            <a:spAutoFit/>
          </a:bodyPr>
          <a:lstStyle/>
          <a:p>
            <a:pPr algn="l">
              <a:lnSpc>
                <a:spcPts val="3155"/>
              </a:lnSpc>
            </a:pPr>
            <a:r>
              <a:rPr lang="en-US" sz="2253">
                <a:solidFill>
                  <a:srgbClr val="FFFFFF"/>
                </a:solidFill>
                <a:latin typeface="Arial MT Pro"/>
                <a:ea typeface="Arial MT Pro"/>
                <a:cs typeface="Arial MT Pro"/>
                <a:sym typeface="Arial MT Pro"/>
              </a:rPr>
              <a:t>reallygreatsite.com</a:t>
            </a:r>
          </a:p>
        </p:txBody>
      </p:sp>
      <p:sp>
        <p:nvSpPr>
          <p:cNvPr id="32" name="AutoShape 32"/>
          <p:cNvSpPr/>
          <p:nvPr/>
        </p:nvSpPr>
        <p:spPr>
          <a:xfrm flipV="1">
            <a:off x="14171815" y="1021556"/>
            <a:ext cx="3087485" cy="0"/>
          </a:xfrm>
          <a:prstGeom prst="line">
            <a:avLst/>
          </a:prstGeom>
          <a:ln w="9525" cap="flat">
            <a:solidFill>
              <a:srgbClr val="FFFFFF"/>
            </a:solidFill>
            <a:prstDash val="solid"/>
            <a:headEnd type="none" w="sm" len="sm"/>
            <a:tailEnd type="none" w="sm" len="sm"/>
          </a:ln>
        </p:spPr>
        <p:txBody>
          <a:bodyPr/>
          <a:lstStyle/>
          <a:p>
            <a:endParaRPr lang="en-IN"/>
          </a:p>
        </p:txBody>
      </p:sp>
      <p:sp>
        <p:nvSpPr>
          <p:cNvPr id="33" name="AutoShape 33"/>
          <p:cNvSpPr/>
          <p:nvPr/>
        </p:nvSpPr>
        <p:spPr>
          <a:xfrm>
            <a:off x="1028700" y="9265444"/>
            <a:ext cx="3087485" cy="0"/>
          </a:xfrm>
          <a:prstGeom prst="line">
            <a:avLst/>
          </a:prstGeom>
          <a:ln w="9525" cap="flat">
            <a:solidFill>
              <a:srgbClr val="FFFFFF"/>
            </a:solidFill>
            <a:prstDash val="solid"/>
            <a:headEnd type="none" w="sm" len="sm"/>
            <a:tailEnd type="none" w="sm" len="sm"/>
          </a:ln>
        </p:spPr>
        <p:txBody>
          <a:bodyPr/>
          <a:lstStyle/>
          <a:p>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253746"/>
        </a:solidFill>
        <a:effectLst/>
      </p:bgPr>
    </p:bg>
    <p:spTree>
      <p:nvGrpSpPr>
        <p:cNvPr id="1" name=""/>
        <p:cNvGrpSpPr/>
        <p:nvPr/>
      </p:nvGrpSpPr>
      <p:grpSpPr>
        <a:xfrm>
          <a:off x="0" y="0"/>
          <a:ext cx="0" cy="0"/>
          <a:chOff x="0" y="0"/>
          <a:chExt cx="0" cy="0"/>
        </a:xfrm>
      </p:grpSpPr>
      <p:sp>
        <p:nvSpPr>
          <p:cNvPr id="2" name="Freeform 2"/>
          <p:cNvSpPr/>
          <p:nvPr/>
        </p:nvSpPr>
        <p:spPr>
          <a:xfrm flipV="1">
            <a:off x="-3561080" y="773441"/>
            <a:ext cx="5961182" cy="1605625"/>
          </a:xfrm>
          <a:custGeom>
            <a:avLst/>
            <a:gdLst/>
            <a:ahLst/>
            <a:cxnLst/>
            <a:rect l="l" t="t" r="r" b="b"/>
            <a:pathLst>
              <a:path w="5961182" h="1605625">
                <a:moveTo>
                  <a:pt x="0" y="1605625"/>
                </a:moveTo>
                <a:lnTo>
                  <a:pt x="5961182" y="1605625"/>
                </a:lnTo>
                <a:lnTo>
                  <a:pt x="5961182" y="0"/>
                </a:lnTo>
                <a:lnTo>
                  <a:pt x="0" y="0"/>
                </a:lnTo>
                <a:lnTo>
                  <a:pt x="0" y="1605625"/>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flipV="1">
            <a:off x="-323757" y="-304247"/>
            <a:ext cx="5961182" cy="1605625"/>
          </a:xfrm>
          <a:custGeom>
            <a:avLst/>
            <a:gdLst/>
            <a:ahLst/>
            <a:cxnLst/>
            <a:rect l="l" t="t" r="r" b="b"/>
            <a:pathLst>
              <a:path w="5961182" h="1605625">
                <a:moveTo>
                  <a:pt x="0" y="1605625"/>
                </a:moveTo>
                <a:lnTo>
                  <a:pt x="5961182" y="1605625"/>
                </a:lnTo>
                <a:lnTo>
                  <a:pt x="5961182" y="0"/>
                </a:lnTo>
                <a:lnTo>
                  <a:pt x="0" y="0"/>
                </a:lnTo>
                <a:lnTo>
                  <a:pt x="0" y="1605625"/>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grpSp>
        <p:nvGrpSpPr>
          <p:cNvPr id="4" name="Group 4"/>
          <p:cNvGrpSpPr/>
          <p:nvPr/>
        </p:nvGrpSpPr>
        <p:grpSpPr>
          <a:xfrm>
            <a:off x="16512448" y="8815731"/>
            <a:ext cx="1037538" cy="1037538"/>
            <a:chOff x="0" y="0"/>
            <a:chExt cx="273261" cy="273261"/>
          </a:xfrm>
        </p:grpSpPr>
        <p:sp>
          <p:nvSpPr>
            <p:cNvPr id="5" name="Freeform 5"/>
            <p:cNvSpPr/>
            <p:nvPr/>
          </p:nvSpPr>
          <p:spPr>
            <a:xfrm>
              <a:off x="0" y="0"/>
              <a:ext cx="273261" cy="273261"/>
            </a:xfrm>
            <a:custGeom>
              <a:avLst/>
              <a:gdLst/>
              <a:ahLst/>
              <a:cxnLst/>
              <a:rect l="l" t="t" r="r" b="b"/>
              <a:pathLst>
                <a:path w="273261" h="273261">
                  <a:moveTo>
                    <a:pt x="0" y="0"/>
                  </a:moveTo>
                  <a:lnTo>
                    <a:pt x="273261" y="0"/>
                  </a:lnTo>
                  <a:lnTo>
                    <a:pt x="273261" y="273261"/>
                  </a:lnTo>
                  <a:lnTo>
                    <a:pt x="0" y="273261"/>
                  </a:lnTo>
                  <a:close/>
                </a:path>
              </a:pathLst>
            </a:custGeom>
            <a:solidFill>
              <a:srgbClr val="5D7085"/>
            </a:solidFill>
          </p:spPr>
          <p:txBody>
            <a:bodyPr/>
            <a:lstStyle/>
            <a:p>
              <a:endParaRPr lang="en-IN"/>
            </a:p>
          </p:txBody>
        </p:sp>
        <p:sp>
          <p:nvSpPr>
            <p:cNvPr id="6" name="TextBox 6"/>
            <p:cNvSpPr txBox="1"/>
            <p:nvPr/>
          </p:nvSpPr>
          <p:spPr>
            <a:xfrm>
              <a:off x="0" y="-38100"/>
              <a:ext cx="273261" cy="311361"/>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6360048" y="8663331"/>
            <a:ext cx="1037538" cy="1037538"/>
            <a:chOff x="0" y="0"/>
            <a:chExt cx="273261" cy="273261"/>
          </a:xfrm>
        </p:grpSpPr>
        <p:sp>
          <p:nvSpPr>
            <p:cNvPr id="8" name="Freeform 8"/>
            <p:cNvSpPr/>
            <p:nvPr/>
          </p:nvSpPr>
          <p:spPr>
            <a:xfrm>
              <a:off x="0" y="0"/>
              <a:ext cx="273261" cy="273261"/>
            </a:xfrm>
            <a:custGeom>
              <a:avLst/>
              <a:gdLst/>
              <a:ahLst/>
              <a:cxnLst/>
              <a:rect l="l" t="t" r="r" b="b"/>
              <a:pathLst>
                <a:path w="273261" h="273261">
                  <a:moveTo>
                    <a:pt x="0" y="0"/>
                  </a:moveTo>
                  <a:lnTo>
                    <a:pt x="273261" y="0"/>
                  </a:lnTo>
                  <a:lnTo>
                    <a:pt x="273261" y="273261"/>
                  </a:lnTo>
                  <a:lnTo>
                    <a:pt x="0" y="273261"/>
                  </a:lnTo>
                  <a:close/>
                </a:path>
              </a:pathLst>
            </a:custGeom>
            <a:solidFill>
              <a:srgbClr val="15222F"/>
            </a:solidFill>
          </p:spPr>
          <p:txBody>
            <a:bodyPr/>
            <a:lstStyle/>
            <a:p>
              <a:endParaRPr lang="en-IN"/>
            </a:p>
          </p:txBody>
        </p:sp>
        <p:sp>
          <p:nvSpPr>
            <p:cNvPr id="9" name="TextBox 9"/>
            <p:cNvSpPr txBox="1"/>
            <p:nvPr/>
          </p:nvSpPr>
          <p:spPr>
            <a:xfrm>
              <a:off x="0" y="-38100"/>
              <a:ext cx="273261" cy="311361"/>
            </a:xfrm>
            <a:prstGeom prst="rect">
              <a:avLst/>
            </a:prstGeom>
          </p:spPr>
          <p:txBody>
            <a:bodyPr lIns="50800" tIns="50800" rIns="50800" bIns="50800" rtlCol="0" anchor="ctr"/>
            <a:lstStyle/>
            <a:p>
              <a:pPr algn="ctr">
                <a:lnSpc>
                  <a:spcPts val="2659"/>
                </a:lnSpc>
              </a:pPr>
              <a:endParaRPr/>
            </a:p>
          </p:txBody>
        </p:sp>
      </p:grpSp>
      <p:sp>
        <p:nvSpPr>
          <p:cNvPr id="10" name="TextBox 10"/>
          <p:cNvSpPr txBox="1"/>
          <p:nvPr/>
        </p:nvSpPr>
        <p:spPr>
          <a:xfrm>
            <a:off x="16233333" y="8710069"/>
            <a:ext cx="1290969" cy="839287"/>
          </a:xfrm>
          <a:prstGeom prst="rect">
            <a:avLst/>
          </a:prstGeom>
        </p:spPr>
        <p:txBody>
          <a:bodyPr lIns="0" tIns="0" rIns="0" bIns="0" rtlCol="0" anchor="t">
            <a:spAutoFit/>
          </a:bodyPr>
          <a:lstStyle/>
          <a:p>
            <a:pPr algn="ctr">
              <a:lnSpc>
                <a:spcPts val="6765"/>
              </a:lnSpc>
            </a:pPr>
            <a:r>
              <a:rPr lang="en-US" sz="4832" b="1">
                <a:solidFill>
                  <a:srgbClr val="F7F7F7"/>
                </a:solidFill>
                <a:latin typeface="Public Sans Bold"/>
                <a:ea typeface="Public Sans Bold"/>
                <a:cs typeface="Public Sans Bold"/>
                <a:sym typeface="Public Sans Bold"/>
              </a:rPr>
              <a:t>04</a:t>
            </a:r>
          </a:p>
        </p:txBody>
      </p:sp>
      <p:grpSp>
        <p:nvGrpSpPr>
          <p:cNvPr id="11" name="Group 11"/>
          <p:cNvGrpSpPr/>
          <p:nvPr/>
        </p:nvGrpSpPr>
        <p:grpSpPr>
          <a:xfrm>
            <a:off x="9267923" y="3402695"/>
            <a:ext cx="7391685" cy="2342901"/>
            <a:chOff x="0" y="0"/>
            <a:chExt cx="1145165" cy="362977"/>
          </a:xfrm>
        </p:grpSpPr>
        <p:sp>
          <p:nvSpPr>
            <p:cNvPr id="12" name="Freeform 12"/>
            <p:cNvSpPr/>
            <p:nvPr/>
          </p:nvSpPr>
          <p:spPr>
            <a:xfrm>
              <a:off x="0" y="0"/>
              <a:ext cx="1145165" cy="362977"/>
            </a:xfrm>
            <a:custGeom>
              <a:avLst/>
              <a:gdLst/>
              <a:ahLst/>
              <a:cxnLst/>
              <a:rect l="l" t="t" r="r" b="b"/>
              <a:pathLst>
                <a:path w="1145165" h="362977">
                  <a:moveTo>
                    <a:pt x="27232" y="0"/>
                  </a:moveTo>
                  <a:lnTo>
                    <a:pt x="1117934" y="0"/>
                  </a:lnTo>
                  <a:cubicBezTo>
                    <a:pt x="1125156" y="0"/>
                    <a:pt x="1132082" y="2869"/>
                    <a:pt x="1137189" y="7976"/>
                  </a:cubicBezTo>
                  <a:cubicBezTo>
                    <a:pt x="1142296" y="13083"/>
                    <a:pt x="1145165" y="20010"/>
                    <a:pt x="1145165" y="27232"/>
                  </a:cubicBezTo>
                  <a:lnTo>
                    <a:pt x="1145165" y="335745"/>
                  </a:lnTo>
                  <a:cubicBezTo>
                    <a:pt x="1145165" y="350784"/>
                    <a:pt x="1132973" y="362977"/>
                    <a:pt x="1117934" y="362977"/>
                  </a:cubicBezTo>
                  <a:lnTo>
                    <a:pt x="27232" y="362977"/>
                  </a:lnTo>
                  <a:cubicBezTo>
                    <a:pt x="12192" y="362977"/>
                    <a:pt x="0" y="350784"/>
                    <a:pt x="0" y="335745"/>
                  </a:cubicBezTo>
                  <a:lnTo>
                    <a:pt x="0" y="27232"/>
                  </a:lnTo>
                  <a:cubicBezTo>
                    <a:pt x="0" y="12192"/>
                    <a:pt x="12192" y="0"/>
                    <a:pt x="27232" y="0"/>
                  </a:cubicBezTo>
                  <a:close/>
                </a:path>
              </a:pathLst>
            </a:custGeom>
            <a:blipFill>
              <a:blip r:embed="rId6"/>
              <a:stretch>
                <a:fillRect t="-55259" b="-55259"/>
              </a:stretch>
            </a:blipFill>
          </p:spPr>
          <p:txBody>
            <a:bodyPr/>
            <a:lstStyle/>
            <a:p>
              <a:endParaRPr lang="en-IN"/>
            </a:p>
          </p:txBody>
        </p:sp>
      </p:grpSp>
      <p:sp>
        <p:nvSpPr>
          <p:cNvPr id="13" name="TextBox 13"/>
          <p:cNvSpPr txBox="1"/>
          <p:nvPr/>
        </p:nvSpPr>
        <p:spPr>
          <a:xfrm>
            <a:off x="4508288" y="1624168"/>
            <a:ext cx="9271423" cy="1458837"/>
          </a:xfrm>
          <a:prstGeom prst="rect">
            <a:avLst/>
          </a:prstGeom>
        </p:spPr>
        <p:txBody>
          <a:bodyPr lIns="0" tIns="0" rIns="0" bIns="0" rtlCol="0" anchor="t">
            <a:spAutoFit/>
          </a:bodyPr>
          <a:lstStyle/>
          <a:p>
            <a:pPr algn="ctr">
              <a:lnSpc>
                <a:spcPts val="11992"/>
              </a:lnSpc>
            </a:pPr>
            <a:r>
              <a:rPr lang="en-US" sz="8565" b="1">
                <a:solidFill>
                  <a:srgbClr val="FFFFFF"/>
                </a:solidFill>
                <a:latin typeface="Public Sans Bold"/>
                <a:ea typeface="Public Sans Bold"/>
                <a:cs typeface="Public Sans Bold"/>
                <a:sym typeface="Public Sans Bold"/>
              </a:rPr>
              <a:t>SUBJECT 2</a:t>
            </a:r>
          </a:p>
        </p:txBody>
      </p:sp>
      <p:sp>
        <p:nvSpPr>
          <p:cNvPr id="14" name="TextBox 14"/>
          <p:cNvSpPr txBox="1"/>
          <p:nvPr/>
        </p:nvSpPr>
        <p:spPr>
          <a:xfrm>
            <a:off x="1628392" y="3316970"/>
            <a:ext cx="7391685" cy="2428626"/>
          </a:xfrm>
          <a:prstGeom prst="rect">
            <a:avLst/>
          </a:prstGeom>
        </p:spPr>
        <p:txBody>
          <a:bodyPr lIns="0" tIns="0" rIns="0" bIns="0" rtlCol="0" anchor="t">
            <a:spAutoFit/>
          </a:bodyPr>
          <a:lstStyle/>
          <a:p>
            <a:pPr algn="l">
              <a:lnSpc>
                <a:spcPts val="3155"/>
              </a:lnSpc>
            </a:pPr>
            <a:r>
              <a:rPr lang="en-US" sz="2253">
                <a:solidFill>
                  <a:srgbClr val="FFFFFF"/>
                </a:solidFill>
                <a:latin typeface="Arial MT Pro"/>
                <a:ea typeface="Arial MT Pro"/>
                <a:cs typeface="Arial MT Pro"/>
                <a:sym typeface="Arial MT Pro"/>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a:t>
            </a:r>
          </a:p>
        </p:txBody>
      </p:sp>
      <p:sp>
        <p:nvSpPr>
          <p:cNvPr id="15" name="TextBox 15"/>
          <p:cNvSpPr txBox="1"/>
          <p:nvPr/>
        </p:nvSpPr>
        <p:spPr>
          <a:xfrm>
            <a:off x="9267923" y="6072281"/>
            <a:ext cx="7391685" cy="2428626"/>
          </a:xfrm>
          <a:prstGeom prst="rect">
            <a:avLst/>
          </a:prstGeom>
        </p:spPr>
        <p:txBody>
          <a:bodyPr lIns="0" tIns="0" rIns="0" bIns="0" rtlCol="0" anchor="t">
            <a:spAutoFit/>
          </a:bodyPr>
          <a:lstStyle/>
          <a:p>
            <a:pPr algn="l">
              <a:lnSpc>
                <a:spcPts val="3155"/>
              </a:lnSpc>
            </a:pPr>
            <a:r>
              <a:rPr lang="en-US" sz="2253">
                <a:solidFill>
                  <a:srgbClr val="FFFFFF"/>
                </a:solidFill>
                <a:latin typeface="Arial MT Pro"/>
                <a:ea typeface="Arial MT Pro"/>
                <a:cs typeface="Arial MT Pro"/>
                <a:sym typeface="Arial MT Pro"/>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a:t>
            </a:r>
          </a:p>
        </p:txBody>
      </p:sp>
      <p:sp>
        <p:nvSpPr>
          <p:cNvPr id="16" name="TextBox 16"/>
          <p:cNvSpPr txBox="1"/>
          <p:nvPr/>
        </p:nvSpPr>
        <p:spPr>
          <a:xfrm>
            <a:off x="1628392" y="6072281"/>
            <a:ext cx="7391685" cy="2428626"/>
          </a:xfrm>
          <a:prstGeom prst="rect">
            <a:avLst/>
          </a:prstGeom>
        </p:spPr>
        <p:txBody>
          <a:bodyPr lIns="0" tIns="0" rIns="0" bIns="0" rtlCol="0" anchor="t">
            <a:spAutoFit/>
          </a:bodyPr>
          <a:lstStyle/>
          <a:p>
            <a:pPr algn="l">
              <a:lnSpc>
                <a:spcPts val="3155"/>
              </a:lnSpc>
            </a:pPr>
            <a:r>
              <a:rPr lang="en-US" sz="2253">
                <a:solidFill>
                  <a:srgbClr val="FFFFFF"/>
                </a:solidFill>
                <a:latin typeface="Arial MT Pro"/>
                <a:ea typeface="Arial MT Pro"/>
                <a:cs typeface="Arial MT Pro"/>
                <a:sym typeface="Arial MT Pro"/>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a:t>
            </a:r>
          </a:p>
        </p:txBody>
      </p:sp>
      <p:sp>
        <p:nvSpPr>
          <p:cNvPr id="17" name="TextBox 17"/>
          <p:cNvSpPr txBox="1"/>
          <p:nvPr/>
        </p:nvSpPr>
        <p:spPr>
          <a:xfrm>
            <a:off x="13597305" y="9248775"/>
            <a:ext cx="2636028" cy="428502"/>
          </a:xfrm>
          <a:prstGeom prst="rect">
            <a:avLst/>
          </a:prstGeom>
        </p:spPr>
        <p:txBody>
          <a:bodyPr lIns="0" tIns="0" rIns="0" bIns="0" rtlCol="0" anchor="t">
            <a:spAutoFit/>
          </a:bodyPr>
          <a:lstStyle/>
          <a:p>
            <a:pPr algn="r">
              <a:lnSpc>
                <a:spcPts val="3155"/>
              </a:lnSpc>
            </a:pPr>
            <a:r>
              <a:rPr lang="en-US" sz="2253">
                <a:solidFill>
                  <a:srgbClr val="FFFFFF"/>
                </a:solidFill>
                <a:latin typeface="Arial MT Pro"/>
                <a:ea typeface="Arial MT Pro"/>
                <a:cs typeface="Arial MT Pro"/>
                <a:sym typeface="Arial MT Pro"/>
              </a:rPr>
              <a:t>Presentation</a:t>
            </a:r>
          </a:p>
        </p:txBody>
      </p:sp>
      <p:sp>
        <p:nvSpPr>
          <p:cNvPr id="18" name="TextBox 18"/>
          <p:cNvSpPr txBox="1"/>
          <p:nvPr/>
        </p:nvSpPr>
        <p:spPr>
          <a:xfrm>
            <a:off x="14623272" y="600198"/>
            <a:ext cx="2636028" cy="428502"/>
          </a:xfrm>
          <a:prstGeom prst="rect">
            <a:avLst/>
          </a:prstGeom>
        </p:spPr>
        <p:txBody>
          <a:bodyPr lIns="0" tIns="0" rIns="0" bIns="0" rtlCol="0" anchor="t">
            <a:spAutoFit/>
          </a:bodyPr>
          <a:lstStyle/>
          <a:p>
            <a:pPr algn="r">
              <a:lnSpc>
                <a:spcPts val="3155"/>
              </a:lnSpc>
            </a:pPr>
            <a:r>
              <a:rPr lang="en-US" sz="2253">
                <a:solidFill>
                  <a:srgbClr val="FFFFFF"/>
                </a:solidFill>
                <a:latin typeface="Arial MT Pro"/>
                <a:ea typeface="Arial MT Pro"/>
                <a:cs typeface="Arial MT Pro"/>
                <a:sym typeface="Arial MT Pro"/>
              </a:rPr>
              <a:t>02 May, 2026</a:t>
            </a:r>
          </a:p>
        </p:txBody>
      </p:sp>
      <p:sp>
        <p:nvSpPr>
          <p:cNvPr id="19" name="TextBox 19"/>
          <p:cNvSpPr txBox="1"/>
          <p:nvPr/>
        </p:nvSpPr>
        <p:spPr>
          <a:xfrm>
            <a:off x="1028700" y="9248775"/>
            <a:ext cx="4227716" cy="428502"/>
          </a:xfrm>
          <a:prstGeom prst="rect">
            <a:avLst/>
          </a:prstGeom>
        </p:spPr>
        <p:txBody>
          <a:bodyPr lIns="0" tIns="0" rIns="0" bIns="0" rtlCol="0" anchor="t">
            <a:spAutoFit/>
          </a:bodyPr>
          <a:lstStyle/>
          <a:p>
            <a:pPr algn="l">
              <a:lnSpc>
                <a:spcPts val="3155"/>
              </a:lnSpc>
            </a:pPr>
            <a:r>
              <a:rPr lang="en-US" sz="2253">
                <a:solidFill>
                  <a:srgbClr val="FFFFFF"/>
                </a:solidFill>
                <a:latin typeface="Arial MT Pro"/>
                <a:ea typeface="Arial MT Pro"/>
                <a:cs typeface="Arial MT Pro"/>
                <a:sym typeface="Arial MT Pro"/>
              </a:rPr>
              <a:t>reallygreatsite.com</a:t>
            </a:r>
          </a:p>
        </p:txBody>
      </p:sp>
      <p:sp>
        <p:nvSpPr>
          <p:cNvPr id="20" name="AutoShape 20"/>
          <p:cNvSpPr/>
          <p:nvPr/>
        </p:nvSpPr>
        <p:spPr>
          <a:xfrm flipV="1">
            <a:off x="14171815" y="1021556"/>
            <a:ext cx="3087485" cy="0"/>
          </a:xfrm>
          <a:prstGeom prst="line">
            <a:avLst/>
          </a:prstGeom>
          <a:ln w="9525" cap="flat">
            <a:solidFill>
              <a:srgbClr val="FFFFFF"/>
            </a:solidFill>
            <a:prstDash val="solid"/>
            <a:headEnd type="none" w="sm" len="sm"/>
            <a:tailEnd type="none" w="sm" len="sm"/>
          </a:ln>
        </p:spPr>
        <p:txBody>
          <a:bodyPr/>
          <a:lstStyle/>
          <a:p>
            <a:endParaRPr lang="en-IN"/>
          </a:p>
        </p:txBody>
      </p:sp>
      <p:sp>
        <p:nvSpPr>
          <p:cNvPr id="21" name="AutoShape 21"/>
          <p:cNvSpPr/>
          <p:nvPr/>
        </p:nvSpPr>
        <p:spPr>
          <a:xfrm>
            <a:off x="1028700" y="9265444"/>
            <a:ext cx="3087485" cy="0"/>
          </a:xfrm>
          <a:prstGeom prst="line">
            <a:avLst/>
          </a:prstGeom>
          <a:ln w="9525" cap="flat">
            <a:solidFill>
              <a:srgbClr val="FFFFFF"/>
            </a:solidFill>
            <a:prstDash val="solid"/>
            <a:headEnd type="none" w="sm" len="sm"/>
            <a:tailEnd type="none" w="sm" len="sm"/>
          </a:ln>
        </p:spPr>
        <p:txBody>
          <a:bodyPr/>
          <a:lstStyle/>
          <a:p>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253746"/>
        </a:solidFill>
        <a:effectLst/>
      </p:bgPr>
    </p:bg>
    <p:spTree>
      <p:nvGrpSpPr>
        <p:cNvPr id="1" name=""/>
        <p:cNvGrpSpPr/>
        <p:nvPr/>
      </p:nvGrpSpPr>
      <p:grpSpPr>
        <a:xfrm>
          <a:off x="0" y="0"/>
          <a:ext cx="0" cy="0"/>
          <a:chOff x="0" y="0"/>
          <a:chExt cx="0" cy="0"/>
        </a:xfrm>
      </p:grpSpPr>
      <p:sp>
        <p:nvSpPr>
          <p:cNvPr id="2" name="Freeform 2"/>
          <p:cNvSpPr/>
          <p:nvPr/>
        </p:nvSpPr>
        <p:spPr>
          <a:xfrm flipV="1">
            <a:off x="-3561080" y="773441"/>
            <a:ext cx="5961182" cy="1605625"/>
          </a:xfrm>
          <a:custGeom>
            <a:avLst/>
            <a:gdLst/>
            <a:ahLst/>
            <a:cxnLst/>
            <a:rect l="l" t="t" r="r" b="b"/>
            <a:pathLst>
              <a:path w="5961182" h="1605625">
                <a:moveTo>
                  <a:pt x="0" y="1605625"/>
                </a:moveTo>
                <a:lnTo>
                  <a:pt x="5961182" y="1605625"/>
                </a:lnTo>
                <a:lnTo>
                  <a:pt x="5961182" y="0"/>
                </a:lnTo>
                <a:lnTo>
                  <a:pt x="0" y="0"/>
                </a:lnTo>
                <a:lnTo>
                  <a:pt x="0" y="1605625"/>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flipV="1">
            <a:off x="-323757" y="-304247"/>
            <a:ext cx="5961182" cy="1605625"/>
          </a:xfrm>
          <a:custGeom>
            <a:avLst/>
            <a:gdLst/>
            <a:ahLst/>
            <a:cxnLst/>
            <a:rect l="l" t="t" r="r" b="b"/>
            <a:pathLst>
              <a:path w="5961182" h="1605625">
                <a:moveTo>
                  <a:pt x="0" y="1605625"/>
                </a:moveTo>
                <a:lnTo>
                  <a:pt x="5961182" y="1605625"/>
                </a:lnTo>
                <a:lnTo>
                  <a:pt x="5961182" y="0"/>
                </a:lnTo>
                <a:lnTo>
                  <a:pt x="0" y="0"/>
                </a:lnTo>
                <a:lnTo>
                  <a:pt x="0" y="1605625"/>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grpSp>
        <p:nvGrpSpPr>
          <p:cNvPr id="4" name="Group 4"/>
          <p:cNvGrpSpPr/>
          <p:nvPr/>
        </p:nvGrpSpPr>
        <p:grpSpPr>
          <a:xfrm>
            <a:off x="16512448" y="8815731"/>
            <a:ext cx="1037538" cy="1037538"/>
            <a:chOff x="0" y="0"/>
            <a:chExt cx="273261" cy="273261"/>
          </a:xfrm>
        </p:grpSpPr>
        <p:sp>
          <p:nvSpPr>
            <p:cNvPr id="5" name="Freeform 5"/>
            <p:cNvSpPr/>
            <p:nvPr/>
          </p:nvSpPr>
          <p:spPr>
            <a:xfrm>
              <a:off x="0" y="0"/>
              <a:ext cx="273261" cy="273261"/>
            </a:xfrm>
            <a:custGeom>
              <a:avLst/>
              <a:gdLst/>
              <a:ahLst/>
              <a:cxnLst/>
              <a:rect l="l" t="t" r="r" b="b"/>
              <a:pathLst>
                <a:path w="273261" h="273261">
                  <a:moveTo>
                    <a:pt x="0" y="0"/>
                  </a:moveTo>
                  <a:lnTo>
                    <a:pt x="273261" y="0"/>
                  </a:lnTo>
                  <a:lnTo>
                    <a:pt x="273261" y="273261"/>
                  </a:lnTo>
                  <a:lnTo>
                    <a:pt x="0" y="273261"/>
                  </a:lnTo>
                  <a:close/>
                </a:path>
              </a:pathLst>
            </a:custGeom>
            <a:solidFill>
              <a:srgbClr val="5D7085"/>
            </a:solidFill>
          </p:spPr>
          <p:txBody>
            <a:bodyPr/>
            <a:lstStyle/>
            <a:p>
              <a:endParaRPr lang="en-IN"/>
            </a:p>
          </p:txBody>
        </p:sp>
        <p:sp>
          <p:nvSpPr>
            <p:cNvPr id="6" name="TextBox 6"/>
            <p:cNvSpPr txBox="1"/>
            <p:nvPr/>
          </p:nvSpPr>
          <p:spPr>
            <a:xfrm>
              <a:off x="0" y="-38100"/>
              <a:ext cx="273261" cy="311361"/>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6360048" y="8663331"/>
            <a:ext cx="1037538" cy="1037538"/>
            <a:chOff x="0" y="0"/>
            <a:chExt cx="273261" cy="273261"/>
          </a:xfrm>
        </p:grpSpPr>
        <p:sp>
          <p:nvSpPr>
            <p:cNvPr id="8" name="Freeform 8"/>
            <p:cNvSpPr/>
            <p:nvPr/>
          </p:nvSpPr>
          <p:spPr>
            <a:xfrm>
              <a:off x="0" y="0"/>
              <a:ext cx="273261" cy="273261"/>
            </a:xfrm>
            <a:custGeom>
              <a:avLst/>
              <a:gdLst/>
              <a:ahLst/>
              <a:cxnLst/>
              <a:rect l="l" t="t" r="r" b="b"/>
              <a:pathLst>
                <a:path w="273261" h="273261">
                  <a:moveTo>
                    <a:pt x="0" y="0"/>
                  </a:moveTo>
                  <a:lnTo>
                    <a:pt x="273261" y="0"/>
                  </a:lnTo>
                  <a:lnTo>
                    <a:pt x="273261" y="273261"/>
                  </a:lnTo>
                  <a:lnTo>
                    <a:pt x="0" y="273261"/>
                  </a:lnTo>
                  <a:close/>
                </a:path>
              </a:pathLst>
            </a:custGeom>
            <a:solidFill>
              <a:srgbClr val="15222F"/>
            </a:solidFill>
          </p:spPr>
          <p:txBody>
            <a:bodyPr/>
            <a:lstStyle/>
            <a:p>
              <a:endParaRPr lang="en-IN"/>
            </a:p>
          </p:txBody>
        </p:sp>
        <p:sp>
          <p:nvSpPr>
            <p:cNvPr id="9" name="TextBox 9"/>
            <p:cNvSpPr txBox="1"/>
            <p:nvPr/>
          </p:nvSpPr>
          <p:spPr>
            <a:xfrm>
              <a:off x="0" y="-38100"/>
              <a:ext cx="273261" cy="311361"/>
            </a:xfrm>
            <a:prstGeom prst="rect">
              <a:avLst/>
            </a:prstGeom>
          </p:spPr>
          <p:txBody>
            <a:bodyPr lIns="50800" tIns="50800" rIns="50800" bIns="50800" rtlCol="0" anchor="ctr"/>
            <a:lstStyle/>
            <a:p>
              <a:pPr algn="ctr">
                <a:lnSpc>
                  <a:spcPts val="2659"/>
                </a:lnSpc>
              </a:pPr>
              <a:endParaRPr/>
            </a:p>
          </p:txBody>
        </p:sp>
      </p:grpSp>
      <p:sp>
        <p:nvSpPr>
          <p:cNvPr id="10" name="TextBox 10"/>
          <p:cNvSpPr txBox="1"/>
          <p:nvPr/>
        </p:nvSpPr>
        <p:spPr>
          <a:xfrm>
            <a:off x="16233333" y="8710069"/>
            <a:ext cx="1290969" cy="839287"/>
          </a:xfrm>
          <a:prstGeom prst="rect">
            <a:avLst/>
          </a:prstGeom>
        </p:spPr>
        <p:txBody>
          <a:bodyPr lIns="0" tIns="0" rIns="0" bIns="0" rtlCol="0" anchor="t">
            <a:spAutoFit/>
          </a:bodyPr>
          <a:lstStyle/>
          <a:p>
            <a:pPr algn="ctr">
              <a:lnSpc>
                <a:spcPts val="6765"/>
              </a:lnSpc>
            </a:pPr>
            <a:r>
              <a:rPr lang="en-US" sz="4832" b="1">
                <a:solidFill>
                  <a:srgbClr val="F7F7F7"/>
                </a:solidFill>
                <a:latin typeface="Public Sans Bold"/>
                <a:ea typeface="Public Sans Bold"/>
                <a:cs typeface="Public Sans Bold"/>
                <a:sym typeface="Public Sans Bold"/>
              </a:rPr>
              <a:t>05</a:t>
            </a:r>
          </a:p>
        </p:txBody>
      </p:sp>
      <p:sp>
        <p:nvSpPr>
          <p:cNvPr id="11" name="TextBox 11"/>
          <p:cNvSpPr txBox="1"/>
          <p:nvPr/>
        </p:nvSpPr>
        <p:spPr>
          <a:xfrm>
            <a:off x="4508288" y="1666442"/>
            <a:ext cx="9271423" cy="1458837"/>
          </a:xfrm>
          <a:prstGeom prst="rect">
            <a:avLst/>
          </a:prstGeom>
        </p:spPr>
        <p:txBody>
          <a:bodyPr lIns="0" tIns="0" rIns="0" bIns="0" rtlCol="0" anchor="t">
            <a:spAutoFit/>
          </a:bodyPr>
          <a:lstStyle/>
          <a:p>
            <a:pPr algn="ctr">
              <a:lnSpc>
                <a:spcPts val="11992"/>
              </a:lnSpc>
            </a:pPr>
            <a:r>
              <a:rPr lang="en-US" sz="8565" b="1">
                <a:solidFill>
                  <a:srgbClr val="FFFFFF"/>
                </a:solidFill>
                <a:latin typeface="Public Sans Bold"/>
                <a:ea typeface="Public Sans Bold"/>
                <a:cs typeface="Public Sans Bold"/>
                <a:sym typeface="Public Sans Bold"/>
              </a:rPr>
              <a:t>SUBJECT 3</a:t>
            </a:r>
          </a:p>
        </p:txBody>
      </p:sp>
      <p:sp>
        <p:nvSpPr>
          <p:cNvPr id="12" name="TextBox 12"/>
          <p:cNvSpPr txBox="1"/>
          <p:nvPr/>
        </p:nvSpPr>
        <p:spPr>
          <a:xfrm>
            <a:off x="1218941" y="6981442"/>
            <a:ext cx="7391685" cy="1477191"/>
          </a:xfrm>
          <a:prstGeom prst="rect">
            <a:avLst/>
          </a:prstGeom>
        </p:spPr>
        <p:txBody>
          <a:bodyPr lIns="0" tIns="0" rIns="0" bIns="0" rtlCol="0" anchor="t">
            <a:spAutoFit/>
          </a:bodyPr>
          <a:lstStyle/>
          <a:p>
            <a:pPr algn="l">
              <a:lnSpc>
                <a:spcPts val="2845"/>
              </a:lnSpc>
            </a:pPr>
            <a:r>
              <a:rPr lang="en-US" sz="2032">
                <a:solidFill>
                  <a:srgbClr val="FFFFFF"/>
                </a:solidFill>
                <a:latin typeface="Arial MT Pro"/>
                <a:ea typeface="Arial MT Pro"/>
                <a:cs typeface="Arial MT Pro"/>
                <a:sym typeface="Arial MT Pro"/>
              </a:rPr>
              <a:t>Lorem ipsum dolor sit amet, consectetur adipiscing elit, sed do eiusmod tempor incididunt ut labore et dolore magna aliqua. Ut enim ad minim veniam, quis nostrud exercitation ullamco laboris nisi ut aliquip ex ea commodo consequat.</a:t>
            </a:r>
          </a:p>
        </p:txBody>
      </p:sp>
      <p:pic>
        <p:nvPicPr>
          <p:cNvPr id="13" name="Picture 13"/>
          <p:cNvPicPr>
            <a:picLocks noChangeAspect="1"/>
          </p:cNvPicPr>
          <p:nvPr/>
        </p:nvPicPr>
        <p:blipFill>
          <a:blip r:embed="rId6"/>
          <a:stretch>
            <a:fillRect/>
          </a:stretch>
        </p:blipFill>
        <p:spPr>
          <a:xfrm>
            <a:off x="479773" y="2658956"/>
            <a:ext cx="8870022" cy="4872388"/>
          </a:xfrm>
          <a:prstGeom prst="rect">
            <a:avLst/>
          </a:prstGeom>
        </p:spPr>
      </p:pic>
      <p:sp>
        <p:nvSpPr>
          <p:cNvPr id="14" name="TextBox 14"/>
          <p:cNvSpPr txBox="1"/>
          <p:nvPr/>
        </p:nvSpPr>
        <p:spPr>
          <a:xfrm>
            <a:off x="9503465" y="6981442"/>
            <a:ext cx="7565594" cy="1477191"/>
          </a:xfrm>
          <a:prstGeom prst="rect">
            <a:avLst/>
          </a:prstGeom>
        </p:spPr>
        <p:txBody>
          <a:bodyPr lIns="0" tIns="0" rIns="0" bIns="0" rtlCol="0" anchor="t">
            <a:spAutoFit/>
          </a:bodyPr>
          <a:lstStyle/>
          <a:p>
            <a:pPr algn="l">
              <a:lnSpc>
                <a:spcPts val="2845"/>
              </a:lnSpc>
            </a:pPr>
            <a:r>
              <a:rPr lang="en-US" sz="2032">
                <a:solidFill>
                  <a:srgbClr val="FFFFFF"/>
                </a:solidFill>
                <a:latin typeface="Arial MT Pro"/>
                <a:ea typeface="Arial MT Pro"/>
                <a:cs typeface="Arial MT Pro"/>
                <a:sym typeface="Arial MT Pro"/>
              </a:rPr>
              <a:t>Lorem ipsum dolor sit amet, consectetur adipiscing elit, sed do eiusmod tempor incididunt ut labore et dolore magna aliqua. Ut enim ad minim veniam, quis nostrud exercitation ullamco laboris nisi ut aliquip ex ea commodo consequat.</a:t>
            </a:r>
          </a:p>
        </p:txBody>
      </p:sp>
      <p:pic>
        <p:nvPicPr>
          <p:cNvPr id="15" name="Picture 15"/>
          <p:cNvPicPr>
            <a:picLocks noChangeAspect="1"/>
          </p:cNvPicPr>
          <p:nvPr/>
        </p:nvPicPr>
        <p:blipFill>
          <a:blip r:embed="rId7"/>
          <a:stretch>
            <a:fillRect/>
          </a:stretch>
        </p:blipFill>
        <p:spPr>
          <a:xfrm>
            <a:off x="8746906" y="2441548"/>
            <a:ext cx="9078713" cy="5107188"/>
          </a:xfrm>
          <a:prstGeom prst="rect">
            <a:avLst/>
          </a:prstGeom>
        </p:spPr>
      </p:pic>
      <p:sp>
        <p:nvSpPr>
          <p:cNvPr id="16" name="TextBox 16"/>
          <p:cNvSpPr txBox="1"/>
          <p:nvPr/>
        </p:nvSpPr>
        <p:spPr>
          <a:xfrm>
            <a:off x="13597305" y="9248775"/>
            <a:ext cx="2636028" cy="428502"/>
          </a:xfrm>
          <a:prstGeom prst="rect">
            <a:avLst/>
          </a:prstGeom>
        </p:spPr>
        <p:txBody>
          <a:bodyPr lIns="0" tIns="0" rIns="0" bIns="0" rtlCol="0" anchor="t">
            <a:spAutoFit/>
          </a:bodyPr>
          <a:lstStyle/>
          <a:p>
            <a:pPr algn="r">
              <a:lnSpc>
                <a:spcPts val="3155"/>
              </a:lnSpc>
            </a:pPr>
            <a:r>
              <a:rPr lang="en-US" sz="2253">
                <a:solidFill>
                  <a:srgbClr val="FFFFFF"/>
                </a:solidFill>
                <a:latin typeface="Arial MT Pro"/>
                <a:ea typeface="Arial MT Pro"/>
                <a:cs typeface="Arial MT Pro"/>
                <a:sym typeface="Arial MT Pro"/>
              </a:rPr>
              <a:t>Presentation</a:t>
            </a:r>
          </a:p>
        </p:txBody>
      </p:sp>
      <p:sp>
        <p:nvSpPr>
          <p:cNvPr id="17" name="TextBox 17"/>
          <p:cNvSpPr txBox="1"/>
          <p:nvPr/>
        </p:nvSpPr>
        <p:spPr>
          <a:xfrm>
            <a:off x="14623272" y="600198"/>
            <a:ext cx="2636028" cy="428502"/>
          </a:xfrm>
          <a:prstGeom prst="rect">
            <a:avLst/>
          </a:prstGeom>
        </p:spPr>
        <p:txBody>
          <a:bodyPr lIns="0" tIns="0" rIns="0" bIns="0" rtlCol="0" anchor="t">
            <a:spAutoFit/>
          </a:bodyPr>
          <a:lstStyle/>
          <a:p>
            <a:pPr algn="r">
              <a:lnSpc>
                <a:spcPts val="3155"/>
              </a:lnSpc>
            </a:pPr>
            <a:r>
              <a:rPr lang="en-US" sz="2253">
                <a:solidFill>
                  <a:srgbClr val="FFFFFF"/>
                </a:solidFill>
                <a:latin typeface="Arial MT Pro"/>
                <a:ea typeface="Arial MT Pro"/>
                <a:cs typeface="Arial MT Pro"/>
                <a:sym typeface="Arial MT Pro"/>
              </a:rPr>
              <a:t>02 May, 2026</a:t>
            </a:r>
          </a:p>
        </p:txBody>
      </p:sp>
      <p:sp>
        <p:nvSpPr>
          <p:cNvPr id="18" name="TextBox 18"/>
          <p:cNvSpPr txBox="1"/>
          <p:nvPr/>
        </p:nvSpPr>
        <p:spPr>
          <a:xfrm>
            <a:off x="1028700" y="9248775"/>
            <a:ext cx="4227716" cy="428502"/>
          </a:xfrm>
          <a:prstGeom prst="rect">
            <a:avLst/>
          </a:prstGeom>
        </p:spPr>
        <p:txBody>
          <a:bodyPr lIns="0" tIns="0" rIns="0" bIns="0" rtlCol="0" anchor="t">
            <a:spAutoFit/>
          </a:bodyPr>
          <a:lstStyle/>
          <a:p>
            <a:pPr algn="l">
              <a:lnSpc>
                <a:spcPts val="3155"/>
              </a:lnSpc>
            </a:pPr>
            <a:r>
              <a:rPr lang="en-US" sz="2253">
                <a:solidFill>
                  <a:srgbClr val="FFFFFF"/>
                </a:solidFill>
                <a:latin typeface="Arial MT Pro"/>
                <a:ea typeface="Arial MT Pro"/>
                <a:cs typeface="Arial MT Pro"/>
                <a:sym typeface="Arial MT Pro"/>
              </a:rPr>
              <a:t>reallygreatsite.com</a:t>
            </a:r>
          </a:p>
        </p:txBody>
      </p:sp>
      <p:sp>
        <p:nvSpPr>
          <p:cNvPr id="19" name="AutoShape 19"/>
          <p:cNvSpPr/>
          <p:nvPr/>
        </p:nvSpPr>
        <p:spPr>
          <a:xfrm flipV="1">
            <a:off x="14171815" y="1021556"/>
            <a:ext cx="3087485" cy="0"/>
          </a:xfrm>
          <a:prstGeom prst="line">
            <a:avLst/>
          </a:prstGeom>
          <a:ln w="9525" cap="flat">
            <a:solidFill>
              <a:srgbClr val="FFFFFF"/>
            </a:solidFill>
            <a:prstDash val="solid"/>
            <a:headEnd type="none" w="sm" len="sm"/>
            <a:tailEnd type="none" w="sm" len="sm"/>
          </a:ln>
        </p:spPr>
        <p:txBody>
          <a:bodyPr/>
          <a:lstStyle/>
          <a:p>
            <a:endParaRPr lang="en-IN"/>
          </a:p>
        </p:txBody>
      </p:sp>
      <p:sp>
        <p:nvSpPr>
          <p:cNvPr id="20" name="AutoShape 20"/>
          <p:cNvSpPr/>
          <p:nvPr/>
        </p:nvSpPr>
        <p:spPr>
          <a:xfrm>
            <a:off x="1028700" y="9265444"/>
            <a:ext cx="3087485" cy="0"/>
          </a:xfrm>
          <a:prstGeom prst="line">
            <a:avLst/>
          </a:prstGeom>
          <a:ln w="9525" cap="flat">
            <a:solidFill>
              <a:srgbClr val="FFFFFF"/>
            </a:solidFill>
            <a:prstDash val="solid"/>
            <a:headEnd type="none" w="sm" len="sm"/>
            <a:tailEnd type="none" w="sm" len="sm"/>
          </a:ln>
        </p:spPr>
        <p:txBody>
          <a:bodyPr/>
          <a:lstStyle/>
          <a:p>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253746"/>
        </a:solidFill>
        <a:effectLst/>
      </p:bgPr>
    </p:bg>
    <p:spTree>
      <p:nvGrpSpPr>
        <p:cNvPr id="1" name=""/>
        <p:cNvGrpSpPr/>
        <p:nvPr/>
      </p:nvGrpSpPr>
      <p:grpSpPr>
        <a:xfrm>
          <a:off x="0" y="0"/>
          <a:ext cx="0" cy="0"/>
          <a:chOff x="0" y="0"/>
          <a:chExt cx="0" cy="0"/>
        </a:xfrm>
      </p:grpSpPr>
      <p:sp>
        <p:nvSpPr>
          <p:cNvPr id="2" name="Freeform 2"/>
          <p:cNvSpPr/>
          <p:nvPr/>
        </p:nvSpPr>
        <p:spPr>
          <a:xfrm flipV="1">
            <a:off x="-3561080" y="773441"/>
            <a:ext cx="5961182" cy="1605625"/>
          </a:xfrm>
          <a:custGeom>
            <a:avLst/>
            <a:gdLst/>
            <a:ahLst/>
            <a:cxnLst/>
            <a:rect l="l" t="t" r="r" b="b"/>
            <a:pathLst>
              <a:path w="5961182" h="1605625">
                <a:moveTo>
                  <a:pt x="0" y="1605625"/>
                </a:moveTo>
                <a:lnTo>
                  <a:pt x="5961182" y="1605625"/>
                </a:lnTo>
                <a:lnTo>
                  <a:pt x="5961182" y="0"/>
                </a:lnTo>
                <a:lnTo>
                  <a:pt x="0" y="0"/>
                </a:lnTo>
                <a:lnTo>
                  <a:pt x="0" y="1605625"/>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flipV="1">
            <a:off x="-323757" y="-304247"/>
            <a:ext cx="5961182" cy="1605625"/>
          </a:xfrm>
          <a:custGeom>
            <a:avLst/>
            <a:gdLst/>
            <a:ahLst/>
            <a:cxnLst/>
            <a:rect l="l" t="t" r="r" b="b"/>
            <a:pathLst>
              <a:path w="5961182" h="1605625">
                <a:moveTo>
                  <a:pt x="0" y="1605625"/>
                </a:moveTo>
                <a:lnTo>
                  <a:pt x="5961182" y="1605625"/>
                </a:lnTo>
                <a:lnTo>
                  <a:pt x="5961182" y="0"/>
                </a:lnTo>
                <a:lnTo>
                  <a:pt x="0" y="0"/>
                </a:lnTo>
                <a:lnTo>
                  <a:pt x="0" y="1605625"/>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grpSp>
        <p:nvGrpSpPr>
          <p:cNvPr id="4" name="Group 4"/>
          <p:cNvGrpSpPr/>
          <p:nvPr/>
        </p:nvGrpSpPr>
        <p:grpSpPr>
          <a:xfrm>
            <a:off x="16512448" y="8815731"/>
            <a:ext cx="1037538" cy="1037538"/>
            <a:chOff x="0" y="0"/>
            <a:chExt cx="273261" cy="273261"/>
          </a:xfrm>
        </p:grpSpPr>
        <p:sp>
          <p:nvSpPr>
            <p:cNvPr id="5" name="Freeform 5"/>
            <p:cNvSpPr/>
            <p:nvPr/>
          </p:nvSpPr>
          <p:spPr>
            <a:xfrm>
              <a:off x="0" y="0"/>
              <a:ext cx="273261" cy="273261"/>
            </a:xfrm>
            <a:custGeom>
              <a:avLst/>
              <a:gdLst/>
              <a:ahLst/>
              <a:cxnLst/>
              <a:rect l="l" t="t" r="r" b="b"/>
              <a:pathLst>
                <a:path w="273261" h="273261">
                  <a:moveTo>
                    <a:pt x="0" y="0"/>
                  </a:moveTo>
                  <a:lnTo>
                    <a:pt x="273261" y="0"/>
                  </a:lnTo>
                  <a:lnTo>
                    <a:pt x="273261" y="273261"/>
                  </a:lnTo>
                  <a:lnTo>
                    <a:pt x="0" y="273261"/>
                  </a:lnTo>
                  <a:close/>
                </a:path>
              </a:pathLst>
            </a:custGeom>
            <a:solidFill>
              <a:srgbClr val="5D7085"/>
            </a:solidFill>
          </p:spPr>
          <p:txBody>
            <a:bodyPr/>
            <a:lstStyle/>
            <a:p>
              <a:endParaRPr lang="en-IN"/>
            </a:p>
          </p:txBody>
        </p:sp>
        <p:sp>
          <p:nvSpPr>
            <p:cNvPr id="6" name="TextBox 6"/>
            <p:cNvSpPr txBox="1"/>
            <p:nvPr/>
          </p:nvSpPr>
          <p:spPr>
            <a:xfrm>
              <a:off x="0" y="-38100"/>
              <a:ext cx="273261" cy="311361"/>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6360048" y="8663331"/>
            <a:ext cx="1037538" cy="1037538"/>
            <a:chOff x="0" y="0"/>
            <a:chExt cx="273261" cy="273261"/>
          </a:xfrm>
        </p:grpSpPr>
        <p:sp>
          <p:nvSpPr>
            <p:cNvPr id="8" name="Freeform 8"/>
            <p:cNvSpPr/>
            <p:nvPr/>
          </p:nvSpPr>
          <p:spPr>
            <a:xfrm>
              <a:off x="0" y="0"/>
              <a:ext cx="273261" cy="273261"/>
            </a:xfrm>
            <a:custGeom>
              <a:avLst/>
              <a:gdLst/>
              <a:ahLst/>
              <a:cxnLst/>
              <a:rect l="l" t="t" r="r" b="b"/>
              <a:pathLst>
                <a:path w="273261" h="273261">
                  <a:moveTo>
                    <a:pt x="0" y="0"/>
                  </a:moveTo>
                  <a:lnTo>
                    <a:pt x="273261" y="0"/>
                  </a:lnTo>
                  <a:lnTo>
                    <a:pt x="273261" y="273261"/>
                  </a:lnTo>
                  <a:lnTo>
                    <a:pt x="0" y="273261"/>
                  </a:lnTo>
                  <a:close/>
                </a:path>
              </a:pathLst>
            </a:custGeom>
            <a:solidFill>
              <a:srgbClr val="15222F"/>
            </a:solidFill>
          </p:spPr>
          <p:txBody>
            <a:bodyPr/>
            <a:lstStyle/>
            <a:p>
              <a:endParaRPr lang="en-IN"/>
            </a:p>
          </p:txBody>
        </p:sp>
        <p:sp>
          <p:nvSpPr>
            <p:cNvPr id="9" name="TextBox 9"/>
            <p:cNvSpPr txBox="1"/>
            <p:nvPr/>
          </p:nvSpPr>
          <p:spPr>
            <a:xfrm>
              <a:off x="0" y="-38100"/>
              <a:ext cx="273261" cy="311361"/>
            </a:xfrm>
            <a:prstGeom prst="rect">
              <a:avLst/>
            </a:prstGeom>
          </p:spPr>
          <p:txBody>
            <a:bodyPr lIns="50800" tIns="50800" rIns="50800" bIns="50800" rtlCol="0" anchor="ctr"/>
            <a:lstStyle/>
            <a:p>
              <a:pPr algn="ctr">
                <a:lnSpc>
                  <a:spcPts val="2659"/>
                </a:lnSpc>
              </a:pPr>
              <a:endParaRPr/>
            </a:p>
          </p:txBody>
        </p:sp>
      </p:grpSp>
      <p:sp>
        <p:nvSpPr>
          <p:cNvPr id="10" name="TextBox 10"/>
          <p:cNvSpPr txBox="1"/>
          <p:nvPr/>
        </p:nvSpPr>
        <p:spPr>
          <a:xfrm>
            <a:off x="16233333" y="8710069"/>
            <a:ext cx="1290969" cy="839287"/>
          </a:xfrm>
          <a:prstGeom prst="rect">
            <a:avLst/>
          </a:prstGeom>
        </p:spPr>
        <p:txBody>
          <a:bodyPr lIns="0" tIns="0" rIns="0" bIns="0" rtlCol="0" anchor="t">
            <a:spAutoFit/>
          </a:bodyPr>
          <a:lstStyle/>
          <a:p>
            <a:pPr algn="ctr">
              <a:lnSpc>
                <a:spcPts val="6765"/>
              </a:lnSpc>
            </a:pPr>
            <a:r>
              <a:rPr lang="en-US" sz="4832" b="1">
                <a:solidFill>
                  <a:srgbClr val="F7F7F7"/>
                </a:solidFill>
                <a:latin typeface="Public Sans Bold"/>
                <a:ea typeface="Public Sans Bold"/>
                <a:cs typeface="Public Sans Bold"/>
                <a:sym typeface="Public Sans Bold"/>
              </a:rPr>
              <a:t>06</a:t>
            </a:r>
          </a:p>
        </p:txBody>
      </p:sp>
      <p:sp>
        <p:nvSpPr>
          <p:cNvPr id="11" name="TextBox 11"/>
          <p:cNvSpPr txBox="1"/>
          <p:nvPr/>
        </p:nvSpPr>
        <p:spPr>
          <a:xfrm>
            <a:off x="2033008" y="3018194"/>
            <a:ext cx="5763552" cy="1458837"/>
          </a:xfrm>
          <a:prstGeom prst="rect">
            <a:avLst/>
          </a:prstGeom>
        </p:spPr>
        <p:txBody>
          <a:bodyPr lIns="0" tIns="0" rIns="0" bIns="0" rtlCol="0" anchor="t">
            <a:spAutoFit/>
          </a:bodyPr>
          <a:lstStyle/>
          <a:p>
            <a:pPr algn="l">
              <a:lnSpc>
                <a:spcPts val="11992"/>
              </a:lnSpc>
            </a:pPr>
            <a:r>
              <a:rPr lang="en-US" sz="8565" b="1">
                <a:solidFill>
                  <a:srgbClr val="FFFFFF"/>
                </a:solidFill>
                <a:latin typeface="Public Sans Bold"/>
                <a:ea typeface="Public Sans Bold"/>
                <a:cs typeface="Public Sans Bold"/>
                <a:sym typeface="Public Sans Bold"/>
              </a:rPr>
              <a:t>ANALYSIS</a:t>
            </a:r>
          </a:p>
        </p:txBody>
      </p:sp>
      <p:sp>
        <p:nvSpPr>
          <p:cNvPr id="12" name="TextBox 12"/>
          <p:cNvSpPr txBox="1"/>
          <p:nvPr/>
        </p:nvSpPr>
        <p:spPr>
          <a:xfrm>
            <a:off x="2033008" y="4678255"/>
            <a:ext cx="5763552" cy="3228675"/>
          </a:xfrm>
          <a:prstGeom prst="rect">
            <a:avLst/>
          </a:prstGeom>
        </p:spPr>
        <p:txBody>
          <a:bodyPr lIns="0" tIns="0" rIns="0" bIns="0" rtlCol="0" anchor="t">
            <a:spAutoFit/>
          </a:bodyPr>
          <a:lstStyle/>
          <a:p>
            <a:pPr algn="l">
              <a:lnSpc>
                <a:spcPts val="3155"/>
              </a:lnSpc>
            </a:pPr>
            <a:r>
              <a:rPr lang="en-US" sz="2253">
                <a:solidFill>
                  <a:srgbClr val="FFFFFF"/>
                </a:solidFill>
                <a:latin typeface="Arial MT Pro"/>
                <a:ea typeface="Arial MT Pro"/>
                <a:cs typeface="Arial MT Pro"/>
                <a:sym typeface="Arial MT Pro"/>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a:t>
            </a:r>
          </a:p>
        </p:txBody>
      </p:sp>
      <p:grpSp>
        <p:nvGrpSpPr>
          <p:cNvPr id="13" name="Group 13"/>
          <p:cNvGrpSpPr/>
          <p:nvPr/>
        </p:nvGrpSpPr>
        <p:grpSpPr>
          <a:xfrm>
            <a:off x="8644098" y="2006515"/>
            <a:ext cx="3695843" cy="3009370"/>
            <a:chOff x="0" y="0"/>
            <a:chExt cx="445776" cy="362977"/>
          </a:xfrm>
        </p:grpSpPr>
        <p:sp>
          <p:nvSpPr>
            <p:cNvPr id="14" name="Freeform 14"/>
            <p:cNvSpPr/>
            <p:nvPr/>
          </p:nvSpPr>
          <p:spPr>
            <a:xfrm>
              <a:off x="0" y="0"/>
              <a:ext cx="445776" cy="362977"/>
            </a:xfrm>
            <a:custGeom>
              <a:avLst/>
              <a:gdLst/>
              <a:ahLst/>
              <a:cxnLst/>
              <a:rect l="l" t="t" r="r" b="b"/>
              <a:pathLst>
                <a:path w="445776" h="362977">
                  <a:moveTo>
                    <a:pt x="54464" y="0"/>
                  </a:moveTo>
                  <a:lnTo>
                    <a:pt x="391312" y="0"/>
                  </a:lnTo>
                  <a:cubicBezTo>
                    <a:pt x="421392" y="0"/>
                    <a:pt x="445776" y="24384"/>
                    <a:pt x="445776" y="54464"/>
                  </a:cubicBezTo>
                  <a:lnTo>
                    <a:pt x="445776" y="308513"/>
                  </a:lnTo>
                  <a:cubicBezTo>
                    <a:pt x="445776" y="338592"/>
                    <a:pt x="421392" y="362977"/>
                    <a:pt x="391312" y="362977"/>
                  </a:cubicBezTo>
                  <a:lnTo>
                    <a:pt x="54464" y="362977"/>
                  </a:lnTo>
                  <a:cubicBezTo>
                    <a:pt x="24384" y="362977"/>
                    <a:pt x="0" y="338592"/>
                    <a:pt x="0" y="308513"/>
                  </a:cubicBezTo>
                  <a:lnTo>
                    <a:pt x="0" y="54464"/>
                  </a:lnTo>
                  <a:cubicBezTo>
                    <a:pt x="0" y="24384"/>
                    <a:pt x="24384" y="0"/>
                    <a:pt x="54464" y="0"/>
                  </a:cubicBezTo>
                  <a:close/>
                </a:path>
              </a:pathLst>
            </a:custGeom>
            <a:blipFill>
              <a:blip r:embed="rId6"/>
              <a:stretch>
                <a:fillRect l="-11107" r="-11107"/>
              </a:stretch>
            </a:blipFill>
          </p:spPr>
          <p:txBody>
            <a:bodyPr/>
            <a:lstStyle/>
            <a:p>
              <a:endParaRPr lang="en-IN"/>
            </a:p>
          </p:txBody>
        </p:sp>
      </p:grpSp>
      <p:grpSp>
        <p:nvGrpSpPr>
          <p:cNvPr id="15" name="Group 15"/>
          <p:cNvGrpSpPr/>
          <p:nvPr/>
        </p:nvGrpSpPr>
        <p:grpSpPr>
          <a:xfrm>
            <a:off x="12559149" y="2006515"/>
            <a:ext cx="3695843" cy="3009370"/>
            <a:chOff x="0" y="0"/>
            <a:chExt cx="445776" cy="362977"/>
          </a:xfrm>
        </p:grpSpPr>
        <p:sp>
          <p:nvSpPr>
            <p:cNvPr id="16" name="Freeform 16"/>
            <p:cNvSpPr/>
            <p:nvPr/>
          </p:nvSpPr>
          <p:spPr>
            <a:xfrm>
              <a:off x="0" y="0"/>
              <a:ext cx="445776" cy="362977"/>
            </a:xfrm>
            <a:custGeom>
              <a:avLst/>
              <a:gdLst/>
              <a:ahLst/>
              <a:cxnLst/>
              <a:rect l="l" t="t" r="r" b="b"/>
              <a:pathLst>
                <a:path w="445776" h="362977">
                  <a:moveTo>
                    <a:pt x="54464" y="0"/>
                  </a:moveTo>
                  <a:lnTo>
                    <a:pt x="391312" y="0"/>
                  </a:lnTo>
                  <a:cubicBezTo>
                    <a:pt x="421392" y="0"/>
                    <a:pt x="445776" y="24384"/>
                    <a:pt x="445776" y="54464"/>
                  </a:cubicBezTo>
                  <a:lnTo>
                    <a:pt x="445776" y="308513"/>
                  </a:lnTo>
                  <a:cubicBezTo>
                    <a:pt x="445776" y="338592"/>
                    <a:pt x="421392" y="362977"/>
                    <a:pt x="391312" y="362977"/>
                  </a:cubicBezTo>
                  <a:lnTo>
                    <a:pt x="54464" y="362977"/>
                  </a:lnTo>
                  <a:cubicBezTo>
                    <a:pt x="24384" y="362977"/>
                    <a:pt x="0" y="338592"/>
                    <a:pt x="0" y="308513"/>
                  </a:cubicBezTo>
                  <a:lnTo>
                    <a:pt x="0" y="54464"/>
                  </a:lnTo>
                  <a:cubicBezTo>
                    <a:pt x="0" y="24384"/>
                    <a:pt x="24384" y="0"/>
                    <a:pt x="54464" y="0"/>
                  </a:cubicBezTo>
                  <a:close/>
                </a:path>
              </a:pathLst>
            </a:custGeom>
            <a:blipFill>
              <a:blip r:embed="rId7"/>
              <a:stretch>
                <a:fillRect l="-11013" r="-11013"/>
              </a:stretch>
            </a:blipFill>
          </p:spPr>
          <p:txBody>
            <a:bodyPr/>
            <a:lstStyle/>
            <a:p>
              <a:endParaRPr lang="en-IN"/>
            </a:p>
          </p:txBody>
        </p:sp>
      </p:grpSp>
      <p:grpSp>
        <p:nvGrpSpPr>
          <p:cNvPr id="17" name="Group 17"/>
          <p:cNvGrpSpPr/>
          <p:nvPr/>
        </p:nvGrpSpPr>
        <p:grpSpPr>
          <a:xfrm>
            <a:off x="8644098" y="5271115"/>
            <a:ext cx="3695843" cy="3009370"/>
            <a:chOff x="0" y="0"/>
            <a:chExt cx="445776" cy="362977"/>
          </a:xfrm>
        </p:grpSpPr>
        <p:sp>
          <p:nvSpPr>
            <p:cNvPr id="18" name="Freeform 18"/>
            <p:cNvSpPr/>
            <p:nvPr/>
          </p:nvSpPr>
          <p:spPr>
            <a:xfrm>
              <a:off x="0" y="0"/>
              <a:ext cx="445776" cy="362977"/>
            </a:xfrm>
            <a:custGeom>
              <a:avLst/>
              <a:gdLst/>
              <a:ahLst/>
              <a:cxnLst/>
              <a:rect l="l" t="t" r="r" b="b"/>
              <a:pathLst>
                <a:path w="445776" h="362977">
                  <a:moveTo>
                    <a:pt x="54464" y="0"/>
                  </a:moveTo>
                  <a:lnTo>
                    <a:pt x="391312" y="0"/>
                  </a:lnTo>
                  <a:cubicBezTo>
                    <a:pt x="421392" y="0"/>
                    <a:pt x="445776" y="24384"/>
                    <a:pt x="445776" y="54464"/>
                  </a:cubicBezTo>
                  <a:lnTo>
                    <a:pt x="445776" y="308513"/>
                  </a:lnTo>
                  <a:cubicBezTo>
                    <a:pt x="445776" y="338592"/>
                    <a:pt x="421392" y="362977"/>
                    <a:pt x="391312" y="362977"/>
                  </a:cubicBezTo>
                  <a:lnTo>
                    <a:pt x="54464" y="362977"/>
                  </a:lnTo>
                  <a:cubicBezTo>
                    <a:pt x="24384" y="362977"/>
                    <a:pt x="0" y="338592"/>
                    <a:pt x="0" y="308513"/>
                  </a:cubicBezTo>
                  <a:lnTo>
                    <a:pt x="0" y="54464"/>
                  </a:lnTo>
                  <a:cubicBezTo>
                    <a:pt x="0" y="24384"/>
                    <a:pt x="24384" y="0"/>
                    <a:pt x="54464" y="0"/>
                  </a:cubicBezTo>
                  <a:close/>
                </a:path>
              </a:pathLst>
            </a:custGeom>
            <a:blipFill>
              <a:blip r:embed="rId8"/>
              <a:stretch>
                <a:fillRect l="-11013" r="-11013"/>
              </a:stretch>
            </a:blipFill>
          </p:spPr>
          <p:txBody>
            <a:bodyPr/>
            <a:lstStyle/>
            <a:p>
              <a:endParaRPr lang="en-IN"/>
            </a:p>
          </p:txBody>
        </p:sp>
      </p:grpSp>
      <p:grpSp>
        <p:nvGrpSpPr>
          <p:cNvPr id="19" name="Group 19"/>
          <p:cNvGrpSpPr/>
          <p:nvPr/>
        </p:nvGrpSpPr>
        <p:grpSpPr>
          <a:xfrm>
            <a:off x="12559149" y="5271115"/>
            <a:ext cx="3695843" cy="3009370"/>
            <a:chOff x="0" y="0"/>
            <a:chExt cx="445776" cy="362977"/>
          </a:xfrm>
        </p:grpSpPr>
        <p:sp>
          <p:nvSpPr>
            <p:cNvPr id="20" name="Freeform 20"/>
            <p:cNvSpPr/>
            <p:nvPr/>
          </p:nvSpPr>
          <p:spPr>
            <a:xfrm>
              <a:off x="0" y="0"/>
              <a:ext cx="445776" cy="362977"/>
            </a:xfrm>
            <a:custGeom>
              <a:avLst/>
              <a:gdLst/>
              <a:ahLst/>
              <a:cxnLst/>
              <a:rect l="l" t="t" r="r" b="b"/>
              <a:pathLst>
                <a:path w="445776" h="362977">
                  <a:moveTo>
                    <a:pt x="54464" y="0"/>
                  </a:moveTo>
                  <a:lnTo>
                    <a:pt x="391312" y="0"/>
                  </a:lnTo>
                  <a:cubicBezTo>
                    <a:pt x="421392" y="0"/>
                    <a:pt x="445776" y="24384"/>
                    <a:pt x="445776" y="54464"/>
                  </a:cubicBezTo>
                  <a:lnTo>
                    <a:pt x="445776" y="308513"/>
                  </a:lnTo>
                  <a:cubicBezTo>
                    <a:pt x="445776" y="338592"/>
                    <a:pt x="421392" y="362977"/>
                    <a:pt x="391312" y="362977"/>
                  </a:cubicBezTo>
                  <a:lnTo>
                    <a:pt x="54464" y="362977"/>
                  </a:lnTo>
                  <a:cubicBezTo>
                    <a:pt x="24384" y="362977"/>
                    <a:pt x="0" y="338592"/>
                    <a:pt x="0" y="308513"/>
                  </a:cubicBezTo>
                  <a:lnTo>
                    <a:pt x="0" y="54464"/>
                  </a:lnTo>
                  <a:cubicBezTo>
                    <a:pt x="0" y="24384"/>
                    <a:pt x="24384" y="0"/>
                    <a:pt x="54464" y="0"/>
                  </a:cubicBezTo>
                  <a:close/>
                </a:path>
              </a:pathLst>
            </a:custGeom>
            <a:blipFill>
              <a:blip r:embed="rId9"/>
              <a:stretch>
                <a:fillRect l="-22539" r="-22539"/>
              </a:stretch>
            </a:blipFill>
          </p:spPr>
          <p:txBody>
            <a:bodyPr/>
            <a:lstStyle/>
            <a:p>
              <a:endParaRPr lang="en-IN"/>
            </a:p>
          </p:txBody>
        </p:sp>
      </p:grpSp>
      <p:sp>
        <p:nvSpPr>
          <p:cNvPr id="21" name="TextBox 21"/>
          <p:cNvSpPr txBox="1"/>
          <p:nvPr/>
        </p:nvSpPr>
        <p:spPr>
          <a:xfrm>
            <a:off x="13597305" y="9248775"/>
            <a:ext cx="2636028" cy="428502"/>
          </a:xfrm>
          <a:prstGeom prst="rect">
            <a:avLst/>
          </a:prstGeom>
        </p:spPr>
        <p:txBody>
          <a:bodyPr lIns="0" tIns="0" rIns="0" bIns="0" rtlCol="0" anchor="t">
            <a:spAutoFit/>
          </a:bodyPr>
          <a:lstStyle/>
          <a:p>
            <a:pPr algn="r">
              <a:lnSpc>
                <a:spcPts val="3155"/>
              </a:lnSpc>
            </a:pPr>
            <a:r>
              <a:rPr lang="en-US" sz="2253">
                <a:solidFill>
                  <a:srgbClr val="FFFFFF"/>
                </a:solidFill>
                <a:latin typeface="Arial MT Pro"/>
                <a:ea typeface="Arial MT Pro"/>
                <a:cs typeface="Arial MT Pro"/>
                <a:sym typeface="Arial MT Pro"/>
              </a:rPr>
              <a:t>Presentation</a:t>
            </a:r>
          </a:p>
        </p:txBody>
      </p:sp>
      <p:sp>
        <p:nvSpPr>
          <p:cNvPr id="22" name="TextBox 22"/>
          <p:cNvSpPr txBox="1"/>
          <p:nvPr/>
        </p:nvSpPr>
        <p:spPr>
          <a:xfrm>
            <a:off x="14623272" y="600198"/>
            <a:ext cx="2636028" cy="428502"/>
          </a:xfrm>
          <a:prstGeom prst="rect">
            <a:avLst/>
          </a:prstGeom>
        </p:spPr>
        <p:txBody>
          <a:bodyPr lIns="0" tIns="0" rIns="0" bIns="0" rtlCol="0" anchor="t">
            <a:spAutoFit/>
          </a:bodyPr>
          <a:lstStyle/>
          <a:p>
            <a:pPr algn="r">
              <a:lnSpc>
                <a:spcPts val="3155"/>
              </a:lnSpc>
            </a:pPr>
            <a:r>
              <a:rPr lang="en-US" sz="2253">
                <a:solidFill>
                  <a:srgbClr val="FFFFFF"/>
                </a:solidFill>
                <a:latin typeface="Arial MT Pro"/>
                <a:ea typeface="Arial MT Pro"/>
                <a:cs typeface="Arial MT Pro"/>
                <a:sym typeface="Arial MT Pro"/>
              </a:rPr>
              <a:t>02 May, 2026</a:t>
            </a:r>
          </a:p>
        </p:txBody>
      </p:sp>
      <p:sp>
        <p:nvSpPr>
          <p:cNvPr id="23" name="TextBox 23"/>
          <p:cNvSpPr txBox="1"/>
          <p:nvPr/>
        </p:nvSpPr>
        <p:spPr>
          <a:xfrm>
            <a:off x="1028700" y="9248775"/>
            <a:ext cx="4227716" cy="428502"/>
          </a:xfrm>
          <a:prstGeom prst="rect">
            <a:avLst/>
          </a:prstGeom>
        </p:spPr>
        <p:txBody>
          <a:bodyPr lIns="0" tIns="0" rIns="0" bIns="0" rtlCol="0" anchor="t">
            <a:spAutoFit/>
          </a:bodyPr>
          <a:lstStyle/>
          <a:p>
            <a:pPr algn="l">
              <a:lnSpc>
                <a:spcPts val="3155"/>
              </a:lnSpc>
            </a:pPr>
            <a:r>
              <a:rPr lang="en-US" sz="2253">
                <a:solidFill>
                  <a:srgbClr val="FFFFFF"/>
                </a:solidFill>
                <a:latin typeface="Arial MT Pro"/>
                <a:ea typeface="Arial MT Pro"/>
                <a:cs typeface="Arial MT Pro"/>
                <a:sym typeface="Arial MT Pro"/>
              </a:rPr>
              <a:t>reallygreatsite.com</a:t>
            </a:r>
          </a:p>
        </p:txBody>
      </p:sp>
      <p:sp>
        <p:nvSpPr>
          <p:cNvPr id="24" name="AutoShape 24"/>
          <p:cNvSpPr/>
          <p:nvPr/>
        </p:nvSpPr>
        <p:spPr>
          <a:xfrm flipV="1">
            <a:off x="14171815" y="1021556"/>
            <a:ext cx="3087485" cy="0"/>
          </a:xfrm>
          <a:prstGeom prst="line">
            <a:avLst/>
          </a:prstGeom>
          <a:ln w="9525" cap="flat">
            <a:solidFill>
              <a:srgbClr val="FFFFFF"/>
            </a:solidFill>
            <a:prstDash val="solid"/>
            <a:headEnd type="none" w="sm" len="sm"/>
            <a:tailEnd type="none" w="sm" len="sm"/>
          </a:ln>
        </p:spPr>
        <p:txBody>
          <a:bodyPr/>
          <a:lstStyle/>
          <a:p>
            <a:endParaRPr lang="en-IN"/>
          </a:p>
        </p:txBody>
      </p:sp>
      <p:sp>
        <p:nvSpPr>
          <p:cNvPr id="25" name="AutoShape 25"/>
          <p:cNvSpPr/>
          <p:nvPr/>
        </p:nvSpPr>
        <p:spPr>
          <a:xfrm>
            <a:off x="1028700" y="9265444"/>
            <a:ext cx="3087485" cy="0"/>
          </a:xfrm>
          <a:prstGeom prst="line">
            <a:avLst/>
          </a:prstGeom>
          <a:ln w="9525" cap="flat">
            <a:solidFill>
              <a:srgbClr val="FFFFFF"/>
            </a:solidFill>
            <a:prstDash val="solid"/>
            <a:headEnd type="none" w="sm" len="sm"/>
            <a:tailEnd type="none" w="sm" len="sm"/>
          </a:ln>
        </p:spPr>
        <p:txBody>
          <a:bodyPr/>
          <a:lstStyle/>
          <a:p>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253746"/>
        </a:solidFill>
        <a:effectLst/>
      </p:bgPr>
    </p:bg>
    <p:spTree>
      <p:nvGrpSpPr>
        <p:cNvPr id="1" name=""/>
        <p:cNvGrpSpPr/>
        <p:nvPr/>
      </p:nvGrpSpPr>
      <p:grpSpPr>
        <a:xfrm>
          <a:off x="0" y="0"/>
          <a:ext cx="0" cy="0"/>
          <a:chOff x="0" y="0"/>
          <a:chExt cx="0" cy="0"/>
        </a:xfrm>
      </p:grpSpPr>
      <p:sp>
        <p:nvSpPr>
          <p:cNvPr id="2" name="Freeform 2"/>
          <p:cNvSpPr/>
          <p:nvPr/>
        </p:nvSpPr>
        <p:spPr>
          <a:xfrm flipV="1">
            <a:off x="-3561080" y="773441"/>
            <a:ext cx="5961182" cy="1605625"/>
          </a:xfrm>
          <a:custGeom>
            <a:avLst/>
            <a:gdLst/>
            <a:ahLst/>
            <a:cxnLst/>
            <a:rect l="l" t="t" r="r" b="b"/>
            <a:pathLst>
              <a:path w="5961182" h="1605625">
                <a:moveTo>
                  <a:pt x="0" y="1605625"/>
                </a:moveTo>
                <a:lnTo>
                  <a:pt x="5961182" y="1605625"/>
                </a:lnTo>
                <a:lnTo>
                  <a:pt x="5961182" y="0"/>
                </a:lnTo>
                <a:lnTo>
                  <a:pt x="0" y="0"/>
                </a:lnTo>
                <a:lnTo>
                  <a:pt x="0" y="1605625"/>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flipV="1">
            <a:off x="-323757" y="-304247"/>
            <a:ext cx="5961182" cy="1605625"/>
          </a:xfrm>
          <a:custGeom>
            <a:avLst/>
            <a:gdLst/>
            <a:ahLst/>
            <a:cxnLst/>
            <a:rect l="l" t="t" r="r" b="b"/>
            <a:pathLst>
              <a:path w="5961182" h="1605625">
                <a:moveTo>
                  <a:pt x="0" y="1605625"/>
                </a:moveTo>
                <a:lnTo>
                  <a:pt x="5961182" y="1605625"/>
                </a:lnTo>
                <a:lnTo>
                  <a:pt x="5961182" y="0"/>
                </a:lnTo>
                <a:lnTo>
                  <a:pt x="0" y="0"/>
                </a:lnTo>
                <a:lnTo>
                  <a:pt x="0" y="1605625"/>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grpSp>
        <p:nvGrpSpPr>
          <p:cNvPr id="4" name="Group 4"/>
          <p:cNvGrpSpPr/>
          <p:nvPr/>
        </p:nvGrpSpPr>
        <p:grpSpPr>
          <a:xfrm>
            <a:off x="16512448" y="8815731"/>
            <a:ext cx="1037538" cy="1037538"/>
            <a:chOff x="0" y="0"/>
            <a:chExt cx="273261" cy="273261"/>
          </a:xfrm>
        </p:grpSpPr>
        <p:sp>
          <p:nvSpPr>
            <p:cNvPr id="5" name="Freeform 5"/>
            <p:cNvSpPr/>
            <p:nvPr/>
          </p:nvSpPr>
          <p:spPr>
            <a:xfrm>
              <a:off x="0" y="0"/>
              <a:ext cx="273261" cy="273261"/>
            </a:xfrm>
            <a:custGeom>
              <a:avLst/>
              <a:gdLst/>
              <a:ahLst/>
              <a:cxnLst/>
              <a:rect l="l" t="t" r="r" b="b"/>
              <a:pathLst>
                <a:path w="273261" h="273261">
                  <a:moveTo>
                    <a:pt x="0" y="0"/>
                  </a:moveTo>
                  <a:lnTo>
                    <a:pt x="273261" y="0"/>
                  </a:lnTo>
                  <a:lnTo>
                    <a:pt x="273261" y="273261"/>
                  </a:lnTo>
                  <a:lnTo>
                    <a:pt x="0" y="273261"/>
                  </a:lnTo>
                  <a:close/>
                </a:path>
              </a:pathLst>
            </a:custGeom>
            <a:solidFill>
              <a:srgbClr val="5D7085"/>
            </a:solidFill>
          </p:spPr>
          <p:txBody>
            <a:bodyPr/>
            <a:lstStyle/>
            <a:p>
              <a:endParaRPr lang="en-IN"/>
            </a:p>
          </p:txBody>
        </p:sp>
        <p:sp>
          <p:nvSpPr>
            <p:cNvPr id="6" name="TextBox 6"/>
            <p:cNvSpPr txBox="1"/>
            <p:nvPr/>
          </p:nvSpPr>
          <p:spPr>
            <a:xfrm>
              <a:off x="0" y="-38100"/>
              <a:ext cx="273261" cy="311361"/>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6360048" y="8663331"/>
            <a:ext cx="1037538" cy="1037538"/>
            <a:chOff x="0" y="0"/>
            <a:chExt cx="273261" cy="273261"/>
          </a:xfrm>
        </p:grpSpPr>
        <p:sp>
          <p:nvSpPr>
            <p:cNvPr id="8" name="Freeform 8"/>
            <p:cNvSpPr/>
            <p:nvPr/>
          </p:nvSpPr>
          <p:spPr>
            <a:xfrm>
              <a:off x="0" y="0"/>
              <a:ext cx="273261" cy="273261"/>
            </a:xfrm>
            <a:custGeom>
              <a:avLst/>
              <a:gdLst/>
              <a:ahLst/>
              <a:cxnLst/>
              <a:rect l="l" t="t" r="r" b="b"/>
              <a:pathLst>
                <a:path w="273261" h="273261">
                  <a:moveTo>
                    <a:pt x="0" y="0"/>
                  </a:moveTo>
                  <a:lnTo>
                    <a:pt x="273261" y="0"/>
                  </a:lnTo>
                  <a:lnTo>
                    <a:pt x="273261" y="273261"/>
                  </a:lnTo>
                  <a:lnTo>
                    <a:pt x="0" y="273261"/>
                  </a:lnTo>
                  <a:close/>
                </a:path>
              </a:pathLst>
            </a:custGeom>
            <a:solidFill>
              <a:srgbClr val="15222F"/>
            </a:solidFill>
          </p:spPr>
          <p:txBody>
            <a:bodyPr/>
            <a:lstStyle/>
            <a:p>
              <a:endParaRPr lang="en-IN"/>
            </a:p>
          </p:txBody>
        </p:sp>
        <p:sp>
          <p:nvSpPr>
            <p:cNvPr id="9" name="TextBox 9"/>
            <p:cNvSpPr txBox="1"/>
            <p:nvPr/>
          </p:nvSpPr>
          <p:spPr>
            <a:xfrm>
              <a:off x="0" y="-38100"/>
              <a:ext cx="273261" cy="311361"/>
            </a:xfrm>
            <a:prstGeom prst="rect">
              <a:avLst/>
            </a:prstGeom>
          </p:spPr>
          <p:txBody>
            <a:bodyPr lIns="50800" tIns="50800" rIns="50800" bIns="50800" rtlCol="0" anchor="ctr"/>
            <a:lstStyle/>
            <a:p>
              <a:pPr algn="ctr">
                <a:lnSpc>
                  <a:spcPts val="2659"/>
                </a:lnSpc>
              </a:pPr>
              <a:endParaRPr/>
            </a:p>
          </p:txBody>
        </p:sp>
      </p:grpSp>
      <p:sp>
        <p:nvSpPr>
          <p:cNvPr id="10" name="TextBox 10"/>
          <p:cNvSpPr txBox="1"/>
          <p:nvPr/>
        </p:nvSpPr>
        <p:spPr>
          <a:xfrm>
            <a:off x="16233333" y="8710069"/>
            <a:ext cx="1290969" cy="839287"/>
          </a:xfrm>
          <a:prstGeom prst="rect">
            <a:avLst/>
          </a:prstGeom>
        </p:spPr>
        <p:txBody>
          <a:bodyPr lIns="0" tIns="0" rIns="0" bIns="0" rtlCol="0" anchor="t">
            <a:spAutoFit/>
          </a:bodyPr>
          <a:lstStyle/>
          <a:p>
            <a:pPr algn="ctr">
              <a:lnSpc>
                <a:spcPts val="6765"/>
              </a:lnSpc>
            </a:pPr>
            <a:r>
              <a:rPr lang="en-US" sz="4832" b="1">
                <a:solidFill>
                  <a:srgbClr val="F7F7F7"/>
                </a:solidFill>
                <a:latin typeface="Public Sans Bold"/>
                <a:ea typeface="Public Sans Bold"/>
                <a:cs typeface="Public Sans Bold"/>
                <a:sym typeface="Public Sans Bold"/>
              </a:rPr>
              <a:t>07</a:t>
            </a:r>
          </a:p>
        </p:txBody>
      </p:sp>
      <p:sp>
        <p:nvSpPr>
          <p:cNvPr id="11" name="TextBox 11"/>
          <p:cNvSpPr txBox="1"/>
          <p:nvPr/>
        </p:nvSpPr>
        <p:spPr>
          <a:xfrm>
            <a:off x="4508288" y="1535147"/>
            <a:ext cx="9271423" cy="1458837"/>
          </a:xfrm>
          <a:prstGeom prst="rect">
            <a:avLst/>
          </a:prstGeom>
        </p:spPr>
        <p:txBody>
          <a:bodyPr lIns="0" tIns="0" rIns="0" bIns="0" rtlCol="0" anchor="t">
            <a:spAutoFit/>
          </a:bodyPr>
          <a:lstStyle/>
          <a:p>
            <a:pPr algn="ctr">
              <a:lnSpc>
                <a:spcPts val="11992"/>
              </a:lnSpc>
            </a:pPr>
            <a:r>
              <a:rPr lang="en-US" sz="8565" b="1">
                <a:solidFill>
                  <a:srgbClr val="FFFFFF"/>
                </a:solidFill>
                <a:latin typeface="Public Sans Bold"/>
                <a:ea typeface="Public Sans Bold"/>
                <a:cs typeface="Public Sans Bold"/>
                <a:sym typeface="Public Sans Bold"/>
              </a:rPr>
              <a:t>RESULT</a:t>
            </a:r>
          </a:p>
        </p:txBody>
      </p:sp>
      <p:sp>
        <p:nvSpPr>
          <p:cNvPr id="12" name="TextBox 12"/>
          <p:cNvSpPr txBox="1"/>
          <p:nvPr/>
        </p:nvSpPr>
        <p:spPr>
          <a:xfrm>
            <a:off x="2448948" y="3227949"/>
            <a:ext cx="13390105" cy="1628576"/>
          </a:xfrm>
          <a:prstGeom prst="rect">
            <a:avLst/>
          </a:prstGeom>
        </p:spPr>
        <p:txBody>
          <a:bodyPr lIns="0" tIns="0" rIns="0" bIns="0" rtlCol="0" anchor="t">
            <a:spAutoFit/>
          </a:bodyPr>
          <a:lstStyle/>
          <a:p>
            <a:pPr algn="l">
              <a:lnSpc>
                <a:spcPts val="3155"/>
              </a:lnSpc>
            </a:pPr>
            <a:r>
              <a:rPr lang="en-US" sz="2253">
                <a:solidFill>
                  <a:srgbClr val="FFFFFF"/>
                </a:solidFill>
                <a:latin typeface="Arial MT Pro"/>
                <a:ea typeface="Arial MT Pro"/>
                <a:cs typeface="Arial MT Pro"/>
                <a:sym typeface="Arial MT Pro"/>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a:t>
            </a:r>
          </a:p>
        </p:txBody>
      </p:sp>
      <p:sp>
        <p:nvSpPr>
          <p:cNvPr id="13" name="TextBox 13"/>
          <p:cNvSpPr txBox="1"/>
          <p:nvPr/>
        </p:nvSpPr>
        <p:spPr>
          <a:xfrm>
            <a:off x="2448948" y="5094650"/>
            <a:ext cx="13390105" cy="1628576"/>
          </a:xfrm>
          <a:prstGeom prst="rect">
            <a:avLst/>
          </a:prstGeom>
        </p:spPr>
        <p:txBody>
          <a:bodyPr lIns="0" tIns="0" rIns="0" bIns="0" rtlCol="0" anchor="t">
            <a:spAutoFit/>
          </a:bodyPr>
          <a:lstStyle/>
          <a:p>
            <a:pPr algn="l">
              <a:lnSpc>
                <a:spcPts val="3155"/>
              </a:lnSpc>
            </a:pPr>
            <a:r>
              <a:rPr lang="en-US" sz="2253">
                <a:solidFill>
                  <a:srgbClr val="FFFFFF"/>
                </a:solidFill>
                <a:latin typeface="Arial MT Pro"/>
                <a:ea typeface="Arial MT Pro"/>
                <a:cs typeface="Arial MT Pro"/>
                <a:sym typeface="Arial MT Pro"/>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a:t>
            </a:r>
          </a:p>
        </p:txBody>
      </p:sp>
      <p:sp>
        <p:nvSpPr>
          <p:cNvPr id="14" name="TextBox 14"/>
          <p:cNvSpPr txBox="1"/>
          <p:nvPr/>
        </p:nvSpPr>
        <p:spPr>
          <a:xfrm>
            <a:off x="2448948" y="6961352"/>
            <a:ext cx="13390105" cy="1628576"/>
          </a:xfrm>
          <a:prstGeom prst="rect">
            <a:avLst/>
          </a:prstGeom>
        </p:spPr>
        <p:txBody>
          <a:bodyPr lIns="0" tIns="0" rIns="0" bIns="0" rtlCol="0" anchor="t">
            <a:spAutoFit/>
          </a:bodyPr>
          <a:lstStyle/>
          <a:p>
            <a:pPr algn="l">
              <a:lnSpc>
                <a:spcPts val="3155"/>
              </a:lnSpc>
            </a:pPr>
            <a:r>
              <a:rPr lang="en-US" sz="2253">
                <a:solidFill>
                  <a:srgbClr val="FFFFFF"/>
                </a:solidFill>
                <a:latin typeface="Arial MT Pro"/>
                <a:ea typeface="Arial MT Pro"/>
                <a:cs typeface="Arial MT Pro"/>
                <a:sym typeface="Arial MT Pro"/>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a:t>
            </a:r>
          </a:p>
        </p:txBody>
      </p:sp>
      <p:sp>
        <p:nvSpPr>
          <p:cNvPr id="15" name="TextBox 15"/>
          <p:cNvSpPr txBox="1"/>
          <p:nvPr/>
        </p:nvSpPr>
        <p:spPr>
          <a:xfrm>
            <a:off x="13597305" y="9248775"/>
            <a:ext cx="2636028" cy="428502"/>
          </a:xfrm>
          <a:prstGeom prst="rect">
            <a:avLst/>
          </a:prstGeom>
        </p:spPr>
        <p:txBody>
          <a:bodyPr lIns="0" tIns="0" rIns="0" bIns="0" rtlCol="0" anchor="t">
            <a:spAutoFit/>
          </a:bodyPr>
          <a:lstStyle/>
          <a:p>
            <a:pPr algn="r">
              <a:lnSpc>
                <a:spcPts val="3155"/>
              </a:lnSpc>
            </a:pPr>
            <a:r>
              <a:rPr lang="en-US" sz="2253">
                <a:solidFill>
                  <a:srgbClr val="FFFFFF"/>
                </a:solidFill>
                <a:latin typeface="Arial MT Pro"/>
                <a:ea typeface="Arial MT Pro"/>
                <a:cs typeface="Arial MT Pro"/>
                <a:sym typeface="Arial MT Pro"/>
              </a:rPr>
              <a:t>Presentation</a:t>
            </a:r>
          </a:p>
        </p:txBody>
      </p:sp>
      <p:sp>
        <p:nvSpPr>
          <p:cNvPr id="16" name="TextBox 16"/>
          <p:cNvSpPr txBox="1"/>
          <p:nvPr/>
        </p:nvSpPr>
        <p:spPr>
          <a:xfrm>
            <a:off x="14623272" y="600198"/>
            <a:ext cx="2636028" cy="428502"/>
          </a:xfrm>
          <a:prstGeom prst="rect">
            <a:avLst/>
          </a:prstGeom>
        </p:spPr>
        <p:txBody>
          <a:bodyPr lIns="0" tIns="0" rIns="0" bIns="0" rtlCol="0" anchor="t">
            <a:spAutoFit/>
          </a:bodyPr>
          <a:lstStyle/>
          <a:p>
            <a:pPr algn="r">
              <a:lnSpc>
                <a:spcPts val="3155"/>
              </a:lnSpc>
            </a:pPr>
            <a:r>
              <a:rPr lang="en-US" sz="2253">
                <a:solidFill>
                  <a:srgbClr val="FFFFFF"/>
                </a:solidFill>
                <a:latin typeface="Arial MT Pro"/>
                <a:ea typeface="Arial MT Pro"/>
                <a:cs typeface="Arial MT Pro"/>
                <a:sym typeface="Arial MT Pro"/>
              </a:rPr>
              <a:t>02 May, 2026</a:t>
            </a:r>
          </a:p>
        </p:txBody>
      </p:sp>
      <p:sp>
        <p:nvSpPr>
          <p:cNvPr id="17" name="TextBox 17"/>
          <p:cNvSpPr txBox="1"/>
          <p:nvPr/>
        </p:nvSpPr>
        <p:spPr>
          <a:xfrm>
            <a:off x="1028700" y="9248775"/>
            <a:ext cx="4227716" cy="428502"/>
          </a:xfrm>
          <a:prstGeom prst="rect">
            <a:avLst/>
          </a:prstGeom>
        </p:spPr>
        <p:txBody>
          <a:bodyPr lIns="0" tIns="0" rIns="0" bIns="0" rtlCol="0" anchor="t">
            <a:spAutoFit/>
          </a:bodyPr>
          <a:lstStyle/>
          <a:p>
            <a:pPr algn="l">
              <a:lnSpc>
                <a:spcPts val="3155"/>
              </a:lnSpc>
            </a:pPr>
            <a:r>
              <a:rPr lang="en-US" sz="2253">
                <a:solidFill>
                  <a:srgbClr val="FFFFFF"/>
                </a:solidFill>
                <a:latin typeface="Arial MT Pro"/>
                <a:ea typeface="Arial MT Pro"/>
                <a:cs typeface="Arial MT Pro"/>
                <a:sym typeface="Arial MT Pro"/>
              </a:rPr>
              <a:t>reallygreatsite.com</a:t>
            </a:r>
          </a:p>
        </p:txBody>
      </p:sp>
      <p:sp>
        <p:nvSpPr>
          <p:cNvPr id="18" name="AutoShape 18"/>
          <p:cNvSpPr/>
          <p:nvPr/>
        </p:nvSpPr>
        <p:spPr>
          <a:xfrm flipV="1">
            <a:off x="14171815" y="1021556"/>
            <a:ext cx="3087485" cy="0"/>
          </a:xfrm>
          <a:prstGeom prst="line">
            <a:avLst/>
          </a:prstGeom>
          <a:ln w="9525" cap="flat">
            <a:solidFill>
              <a:srgbClr val="FFFFFF"/>
            </a:solidFill>
            <a:prstDash val="solid"/>
            <a:headEnd type="none" w="sm" len="sm"/>
            <a:tailEnd type="none" w="sm" len="sm"/>
          </a:ln>
        </p:spPr>
        <p:txBody>
          <a:bodyPr/>
          <a:lstStyle/>
          <a:p>
            <a:endParaRPr lang="en-IN"/>
          </a:p>
        </p:txBody>
      </p:sp>
      <p:sp>
        <p:nvSpPr>
          <p:cNvPr id="19" name="AutoShape 19"/>
          <p:cNvSpPr/>
          <p:nvPr/>
        </p:nvSpPr>
        <p:spPr>
          <a:xfrm>
            <a:off x="1028700" y="9265444"/>
            <a:ext cx="3087485" cy="0"/>
          </a:xfrm>
          <a:prstGeom prst="line">
            <a:avLst/>
          </a:prstGeom>
          <a:ln w="9525" cap="flat">
            <a:solidFill>
              <a:srgbClr val="FFFFFF"/>
            </a:solidFill>
            <a:prstDash val="solid"/>
            <a:headEnd type="none" w="sm" len="sm"/>
            <a:tailEnd type="none" w="sm" len="sm"/>
          </a:ln>
        </p:spPr>
        <p:txBody>
          <a:bodyPr/>
          <a:lstStyle/>
          <a:p>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253746"/>
        </a:solidFill>
        <a:effectLst/>
      </p:bgPr>
    </p:bg>
    <p:spTree>
      <p:nvGrpSpPr>
        <p:cNvPr id="1" name=""/>
        <p:cNvGrpSpPr/>
        <p:nvPr/>
      </p:nvGrpSpPr>
      <p:grpSpPr>
        <a:xfrm>
          <a:off x="0" y="0"/>
          <a:ext cx="0" cy="0"/>
          <a:chOff x="0" y="0"/>
          <a:chExt cx="0" cy="0"/>
        </a:xfrm>
      </p:grpSpPr>
      <p:sp>
        <p:nvSpPr>
          <p:cNvPr id="2" name="Freeform 2"/>
          <p:cNvSpPr/>
          <p:nvPr/>
        </p:nvSpPr>
        <p:spPr>
          <a:xfrm flipV="1">
            <a:off x="-3561080" y="773441"/>
            <a:ext cx="5961182" cy="1605625"/>
          </a:xfrm>
          <a:custGeom>
            <a:avLst/>
            <a:gdLst/>
            <a:ahLst/>
            <a:cxnLst/>
            <a:rect l="l" t="t" r="r" b="b"/>
            <a:pathLst>
              <a:path w="5961182" h="1605625">
                <a:moveTo>
                  <a:pt x="0" y="1605625"/>
                </a:moveTo>
                <a:lnTo>
                  <a:pt x="5961182" y="1605625"/>
                </a:lnTo>
                <a:lnTo>
                  <a:pt x="5961182" y="0"/>
                </a:lnTo>
                <a:lnTo>
                  <a:pt x="0" y="0"/>
                </a:lnTo>
                <a:lnTo>
                  <a:pt x="0" y="1605625"/>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flipV="1">
            <a:off x="-323757" y="-304247"/>
            <a:ext cx="5961182" cy="1605625"/>
          </a:xfrm>
          <a:custGeom>
            <a:avLst/>
            <a:gdLst/>
            <a:ahLst/>
            <a:cxnLst/>
            <a:rect l="l" t="t" r="r" b="b"/>
            <a:pathLst>
              <a:path w="5961182" h="1605625">
                <a:moveTo>
                  <a:pt x="0" y="1605625"/>
                </a:moveTo>
                <a:lnTo>
                  <a:pt x="5961182" y="1605625"/>
                </a:lnTo>
                <a:lnTo>
                  <a:pt x="5961182" y="0"/>
                </a:lnTo>
                <a:lnTo>
                  <a:pt x="0" y="0"/>
                </a:lnTo>
                <a:lnTo>
                  <a:pt x="0" y="1605625"/>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grpSp>
        <p:nvGrpSpPr>
          <p:cNvPr id="4" name="Group 4"/>
          <p:cNvGrpSpPr/>
          <p:nvPr/>
        </p:nvGrpSpPr>
        <p:grpSpPr>
          <a:xfrm>
            <a:off x="16512448" y="8815731"/>
            <a:ext cx="1037538" cy="1037538"/>
            <a:chOff x="0" y="0"/>
            <a:chExt cx="273261" cy="273261"/>
          </a:xfrm>
        </p:grpSpPr>
        <p:sp>
          <p:nvSpPr>
            <p:cNvPr id="5" name="Freeform 5"/>
            <p:cNvSpPr/>
            <p:nvPr/>
          </p:nvSpPr>
          <p:spPr>
            <a:xfrm>
              <a:off x="0" y="0"/>
              <a:ext cx="273261" cy="273261"/>
            </a:xfrm>
            <a:custGeom>
              <a:avLst/>
              <a:gdLst/>
              <a:ahLst/>
              <a:cxnLst/>
              <a:rect l="l" t="t" r="r" b="b"/>
              <a:pathLst>
                <a:path w="273261" h="273261">
                  <a:moveTo>
                    <a:pt x="0" y="0"/>
                  </a:moveTo>
                  <a:lnTo>
                    <a:pt x="273261" y="0"/>
                  </a:lnTo>
                  <a:lnTo>
                    <a:pt x="273261" y="273261"/>
                  </a:lnTo>
                  <a:lnTo>
                    <a:pt x="0" y="273261"/>
                  </a:lnTo>
                  <a:close/>
                </a:path>
              </a:pathLst>
            </a:custGeom>
            <a:solidFill>
              <a:srgbClr val="5D7085"/>
            </a:solidFill>
          </p:spPr>
          <p:txBody>
            <a:bodyPr/>
            <a:lstStyle/>
            <a:p>
              <a:endParaRPr lang="en-IN"/>
            </a:p>
          </p:txBody>
        </p:sp>
        <p:sp>
          <p:nvSpPr>
            <p:cNvPr id="6" name="TextBox 6"/>
            <p:cNvSpPr txBox="1"/>
            <p:nvPr/>
          </p:nvSpPr>
          <p:spPr>
            <a:xfrm>
              <a:off x="0" y="-38100"/>
              <a:ext cx="273261" cy="311361"/>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6360048" y="8663331"/>
            <a:ext cx="1037538" cy="1037538"/>
            <a:chOff x="0" y="0"/>
            <a:chExt cx="273261" cy="273261"/>
          </a:xfrm>
        </p:grpSpPr>
        <p:sp>
          <p:nvSpPr>
            <p:cNvPr id="8" name="Freeform 8"/>
            <p:cNvSpPr/>
            <p:nvPr/>
          </p:nvSpPr>
          <p:spPr>
            <a:xfrm>
              <a:off x="0" y="0"/>
              <a:ext cx="273261" cy="273261"/>
            </a:xfrm>
            <a:custGeom>
              <a:avLst/>
              <a:gdLst/>
              <a:ahLst/>
              <a:cxnLst/>
              <a:rect l="l" t="t" r="r" b="b"/>
              <a:pathLst>
                <a:path w="273261" h="273261">
                  <a:moveTo>
                    <a:pt x="0" y="0"/>
                  </a:moveTo>
                  <a:lnTo>
                    <a:pt x="273261" y="0"/>
                  </a:lnTo>
                  <a:lnTo>
                    <a:pt x="273261" y="273261"/>
                  </a:lnTo>
                  <a:lnTo>
                    <a:pt x="0" y="273261"/>
                  </a:lnTo>
                  <a:close/>
                </a:path>
              </a:pathLst>
            </a:custGeom>
            <a:solidFill>
              <a:srgbClr val="15222F"/>
            </a:solidFill>
          </p:spPr>
          <p:txBody>
            <a:bodyPr/>
            <a:lstStyle/>
            <a:p>
              <a:endParaRPr lang="en-IN"/>
            </a:p>
          </p:txBody>
        </p:sp>
        <p:sp>
          <p:nvSpPr>
            <p:cNvPr id="9" name="TextBox 9"/>
            <p:cNvSpPr txBox="1"/>
            <p:nvPr/>
          </p:nvSpPr>
          <p:spPr>
            <a:xfrm>
              <a:off x="0" y="-38100"/>
              <a:ext cx="273261" cy="311361"/>
            </a:xfrm>
            <a:prstGeom prst="rect">
              <a:avLst/>
            </a:prstGeom>
          </p:spPr>
          <p:txBody>
            <a:bodyPr lIns="50800" tIns="50800" rIns="50800" bIns="50800" rtlCol="0" anchor="ctr"/>
            <a:lstStyle/>
            <a:p>
              <a:pPr algn="ctr">
                <a:lnSpc>
                  <a:spcPts val="2659"/>
                </a:lnSpc>
              </a:pPr>
              <a:endParaRPr/>
            </a:p>
          </p:txBody>
        </p:sp>
      </p:grpSp>
      <p:sp>
        <p:nvSpPr>
          <p:cNvPr id="10" name="TextBox 10"/>
          <p:cNvSpPr txBox="1"/>
          <p:nvPr/>
        </p:nvSpPr>
        <p:spPr>
          <a:xfrm>
            <a:off x="16233333" y="8710069"/>
            <a:ext cx="1290969" cy="839287"/>
          </a:xfrm>
          <a:prstGeom prst="rect">
            <a:avLst/>
          </a:prstGeom>
        </p:spPr>
        <p:txBody>
          <a:bodyPr lIns="0" tIns="0" rIns="0" bIns="0" rtlCol="0" anchor="t">
            <a:spAutoFit/>
          </a:bodyPr>
          <a:lstStyle/>
          <a:p>
            <a:pPr algn="ctr">
              <a:lnSpc>
                <a:spcPts val="6765"/>
              </a:lnSpc>
            </a:pPr>
            <a:r>
              <a:rPr lang="en-US" sz="4832" b="1">
                <a:solidFill>
                  <a:srgbClr val="F7F7F7"/>
                </a:solidFill>
                <a:latin typeface="Public Sans Bold"/>
                <a:ea typeface="Public Sans Bold"/>
                <a:cs typeface="Public Sans Bold"/>
                <a:sym typeface="Public Sans Bold"/>
              </a:rPr>
              <a:t>08</a:t>
            </a:r>
          </a:p>
        </p:txBody>
      </p:sp>
      <p:sp>
        <p:nvSpPr>
          <p:cNvPr id="11" name="TextBox 11"/>
          <p:cNvSpPr txBox="1"/>
          <p:nvPr/>
        </p:nvSpPr>
        <p:spPr>
          <a:xfrm>
            <a:off x="4508288" y="1532765"/>
            <a:ext cx="9271423" cy="1458837"/>
          </a:xfrm>
          <a:prstGeom prst="rect">
            <a:avLst/>
          </a:prstGeom>
        </p:spPr>
        <p:txBody>
          <a:bodyPr lIns="0" tIns="0" rIns="0" bIns="0" rtlCol="0" anchor="t">
            <a:spAutoFit/>
          </a:bodyPr>
          <a:lstStyle/>
          <a:p>
            <a:pPr algn="ctr">
              <a:lnSpc>
                <a:spcPts val="11992"/>
              </a:lnSpc>
            </a:pPr>
            <a:r>
              <a:rPr lang="en-US" sz="8565" b="1">
                <a:solidFill>
                  <a:srgbClr val="FFFFFF"/>
                </a:solidFill>
                <a:latin typeface="Public Sans Bold"/>
                <a:ea typeface="Public Sans Bold"/>
                <a:cs typeface="Public Sans Bold"/>
                <a:sym typeface="Public Sans Bold"/>
              </a:rPr>
              <a:t>CONCLUSION</a:t>
            </a:r>
          </a:p>
        </p:txBody>
      </p:sp>
      <p:grpSp>
        <p:nvGrpSpPr>
          <p:cNvPr id="12" name="Group 12"/>
          <p:cNvGrpSpPr/>
          <p:nvPr/>
        </p:nvGrpSpPr>
        <p:grpSpPr>
          <a:xfrm>
            <a:off x="2399332" y="3311292"/>
            <a:ext cx="4459569" cy="5281018"/>
            <a:chOff x="0" y="0"/>
            <a:chExt cx="690904" cy="818168"/>
          </a:xfrm>
        </p:grpSpPr>
        <p:sp>
          <p:nvSpPr>
            <p:cNvPr id="13" name="Freeform 13"/>
            <p:cNvSpPr/>
            <p:nvPr/>
          </p:nvSpPr>
          <p:spPr>
            <a:xfrm>
              <a:off x="0" y="0"/>
              <a:ext cx="690904" cy="818168"/>
            </a:xfrm>
            <a:custGeom>
              <a:avLst/>
              <a:gdLst/>
              <a:ahLst/>
              <a:cxnLst/>
              <a:rect l="l" t="t" r="r" b="b"/>
              <a:pathLst>
                <a:path w="690904" h="818168">
                  <a:moveTo>
                    <a:pt x="45137" y="0"/>
                  </a:moveTo>
                  <a:lnTo>
                    <a:pt x="645767" y="0"/>
                  </a:lnTo>
                  <a:cubicBezTo>
                    <a:pt x="657738" y="0"/>
                    <a:pt x="669219" y="4755"/>
                    <a:pt x="677684" y="13220"/>
                  </a:cubicBezTo>
                  <a:cubicBezTo>
                    <a:pt x="686149" y="21685"/>
                    <a:pt x="690904" y="33166"/>
                    <a:pt x="690904" y="45137"/>
                  </a:cubicBezTo>
                  <a:lnTo>
                    <a:pt x="690904" y="773031"/>
                  </a:lnTo>
                  <a:cubicBezTo>
                    <a:pt x="690904" y="785002"/>
                    <a:pt x="686149" y="796483"/>
                    <a:pt x="677684" y="804948"/>
                  </a:cubicBezTo>
                  <a:cubicBezTo>
                    <a:pt x="669219" y="813412"/>
                    <a:pt x="657738" y="818168"/>
                    <a:pt x="645767" y="818168"/>
                  </a:cubicBezTo>
                  <a:lnTo>
                    <a:pt x="45137" y="818168"/>
                  </a:lnTo>
                  <a:cubicBezTo>
                    <a:pt x="20208" y="818168"/>
                    <a:pt x="0" y="797960"/>
                    <a:pt x="0" y="773031"/>
                  </a:cubicBezTo>
                  <a:lnTo>
                    <a:pt x="0" y="45137"/>
                  </a:lnTo>
                  <a:cubicBezTo>
                    <a:pt x="0" y="33166"/>
                    <a:pt x="4755" y="21685"/>
                    <a:pt x="13220" y="13220"/>
                  </a:cubicBezTo>
                  <a:cubicBezTo>
                    <a:pt x="21685" y="4755"/>
                    <a:pt x="33166" y="0"/>
                    <a:pt x="45137" y="0"/>
                  </a:cubicBezTo>
                  <a:close/>
                </a:path>
              </a:pathLst>
            </a:custGeom>
            <a:blipFill>
              <a:blip r:embed="rId6"/>
              <a:stretch>
                <a:fillRect l="-58202" r="-52321"/>
              </a:stretch>
            </a:blipFill>
          </p:spPr>
          <p:txBody>
            <a:bodyPr/>
            <a:lstStyle/>
            <a:p>
              <a:endParaRPr lang="en-IN"/>
            </a:p>
          </p:txBody>
        </p:sp>
      </p:grpSp>
      <p:sp>
        <p:nvSpPr>
          <p:cNvPr id="14" name="TextBox 14"/>
          <p:cNvSpPr txBox="1"/>
          <p:nvPr/>
        </p:nvSpPr>
        <p:spPr>
          <a:xfrm>
            <a:off x="7595166" y="3225567"/>
            <a:ext cx="8293502" cy="2483538"/>
          </a:xfrm>
          <a:prstGeom prst="rect">
            <a:avLst/>
          </a:prstGeom>
        </p:spPr>
        <p:txBody>
          <a:bodyPr lIns="0" tIns="0" rIns="0" bIns="0" rtlCol="0" anchor="t">
            <a:spAutoFit/>
          </a:bodyPr>
          <a:lstStyle/>
          <a:p>
            <a:pPr algn="l">
              <a:lnSpc>
                <a:spcPts val="3295"/>
              </a:lnSpc>
            </a:pPr>
            <a:r>
              <a:rPr lang="en-US" sz="2353">
                <a:solidFill>
                  <a:srgbClr val="FFFFFF"/>
                </a:solidFill>
                <a:latin typeface="Arial MT Pro"/>
                <a:ea typeface="Arial MT Pro"/>
                <a:cs typeface="Arial MT Pro"/>
                <a:sym typeface="Arial MT Pro"/>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a:t>
            </a:r>
          </a:p>
        </p:txBody>
      </p:sp>
      <p:sp>
        <p:nvSpPr>
          <p:cNvPr id="15" name="TextBox 15"/>
          <p:cNvSpPr txBox="1"/>
          <p:nvPr/>
        </p:nvSpPr>
        <p:spPr>
          <a:xfrm>
            <a:off x="8333214" y="6000728"/>
            <a:ext cx="7555454" cy="1196411"/>
          </a:xfrm>
          <a:prstGeom prst="rect">
            <a:avLst/>
          </a:prstGeom>
        </p:spPr>
        <p:txBody>
          <a:bodyPr lIns="0" tIns="0" rIns="0" bIns="0" rtlCol="0" anchor="t">
            <a:spAutoFit/>
          </a:bodyPr>
          <a:lstStyle/>
          <a:p>
            <a:pPr algn="l">
              <a:lnSpc>
                <a:spcPts val="3034"/>
              </a:lnSpc>
            </a:pPr>
            <a:r>
              <a:rPr lang="en-US" sz="2167">
                <a:solidFill>
                  <a:srgbClr val="FFFFFF"/>
                </a:solidFill>
                <a:latin typeface="Arial MT Pro"/>
                <a:ea typeface="Arial MT Pro"/>
                <a:cs typeface="Arial MT Pro"/>
                <a:sym typeface="Arial MT Pro"/>
              </a:rPr>
              <a:t>Lorem ipsum dolor sit amet, consectetur adipiscing elit, sed do eiusmod tempor incididunt ut labore et dolore magna aliqua.</a:t>
            </a:r>
          </a:p>
        </p:txBody>
      </p:sp>
      <p:grpSp>
        <p:nvGrpSpPr>
          <p:cNvPr id="16" name="Group 16"/>
          <p:cNvGrpSpPr/>
          <p:nvPr/>
        </p:nvGrpSpPr>
        <p:grpSpPr>
          <a:xfrm>
            <a:off x="7595166" y="6062320"/>
            <a:ext cx="479090" cy="479090"/>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B2D3B"/>
            </a:solidFill>
          </p:spPr>
          <p:txBody>
            <a:bodyPr/>
            <a:lstStyle/>
            <a:p>
              <a:endParaRPr lang="en-IN"/>
            </a:p>
          </p:txBody>
        </p:sp>
        <p:sp>
          <p:nvSpPr>
            <p:cNvPr id="18" name="TextBox 18"/>
            <p:cNvSpPr txBox="1"/>
            <p:nvPr/>
          </p:nvSpPr>
          <p:spPr>
            <a:xfrm>
              <a:off x="76200" y="38100"/>
              <a:ext cx="660400" cy="698500"/>
            </a:xfrm>
            <a:prstGeom prst="rect">
              <a:avLst/>
            </a:prstGeom>
          </p:spPr>
          <p:txBody>
            <a:bodyPr lIns="31884" tIns="31884" rIns="31884" bIns="31884" rtlCol="0" anchor="ctr"/>
            <a:lstStyle/>
            <a:p>
              <a:pPr algn="ctr">
                <a:lnSpc>
                  <a:spcPts val="2659"/>
                </a:lnSpc>
              </a:pPr>
              <a:endParaRPr/>
            </a:p>
          </p:txBody>
        </p:sp>
      </p:grpSp>
      <p:sp>
        <p:nvSpPr>
          <p:cNvPr id="19" name="TextBox 19"/>
          <p:cNvSpPr txBox="1"/>
          <p:nvPr/>
        </p:nvSpPr>
        <p:spPr>
          <a:xfrm>
            <a:off x="7668844" y="6103921"/>
            <a:ext cx="331735" cy="348264"/>
          </a:xfrm>
          <a:prstGeom prst="rect">
            <a:avLst/>
          </a:prstGeom>
        </p:spPr>
        <p:txBody>
          <a:bodyPr lIns="0" tIns="0" rIns="0" bIns="0" rtlCol="0" anchor="t">
            <a:spAutoFit/>
          </a:bodyPr>
          <a:lstStyle/>
          <a:p>
            <a:pPr algn="ctr">
              <a:lnSpc>
                <a:spcPts val="2768"/>
              </a:lnSpc>
            </a:pPr>
            <a:r>
              <a:rPr lang="en-US" sz="1977" b="1">
                <a:solidFill>
                  <a:srgbClr val="F7F7F7"/>
                </a:solidFill>
                <a:latin typeface="Public Sans Bold"/>
                <a:ea typeface="Public Sans Bold"/>
                <a:cs typeface="Public Sans Bold"/>
                <a:sym typeface="Public Sans Bold"/>
              </a:rPr>
              <a:t>1</a:t>
            </a:r>
          </a:p>
        </p:txBody>
      </p:sp>
      <p:sp>
        <p:nvSpPr>
          <p:cNvPr id="20" name="TextBox 20"/>
          <p:cNvSpPr txBox="1"/>
          <p:nvPr/>
        </p:nvSpPr>
        <p:spPr>
          <a:xfrm>
            <a:off x="8333214" y="7395899"/>
            <a:ext cx="7555454" cy="1196411"/>
          </a:xfrm>
          <a:prstGeom prst="rect">
            <a:avLst/>
          </a:prstGeom>
        </p:spPr>
        <p:txBody>
          <a:bodyPr lIns="0" tIns="0" rIns="0" bIns="0" rtlCol="0" anchor="t">
            <a:spAutoFit/>
          </a:bodyPr>
          <a:lstStyle/>
          <a:p>
            <a:pPr algn="l">
              <a:lnSpc>
                <a:spcPts val="3034"/>
              </a:lnSpc>
            </a:pPr>
            <a:r>
              <a:rPr lang="en-US" sz="2167">
                <a:solidFill>
                  <a:srgbClr val="FFFFFF"/>
                </a:solidFill>
                <a:latin typeface="Arial MT Pro"/>
                <a:ea typeface="Arial MT Pro"/>
                <a:cs typeface="Arial MT Pro"/>
                <a:sym typeface="Arial MT Pro"/>
              </a:rPr>
              <a:t>Lorem ipsum dolor sit amet, consectetur adipiscing elit, sed do eiusmod tempor incididunt ut labore et dolore magna aliqua.</a:t>
            </a:r>
          </a:p>
        </p:txBody>
      </p:sp>
      <p:grpSp>
        <p:nvGrpSpPr>
          <p:cNvPr id="21" name="Group 21"/>
          <p:cNvGrpSpPr/>
          <p:nvPr/>
        </p:nvGrpSpPr>
        <p:grpSpPr>
          <a:xfrm>
            <a:off x="7595166" y="7457491"/>
            <a:ext cx="479090" cy="479090"/>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B2D3B"/>
            </a:solidFill>
          </p:spPr>
          <p:txBody>
            <a:bodyPr/>
            <a:lstStyle/>
            <a:p>
              <a:endParaRPr lang="en-IN"/>
            </a:p>
          </p:txBody>
        </p:sp>
        <p:sp>
          <p:nvSpPr>
            <p:cNvPr id="23" name="TextBox 23"/>
            <p:cNvSpPr txBox="1"/>
            <p:nvPr/>
          </p:nvSpPr>
          <p:spPr>
            <a:xfrm>
              <a:off x="76200" y="38100"/>
              <a:ext cx="660400" cy="698500"/>
            </a:xfrm>
            <a:prstGeom prst="rect">
              <a:avLst/>
            </a:prstGeom>
          </p:spPr>
          <p:txBody>
            <a:bodyPr lIns="31884" tIns="31884" rIns="31884" bIns="31884" rtlCol="0" anchor="ctr"/>
            <a:lstStyle/>
            <a:p>
              <a:pPr algn="ctr">
                <a:lnSpc>
                  <a:spcPts val="2659"/>
                </a:lnSpc>
              </a:pPr>
              <a:endParaRPr/>
            </a:p>
          </p:txBody>
        </p:sp>
      </p:grpSp>
      <p:sp>
        <p:nvSpPr>
          <p:cNvPr id="24" name="TextBox 24"/>
          <p:cNvSpPr txBox="1"/>
          <p:nvPr/>
        </p:nvSpPr>
        <p:spPr>
          <a:xfrm>
            <a:off x="7668844" y="7499092"/>
            <a:ext cx="331735" cy="348264"/>
          </a:xfrm>
          <a:prstGeom prst="rect">
            <a:avLst/>
          </a:prstGeom>
        </p:spPr>
        <p:txBody>
          <a:bodyPr lIns="0" tIns="0" rIns="0" bIns="0" rtlCol="0" anchor="t">
            <a:spAutoFit/>
          </a:bodyPr>
          <a:lstStyle/>
          <a:p>
            <a:pPr algn="ctr">
              <a:lnSpc>
                <a:spcPts val="2768"/>
              </a:lnSpc>
            </a:pPr>
            <a:r>
              <a:rPr lang="en-US" sz="1977" b="1">
                <a:solidFill>
                  <a:srgbClr val="F7F7F7"/>
                </a:solidFill>
                <a:latin typeface="Public Sans Bold"/>
                <a:ea typeface="Public Sans Bold"/>
                <a:cs typeface="Public Sans Bold"/>
                <a:sym typeface="Public Sans Bold"/>
              </a:rPr>
              <a:t>2</a:t>
            </a:r>
          </a:p>
        </p:txBody>
      </p:sp>
      <p:sp>
        <p:nvSpPr>
          <p:cNvPr id="25" name="TextBox 25"/>
          <p:cNvSpPr txBox="1"/>
          <p:nvPr/>
        </p:nvSpPr>
        <p:spPr>
          <a:xfrm>
            <a:off x="13597305" y="9248775"/>
            <a:ext cx="2636028" cy="428502"/>
          </a:xfrm>
          <a:prstGeom prst="rect">
            <a:avLst/>
          </a:prstGeom>
        </p:spPr>
        <p:txBody>
          <a:bodyPr lIns="0" tIns="0" rIns="0" bIns="0" rtlCol="0" anchor="t">
            <a:spAutoFit/>
          </a:bodyPr>
          <a:lstStyle/>
          <a:p>
            <a:pPr algn="r">
              <a:lnSpc>
                <a:spcPts val="3155"/>
              </a:lnSpc>
            </a:pPr>
            <a:r>
              <a:rPr lang="en-US" sz="2253">
                <a:solidFill>
                  <a:srgbClr val="FFFFFF"/>
                </a:solidFill>
                <a:latin typeface="Arial MT Pro"/>
                <a:ea typeface="Arial MT Pro"/>
                <a:cs typeface="Arial MT Pro"/>
                <a:sym typeface="Arial MT Pro"/>
              </a:rPr>
              <a:t>Presentation</a:t>
            </a:r>
          </a:p>
        </p:txBody>
      </p:sp>
      <p:sp>
        <p:nvSpPr>
          <p:cNvPr id="26" name="TextBox 26"/>
          <p:cNvSpPr txBox="1"/>
          <p:nvPr/>
        </p:nvSpPr>
        <p:spPr>
          <a:xfrm>
            <a:off x="14623272" y="600198"/>
            <a:ext cx="2636028" cy="428502"/>
          </a:xfrm>
          <a:prstGeom prst="rect">
            <a:avLst/>
          </a:prstGeom>
        </p:spPr>
        <p:txBody>
          <a:bodyPr lIns="0" tIns="0" rIns="0" bIns="0" rtlCol="0" anchor="t">
            <a:spAutoFit/>
          </a:bodyPr>
          <a:lstStyle/>
          <a:p>
            <a:pPr algn="r">
              <a:lnSpc>
                <a:spcPts val="3155"/>
              </a:lnSpc>
            </a:pPr>
            <a:r>
              <a:rPr lang="en-US" sz="2253">
                <a:solidFill>
                  <a:srgbClr val="FFFFFF"/>
                </a:solidFill>
                <a:latin typeface="Arial MT Pro"/>
                <a:ea typeface="Arial MT Pro"/>
                <a:cs typeface="Arial MT Pro"/>
                <a:sym typeface="Arial MT Pro"/>
              </a:rPr>
              <a:t>02 May, 2026</a:t>
            </a:r>
          </a:p>
        </p:txBody>
      </p:sp>
      <p:sp>
        <p:nvSpPr>
          <p:cNvPr id="27" name="AutoShape 27"/>
          <p:cNvSpPr/>
          <p:nvPr/>
        </p:nvSpPr>
        <p:spPr>
          <a:xfrm flipV="1">
            <a:off x="14171815" y="1021556"/>
            <a:ext cx="3087485" cy="0"/>
          </a:xfrm>
          <a:prstGeom prst="line">
            <a:avLst/>
          </a:prstGeom>
          <a:ln w="9525" cap="flat">
            <a:solidFill>
              <a:srgbClr val="FFFFFF"/>
            </a:solidFill>
            <a:prstDash val="solid"/>
            <a:headEnd type="none" w="sm" len="sm"/>
            <a:tailEnd type="none" w="sm" len="sm"/>
          </a:ln>
        </p:spPr>
        <p:txBody>
          <a:bodyPr/>
          <a:lstStyle/>
          <a:p>
            <a:endParaRPr lang="en-IN"/>
          </a:p>
        </p:txBody>
      </p:sp>
      <p:sp>
        <p:nvSpPr>
          <p:cNvPr id="28" name="AutoShape 28"/>
          <p:cNvSpPr/>
          <p:nvPr/>
        </p:nvSpPr>
        <p:spPr>
          <a:xfrm>
            <a:off x="1028700" y="9265444"/>
            <a:ext cx="3087485" cy="0"/>
          </a:xfrm>
          <a:prstGeom prst="line">
            <a:avLst/>
          </a:prstGeom>
          <a:ln w="9525" cap="flat">
            <a:solidFill>
              <a:srgbClr val="FFFFFF"/>
            </a:solidFill>
            <a:prstDash val="solid"/>
            <a:headEnd type="none" w="sm" len="sm"/>
            <a:tailEnd type="none" w="sm" len="sm"/>
          </a:ln>
        </p:spPr>
        <p:txBody>
          <a:bodyPr/>
          <a:lstStyle/>
          <a:p>
            <a:endParaRPr lang="en-IN"/>
          </a:p>
        </p:txBody>
      </p:sp>
      <p:sp>
        <p:nvSpPr>
          <p:cNvPr id="29" name="TextBox 29"/>
          <p:cNvSpPr txBox="1"/>
          <p:nvPr/>
        </p:nvSpPr>
        <p:spPr>
          <a:xfrm>
            <a:off x="1028700" y="9248775"/>
            <a:ext cx="4227716" cy="428502"/>
          </a:xfrm>
          <a:prstGeom prst="rect">
            <a:avLst/>
          </a:prstGeom>
        </p:spPr>
        <p:txBody>
          <a:bodyPr lIns="0" tIns="0" rIns="0" bIns="0" rtlCol="0" anchor="t">
            <a:spAutoFit/>
          </a:bodyPr>
          <a:lstStyle/>
          <a:p>
            <a:pPr algn="l">
              <a:lnSpc>
                <a:spcPts val="3155"/>
              </a:lnSpc>
            </a:pPr>
            <a:r>
              <a:rPr lang="en-US" sz="2253">
                <a:solidFill>
                  <a:srgbClr val="FFFFFF"/>
                </a:solidFill>
                <a:latin typeface="Arial MT Pro"/>
                <a:ea typeface="Arial MT Pro"/>
                <a:cs typeface="Arial MT Pro"/>
                <a:sym typeface="Arial MT Pro"/>
              </a:rPr>
              <a:t>reallygreatsite.com</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253746"/>
        </a:solidFill>
        <a:effectLst/>
      </p:bgPr>
    </p:bg>
    <p:spTree>
      <p:nvGrpSpPr>
        <p:cNvPr id="1" name=""/>
        <p:cNvGrpSpPr/>
        <p:nvPr/>
      </p:nvGrpSpPr>
      <p:grpSpPr>
        <a:xfrm>
          <a:off x="0" y="0"/>
          <a:ext cx="0" cy="0"/>
          <a:chOff x="0" y="0"/>
          <a:chExt cx="0" cy="0"/>
        </a:xfrm>
      </p:grpSpPr>
      <p:sp>
        <p:nvSpPr>
          <p:cNvPr id="2" name="Freeform 2"/>
          <p:cNvSpPr/>
          <p:nvPr/>
        </p:nvSpPr>
        <p:spPr>
          <a:xfrm flipV="1">
            <a:off x="-3561080" y="773441"/>
            <a:ext cx="5961182" cy="1605625"/>
          </a:xfrm>
          <a:custGeom>
            <a:avLst/>
            <a:gdLst/>
            <a:ahLst/>
            <a:cxnLst/>
            <a:rect l="l" t="t" r="r" b="b"/>
            <a:pathLst>
              <a:path w="5961182" h="1605625">
                <a:moveTo>
                  <a:pt x="0" y="1605625"/>
                </a:moveTo>
                <a:lnTo>
                  <a:pt x="5961182" y="1605625"/>
                </a:lnTo>
                <a:lnTo>
                  <a:pt x="5961182" y="0"/>
                </a:lnTo>
                <a:lnTo>
                  <a:pt x="0" y="0"/>
                </a:lnTo>
                <a:lnTo>
                  <a:pt x="0" y="1605625"/>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flipH="1">
            <a:off x="15887898" y="7907934"/>
            <a:ext cx="5961182" cy="1605625"/>
          </a:xfrm>
          <a:custGeom>
            <a:avLst/>
            <a:gdLst/>
            <a:ahLst/>
            <a:cxnLst/>
            <a:rect l="l" t="t" r="r" b="b"/>
            <a:pathLst>
              <a:path w="5961182" h="1605625">
                <a:moveTo>
                  <a:pt x="5961182" y="0"/>
                </a:moveTo>
                <a:lnTo>
                  <a:pt x="0" y="0"/>
                </a:lnTo>
                <a:lnTo>
                  <a:pt x="0" y="1605625"/>
                </a:lnTo>
                <a:lnTo>
                  <a:pt x="5961182" y="1605625"/>
                </a:lnTo>
                <a:lnTo>
                  <a:pt x="5961182"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Freeform 4"/>
          <p:cNvSpPr/>
          <p:nvPr/>
        </p:nvSpPr>
        <p:spPr>
          <a:xfrm flipV="1">
            <a:off x="-323757" y="-304247"/>
            <a:ext cx="5961182" cy="1605625"/>
          </a:xfrm>
          <a:custGeom>
            <a:avLst/>
            <a:gdLst/>
            <a:ahLst/>
            <a:cxnLst/>
            <a:rect l="l" t="t" r="r" b="b"/>
            <a:pathLst>
              <a:path w="5961182" h="1605625">
                <a:moveTo>
                  <a:pt x="0" y="1605625"/>
                </a:moveTo>
                <a:lnTo>
                  <a:pt x="5961182" y="1605625"/>
                </a:lnTo>
                <a:lnTo>
                  <a:pt x="5961182" y="0"/>
                </a:lnTo>
                <a:lnTo>
                  <a:pt x="0" y="0"/>
                </a:lnTo>
                <a:lnTo>
                  <a:pt x="0" y="1605625"/>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5" name="Freeform 5"/>
          <p:cNvSpPr/>
          <p:nvPr/>
        </p:nvSpPr>
        <p:spPr>
          <a:xfrm flipH="1">
            <a:off x="12650575" y="8985622"/>
            <a:ext cx="5961182" cy="1605625"/>
          </a:xfrm>
          <a:custGeom>
            <a:avLst/>
            <a:gdLst/>
            <a:ahLst/>
            <a:cxnLst/>
            <a:rect l="l" t="t" r="r" b="b"/>
            <a:pathLst>
              <a:path w="5961182" h="1605625">
                <a:moveTo>
                  <a:pt x="5961182" y="0"/>
                </a:moveTo>
                <a:lnTo>
                  <a:pt x="0" y="0"/>
                </a:lnTo>
                <a:lnTo>
                  <a:pt x="0" y="1605625"/>
                </a:lnTo>
                <a:lnTo>
                  <a:pt x="5961182" y="1605625"/>
                </a:lnTo>
                <a:lnTo>
                  <a:pt x="5961182"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6" name="TextBox 6"/>
          <p:cNvSpPr txBox="1"/>
          <p:nvPr/>
        </p:nvSpPr>
        <p:spPr>
          <a:xfrm>
            <a:off x="2920469" y="3594568"/>
            <a:ext cx="12447062" cy="1991349"/>
          </a:xfrm>
          <a:prstGeom prst="rect">
            <a:avLst/>
          </a:prstGeom>
        </p:spPr>
        <p:txBody>
          <a:bodyPr lIns="0" tIns="0" rIns="0" bIns="0" rtlCol="0" anchor="t">
            <a:spAutoFit/>
          </a:bodyPr>
          <a:lstStyle/>
          <a:p>
            <a:pPr algn="ctr">
              <a:lnSpc>
                <a:spcPts val="16239"/>
              </a:lnSpc>
            </a:pPr>
            <a:r>
              <a:rPr lang="en-US" sz="11599" b="1">
                <a:solidFill>
                  <a:srgbClr val="FFFFFF"/>
                </a:solidFill>
                <a:latin typeface="Public Sans Bold"/>
                <a:ea typeface="Public Sans Bold"/>
                <a:cs typeface="Public Sans Bold"/>
                <a:sym typeface="Public Sans Bold"/>
              </a:rPr>
              <a:t>THANK YOU</a:t>
            </a:r>
          </a:p>
        </p:txBody>
      </p:sp>
      <p:sp>
        <p:nvSpPr>
          <p:cNvPr id="7" name="TextBox 7"/>
          <p:cNvSpPr txBox="1"/>
          <p:nvPr/>
        </p:nvSpPr>
        <p:spPr>
          <a:xfrm>
            <a:off x="6245186" y="5665612"/>
            <a:ext cx="5797628" cy="798220"/>
          </a:xfrm>
          <a:prstGeom prst="rect">
            <a:avLst/>
          </a:prstGeom>
        </p:spPr>
        <p:txBody>
          <a:bodyPr lIns="0" tIns="0" rIns="0" bIns="0" rtlCol="0" anchor="t">
            <a:spAutoFit/>
          </a:bodyPr>
          <a:lstStyle/>
          <a:p>
            <a:pPr algn="ctr">
              <a:lnSpc>
                <a:spcPts val="5880"/>
              </a:lnSpc>
            </a:pPr>
            <a:r>
              <a:rPr lang="en-US" sz="4200">
                <a:solidFill>
                  <a:srgbClr val="FFFFFF"/>
                </a:solidFill>
                <a:latin typeface="Arial MT Pro"/>
                <a:ea typeface="Arial MT Pro"/>
                <a:cs typeface="Arial MT Pro"/>
                <a:sym typeface="Arial MT Pro"/>
              </a:rPr>
              <a:t>reallygreatsite.com</a:t>
            </a:r>
          </a:p>
        </p:txBody>
      </p:sp>
      <p:sp>
        <p:nvSpPr>
          <p:cNvPr id="8" name="Freeform 8"/>
          <p:cNvSpPr/>
          <p:nvPr/>
        </p:nvSpPr>
        <p:spPr>
          <a:xfrm>
            <a:off x="-1753329" y="8980601"/>
            <a:ext cx="5961182" cy="1605625"/>
          </a:xfrm>
          <a:custGeom>
            <a:avLst/>
            <a:gdLst/>
            <a:ahLst/>
            <a:cxnLst/>
            <a:rect l="l" t="t" r="r" b="b"/>
            <a:pathLst>
              <a:path w="5961182" h="1605625">
                <a:moveTo>
                  <a:pt x="0" y="0"/>
                </a:moveTo>
                <a:lnTo>
                  <a:pt x="5961182" y="0"/>
                </a:lnTo>
                <a:lnTo>
                  <a:pt x="5961182" y="1605625"/>
                </a:lnTo>
                <a:lnTo>
                  <a:pt x="0" y="160562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9" name="Freeform 9"/>
          <p:cNvSpPr/>
          <p:nvPr/>
        </p:nvSpPr>
        <p:spPr>
          <a:xfrm flipH="1" flipV="1">
            <a:off x="14080147" y="-299226"/>
            <a:ext cx="5961182" cy="1605625"/>
          </a:xfrm>
          <a:custGeom>
            <a:avLst/>
            <a:gdLst/>
            <a:ahLst/>
            <a:cxnLst/>
            <a:rect l="l" t="t" r="r" b="b"/>
            <a:pathLst>
              <a:path w="5961182" h="1605625">
                <a:moveTo>
                  <a:pt x="5961182" y="1605625"/>
                </a:moveTo>
                <a:lnTo>
                  <a:pt x="0" y="1605625"/>
                </a:lnTo>
                <a:lnTo>
                  <a:pt x="0" y="0"/>
                </a:lnTo>
                <a:lnTo>
                  <a:pt x="5961182" y="0"/>
                </a:lnTo>
                <a:lnTo>
                  <a:pt x="5961182" y="1605625"/>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232</TotalTime>
  <Words>1120</Words>
  <Application>Microsoft Office PowerPoint</Application>
  <PresentationFormat>Custom</PresentationFormat>
  <Paragraphs>75</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Public Sans Bold</vt:lpstr>
      <vt:lpstr>Calibri</vt:lpstr>
      <vt:lpstr>Arial</vt:lpstr>
      <vt:lpstr>Arial MT Pro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Babu Chandranna Dev</cp:lastModifiedBy>
  <cp:revision>4</cp:revision>
  <dcterms:created xsi:type="dcterms:W3CDTF">2006-08-16T00:00:00Z</dcterms:created>
  <dcterms:modified xsi:type="dcterms:W3CDTF">2026-03-12T11:41:03Z</dcterms:modified>
  <dc:identifier>DAHDt44sOHw</dc:identifier>
</cp:coreProperties>
</file>